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3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  <p:sldMasterId id="2147483679" r:id="rId3"/>
  </p:sldMasterIdLst>
  <p:notesMasterIdLst>
    <p:notesMasterId r:id="rId39"/>
  </p:notesMasterIdLst>
  <p:sldIdLst>
    <p:sldId id="2147472096" r:id="rId4"/>
    <p:sldId id="256" r:id="rId5"/>
    <p:sldId id="2147472097" r:id="rId6"/>
    <p:sldId id="2147472100" r:id="rId7"/>
    <p:sldId id="2147472101" r:id="rId8"/>
    <p:sldId id="2147472102" r:id="rId9"/>
    <p:sldId id="280" r:id="rId10"/>
    <p:sldId id="257" r:id="rId11"/>
    <p:sldId id="258" r:id="rId12"/>
    <p:sldId id="260" r:id="rId13"/>
    <p:sldId id="272" r:id="rId14"/>
    <p:sldId id="273" r:id="rId15"/>
    <p:sldId id="274" r:id="rId16"/>
    <p:sldId id="275" r:id="rId17"/>
    <p:sldId id="281" r:id="rId18"/>
    <p:sldId id="300" r:id="rId19"/>
    <p:sldId id="2147472108" r:id="rId20"/>
    <p:sldId id="2147472109" r:id="rId21"/>
    <p:sldId id="2147472110" r:id="rId22"/>
    <p:sldId id="2147472111" r:id="rId23"/>
    <p:sldId id="2147472098" r:id="rId24"/>
    <p:sldId id="2147472099" r:id="rId25"/>
    <p:sldId id="2147472104" r:id="rId26"/>
    <p:sldId id="2147472105" r:id="rId27"/>
    <p:sldId id="2147472106" r:id="rId28"/>
    <p:sldId id="299" r:id="rId29"/>
    <p:sldId id="276" r:id="rId30"/>
    <p:sldId id="301" r:id="rId31"/>
    <p:sldId id="302" r:id="rId32"/>
    <p:sldId id="278" r:id="rId33"/>
    <p:sldId id="284" r:id="rId34"/>
    <p:sldId id="291" r:id="rId35"/>
    <p:sldId id="286" r:id="rId36"/>
    <p:sldId id="290" r:id="rId37"/>
    <p:sldId id="262" r:id="rId38"/>
  </p:sldIdLst>
  <p:sldSz cx="9144000" cy="5143500" type="screen16x9"/>
  <p:notesSz cx="6858000" cy="9144000"/>
  <p:embeddedFontLs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Lato Black" panose="020F0502020204030203" pitchFamily="34" charset="0"/>
      <p:bold r:id="rId44"/>
      <p:boldItalic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  <p:embeddedFont>
      <p:font typeface="Roboto Light" panose="02000000000000000000" pitchFamily="2" charset="0"/>
      <p:regular r:id="rId50"/>
      <p:italic r:id="rId51"/>
    </p:embeddedFont>
    <p:embeddedFont>
      <p:font typeface="Segoe UI" panose="020B0502040204020203" pitchFamily="34" charset="0"/>
      <p:regular r:id="rId52"/>
      <p:bold r:id="rId53"/>
      <p:italic r:id="rId54"/>
      <p:boldItalic r:id="rId55"/>
    </p:embeddedFont>
    <p:embeddedFont>
      <p:font typeface="Segoe UI Light" panose="020B0502040204020203" pitchFamily="34" charset="0"/>
      <p:regular r:id="rId56"/>
      <p:italic r:id="rId57"/>
    </p:embeddedFont>
    <p:embeddedFont>
      <p:font typeface="Trebuchet MS" panose="020B0603020202020204" pitchFamily="3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48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33" autoAdjust="0"/>
  </p:normalViewPr>
  <p:slideViewPr>
    <p:cSldViewPr snapToGrid="0">
      <p:cViewPr varScale="1">
        <p:scale>
          <a:sx n="102" d="100"/>
          <a:sy n="102" d="100"/>
        </p:scale>
        <p:origin x="898" y="67"/>
      </p:cViewPr>
      <p:guideLst>
        <p:guide pos="2880"/>
        <p:guide orient="horz" pos="4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viewProps" Target="viewProps.xml"/><Relationship Id="rId68" Type="http://schemas.openxmlformats.org/officeDocument/2006/relationships/customXml" Target="../customXml/item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66" Type="http://schemas.openxmlformats.org/officeDocument/2006/relationships/customXml" Target="../customXml/item1.xml"/><Relationship Id="rId5" Type="http://schemas.openxmlformats.org/officeDocument/2006/relationships/slide" Target="slides/slide2.xml"/><Relationship Id="rId61" Type="http://schemas.openxmlformats.org/officeDocument/2006/relationships/font" Target="fonts/font22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7.fntdata"/><Relationship Id="rId59" Type="http://schemas.openxmlformats.org/officeDocument/2006/relationships/font" Target="fonts/font20.fntdata"/><Relationship Id="rId67" Type="http://schemas.openxmlformats.org/officeDocument/2006/relationships/customXml" Target="../customXml/item2.xml"/><Relationship Id="rId20" Type="http://schemas.openxmlformats.org/officeDocument/2006/relationships/slide" Target="slides/slide17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font" Target="fonts/font21.fntdata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3AD357-0C40-4436-9D38-C47D60C1C9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VIDIA Sans" panose="020B0503020203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3012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1329854b29_0_13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11329854b29_0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29854b29_0_1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11329854b29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869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A0A9C357-14E0-54B1-2075-2D8939BF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29854b29_0_1321:notes">
            <a:extLst>
              <a:ext uri="{FF2B5EF4-FFF2-40B4-BE49-F238E27FC236}">
                <a16:creationId xmlns:a16="http://schemas.microsoft.com/office/drawing/2014/main" id="{2C53B97D-F51D-0B87-F9CE-924B35F5F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11329854b29_0_1321:notes">
            <a:extLst>
              <a:ext uri="{FF2B5EF4-FFF2-40B4-BE49-F238E27FC236}">
                <a16:creationId xmlns:a16="http://schemas.microsoft.com/office/drawing/2014/main" id="{5B5ABA33-5400-6871-26DD-628CDBB9C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914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DE6271DC-EB7F-F18C-BFD5-E075E69B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29854b29_0_1321:notes">
            <a:extLst>
              <a:ext uri="{FF2B5EF4-FFF2-40B4-BE49-F238E27FC236}">
                <a16:creationId xmlns:a16="http://schemas.microsoft.com/office/drawing/2014/main" id="{33596FC8-1D89-F09B-6EC2-54D1A1519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11329854b29_0_1321:notes">
            <a:extLst>
              <a:ext uri="{FF2B5EF4-FFF2-40B4-BE49-F238E27FC236}">
                <a16:creationId xmlns:a16="http://schemas.microsoft.com/office/drawing/2014/main" id="{5C3A9FF7-FAEE-EEB8-61C5-220B9362C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669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>
          <a:extLst>
            <a:ext uri="{FF2B5EF4-FFF2-40B4-BE49-F238E27FC236}">
              <a16:creationId xmlns:a16="http://schemas.microsoft.com/office/drawing/2014/main" id="{FA3224B2-A6C2-1AEE-267B-2E12C34D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29854b29_0_1321:notes">
            <a:extLst>
              <a:ext uri="{FF2B5EF4-FFF2-40B4-BE49-F238E27FC236}">
                <a16:creationId xmlns:a16="http://schemas.microsoft.com/office/drawing/2014/main" id="{413F679E-634A-88ED-FB50-EA87ECE99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11329854b29_0_1321:notes">
            <a:extLst>
              <a:ext uri="{FF2B5EF4-FFF2-40B4-BE49-F238E27FC236}">
                <a16:creationId xmlns:a16="http://schemas.microsoft.com/office/drawing/2014/main" id="{F578906A-0FB5-AA01-56A4-FDAAD6107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02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29854b29_0_1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11329854b29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574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1329854b29_0_1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11329854b29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329854b29_0_1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329854b29_0_1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953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751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5224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0116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495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0094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>
          <a:extLst>
            <a:ext uri="{FF2B5EF4-FFF2-40B4-BE49-F238E27FC236}">
              <a16:creationId xmlns:a16="http://schemas.microsoft.com/office/drawing/2014/main" id="{B4CF4A50-53B1-DE04-CAD5-BDBA6452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>
            <a:extLst>
              <a:ext uri="{FF2B5EF4-FFF2-40B4-BE49-F238E27FC236}">
                <a16:creationId xmlns:a16="http://schemas.microsoft.com/office/drawing/2014/main" id="{23130B46-B62B-DF14-1E8A-46F62B7B2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>
            <a:extLst>
              <a:ext uri="{FF2B5EF4-FFF2-40B4-BE49-F238E27FC236}">
                <a16:creationId xmlns:a16="http://schemas.microsoft.com/office/drawing/2014/main" id="{9C9A211D-2914-25A2-306B-150E19F89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890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>
          <a:extLst>
            <a:ext uri="{FF2B5EF4-FFF2-40B4-BE49-F238E27FC236}">
              <a16:creationId xmlns:a16="http://schemas.microsoft.com/office/drawing/2014/main" id="{48BAB68B-00C8-9CBF-2515-4B5C7435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>
            <a:extLst>
              <a:ext uri="{FF2B5EF4-FFF2-40B4-BE49-F238E27FC236}">
                <a16:creationId xmlns:a16="http://schemas.microsoft.com/office/drawing/2014/main" id="{ED7E2A9B-319A-67EA-5C9B-54F347FF0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>
            <a:extLst>
              <a:ext uri="{FF2B5EF4-FFF2-40B4-BE49-F238E27FC236}">
                <a16:creationId xmlns:a16="http://schemas.microsoft.com/office/drawing/2014/main" id="{C2F611BE-28C6-FEBF-9F22-55867CC970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755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3436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984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626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4121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434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778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7980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780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1329854b29_0_17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1329854b29_0_17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6990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1329854b29_0_18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g11329854b29_0_18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Blank w/ Footer">
  <p:cSld name="Multi-use Blank w/ Foot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  <p:sp>
        <p:nvSpPr>
          <p:cNvPr id="15" name="Google Shape;15;p2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 b="0" u="none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3984812" y="2100263"/>
            <a:ext cx="4396800" cy="3043200"/>
          </a:xfrm>
          <a:prstGeom prst="parallelogram">
            <a:avLst>
              <a:gd name="adj" fmla="val 10015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560216" y="0"/>
            <a:ext cx="6583800" cy="5143500"/>
          </a:xfrm>
          <a:prstGeom prst="parallelogram">
            <a:avLst>
              <a:gd name="adj" fmla="val 100155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295145" y="1300602"/>
            <a:ext cx="3848855" cy="3842899"/>
          </a:xfrm>
          <a:custGeom>
            <a:avLst/>
            <a:gdLst/>
            <a:ahLst/>
            <a:cxnLst/>
            <a:rect l="l" t="t" r="r" b="b"/>
            <a:pathLst>
              <a:path w="3848855" h="3842899" extrusionOk="0">
                <a:moveTo>
                  <a:pt x="3848855" y="0"/>
                </a:moveTo>
                <a:lnTo>
                  <a:pt x="3848855" y="1415399"/>
                </a:lnTo>
                <a:lnTo>
                  <a:pt x="1417593" y="3842899"/>
                </a:lnTo>
                <a:lnTo>
                  <a:pt x="0" y="3842899"/>
                </a:lnTo>
                <a:lnTo>
                  <a:pt x="3848855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996919" y="3998194"/>
            <a:ext cx="1147081" cy="1145306"/>
          </a:xfrm>
          <a:custGeom>
            <a:avLst/>
            <a:gdLst/>
            <a:ahLst/>
            <a:cxnLst/>
            <a:rect l="l" t="t" r="r" b="b"/>
            <a:pathLst>
              <a:path w="1147081" h="1145306" extrusionOk="0">
                <a:moveTo>
                  <a:pt x="1147081" y="0"/>
                </a:moveTo>
                <a:lnTo>
                  <a:pt x="1147081" y="1145306"/>
                </a:lnTo>
                <a:lnTo>
                  <a:pt x="0" y="1145306"/>
                </a:lnTo>
                <a:lnTo>
                  <a:pt x="1147081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702545" y="2705824"/>
            <a:ext cx="2441455" cy="2437676"/>
          </a:xfrm>
          <a:custGeom>
            <a:avLst/>
            <a:gdLst/>
            <a:ahLst/>
            <a:cxnLst/>
            <a:rect l="l" t="t" r="r" b="b"/>
            <a:pathLst>
              <a:path w="2441455" h="2437676" extrusionOk="0">
                <a:moveTo>
                  <a:pt x="2441455" y="0"/>
                </a:moveTo>
                <a:lnTo>
                  <a:pt x="2441455" y="1299150"/>
                </a:lnTo>
                <a:lnTo>
                  <a:pt x="1301164" y="2437676"/>
                </a:lnTo>
                <a:lnTo>
                  <a:pt x="0" y="2437676"/>
                </a:lnTo>
                <a:lnTo>
                  <a:pt x="24414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594360" y="1152525"/>
            <a:ext cx="6035100" cy="10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ato"/>
              <a:buNone/>
              <a:defRPr sz="3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594360" y="2194560"/>
            <a:ext cx="60351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91425" bIns="45700" anchor="t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SzPts val="1500"/>
              <a:buNone/>
              <a:defRPr sz="1800" b="0" i="0">
                <a:solidFill>
                  <a:srgbClr val="A5A5A5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94360" y="640080"/>
            <a:ext cx="1645920" cy="200496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w/ Subtitle">
  <p:cSld name="Multi-use w/ Sub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None/>
              <a:defRPr sz="2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19100" y="822960"/>
            <a:ext cx="8305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411480" y="412170"/>
            <a:ext cx="83211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4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 &amp; Image">
  <p:cSld name="Info &amp; Imag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419100" y="640080"/>
            <a:ext cx="2377500" cy="1325100"/>
          </a:xfrm>
          <a:prstGeom prst="rect">
            <a:avLst/>
          </a:prstGeom>
          <a:solidFill>
            <a:srgbClr val="172C34">
              <a:alpha val="784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502920" y="731520"/>
            <a:ext cx="219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419100" y="412170"/>
            <a:ext cx="23775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6"/>
          <p:cNvCxnSpPr/>
          <p:nvPr/>
        </p:nvCxnSpPr>
        <p:spPr>
          <a:xfrm>
            <a:off x="2964180" y="412170"/>
            <a:ext cx="5760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419100" y="2103119"/>
            <a:ext cx="23775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9210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Char char="–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Char char="–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6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 Multi-Use">
  <p:cSld name="Info Multi-Us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419100" y="640080"/>
            <a:ext cx="2377500" cy="1325100"/>
          </a:xfrm>
          <a:prstGeom prst="rect">
            <a:avLst/>
          </a:prstGeom>
          <a:solidFill>
            <a:srgbClr val="172C34">
              <a:alpha val="784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" name="Google Shape;53;p7"/>
          <p:cNvCxnSpPr/>
          <p:nvPr/>
        </p:nvCxnSpPr>
        <p:spPr>
          <a:xfrm>
            <a:off x="2964180" y="412170"/>
            <a:ext cx="5760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502920" y="731520"/>
            <a:ext cx="2194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19100" y="2103119"/>
            <a:ext cx="23775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9210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Char char="–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Char char="–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7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" name="Google Shape;59;p7"/>
          <p:cNvCxnSpPr/>
          <p:nvPr/>
        </p:nvCxnSpPr>
        <p:spPr>
          <a:xfrm>
            <a:off x="419100" y="412170"/>
            <a:ext cx="23775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7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">
  <p:cSld name="2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None/>
              <a:defRPr sz="2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419100" y="822960"/>
            <a:ext cx="8305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2"/>
          </p:nvPr>
        </p:nvSpPr>
        <p:spPr>
          <a:xfrm>
            <a:off x="419099" y="1603771"/>
            <a:ext cx="40386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3"/>
          </p:nvPr>
        </p:nvSpPr>
        <p:spPr>
          <a:xfrm>
            <a:off x="4683252" y="1603771"/>
            <a:ext cx="40416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500"/>
              <a:buChar char="•"/>
              <a:defRPr>
                <a:solidFill>
                  <a:srgbClr val="7F7F7F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411480" y="412170"/>
            <a:ext cx="83211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None/>
              <a:defRPr sz="2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419100" y="822960"/>
            <a:ext cx="8305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419099" y="1603771"/>
            <a:ext cx="83058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9"/>
          <p:cNvCxnSpPr/>
          <p:nvPr/>
        </p:nvCxnSpPr>
        <p:spPr>
          <a:xfrm>
            <a:off x="411480" y="412170"/>
            <a:ext cx="83211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s">
  <p:cSld name="3 Column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None/>
              <a:defRPr sz="2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419100" y="822960"/>
            <a:ext cx="8305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25" rIns="0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2"/>
          </p:nvPr>
        </p:nvSpPr>
        <p:spPr>
          <a:xfrm>
            <a:off x="419100" y="1603771"/>
            <a:ext cx="26154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3"/>
          </p:nvPr>
        </p:nvSpPr>
        <p:spPr>
          <a:xfrm>
            <a:off x="3266174" y="1603771"/>
            <a:ext cx="26118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body" idx="4"/>
          </p:nvPr>
        </p:nvSpPr>
        <p:spPr>
          <a:xfrm>
            <a:off x="6109716" y="1603771"/>
            <a:ext cx="26154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Char char="–"/>
              <a:defRPr>
                <a:solidFill>
                  <a:srgbClr val="7F7F7F"/>
                </a:solidFill>
              </a:defRPr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Roboto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6" name="Google Shape;86;p10"/>
          <p:cNvCxnSpPr/>
          <p:nvPr/>
        </p:nvCxnSpPr>
        <p:spPr>
          <a:xfrm>
            <a:off x="411480" y="412170"/>
            <a:ext cx="83211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7" name="Google Shape;87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0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s 1">
  <p:cSld name="4 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None/>
              <a:defRPr sz="2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19100" y="822960"/>
            <a:ext cx="8305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91425" bIns="45700" anchor="t" anchorCtr="0">
            <a:noAutofit/>
          </a:bodyPr>
          <a:lstStyle>
            <a:lvl1pPr marL="457200" lvl="0" indent="-228600" algn="l" rtl="0">
              <a:spcBef>
                <a:spcPts val="500"/>
              </a:spcBef>
              <a:spcAft>
                <a:spcPts val="0"/>
              </a:spcAft>
              <a:buSzPts val="1300"/>
              <a:buNone/>
              <a:defRPr sz="1600" b="0" i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 rtl="0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 rtl="0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 rtl="0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2"/>
          </p:nvPr>
        </p:nvSpPr>
        <p:spPr>
          <a:xfrm>
            <a:off x="419100" y="1603771"/>
            <a:ext cx="19383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1pPr>
            <a:lvl2pPr marL="914400" lvl="1" indent="-3175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2pPr>
            <a:lvl3pPr marL="1371600" lvl="2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•"/>
              <a:defRPr sz="1800">
                <a:solidFill>
                  <a:srgbClr val="7F7F7F"/>
                </a:solidFill>
              </a:defRPr>
            </a:lvl3pPr>
            <a:lvl4pPr marL="1828800" lvl="3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4pPr>
            <a:lvl5pPr marL="2286000" lvl="4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5pPr>
            <a:lvl6pPr marL="274320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3"/>
          </p:nvPr>
        </p:nvSpPr>
        <p:spPr>
          <a:xfrm>
            <a:off x="2541116" y="1603771"/>
            <a:ext cx="19383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1pPr>
            <a:lvl2pPr marL="914400" lvl="1" indent="-3175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2pPr>
            <a:lvl3pPr marL="1371600" lvl="2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•"/>
              <a:defRPr sz="1800">
                <a:solidFill>
                  <a:srgbClr val="7F7F7F"/>
                </a:solidFill>
              </a:defRPr>
            </a:lvl3pPr>
            <a:lvl4pPr marL="1828800" lvl="3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4pPr>
            <a:lvl5pPr marL="2286000" lvl="4" indent="-32385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Roboto"/>
              <a:buChar char="•"/>
              <a:defRPr sz="1800">
                <a:solidFill>
                  <a:srgbClr val="7F7F7F"/>
                </a:solidFill>
              </a:defRPr>
            </a:lvl5pPr>
            <a:lvl6pPr marL="274320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4"/>
          </p:nvPr>
        </p:nvSpPr>
        <p:spPr>
          <a:xfrm>
            <a:off x="4678834" y="1603771"/>
            <a:ext cx="19383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1pPr>
            <a:lvl2pPr marL="914400" lvl="1" indent="-3175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2pPr>
            <a:lvl3pPr marL="1371600" lvl="2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•"/>
              <a:defRPr sz="1800">
                <a:solidFill>
                  <a:srgbClr val="7F7F7F"/>
                </a:solidFill>
              </a:defRPr>
            </a:lvl3pPr>
            <a:lvl4pPr marL="1828800" lvl="3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4pPr>
            <a:lvl5pPr marL="2286000" lvl="4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5pPr>
            <a:lvl6pPr marL="274320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5"/>
          </p:nvPr>
        </p:nvSpPr>
        <p:spPr>
          <a:xfrm>
            <a:off x="6786691" y="1603771"/>
            <a:ext cx="19383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 rtl="0"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1pPr>
            <a:lvl2pPr marL="914400" lvl="1" indent="-317500" algn="l" rtl="0"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2pPr>
            <a:lvl3pPr marL="1371600" lvl="2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3pPr>
            <a:lvl4pPr marL="1828800" lvl="3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Char char="–"/>
              <a:defRPr sz="1800">
                <a:solidFill>
                  <a:srgbClr val="7F7F7F"/>
                </a:solidFill>
              </a:defRPr>
            </a:lvl4pPr>
            <a:lvl5pPr marL="2286000" lvl="4" indent="-317500" algn="l" rtl="0">
              <a:spcBef>
                <a:spcPts val="3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Roboto"/>
              <a:buChar char="•"/>
              <a:defRPr sz="1800">
                <a:solidFill>
                  <a:srgbClr val="7F7F7F"/>
                </a:solidFill>
              </a:defRPr>
            </a:lvl5pPr>
            <a:lvl6pPr marL="274320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8" name="Google Shape;98;p11"/>
          <p:cNvCxnSpPr/>
          <p:nvPr/>
        </p:nvCxnSpPr>
        <p:spPr>
          <a:xfrm>
            <a:off x="411480" y="412170"/>
            <a:ext cx="83211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9" name="Google Shape;9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193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 Data Line">
  <p:cSld name="Center Diagonal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/>
          <p:nvPr/>
        </p:nvSpPr>
        <p:spPr>
          <a:xfrm>
            <a:off x="0" y="6342"/>
            <a:ext cx="9159321" cy="5137157"/>
          </a:xfrm>
          <a:custGeom>
            <a:avLst/>
            <a:gdLst/>
            <a:ahLst/>
            <a:cxnLst/>
            <a:rect l="l" t="t" r="r" b="b"/>
            <a:pathLst>
              <a:path w="9136480" h="5137157" extrusionOk="0">
                <a:moveTo>
                  <a:pt x="0" y="5141598"/>
                </a:moveTo>
                <a:lnTo>
                  <a:pt x="5143712" y="0"/>
                </a:lnTo>
                <a:lnTo>
                  <a:pt x="9136480" y="0"/>
                </a:lnTo>
                <a:lnTo>
                  <a:pt x="3992769" y="5141598"/>
                </a:lnTo>
                <a:lnTo>
                  <a:pt x="0" y="5141598"/>
                </a:lnTo>
                <a:close/>
              </a:path>
            </a:pathLst>
          </a:custGeom>
          <a:solidFill>
            <a:srgbClr val="F2F2F2">
              <a:alpha val="7764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&amp; Quotes">
  <p:cSld name="Statement &amp; Quote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 amt="56000"/>
          </a:blip>
          <a:srcRect/>
          <a:stretch/>
        </p:blipFill>
        <p:spPr>
          <a:xfrm>
            <a:off x="0" y="0"/>
            <a:ext cx="9143999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>
            <a:off x="777240" y="1051999"/>
            <a:ext cx="75897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182875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900"/>
              <a:buNone/>
              <a:defRPr sz="3600" b="0" i="0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SzPts val="1400"/>
              <a:buFont typeface="Roboto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SzPts val="1400"/>
              <a:buFont typeface="Roboto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2"/>
          </p:nvPr>
        </p:nvSpPr>
        <p:spPr>
          <a:xfrm>
            <a:off x="777240" y="3246120"/>
            <a:ext cx="7589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91425" bIns="45700" anchor="t" anchorCtr="0">
            <a:noAutofit/>
          </a:bodyPr>
          <a:lstStyle>
            <a:lvl1pPr marL="457200" lvl="0" indent="-228600" algn="ctr">
              <a:spcBef>
                <a:spcPts val="500"/>
              </a:spcBef>
              <a:spcAft>
                <a:spcPts val="0"/>
              </a:spcAft>
              <a:buSzPts val="1500"/>
              <a:buNone/>
              <a:defRPr sz="1800" b="0" i="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&amp; Quotes (IMAGE)">
  <p:cSld name="Statement &amp; Quotes (IMAGE)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5213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>
            <a:spLocks noGrp="1"/>
          </p:cNvSpPr>
          <p:nvPr>
            <p:ph type="body" idx="1"/>
          </p:nvPr>
        </p:nvSpPr>
        <p:spPr>
          <a:xfrm>
            <a:off x="777240" y="3246120"/>
            <a:ext cx="7589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91425" bIns="45700" anchor="t" anchorCtr="0">
            <a:noAutofit/>
          </a:bodyPr>
          <a:lstStyle>
            <a:lvl1pPr marL="457200" lvl="0" indent="-228600" algn="ctr">
              <a:spcBef>
                <a:spcPts val="500"/>
              </a:spcBef>
              <a:spcAft>
                <a:spcPts val="0"/>
              </a:spcAft>
              <a:buSzPts val="1500"/>
              <a:buNone/>
              <a:defRPr sz="1800" b="0" i="0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300"/>
              <a:buNone/>
              <a:defRPr sz="16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F2F2F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40580"/>
            <a:ext cx="6907198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>
            <a:spLocks noGrp="1"/>
          </p:cNvSpPr>
          <p:nvPr>
            <p:ph type="body" idx="2"/>
          </p:nvPr>
        </p:nvSpPr>
        <p:spPr>
          <a:xfrm>
            <a:off x="777240" y="1051999"/>
            <a:ext cx="7589700" cy="21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875" rIns="0" bIns="182875" anchor="b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900"/>
              <a:buNone/>
              <a:defRPr sz="3600" b="0" i="0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–"/>
              <a:defRPr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SzPts val="1500"/>
              <a:buChar char="–"/>
              <a:defRPr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Grid">
  <p:cSld name="Picture Grid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3821345" y="2480310"/>
            <a:ext cx="1508760" cy="183788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 &amp; Chart">
  <p:cSld name="Info &amp; Char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6"/>
          <p:cNvCxnSpPr/>
          <p:nvPr/>
        </p:nvCxnSpPr>
        <p:spPr>
          <a:xfrm>
            <a:off x="419100" y="412170"/>
            <a:ext cx="23775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6"/>
          <p:cNvCxnSpPr/>
          <p:nvPr/>
        </p:nvCxnSpPr>
        <p:spPr>
          <a:xfrm>
            <a:off x="2964180" y="412170"/>
            <a:ext cx="57609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16"/>
          <p:cNvSpPr/>
          <p:nvPr/>
        </p:nvSpPr>
        <p:spPr>
          <a:xfrm>
            <a:off x="419100" y="640080"/>
            <a:ext cx="2377500" cy="1325100"/>
          </a:xfrm>
          <a:prstGeom prst="rect">
            <a:avLst/>
          </a:prstGeom>
          <a:solidFill>
            <a:srgbClr val="172C34">
              <a:alpha val="784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6"/>
          <p:cNvSpPr txBox="1">
            <a:spLocks noGrp="1"/>
          </p:cNvSpPr>
          <p:nvPr>
            <p:ph type="title"/>
          </p:nvPr>
        </p:nvSpPr>
        <p:spPr>
          <a:xfrm>
            <a:off x="502920" y="731520"/>
            <a:ext cx="2194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body" idx="1"/>
          </p:nvPr>
        </p:nvSpPr>
        <p:spPr>
          <a:xfrm>
            <a:off x="419100" y="2103119"/>
            <a:ext cx="2377500" cy="23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92100" algn="l"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Char char="–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Char char="–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2100" algn="l"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Roboto"/>
              <a:buChar char="•"/>
              <a:defRPr sz="1200" b="0" i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Lines (ORANGE)">
  <p:cSld name="Rain (ORANGE)">
    <p:bg>
      <p:bgPr>
        <a:solidFill>
          <a:schemeClr val="accen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3272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F2F2F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© 2022 Cloudera, Inc. All rights reserved.</a:t>
            </a:r>
            <a:endParaRPr sz="600">
              <a:solidFill>
                <a:srgbClr val="F2F2F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Lines (BLUE)">
  <p:cSld name="Rain (BLUE)">
    <p:bg>
      <p:bgPr>
        <a:solidFill>
          <a:schemeClr val="accent3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32727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© 2022 Cloudera, Inc. All rights reserved.</a:t>
            </a:r>
            <a:endParaRPr sz="1400"/>
          </a:p>
        </p:txBody>
      </p:sp>
      <p:sp>
        <p:nvSpPr>
          <p:cNvPr id="148" name="Google Shape;148;p18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F2F2F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Lines (MINT)">
  <p:cSld name="Rain (MINT)">
    <p:bg>
      <p:bgPr>
        <a:solidFill>
          <a:schemeClr val="accent2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32727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© 2022 Cloudera, Inc. All rights reserved.</a:t>
            </a:r>
            <a:endParaRPr sz="1400"/>
          </a:p>
        </p:txBody>
      </p:sp>
      <p:sp>
        <p:nvSpPr>
          <p:cNvPr id="154" name="Google Shape;154;p19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F2F2F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ta Lines">
  <p:cSld name="Rain"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40580"/>
            <a:ext cx="6907201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411480" y="4852576"/>
            <a:ext cx="754380" cy="91894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 amt="56000"/>
          </a:blip>
          <a:srcRect/>
          <a:stretch/>
        </p:blipFill>
        <p:spPr>
          <a:xfrm>
            <a:off x="0" y="0"/>
            <a:ext cx="914399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8476883" y="4858663"/>
            <a:ext cx="255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60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6954050" y="4856804"/>
            <a:ext cx="1541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© 20</a:t>
            </a:r>
            <a:r>
              <a:rPr lang="en" sz="60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r>
              <a:rPr lang="en" sz="600" b="0" u="non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 Cloudera, Inc. All rights reserved.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Footer (WHITE)">
  <p:cSld name="Blank NO Footer (WHITE)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Footer (ORANGE)">
  <p:cSld name="Blank NO Footer (ORANGE)">
    <p:bg>
      <p:bgPr>
        <a:solidFill>
          <a:schemeClr val="accen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rner Big Data Lines">
  <p:cSld name="Corner Diags (Animated)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3984812" y="2100263"/>
            <a:ext cx="4396800" cy="3043200"/>
          </a:xfrm>
          <a:prstGeom prst="parallelogram">
            <a:avLst>
              <a:gd name="adj" fmla="val 100155"/>
            </a:avLst>
          </a:prstGeom>
          <a:solidFill>
            <a:srgbClr val="D8D8D8">
              <a:alpha val="819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2560216" y="0"/>
            <a:ext cx="6583800" cy="5143500"/>
          </a:xfrm>
          <a:prstGeom prst="parallelogram">
            <a:avLst>
              <a:gd name="adj" fmla="val 100155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5295145" y="1300602"/>
            <a:ext cx="3848855" cy="3842899"/>
          </a:xfrm>
          <a:custGeom>
            <a:avLst/>
            <a:gdLst/>
            <a:ahLst/>
            <a:cxnLst/>
            <a:rect l="l" t="t" r="r" b="b"/>
            <a:pathLst>
              <a:path w="3848855" h="3842899" extrusionOk="0">
                <a:moveTo>
                  <a:pt x="3848855" y="0"/>
                </a:moveTo>
                <a:lnTo>
                  <a:pt x="3848855" y="1415399"/>
                </a:lnTo>
                <a:lnTo>
                  <a:pt x="1417593" y="3842899"/>
                </a:lnTo>
                <a:lnTo>
                  <a:pt x="0" y="3842899"/>
                </a:lnTo>
                <a:lnTo>
                  <a:pt x="3848855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6702545" y="2705824"/>
            <a:ext cx="2441455" cy="2437676"/>
          </a:xfrm>
          <a:custGeom>
            <a:avLst/>
            <a:gdLst/>
            <a:ahLst/>
            <a:cxnLst/>
            <a:rect l="l" t="t" r="r" b="b"/>
            <a:pathLst>
              <a:path w="2441455" h="2437676" extrusionOk="0">
                <a:moveTo>
                  <a:pt x="2441455" y="0"/>
                </a:moveTo>
                <a:lnTo>
                  <a:pt x="2441455" y="1299150"/>
                </a:lnTo>
                <a:lnTo>
                  <a:pt x="1301164" y="2437676"/>
                </a:lnTo>
                <a:lnTo>
                  <a:pt x="0" y="2437676"/>
                </a:lnTo>
                <a:lnTo>
                  <a:pt x="2441455" y="0"/>
                </a:lnTo>
                <a:close/>
              </a:path>
            </a:pathLst>
          </a:custGeom>
          <a:solidFill>
            <a:srgbClr val="D8D8D8">
              <a:alpha val="819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7996919" y="3998194"/>
            <a:ext cx="1147081" cy="1145306"/>
          </a:xfrm>
          <a:custGeom>
            <a:avLst/>
            <a:gdLst/>
            <a:ahLst/>
            <a:cxnLst/>
            <a:rect l="l" t="t" r="r" b="b"/>
            <a:pathLst>
              <a:path w="1147081" h="1145306" extrusionOk="0">
                <a:moveTo>
                  <a:pt x="1147081" y="0"/>
                </a:moveTo>
                <a:lnTo>
                  <a:pt x="1147081" y="1145306"/>
                </a:lnTo>
                <a:lnTo>
                  <a:pt x="0" y="1145306"/>
                </a:lnTo>
                <a:lnTo>
                  <a:pt x="1147081" y="0"/>
                </a:lnTo>
                <a:close/>
              </a:path>
            </a:pathLst>
          </a:custGeom>
          <a:solidFill>
            <a:srgbClr val="F2F2F2">
              <a:alpha val="819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Footer (DARK)">
  <p:cSld name="Blank NO Footer (DARK)">
    <p:bg>
      <p:bgPr>
        <a:solidFill>
          <a:srgbClr val="2D3C44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44546378"/>
              </p:ext>
            </p:extLst>
          </p:nvPr>
        </p:nvGraphicFramePr>
        <p:xfrm>
          <a:off x="750926" y="110856"/>
          <a:ext cx="2457000" cy="1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 3"/>
                        </a:rPr>
                        <a:t>       </a:t>
                      </a:r>
                      <a:endParaRPr kumimoji="0" lang="zh-HK" alt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圓角化同側角落矩形 10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14" name="五邊形 13"/>
          <p:cNvSpPr/>
          <p:nvPr userDrawn="1"/>
        </p:nvSpPr>
        <p:spPr>
          <a:xfrm flipH="1" flipV="1">
            <a:off x="1" y="394028"/>
            <a:ext cx="136505" cy="318549"/>
          </a:xfrm>
          <a:prstGeom prst="homePlate">
            <a:avLst>
              <a:gd name="adj" fmla="val 0"/>
            </a:avLst>
          </a:prstGeom>
          <a:solidFill>
            <a:srgbClr val="002B5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sp>
        <p:nvSpPr>
          <p:cNvPr id="15" name="五邊形 14"/>
          <p:cNvSpPr/>
          <p:nvPr userDrawn="1"/>
        </p:nvSpPr>
        <p:spPr>
          <a:xfrm flipH="1" flipV="1">
            <a:off x="86497" y="394028"/>
            <a:ext cx="50010" cy="318549"/>
          </a:xfrm>
          <a:prstGeom prst="homePlate">
            <a:avLst>
              <a:gd name="adj" fmla="val 0"/>
            </a:avLst>
          </a:prstGeom>
          <a:solidFill>
            <a:srgbClr val="E8401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cxnSp>
        <p:nvCxnSpPr>
          <p:cNvPr id="16" name="直線接點 15"/>
          <p:cNvCxnSpPr/>
          <p:nvPr userDrawn="1"/>
        </p:nvCxnSpPr>
        <p:spPr>
          <a:xfrm>
            <a:off x="2561" y="553302"/>
            <a:ext cx="135000" cy="0"/>
          </a:xfrm>
          <a:prstGeom prst="line">
            <a:avLst/>
          </a:prstGeom>
          <a:ln>
            <a:solidFill>
              <a:schemeClr val="bg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1">
            <a:extLst>
              <a:ext uri="{FF2B5EF4-FFF2-40B4-BE49-F238E27FC236}">
                <a16:creationId xmlns:a16="http://schemas.microsoft.com/office/drawing/2014/main" id="{D2943C17-04B6-409E-8849-FF11FA9FFFA5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723186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80850836"/>
              </p:ext>
            </p:extLst>
          </p:nvPr>
        </p:nvGraphicFramePr>
        <p:xfrm>
          <a:off x="750926" y="110856"/>
          <a:ext cx="2457000" cy="1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HK" alt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圓角化同側角落矩形 10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2841BFAC-0CC5-4E5B-8F79-3FFE2A28B10C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254328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化同側角落矩形 7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5" name="矩形 11">
            <a:extLst>
              <a:ext uri="{FF2B5EF4-FFF2-40B4-BE49-F238E27FC236}">
                <a16:creationId xmlns:a16="http://schemas.microsoft.com/office/drawing/2014/main" id="{1876EAE7-B300-4DFD-BB4D-316FB1383EFB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650008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2429924"/>
              </p:ext>
            </p:extLst>
          </p:nvPr>
        </p:nvGraphicFramePr>
        <p:xfrm>
          <a:off x="750926" y="110856"/>
          <a:ext cx="2457000" cy="1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圓角化同側角落矩形 2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6" name="五邊形 5"/>
          <p:cNvSpPr/>
          <p:nvPr userDrawn="1"/>
        </p:nvSpPr>
        <p:spPr>
          <a:xfrm flipH="1" flipV="1">
            <a:off x="1" y="394028"/>
            <a:ext cx="136505" cy="318549"/>
          </a:xfrm>
          <a:prstGeom prst="homePlate">
            <a:avLst>
              <a:gd name="adj" fmla="val 0"/>
            </a:avLst>
          </a:prstGeom>
          <a:solidFill>
            <a:srgbClr val="002B5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sp>
        <p:nvSpPr>
          <p:cNvPr id="7" name="五邊形 6"/>
          <p:cNvSpPr/>
          <p:nvPr userDrawn="1"/>
        </p:nvSpPr>
        <p:spPr>
          <a:xfrm flipH="1" flipV="1">
            <a:off x="86497" y="394028"/>
            <a:ext cx="50010" cy="318549"/>
          </a:xfrm>
          <a:prstGeom prst="homePlate">
            <a:avLst>
              <a:gd name="adj" fmla="val 0"/>
            </a:avLst>
          </a:prstGeom>
          <a:solidFill>
            <a:srgbClr val="E8401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2561" y="553302"/>
            <a:ext cx="135000" cy="0"/>
          </a:xfrm>
          <a:prstGeom prst="line">
            <a:avLst/>
          </a:prstGeom>
          <a:ln>
            <a:solidFill>
              <a:schemeClr val="bg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1">
            <a:extLst>
              <a:ext uri="{FF2B5EF4-FFF2-40B4-BE49-F238E27FC236}">
                <a16:creationId xmlns:a16="http://schemas.microsoft.com/office/drawing/2014/main" id="{9331F4AA-48D3-47EE-9606-1DC0129B8696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382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0"/>
            <a:ext cx="7886700" cy="628650"/>
          </a:xfrm>
        </p:spPr>
        <p:txBody>
          <a:bodyPr/>
          <a:lstStyle>
            <a:lvl1pPr>
              <a:defRPr sz="18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621792"/>
            <a:ext cx="7886700" cy="35204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12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342866" indent="0" algn="ctr">
              <a:buFontTx/>
              <a:buNone/>
              <a:defRPr sz="1100">
                <a:latin typeface="Trebuchet MS" panose="020B0603020202020204" pitchFamily="34" charset="0"/>
              </a:defRPr>
            </a:lvl2pPr>
            <a:lvl3pPr marL="685732" indent="0" algn="ctr">
              <a:buFontTx/>
              <a:buNone/>
              <a:defRPr sz="1100">
                <a:latin typeface="Trebuchet MS" panose="020B0603020202020204" pitchFamily="34" charset="0"/>
              </a:defRPr>
            </a:lvl3pPr>
            <a:lvl4pPr marL="1028597" indent="0" algn="ctr">
              <a:buFontTx/>
              <a:buNone/>
              <a:defRPr sz="1100">
                <a:latin typeface="Trebuchet MS" panose="020B0603020202020204" pitchFamily="34" charset="0"/>
              </a:defRPr>
            </a:lvl4pPr>
            <a:lvl5pPr marL="1371463" indent="0" algn="ctr">
              <a:buFontTx/>
              <a:buNone/>
              <a:defRPr sz="1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362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44546378"/>
              </p:ext>
            </p:extLst>
          </p:nvPr>
        </p:nvGraphicFramePr>
        <p:xfrm>
          <a:off x="750926" y="110856"/>
          <a:ext cx="2457000" cy="1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 3"/>
                        </a:rPr>
                        <a:t>       </a:t>
                      </a:r>
                      <a:endParaRPr kumimoji="0" lang="zh-HK" alt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圓角化同側角落矩形 10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14" name="五邊形 13"/>
          <p:cNvSpPr/>
          <p:nvPr userDrawn="1"/>
        </p:nvSpPr>
        <p:spPr>
          <a:xfrm flipH="1" flipV="1">
            <a:off x="1" y="394028"/>
            <a:ext cx="136505" cy="318549"/>
          </a:xfrm>
          <a:prstGeom prst="homePlate">
            <a:avLst>
              <a:gd name="adj" fmla="val 0"/>
            </a:avLst>
          </a:prstGeom>
          <a:solidFill>
            <a:srgbClr val="002B5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sp>
        <p:nvSpPr>
          <p:cNvPr id="15" name="五邊形 14"/>
          <p:cNvSpPr/>
          <p:nvPr userDrawn="1"/>
        </p:nvSpPr>
        <p:spPr>
          <a:xfrm flipH="1" flipV="1">
            <a:off x="86497" y="394028"/>
            <a:ext cx="50010" cy="318549"/>
          </a:xfrm>
          <a:prstGeom prst="homePlate">
            <a:avLst>
              <a:gd name="adj" fmla="val 0"/>
            </a:avLst>
          </a:prstGeom>
          <a:solidFill>
            <a:srgbClr val="E8401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cxnSp>
        <p:nvCxnSpPr>
          <p:cNvPr id="16" name="直線接點 15"/>
          <p:cNvCxnSpPr/>
          <p:nvPr userDrawn="1"/>
        </p:nvCxnSpPr>
        <p:spPr>
          <a:xfrm>
            <a:off x="2561" y="553302"/>
            <a:ext cx="135000" cy="0"/>
          </a:xfrm>
          <a:prstGeom prst="line">
            <a:avLst/>
          </a:prstGeom>
          <a:ln>
            <a:solidFill>
              <a:schemeClr val="bg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1">
            <a:extLst>
              <a:ext uri="{FF2B5EF4-FFF2-40B4-BE49-F238E27FC236}">
                <a16:creationId xmlns:a16="http://schemas.microsoft.com/office/drawing/2014/main" id="{D2943C17-04B6-409E-8849-FF11FA9FFFA5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081719"/>
      </p:ext>
    </p:extLst>
  </p:cSld>
  <p:clrMapOvr>
    <a:masterClrMapping/>
  </p:clrMapOvr>
  <p:transition spd="slow">
    <p:wip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80850836"/>
              </p:ext>
            </p:extLst>
          </p:nvPr>
        </p:nvGraphicFramePr>
        <p:xfrm>
          <a:off x="750926" y="110856"/>
          <a:ext cx="2457000" cy="1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HK" alt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圓角化同側角落矩形 10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6" name="矩形 11">
            <a:extLst>
              <a:ext uri="{FF2B5EF4-FFF2-40B4-BE49-F238E27FC236}">
                <a16:creationId xmlns:a16="http://schemas.microsoft.com/office/drawing/2014/main" id="{2841BFAC-0CC5-4E5B-8F79-3FFE2A28B10C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349309"/>
      </p:ext>
    </p:extLst>
  </p:cSld>
  <p:clrMapOvr>
    <a:masterClrMapping/>
  </p:clrMapOvr>
  <p:transition spd="slow">
    <p:wip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化同側角落矩形 7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5" name="矩形 11">
            <a:extLst>
              <a:ext uri="{FF2B5EF4-FFF2-40B4-BE49-F238E27FC236}">
                <a16:creationId xmlns:a16="http://schemas.microsoft.com/office/drawing/2014/main" id="{1876EAE7-B300-4DFD-BB4D-316FB1383EFB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188430"/>
      </p:ext>
    </p:extLst>
  </p:cSld>
  <p:clrMapOvr>
    <a:masterClrMapping/>
  </p:clrMapOvr>
  <p:transition spd="slow">
    <p:wip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832552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0"/>
            <a:ext cx="7886700" cy="628650"/>
          </a:xfrm>
        </p:spPr>
        <p:txBody>
          <a:bodyPr/>
          <a:lstStyle>
            <a:lvl1pPr>
              <a:defRPr sz="18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621792"/>
            <a:ext cx="7886700" cy="35204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12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342866" indent="0" algn="ctr">
              <a:buFontTx/>
              <a:buNone/>
              <a:defRPr sz="1100">
                <a:latin typeface="Trebuchet MS" panose="020B0603020202020204" pitchFamily="34" charset="0"/>
              </a:defRPr>
            </a:lvl2pPr>
            <a:lvl3pPr marL="685732" indent="0" algn="ctr">
              <a:buFontTx/>
              <a:buNone/>
              <a:defRPr sz="1100">
                <a:latin typeface="Trebuchet MS" panose="020B0603020202020204" pitchFamily="34" charset="0"/>
              </a:defRPr>
            </a:lvl3pPr>
            <a:lvl4pPr marL="1028597" indent="0" algn="ctr">
              <a:buFontTx/>
              <a:buNone/>
              <a:defRPr sz="1100">
                <a:latin typeface="Trebuchet MS" panose="020B0603020202020204" pitchFamily="34" charset="0"/>
              </a:defRPr>
            </a:lvl4pPr>
            <a:lvl5pPr marL="1371463" indent="0" algn="ctr">
              <a:buFontTx/>
              <a:buNone/>
              <a:defRPr sz="1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766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Opening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20057" y="1424100"/>
            <a:ext cx="38100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bg1"/>
                </a:solidFill>
                <a:latin typeface="Noto Sans SC Medium" panose="020B0600000000000000" pitchFamily="34" charset="-128"/>
                <a:ea typeface="Noto Sans SC Medium" panose="020B0600000000000000" pitchFamily="34" charset="-128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20056" y="3206400"/>
            <a:ext cx="38100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 sz="1400">
                <a:solidFill>
                  <a:schemeClr val="bg1"/>
                </a:solidFill>
                <a:latin typeface="Noto Sans TC Medium" panose="020B0600000000000000" pitchFamily="34" charset="-120"/>
                <a:ea typeface="Noto Sans TC Medium" panose="020B0600000000000000" pitchFamily="34" charset="-12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49257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 userDrawn="1">
  <p:cSld name="Title + desig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572F777E-DF86-4D76-ABB1-77B8FB645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7575" y="0"/>
            <a:ext cx="7332254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3200">
                <a:latin typeface="Noto Sans TC Medium" panose="020B0600000000000000" pitchFamily="34" charset="-120"/>
                <a:ea typeface="Noto Sans TC Medium" panose="020B0600000000000000" pitchFamily="34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30;p4">
            <a:extLst>
              <a:ext uri="{FF2B5EF4-FFF2-40B4-BE49-F238E27FC236}">
                <a16:creationId xmlns:a16="http://schemas.microsoft.com/office/drawing/2014/main" id="{2A9CBC4C-7632-41E3-A9CB-C107C7B4275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 flipH="1">
            <a:off x="1014032" y="1326911"/>
            <a:ext cx="5227111" cy="2874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CD38"/>
              </a:buClr>
              <a:buSzPct val="100000"/>
              <a:buFont typeface="Wingdings" panose="05000000000000000000" pitchFamily="2" charset="2"/>
              <a:buChar char="l"/>
              <a:defRPr sz="1600">
                <a:solidFill>
                  <a:srgbClr val="434343"/>
                </a:solidFill>
                <a:latin typeface="Noto Sans TC Regular" panose="020B0500000000000000" pitchFamily="34" charset="-120"/>
                <a:ea typeface="Noto Sans TC Regular" panose="020B0500000000000000" pitchFamily="34" charset="-120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r>
              <a:rPr lang="en-US"/>
              <a:t>1</a:t>
            </a:r>
          </a:p>
          <a:p>
            <a:r>
              <a:rPr lang="en-US"/>
              <a:t>2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533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7">
          <p15:clr>
            <a:srgbClr val="FBAE40"/>
          </p15:clr>
        </p15:guide>
        <p15:guide id="2" pos="22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0"/>
            <a:ext cx="7886700" cy="628650"/>
          </a:xfrm>
        </p:spPr>
        <p:txBody>
          <a:bodyPr/>
          <a:lstStyle>
            <a:lvl1pPr>
              <a:defRPr sz="18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621792"/>
            <a:ext cx="7886700" cy="352044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12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342866" indent="0" algn="ctr">
              <a:buFontTx/>
              <a:buNone/>
              <a:defRPr sz="1100">
                <a:latin typeface="Trebuchet MS" panose="020B0603020202020204" pitchFamily="34" charset="0"/>
              </a:defRPr>
            </a:lvl2pPr>
            <a:lvl3pPr marL="685732" indent="0" algn="ctr">
              <a:buFontTx/>
              <a:buNone/>
              <a:defRPr sz="1100">
                <a:latin typeface="Trebuchet MS" panose="020B0603020202020204" pitchFamily="34" charset="0"/>
              </a:defRPr>
            </a:lvl3pPr>
            <a:lvl4pPr marL="1028597" indent="0" algn="ctr">
              <a:buFontTx/>
              <a:buNone/>
              <a:defRPr sz="1100">
                <a:latin typeface="Trebuchet MS" panose="020B0603020202020204" pitchFamily="34" charset="0"/>
              </a:defRPr>
            </a:lvl4pPr>
            <a:lvl5pPr marL="1371463" indent="0" algn="ctr">
              <a:buFontTx/>
              <a:buNone/>
              <a:defRPr sz="110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211580"/>
            <a:ext cx="7886700" cy="3412998"/>
          </a:xfrm>
          <a:prstGeom prst="rect">
            <a:avLst/>
          </a:prstGeom>
        </p:spPr>
        <p:txBody>
          <a:bodyPr/>
          <a:lstStyle>
            <a:lvl1pPr marL="114289" indent="-114289">
              <a:buClr>
                <a:schemeClr val="tx2"/>
              </a:buClr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342866" indent="-114289">
              <a:buClr>
                <a:schemeClr val="tx2"/>
              </a:buClr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571443" indent="-114289">
              <a:buClr>
                <a:schemeClr val="tx2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800020" indent="-114289">
              <a:buClr>
                <a:schemeClr val="tx2"/>
              </a:buClr>
              <a:buFont typeface="Arial" panose="020B0604020202020204" pitchFamily="34" charset="0"/>
              <a:buChar char="•"/>
              <a:defRPr sz="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1013518" indent="-99209">
              <a:buClr>
                <a:schemeClr val="tx2"/>
              </a:buClr>
              <a:buFont typeface="Arial" panose="020B0604020202020204" pitchFamily="34" charset="0"/>
              <a:buChar char="•"/>
              <a:defRPr sz="7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784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1_Title, Subtitle, Bullets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18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"/>
              <a:buNone/>
              <a:defRPr/>
            </a:lvl9pPr>
          </a:lstStyle>
          <a:p>
            <a:endParaRPr/>
          </a:p>
        </p:txBody>
      </p:sp>
      <p:sp>
        <p:nvSpPr>
          <p:cNvPr id="1503" name="Google Shape;1503;p118"/>
          <p:cNvSpPr txBox="1">
            <a:spLocks noGrp="1"/>
          </p:cNvSpPr>
          <p:nvPr>
            <p:ph type="body" idx="1"/>
          </p:nvPr>
        </p:nvSpPr>
        <p:spPr>
          <a:xfrm>
            <a:off x="628650" y="621792"/>
            <a:ext cx="78867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4" name="Google Shape;1504;p118"/>
          <p:cNvSpPr txBox="1">
            <a:spLocks noGrp="1"/>
          </p:cNvSpPr>
          <p:nvPr>
            <p:ph type="body" idx="2"/>
          </p:nvPr>
        </p:nvSpPr>
        <p:spPr>
          <a:xfrm>
            <a:off x="628650" y="1211580"/>
            <a:ext cx="7886700" cy="3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▪"/>
              <a:defRPr sz="1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Char char="▪"/>
              <a:defRPr sz="9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794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▪"/>
              <a:defRPr sz="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730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oto Sans Symbols"/>
              <a:buChar char="▪"/>
              <a:defRPr sz="7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667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Noto Sans Symbols"/>
              <a:buChar char="▪"/>
              <a:defRPr sz="6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7750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1_Title, Subtitl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628650" y="621792"/>
            <a:ext cx="78867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rmAutofit/>
          </a:bodyPr>
          <a:lstStyle>
            <a:lvl1pPr marL="457154" marR="0" lvl="0" indent="-22857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309" marR="0" lvl="1" indent="-228578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463" marR="0" lvl="2" indent="-228578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617" marR="0" lvl="3" indent="-228578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5771" marR="0" lvl="4" indent="-228578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2926" marR="0" lvl="5" indent="-31746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080" marR="0" lvl="6" indent="-31746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234" marR="0" lvl="7" indent="-31746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388" marR="0" lvl="8" indent="-317468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181408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2429924"/>
              </p:ext>
            </p:extLst>
          </p:nvPr>
        </p:nvGraphicFramePr>
        <p:xfrm>
          <a:off x="750926" y="110856"/>
          <a:ext cx="2457000" cy="1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圓角化同側角落矩形 2"/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114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1350" b="1" i="0" u="none" strike="noStrike" kern="1200" cap="none" spc="0" normalizeH="0" baseline="0" noProof="0">
              <a:ln>
                <a:noFill/>
              </a:ln>
              <a:solidFill>
                <a:srgbClr val="002B58"/>
              </a:solidFill>
              <a:effectLst/>
              <a:uLnTx/>
              <a:uFillTx/>
              <a:latin typeface="Segoe UI"/>
              <a:ea typeface="Microsoft YaHei"/>
              <a:cs typeface="Segoe UI Light" panose="020B0502040204020203" pitchFamily="34" charset="0"/>
            </a:endParaRPr>
          </a:p>
        </p:txBody>
      </p:sp>
      <p:sp>
        <p:nvSpPr>
          <p:cNvPr id="6" name="五邊形 5"/>
          <p:cNvSpPr/>
          <p:nvPr userDrawn="1"/>
        </p:nvSpPr>
        <p:spPr>
          <a:xfrm flipH="1" flipV="1">
            <a:off x="1" y="394028"/>
            <a:ext cx="136505" cy="318549"/>
          </a:xfrm>
          <a:prstGeom prst="homePlate">
            <a:avLst>
              <a:gd name="adj" fmla="val 0"/>
            </a:avLst>
          </a:prstGeom>
          <a:solidFill>
            <a:srgbClr val="002B5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114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1620" b="1" i="0" u="none" strike="noStrike" kern="1200" cap="none" spc="0" normalizeH="0" baseline="0" noProof="0">
              <a:ln>
                <a:noFill/>
              </a:ln>
              <a:solidFill>
                <a:srgbClr val="10253F"/>
              </a:solidFill>
              <a:effectLst/>
              <a:uLnTx/>
              <a:uFillTx/>
              <a:latin typeface="Segoe UI"/>
              <a:ea typeface="Microsoft YaHei"/>
              <a:cs typeface="+mn-ea"/>
              <a:sym typeface="+mn-lt"/>
            </a:endParaRPr>
          </a:p>
        </p:txBody>
      </p:sp>
      <p:sp>
        <p:nvSpPr>
          <p:cNvPr id="7" name="五邊形 6"/>
          <p:cNvSpPr/>
          <p:nvPr userDrawn="1"/>
        </p:nvSpPr>
        <p:spPr>
          <a:xfrm flipH="1" flipV="1">
            <a:off x="86497" y="394028"/>
            <a:ext cx="50010" cy="318549"/>
          </a:xfrm>
          <a:prstGeom prst="homePlate">
            <a:avLst>
              <a:gd name="adj" fmla="val 0"/>
            </a:avLst>
          </a:prstGeom>
          <a:solidFill>
            <a:srgbClr val="E8401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114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HK" altLang="en-US" sz="1620" b="1" i="0" u="none" strike="noStrike" kern="1200" cap="none" spc="0" normalizeH="0" baseline="0" noProof="0">
              <a:ln>
                <a:noFill/>
              </a:ln>
              <a:solidFill>
                <a:srgbClr val="10253F"/>
              </a:solidFill>
              <a:effectLst/>
              <a:uLnTx/>
              <a:uFillTx/>
              <a:latin typeface="Segoe UI"/>
              <a:ea typeface="Microsoft YaHei"/>
              <a:cs typeface="+mn-ea"/>
              <a:sym typeface="+mn-lt"/>
            </a:endParaRPr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2561" y="553302"/>
            <a:ext cx="135000" cy="0"/>
          </a:xfrm>
          <a:prstGeom prst="line">
            <a:avLst/>
          </a:prstGeom>
          <a:ln>
            <a:solidFill>
              <a:schemeClr val="bg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1">
            <a:extLst>
              <a:ext uri="{FF2B5EF4-FFF2-40B4-BE49-F238E27FC236}">
                <a16:creationId xmlns:a16="http://schemas.microsoft.com/office/drawing/2014/main" id="{9331F4AA-48D3-47EE-9606-1DC0129B8696}"/>
              </a:ext>
            </a:extLst>
          </p:cNvPr>
          <p:cNvSpPr/>
          <p:nvPr userDrawn="1"/>
        </p:nvSpPr>
        <p:spPr>
          <a:xfrm>
            <a:off x="91988" y="39190"/>
            <a:ext cx="63209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14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HK" sz="135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kumimoji="0" lang="zh-HK" altLang="en-US" sz="135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3981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873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spcBef>
                <a:spcPts val="4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Roboto"/>
              <a:buChar char="–"/>
              <a:defRPr sz="18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Roboto"/>
              <a:buChar char="–"/>
              <a:defRPr sz="18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9FCC3B"/>
          </p15:clr>
        </p15:guide>
        <p15:guide id="2" orient="horz" pos="2916">
          <p15:clr>
            <a:srgbClr val="9FCC3B"/>
          </p15:clr>
        </p15:guide>
        <p15:guide id="3" pos="5496">
          <p15:clr>
            <a:srgbClr val="9FCC3B"/>
          </p15:clr>
        </p15:guide>
        <p15:guide id="4" pos="2880">
          <p15:clr>
            <a:srgbClr val="F26B43"/>
          </p15:clr>
        </p15:guide>
        <p15:guide id="5" orient="horz" pos="16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38E8D8-069E-4332-99C9-198C0D8380E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607125" y="87631"/>
            <a:ext cx="1440305" cy="548687"/>
          </a:xfrm>
          <a:prstGeom prst="rect">
            <a:avLst/>
          </a:prstGeom>
        </p:spPr>
      </p:pic>
      <p:graphicFrame>
        <p:nvGraphicFramePr>
          <p:cNvPr id="6" name="表格 9">
            <a:extLst>
              <a:ext uri="{FF2B5EF4-FFF2-40B4-BE49-F238E27FC236}">
                <a16:creationId xmlns:a16="http://schemas.microsoft.com/office/drawing/2014/main" id="{D16D0AE1-6872-477A-93B9-A58248E2E42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79361595"/>
              </p:ext>
            </p:extLst>
          </p:nvPr>
        </p:nvGraphicFramePr>
        <p:xfrm>
          <a:off x="750926" y="110856"/>
          <a:ext cx="2457000" cy="16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HK" alt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圓角化同側角落矩形 10">
            <a:extLst>
              <a:ext uri="{FF2B5EF4-FFF2-40B4-BE49-F238E27FC236}">
                <a16:creationId xmlns:a16="http://schemas.microsoft.com/office/drawing/2014/main" id="{38058B8E-6591-4A40-951A-A944C9665361}"/>
              </a:ext>
            </a:extLst>
          </p:cNvPr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D8D104F8-05E4-4789-8673-DD3BFE544C47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10" name="五邊形 13">
            <a:extLst>
              <a:ext uri="{FF2B5EF4-FFF2-40B4-BE49-F238E27FC236}">
                <a16:creationId xmlns:a16="http://schemas.microsoft.com/office/drawing/2014/main" id="{1CFA37D4-AB18-499C-9DD1-FA4B72C7929B}"/>
              </a:ext>
            </a:extLst>
          </p:cNvPr>
          <p:cNvSpPr/>
          <p:nvPr userDrawn="1"/>
        </p:nvSpPr>
        <p:spPr>
          <a:xfrm flipH="1" flipV="1">
            <a:off x="1" y="394028"/>
            <a:ext cx="136505" cy="318549"/>
          </a:xfrm>
          <a:prstGeom prst="homePlate">
            <a:avLst>
              <a:gd name="adj" fmla="val 0"/>
            </a:avLst>
          </a:prstGeom>
          <a:solidFill>
            <a:srgbClr val="002B5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sp>
        <p:nvSpPr>
          <p:cNvPr id="11" name="五邊形 14">
            <a:extLst>
              <a:ext uri="{FF2B5EF4-FFF2-40B4-BE49-F238E27FC236}">
                <a16:creationId xmlns:a16="http://schemas.microsoft.com/office/drawing/2014/main" id="{394D0754-E3B7-4A56-AFA2-E9EE1A810DF9}"/>
              </a:ext>
            </a:extLst>
          </p:cNvPr>
          <p:cNvSpPr/>
          <p:nvPr userDrawn="1"/>
        </p:nvSpPr>
        <p:spPr>
          <a:xfrm flipH="1" flipV="1">
            <a:off x="86497" y="394028"/>
            <a:ext cx="50010" cy="318549"/>
          </a:xfrm>
          <a:prstGeom prst="homePlate">
            <a:avLst>
              <a:gd name="adj" fmla="val 0"/>
            </a:avLst>
          </a:prstGeom>
          <a:solidFill>
            <a:srgbClr val="E8401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cxnSp>
        <p:nvCxnSpPr>
          <p:cNvPr id="12" name="直線接點 15">
            <a:extLst>
              <a:ext uri="{FF2B5EF4-FFF2-40B4-BE49-F238E27FC236}">
                <a16:creationId xmlns:a16="http://schemas.microsoft.com/office/drawing/2014/main" id="{D2926290-7F14-499C-8255-848ED4FD42F8}"/>
              </a:ext>
            </a:extLst>
          </p:cNvPr>
          <p:cNvCxnSpPr/>
          <p:nvPr userDrawn="1"/>
        </p:nvCxnSpPr>
        <p:spPr>
          <a:xfrm>
            <a:off x="2561" y="553302"/>
            <a:ext cx="135000" cy="0"/>
          </a:xfrm>
          <a:prstGeom prst="line">
            <a:avLst/>
          </a:prstGeom>
          <a:ln>
            <a:solidFill>
              <a:schemeClr val="bg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10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8" r:id="rId5"/>
  </p:sldLayoutIdLst>
  <p:transition spd="slow">
    <p:wipe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38E8D8-069E-4332-99C9-198C0D8380E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07125" y="87631"/>
            <a:ext cx="1440305" cy="548687"/>
          </a:xfrm>
          <a:prstGeom prst="rect">
            <a:avLst/>
          </a:prstGeom>
        </p:spPr>
      </p:pic>
      <p:graphicFrame>
        <p:nvGraphicFramePr>
          <p:cNvPr id="6" name="表格 9">
            <a:extLst>
              <a:ext uri="{FF2B5EF4-FFF2-40B4-BE49-F238E27FC236}">
                <a16:creationId xmlns:a16="http://schemas.microsoft.com/office/drawing/2014/main" id="{D16D0AE1-6872-477A-93B9-A58248E2E42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79361595"/>
              </p:ext>
            </p:extLst>
          </p:nvPr>
        </p:nvGraphicFramePr>
        <p:xfrm>
          <a:off x="750926" y="110856"/>
          <a:ext cx="2457000" cy="16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HK" altLang="en-US" sz="1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>
                            <a:lumMod val="9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圓角化同側角落矩形 10">
            <a:extLst>
              <a:ext uri="{FF2B5EF4-FFF2-40B4-BE49-F238E27FC236}">
                <a16:creationId xmlns:a16="http://schemas.microsoft.com/office/drawing/2014/main" id="{38058B8E-6591-4A40-951A-A944C9665361}"/>
              </a:ext>
            </a:extLst>
          </p:cNvPr>
          <p:cNvSpPr/>
          <p:nvPr userDrawn="1"/>
        </p:nvSpPr>
        <p:spPr>
          <a:xfrm rot="5400000">
            <a:off x="378000" y="21827"/>
            <a:ext cx="216000" cy="329104"/>
          </a:xfrm>
          <a:prstGeom prst="round2SameRect">
            <a:avLst>
              <a:gd name="adj1" fmla="val 47500"/>
              <a:gd name="adj2" fmla="val 0"/>
            </a:avLst>
          </a:prstGeom>
          <a:solidFill>
            <a:srgbClr val="002060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endParaRPr lang="zh-HK" altLang="en-US" sz="1350" b="1">
              <a:solidFill>
                <a:srgbClr val="002B58"/>
              </a:solidFill>
              <a:cs typeface="Segoe UI Light" panose="020B0502040204020203" pitchFamily="34" charset="0"/>
            </a:endParaRPr>
          </a:p>
        </p:txBody>
      </p:sp>
      <p:sp>
        <p:nvSpPr>
          <p:cNvPr id="8" name="矩形 11">
            <a:extLst>
              <a:ext uri="{FF2B5EF4-FFF2-40B4-BE49-F238E27FC236}">
                <a16:creationId xmlns:a16="http://schemas.microsoft.com/office/drawing/2014/main" id="{D8D104F8-05E4-4789-8673-DD3BFE544C47}"/>
              </a:ext>
            </a:extLst>
          </p:cNvPr>
          <p:cNvSpPr/>
          <p:nvPr userDrawn="1"/>
        </p:nvSpPr>
        <p:spPr>
          <a:xfrm>
            <a:off x="91988" y="39190"/>
            <a:ext cx="6511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350" b="1">
                <a:solidFill>
                  <a:prstClr val="white"/>
                </a:solidFill>
                <a:latin typeface="Times New Roman" panose="02020603050405020304" pitchFamily="18" charset="0"/>
                <a:ea typeface="DFPSongW9-GB" panose="02020900000000000000" pitchFamily="18" charset="-122"/>
                <a:cs typeface="Times New Roman" panose="02020603050405020304" pitchFamily="18" charset="0"/>
              </a:rPr>
              <a:t> Topic</a:t>
            </a:r>
            <a:endParaRPr lang="zh-HK" altLang="en-US" sz="1350" b="1">
              <a:solidFill>
                <a:prstClr val="white"/>
              </a:solidFill>
              <a:latin typeface="Times New Roman" panose="02020603050405020304" pitchFamily="18" charset="0"/>
              <a:ea typeface="DFPSongW9-GB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10" name="五邊形 13">
            <a:extLst>
              <a:ext uri="{FF2B5EF4-FFF2-40B4-BE49-F238E27FC236}">
                <a16:creationId xmlns:a16="http://schemas.microsoft.com/office/drawing/2014/main" id="{1CFA37D4-AB18-499C-9DD1-FA4B72C7929B}"/>
              </a:ext>
            </a:extLst>
          </p:cNvPr>
          <p:cNvSpPr/>
          <p:nvPr userDrawn="1"/>
        </p:nvSpPr>
        <p:spPr>
          <a:xfrm flipH="1" flipV="1">
            <a:off x="1" y="394028"/>
            <a:ext cx="136505" cy="318549"/>
          </a:xfrm>
          <a:prstGeom prst="homePlate">
            <a:avLst>
              <a:gd name="adj" fmla="val 0"/>
            </a:avLst>
          </a:prstGeom>
          <a:solidFill>
            <a:srgbClr val="002B5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sp>
        <p:nvSpPr>
          <p:cNvPr id="11" name="五邊形 14">
            <a:extLst>
              <a:ext uri="{FF2B5EF4-FFF2-40B4-BE49-F238E27FC236}">
                <a16:creationId xmlns:a16="http://schemas.microsoft.com/office/drawing/2014/main" id="{394D0754-E3B7-4A56-AFA2-E9EE1A810DF9}"/>
              </a:ext>
            </a:extLst>
          </p:cNvPr>
          <p:cNvSpPr/>
          <p:nvPr userDrawn="1"/>
        </p:nvSpPr>
        <p:spPr>
          <a:xfrm flipH="1" flipV="1">
            <a:off x="86497" y="394028"/>
            <a:ext cx="50010" cy="318549"/>
          </a:xfrm>
          <a:prstGeom prst="homePlate">
            <a:avLst>
              <a:gd name="adj" fmla="val 0"/>
            </a:avLst>
          </a:prstGeom>
          <a:solidFill>
            <a:srgbClr val="E8401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zh-HK" altLang="en-US" sz="1620" b="1">
              <a:solidFill>
                <a:srgbClr val="10253F"/>
              </a:solidFill>
              <a:cs typeface="+mn-ea"/>
              <a:sym typeface="+mn-lt"/>
            </a:endParaRPr>
          </a:p>
        </p:txBody>
      </p:sp>
      <p:cxnSp>
        <p:nvCxnSpPr>
          <p:cNvPr id="12" name="直線接點 15">
            <a:extLst>
              <a:ext uri="{FF2B5EF4-FFF2-40B4-BE49-F238E27FC236}">
                <a16:creationId xmlns:a16="http://schemas.microsoft.com/office/drawing/2014/main" id="{D2926290-7F14-499C-8255-848ED4FD42F8}"/>
              </a:ext>
            </a:extLst>
          </p:cNvPr>
          <p:cNvCxnSpPr/>
          <p:nvPr userDrawn="1"/>
        </p:nvCxnSpPr>
        <p:spPr>
          <a:xfrm>
            <a:off x="2561" y="553302"/>
            <a:ext cx="135000" cy="0"/>
          </a:xfrm>
          <a:prstGeom prst="line">
            <a:avLst/>
          </a:prstGeom>
          <a:ln>
            <a:solidFill>
              <a:schemeClr val="bg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42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ransition spd="slow">
    <p:wipe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135E6B6F-7213-E7A9-5F8D-278AEFD93015}"/>
              </a:ext>
            </a:extLst>
          </p:cNvPr>
          <p:cNvSpPr/>
          <p:nvPr/>
        </p:nvSpPr>
        <p:spPr>
          <a:xfrm>
            <a:off x="2614758" y="817766"/>
            <a:ext cx="259766" cy="2272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 defTabSz="114300">
              <a:buClrTx/>
            </a:pPr>
            <a:endParaRPr lang="th-TH" sz="450" b="1" kern="1200" dirty="0">
              <a:solidFill>
                <a:srgbClr val="002B58"/>
              </a:solidFill>
              <a:latin typeface="Segoe UI"/>
              <a:ea typeface="Microsoft YaHei"/>
              <a:cs typeface="Segoe UI Light" panose="020B0502040204020203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77FEA95-F6A7-404C-B30C-B5B511A1EE56}"/>
              </a:ext>
            </a:extLst>
          </p:cNvPr>
          <p:cNvGrpSpPr/>
          <p:nvPr/>
        </p:nvGrpSpPr>
        <p:grpSpPr>
          <a:xfrm>
            <a:off x="602459" y="1669008"/>
            <a:ext cx="8024914" cy="1360195"/>
            <a:chOff x="2721885" y="7064079"/>
            <a:chExt cx="32099655" cy="544077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41BA66B-50B0-B352-429C-56EAEC005628}"/>
                </a:ext>
              </a:extLst>
            </p:cNvPr>
            <p:cNvSpPr/>
            <p:nvPr/>
          </p:nvSpPr>
          <p:spPr>
            <a:xfrm>
              <a:off x="2721885" y="7064079"/>
              <a:ext cx="32099655" cy="54407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 defTabSz="114300">
                <a:buClrTx/>
              </a:pPr>
              <a:endParaRPr lang="th-TH" sz="450" b="1" kern="1200" dirty="0">
                <a:solidFill>
                  <a:srgbClr val="002B58"/>
                </a:solidFill>
                <a:latin typeface="Segoe UI"/>
                <a:ea typeface="Microsoft YaHei"/>
                <a:cs typeface="Segoe UI Light" panose="020B0502040204020203" pitchFamily="34" charset="0"/>
              </a:endParaRPr>
            </a:p>
          </p:txBody>
        </p:sp>
        <p:pic>
          <p:nvPicPr>
            <p:cNvPr id="6" name="Picture 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D48914C-F81F-79E2-36C7-8F883A480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1885" y="8273154"/>
              <a:ext cx="9115424" cy="314050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666FDB-7B8E-F19A-22AE-6500F6EC7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66765" y="8707362"/>
              <a:ext cx="6308554" cy="188791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ED836F7-6B4B-C689-0EE9-3EE1875E4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664721" y="8382627"/>
              <a:ext cx="5201483" cy="279609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6EC83C1-9E2E-BE08-387E-A323F752C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26570" y="7446263"/>
              <a:ext cx="3250793" cy="325079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F7A98B-0908-C5B0-B7FE-1733770804EB}"/>
                </a:ext>
              </a:extLst>
            </p:cNvPr>
            <p:cNvSpPr txBox="1"/>
            <p:nvPr/>
          </p:nvSpPr>
          <p:spPr>
            <a:xfrm>
              <a:off x="4290429" y="11262709"/>
              <a:ext cx="6509476" cy="984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GPU and AI Infrastructure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B01151-691D-7B13-E707-075B9ED9B357}"/>
                </a:ext>
              </a:extLst>
            </p:cNvPr>
            <p:cNvSpPr txBox="1"/>
            <p:nvPr/>
          </p:nvSpPr>
          <p:spPr>
            <a:xfrm>
              <a:off x="13946513" y="11262709"/>
              <a:ext cx="3290644" cy="984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GPU Server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81DFF6-952E-5428-5AF3-469AE9653F30}"/>
                </a:ext>
              </a:extLst>
            </p:cNvPr>
            <p:cNvSpPr txBox="1"/>
            <p:nvPr/>
          </p:nvSpPr>
          <p:spPr>
            <a:xfrm>
              <a:off x="21241476" y="11262709"/>
              <a:ext cx="2476320" cy="984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Edge AI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015B2E-EEFF-247E-B77A-42339CE4F2FF}"/>
                </a:ext>
              </a:extLst>
            </p:cNvPr>
            <p:cNvSpPr txBox="1"/>
            <p:nvPr/>
          </p:nvSpPr>
          <p:spPr>
            <a:xfrm>
              <a:off x="28260084" y="11231929"/>
              <a:ext cx="5342488" cy="984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Storage </a:t>
              </a:r>
              <a:r>
                <a:rPr lang="en-US" sz="1000" u="sng" kern="1200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Peformance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1CCFCFB-1CB5-39A9-EE4C-200B7E1E72E2}"/>
              </a:ext>
            </a:extLst>
          </p:cNvPr>
          <p:cNvGrpSpPr/>
          <p:nvPr/>
        </p:nvGrpSpPr>
        <p:grpSpPr>
          <a:xfrm>
            <a:off x="602459" y="3204577"/>
            <a:ext cx="8084388" cy="1499066"/>
            <a:chOff x="2721885" y="13570407"/>
            <a:chExt cx="32337551" cy="599626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8A6545-5988-B2E0-133D-E454A551B5E7}"/>
                </a:ext>
              </a:extLst>
            </p:cNvPr>
            <p:cNvSpPr/>
            <p:nvPr/>
          </p:nvSpPr>
          <p:spPr>
            <a:xfrm>
              <a:off x="2721885" y="13570407"/>
              <a:ext cx="32337551" cy="5996264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 defTabSz="114300">
                <a:buClrTx/>
              </a:pPr>
              <a:endParaRPr lang="th-TH" sz="450" b="1" kern="1200" dirty="0">
                <a:solidFill>
                  <a:srgbClr val="002B58"/>
                </a:solidFill>
                <a:latin typeface="Segoe UI"/>
                <a:ea typeface="Microsoft YaHei"/>
                <a:cs typeface="Segoe UI Light" panose="020B0502040204020203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6B4C3AE-600F-2D4C-5254-FF8D6D1F34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5107" y="15484806"/>
              <a:ext cx="7775620" cy="966657"/>
            </a:xfrm>
            <a:prstGeom prst="rect">
              <a:avLst/>
            </a:prstGeom>
            <a:grpFill/>
          </p:spPr>
        </p:pic>
        <p:pic>
          <p:nvPicPr>
            <p:cNvPr id="9" name="Picture 8" descr="A blue logo on a black background&#10;&#10;Description automatically generated">
              <a:extLst>
                <a:ext uri="{FF2B5EF4-FFF2-40B4-BE49-F238E27FC236}">
                  <a16:creationId xmlns:a16="http://schemas.microsoft.com/office/drawing/2014/main" id="{6574A941-C19E-BA79-113D-BD0F415C7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0428" y="15142735"/>
              <a:ext cx="3968667" cy="1640383"/>
            </a:xfrm>
            <a:prstGeom prst="rect">
              <a:avLst/>
            </a:prstGeom>
            <a:grpFill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50539FE-6104-A9A6-5BB9-063C48741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091073" y="15307176"/>
              <a:ext cx="7384246" cy="1453893"/>
            </a:xfrm>
            <a:prstGeom prst="rect">
              <a:avLst/>
            </a:prstGeom>
            <a:grpFill/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35B714E-BF7F-B292-C926-EE48CF105352}"/>
                </a:ext>
              </a:extLst>
            </p:cNvPr>
            <p:cNvSpPr txBox="1"/>
            <p:nvPr/>
          </p:nvSpPr>
          <p:spPr>
            <a:xfrm>
              <a:off x="4290429" y="17312967"/>
              <a:ext cx="4662816" cy="98488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Software Analytic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AA21A7F-1561-6E41-C41E-B4946A62047A}"/>
                </a:ext>
              </a:extLst>
            </p:cNvPr>
            <p:cNvSpPr txBox="1"/>
            <p:nvPr/>
          </p:nvSpPr>
          <p:spPr>
            <a:xfrm>
              <a:off x="10941629" y="17152959"/>
              <a:ext cx="4528164" cy="98488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Bigdata Platform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13CB4A-B50E-0D11-9A0C-DACC036113B9}"/>
                </a:ext>
              </a:extLst>
            </p:cNvPr>
            <p:cNvSpPr txBox="1"/>
            <p:nvPr/>
          </p:nvSpPr>
          <p:spPr>
            <a:xfrm>
              <a:off x="20443744" y="17152959"/>
              <a:ext cx="2719976" cy="98488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1000" u="sng" kern="1200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/>
                  <a:ea typeface="Microsoft YaHei"/>
                  <a:cs typeface="+mn-cs"/>
                </a:rPr>
                <a:t>AI Vision</a:t>
              </a:r>
              <a:endParaRPr lang="th-TH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5D8BB1C-9B75-1608-7BC8-E5153C92429C}"/>
              </a:ext>
            </a:extLst>
          </p:cNvPr>
          <p:cNvGrpSpPr/>
          <p:nvPr/>
        </p:nvGrpSpPr>
        <p:grpSpPr>
          <a:xfrm>
            <a:off x="2736234" y="335823"/>
            <a:ext cx="3330586" cy="1073992"/>
            <a:chOff x="10471354" y="1346864"/>
            <a:chExt cx="13283047" cy="429596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2247EA-F9B6-B5D8-E796-3B178850EA51}"/>
                </a:ext>
              </a:extLst>
            </p:cNvPr>
            <p:cNvSpPr txBox="1"/>
            <p:nvPr/>
          </p:nvSpPr>
          <p:spPr>
            <a:xfrm>
              <a:off x="10978561" y="2573392"/>
              <a:ext cx="6985354" cy="2139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2875" b="1" kern="1200" dirty="0">
                  <a:solidFill>
                    <a:srgbClr val="E7E6E6">
                      <a:lumMod val="50000"/>
                    </a:srgbClr>
                  </a:solidFill>
                  <a:latin typeface="Segoe UI"/>
                  <a:ea typeface="Microsoft YaHei"/>
                  <a:cs typeface="+mn-cs"/>
                </a:rPr>
                <a:t>BIGDATA</a:t>
              </a:r>
              <a:endParaRPr lang="th-TH" sz="2875" b="1" kern="1200" dirty="0">
                <a:solidFill>
                  <a:srgbClr val="E7E6E6">
                    <a:lumMod val="50000"/>
                  </a:srgbClr>
                </a:solidFill>
                <a:latin typeface="Segoe UI"/>
                <a:ea typeface="Microsoft YaHei"/>
                <a:cs typeface="+mn-cs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8AF3C77-FFB1-5A81-80F4-D2C407246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96411" y="1429732"/>
              <a:ext cx="4213101" cy="4213101"/>
            </a:xfrm>
            <a:prstGeom prst="rect">
              <a:avLst/>
            </a:prstGeom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B5FFE7F-7AAB-49A6-2CD5-8B56E92BF3E0}"/>
                </a:ext>
              </a:extLst>
            </p:cNvPr>
            <p:cNvCxnSpPr/>
            <p:nvPr/>
          </p:nvCxnSpPr>
          <p:spPr>
            <a:xfrm>
              <a:off x="10471354" y="5220272"/>
              <a:ext cx="1328304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E56EE8-BA78-017C-056A-AB29DCD234D3}"/>
                </a:ext>
              </a:extLst>
            </p:cNvPr>
            <p:cNvSpPr txBox="1"/>
            <p:nvPr/>
          </p:nvSpPr>
          <p:spPr>
            <a:xfrm>
              <a:off x="17973372" y="1346864"/>
              <a:ext cx="3595990" cy="1600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4300">
                <a:buClrTx/>
              </a:pPr>
              <a:r>
                <a:rPr lang="en-US" sz="2000" b="1" kern="1200" dirty="0">
                  <a:solidFill>
                    <a:srgbClr val="E7E6E6">
                      <a:lumMod val="50000"/>
                    </a:srgbClr>
                  </a:solidFill>
                  <a:latin typeface="Segoe UI"/>
                  <a:ea typeface="Microsoft YaHei"/>
                  <a:cs typeface="+mn-cs"/>
                </a:rPr>
                <a:t>TEAM</a:t>
              </a:r>
              <a:endParaRPr lang="th-TH" sz="2000" b="1" kern="1200" dirty="0">
                <a:solidFill>
                  <a:srgbClr val="E7E6E6">
                    <a:lumMod val="50000"/>
                  </a:srgbClr>
                </a:solidFill>
                <a:latin typeface="Segoe UI"/>
                <a:ea typeface="Microsoft YaHei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CC83AC3-8BAE-05C7-E139-AF0B528DA2D4}"/>
              </a:ext>
            </a:extLst>
          </p:cNvPr>
          <p:cNvSpPr txBox="1"/>
          <p:nvPr/>
        </p:nvSpPr>
        <p:spPr>
          <a:xfrm>
            <a:off x="7035989" y="4079767"/>
            <a:ext cx="638316" cy="2462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defTabSz="114300">
              <a:buClrTx/>
            </a:pPr>
            <a:r>
              <a:rPr lang="en-US" sz="1000" u="sng" kern="12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/>
                <a:ea typeface="Microsoft YaHei"/>
                <a:cs typeface="+mn-cs"/>
              </a:rPr>
              <a:t>AI Stack</a:t>
            </a:r>
            <a:endParaRPr lang="th-TH" sz="1000" u="sng" kern="1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/>
              <a:ea typeface="Microsoft YaHei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1D72D0-EB42-3A58-3E6A-09005A9814A5}"/>
              </a:ext>
            </a:extLst>
          </p:cNvPr>
          <p:cNvSpPr txBox="1"/>
          <p:nvPr/>
        </p:nvSpPr>
        <p:spPr>
          <a:xfrm>
            <a:off x="5570641" y="513370"/>
            <a:ext cx="726481" cy="730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4300">
              <a:buClrTx/>
            </a:pPr>
            <a:r>
              <a:rPr lang="en-US" sz="4150" b="1" kern="1200" dirty="0">
                <a:solidFill>
                  <a:srgbClr val="E7E6E6">
                    <a:lumMod val="50000"/>
                  </a:srgbClr>
                </a:solidFill>
                <a:latin typeface="Segoe UI"/>
                <a:ea typeface="Microsoft YaHei"/>
                <a:cs typeface="+mn-cs"/>
              </a:rPr>
              <a:t>AI</a:t>
            </a:r>
            <a:endParaRPr lang="th-TH" sz="4150" b="1" kern="1200" dirty="0">
              <a:solidFill>
                <a:srgbClr val="E7E6E6">
                  <a:lumMod val="50000"/>
                </a:srgbClr>
              </a:solidFill>
              <a:latin typeface="Segoe UI"/>
              <a:ea typeface="Microsoft YaHei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4EF63E-AB8E-D2DB-A305-8151E0F7D8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1588" y="3619654"/>
            <a:ext cx="1506951" cy="38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1512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>
            <a:spLocks noGrp="1"/>
          </p:cNvSpPr>
          <p:nvPr>
            <p:ph type="title"/>
          </p:nvPr>
        </p:nvSpPr>
        <p:spPr>
          <a:xfrm>
            <a:off x="594360" y="1152525"/>
            <a:ext cx="6035100" cy="55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ato"/>
              <a:buNone/>
            </a:pPr>
            <a:r>
              <a:rPr lang="en-US" dirty="0"/>
              <a:t>HYBRID DATA COMPANY</a:t>
            </a:r>
            <a:endParaRPr dirty="0"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1"/>
          </p:nvPr>
        </p:nvSpPr>
        <p:spPr>
          <a:xfrm>
            <a:off x="594360" y="1860023"/>
            <a:ext cx="60351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dirty="0"/>
              <a:t>Updated 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BED43B-8CDF-0337-03F0-971103F98448}"/>
              </a:ext>
            </a:extLst>
          </p:cNvPr>
          <p:cNvSpPr/>
          <p:nvPr/>
        </p:nvSpPr>
        <p:spPr>
          <a:xfrm>
            <a:off x="1688857" y="2721284"/>
            <a:ext cx="1514871" cy="208156"/>
          </a:xfrm>
          <a:prstGeom prst="rect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F2A3DE-B9EE-C5A6-8A6C-083ADF1372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809DCB0-3E3B-ECA9-E7E1-EA17A0894E65}"/>
              </a:ext>
            </a:extLst>
          </p:cNvPr>
          <p:cNvGrpSpPr/>
          <p:nvPr/>
        </p:nvGrpSpPr>
        <p:grpSpPr>
          <a:xfrm>
            <a:off x="1199128" y="956013"/>
            <a:ext cx="6837184" cy="3566231"/>
            <a:chOff x="1830401" y="1811331"/>
            <a:chExt cx="8072323" cy="3589983"/>
          </a:xfrm>
        </p:grpSpPr>
        <p:sp>
          <p:nvSpPr>
            <p:cNvPr id="6" name="Google Shape;1477;p22">
              <a:extLst>
                <a:ext uri="{FF2B5EF4-FFF2-40B4-BE49-F238E27FC236}">
                  <a16:creationId xmlns:a16="http://schemas.microsoft.com/office/drawing/2014/main" id="{864AF9DA-90ED-1E91-AF72-1027F3D512CD}"/>
                </a:ext>
              </a:extLst>
            </p:cNvPr>
            <p:cNvSpPr txBox="1"/>
            <p:nvPr/>
          </p:nvSpPr>
          <p:spPr>
            <a:xfrm>
              <a:off x="1830401" y="3753714"/>
              <a:ext cx="2400299" cy="16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68569" bIns="34275" anchor="t" anchorCtr="0">
              <a:noAutofit/>
            </a:bodyPr>
            <a:lstStyle/>
            <a:p>
              <a:pPr marL="51435">
                <a:buClr>
                  <a:srgbClr val="E6E6E6"/>
                </a:buClr>
                <a:buSzPts val="1200"/>
              </a:pPr>
              <a:endParaRPr sz="1125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479;p22">
              <a:extLst>
                <a:ext uri="{FF2B5EF4-FFF2-40B4-BE49-F238E27FC236}">
                  <a16:creationId xmlns:a16="http://schemas.microsoft.com/office/drawing/2014/main" id="{C8E0AB85-3A0F-A705-608C-4670D4A0B976}"/>
                </a:ext>
              </a:extLst>
            </p:cNvPr>
            <p:cNvSpPr txBox="1">
              <a:spLocks/>
            </p:cNvSpPr>
            <p:nvPr/>
          </p:nvSpPr>
          <p:spPr>
            <a:xfrm>
              <a:off x="3674571" y="2425908"/>
              <a:ext cx="4276800" cy="38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51413" rIns="0" bIns="5141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SzPts val="3360"/>
                <a:buNone/>
              </a:pPr>
              <a:r>
                <a:rPr lang="en-US" sz="1350" kern="0" cap="small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the hybrid data company</a:t>
              </a:r>
            </a:p>
          </p:txBody>
        </p:sp>
        <p:sp>
          <p:nvSpPr>
            <p:cNvPr id="9" name="Google Shape;1480;p22">
              <a:extLst>
                <a:ext uri="{FF2B5EF4-FFF2-40B4-BE49-F238E27FC236}">
                  <a16:creationId xmlns:a16="http://schemas.microsoft.com/office/drawing/2014/main" id="{53C72431-DD16-BD47-9122-FDE562B0D557}"/>
                </a:ext>
              </a:extLst>
            </p:cNvPr>
            <p:cNvSpPr txBox="1">
              <a:spLocks/>
            </p:cNvSpPr>
            <p:nvPr/>
          </p:nvSpPr>
          <p:spPr>
            <a:xfrm>
              <a:off x="1852116" y="3102634"/>
              <a:ext cx="2376600" cy="14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2863" rIns="0" bIns="10286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SzPts val="3360"/>
                <a:buNone/>
              </a:pP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We believe that </a:t>
              </a:r>
              <a:r>
                <a:rPr lang="en-US" sz="1350" kern="0" dirty="0">
                  <a:solidFill>
                    <a:srgbClr val="FF83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data</a:t>
              </a:r>
              <a:r>
                <a:rPr lang="en-US" sz="1350" kern="0" dirty="0">
                  <a:solidFill>
                    <a:srgbClr val="305868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</a:t>
              </a: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can make what is impossible today, possible tomorrow</a:t>
              </a:r>
            </a:p>
          </p:txBody>
        </p:sp>
        <p:sp>
          <p:nvSpPr>
            <p:cNvPr id="10" name="Google Shape;1481;p22">
              <a:extLst>
                <a:ext uri="{FF2B5EF4-FFF2-40B4-BE49-F238E27FC236}">
                  <a16:creationId xmlns:a16="http://schemas.microsoft.com/office/drawing/2014/main" id="{A631071A-6CDA-ADC9-1A5C-4FD6E8466AC8}"/>
                </a:ext>
              </a:extLst>
            </p:cNvPr>
            <p:cNvSpPr txBox="1">
              <a:spLocks/>
            </p:cNvSpPr>
            <p:nvPr/>
          </p:nvSpPr>
          <p:spPr>
            <a:xfrm>
              <a:off x="4368246" y="3102634"/>
              <a:ext cx="2664900" cy="14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2863" rIns="0" bIns="10286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SzPts val="3360"/>
                <a:buNone/>
              </a:pP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We empower people </a:t>
              </a:r>
              <a:b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to transform complex</a:t>
              </a:r>
              <a:r>
                <a:rPr lang="en-US" sz="1350" kern="0" dirty="0">
                  <a:solidFill>
                    <a:srgbClr val="FF83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</a:t>
              </a: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data anywhere into </a:t>
              </a:r>
              <a:r>
                <a:rPr lang="en-US" sz="1350" kern="0" dirty="0">
                  <a:solidFill>
                    <a:srgbClr val="FF83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actionable insights </a:t>
              </a: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faster and easier</a:t>
              </a:r>
              <a:endParaRPr lang="en-US" sz="1350" kern="0" dirty="0">
                <a:solidFill>
                  <a:srgbClr val="828282"/>
                </a:solidFill>
              </a:endParaRPr>
            </a:p>
          </p:txBody>
        </p:sp>
        <p:sp>
          <p:nvSpPr>
            <p:cNvPr id="11" name="Google Shape;1482;p22">
              <a:extLst>
                <a:ext uri="{FF2B5EF4-FFF2-40B4-BE49-F238E27FC236}">
                  <a16:creationId xmlns:a16="http://schemas.microsoft.com/office/drawing/2014/main" id="{F264A03D-5BC5-BC17-90D5-4D365FDF45B6}"/>
                </a:ext>
              </a:extLst>
            </p:cNvPr>
            <p:cNvSpPr txBox="1">
              <a:spLocks/>
            </p:cNvSpPr>
            <p:nvPr/>
          </p:nvSpPr>
          <p:spPr>
            <a:xfrm>
              <a:off x="7237824" y="3102636"/>
              <a:ext cx="2664900" cy="14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02863" rIns="0" bIns="102863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34290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indent="0" algn="ctr">
                <a:lnSpc>
                  <a:spcPct val="90000"/>
                </a:lnSpc>
                <a:spcBef>
                  <a:spcPts val="0"/>
                </a:spcBef>
                <a:buSzPts val="3360"/>
                <a:buNone/>
              </a:pP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We deliver a </a:t>
              </a:r>
              <a:r>
                <a:rPr lang="en-US" sz="1350" kern="0" dirty="0">
                  <a:solidFill>
                    <a:srgbClr val="FF8300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hybrid data platform </a:t>
              </a:r>
              <a:r>
                <a:rPr lang="en-US" sz="1350" kern="0" dirty="0">
                  <a:solidFill>
                    <a:srgbClr val="82828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with secure data management and portable cloud-native data analytics</a:t>
              </a:r>
            </a:p>
          </p:txBody>
        </p:sp>
        <p:cxnSp>
          <p:nvCxnSpPr>
            <p:cNvPr id="12" name="Google Shape;1483;p22">
              <a:extLst>
                <a:ext uri="{FF2B5EF4-FFF2-40B4-BE49-F238E27FC236}">
                  <a16:creationId xmlns:a16="http://schemas.microsoft.com/office/drawing/2014/main" id="{B1CB6BE4-A6BA-31E9-B208-A204F4A22B75}"/>
                </a:ext>
              </a:extLst>
            </p:cNvPr>
            <p:cNvCxnSpPr/>
            <p:nvPr/>
          </p:nvCxnSpPr>
          <p:spPr>
            <a:xfrm>
              <a:off x="4598612" y="3084800"/>
              <a:ext cx="2400300" cy="0"/>
            </a:xfrm>
            <a:prstGeom prst="straightConnector1">
              <a:avLst/>
            </a:prstGeom>
            <a:noFill/>
            <a:ln w="19050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484;p22">
              <a:extLst>
                <a:ext uri="{FF2B5EF4-FFF2-40B4-BE49-F238E27FC236}">
                  <a16:creationId xmlns:a16="http://schemas.microsoft.com/office/drawing/2014/main" id="{039D589F-1ABB-AFC9-A232-1B021BA6328D}"/>
                </a:ext>
              </a:extLst>
            </p:cNvPr>
            <p:cNvCxnSpPr/>
            <p:nvPr/>
          </p:nvCxnSpPr>
          <p:spPr>
            <a:xfrm>
              <a:off x="1858191" y="3084800"/>
              <a:ext cx="2400300" cy="0"/>
            </a:xfrm>
            <a:prstGeom prst="straightConnector1">
              <a:avLst/>
            </a:prstGeom>
            <a:noFill/>
            <a:ln w="19050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85;p22">
              <a:extLst>
                <a:ext uri="{FF2B5EF4-FFF2-40B4-BE49-F238E27FC236}">
                  <a16:creationId xmlns:a16="http://schemas.microsoft.com/office/drawing/2014/main" id="{0AEFC1BC-4B02-0953-B47C-EF57B7DE0257}"/>
                </a:ext>
              </a:extLst>
            </p:cNvPr>
            <p:cNvCxnSpPr/>
            <p:nvPr/>
          </p:nvCxnSpPr>
          <p:spPr>
            <a:xfrm>
              <a:off x="7339033" y="3084800"/>
              <a:ext cx="2469000" cy="0"/>
            </a:xfrm>
            <a:prstGeom prst="straightConnector1">
              <a:avLst/>
            </a:prstGeom>
            <a:noFill/>
            <a:ln w="19050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15" name="Google Shape;1486;p22">
              <a:extLst>
                <a:ext uri="{FF2B5EF4-FFF2-40B4-BE49-F238E27FC236}">
                  <a16:creationId xmlns:a16="http://schemas.microsoft.com/office/drawing/2014/main" id="{AAE787C6-871B-6066-D34A-F7F2C9EE0F8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82000" y="1811331"/>
              <a:ext cx="3261943" cy="9349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FC2D8C0-887F-DA48-7EED-37D630B4FF0D}"/>
              </a:ext>
            </a:extLst>
          </p:cNvPr>
          <p:cNvSpPr/>
          <p:nvPr/>
        </p:nvSpPr>
        <p:spPr>
          <a:xfrm>
            <a:off x="3455336" y="2885545"/>
            <a:ext cx="2031064" cy="208156"/>
          </a:xfrm>
          <a:prstGeom prst="rect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85CF27-FDB0-3CDE-65B5-104B49EA6D88}"/>
              </a:ext>
            </a:extLst>
          </p:cNvPr>
          <p:cNvSpPr/>
          <p:nvPr/>
        </p:nvSpPr>
        <p:spPr>
          <a:xfrm>
            <a:off x="6907739" y="2303378"/>
            <a:ext cx="965022" cy="246070"/>
          </a:xfrm>
          <a:prstGeom prst="rect">
            <a:avLst/>
          </a:prstGeom>
          <a:solidFill>
            <a:schemeClr val="accent1">
              <a:lumMod val="20000"/>
              <a:lumOff val="80000"/>
              <a:alpha val="39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099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DD567E02-3A7F-CBAE-9B68-75307655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C096E-71B9-75CB-5C07-CC3FF390813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ADCBED-81A7-6075-8D60-D27538F6A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29" y="397239"/>
            <a:ext cx="8913541" cy="47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2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B99EE65F-355E-D0E6-0BDA-E8F340E4E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FD382D-55F9-AA4B-60FA-3429C067FD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503733-895D-616A-DC5C-67272B27E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02" y="374755"/>
            <a:ext cx="8795596" cy="457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87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6F4ED423-4502-CABE-7204-1C836491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FD02E-87E9-3D2F-67DE-7CB44AEBE9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F8500C-BCBF-8915-8CB6-4E2A61E2D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86" y="393471"/>
            <a:ext cx="8563014" cy="467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9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F2A3DE-B9EE-C5A6-8A6C-083ADF1372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F293E0F-32B1-BE7D-8C6F-A43695B3CB42}"/>
              </a:ext>
            </a:extLst>
          </p:cNvPr>
          <p:cNvGrpSpPr/>
          <p:nvPr/>
        </p:nvGrpSpPr>
        <p:grpSpPr>
          <a:xfrm>
            <a:off x="514929" y="454544"/>
            <a:ext cx="8114141" cy="4737916"/>
            <a:chOff x="2069833" y="1246796"/>
            <a:chExt cx="7574483" cy="4464516"/>
          </a:xfrm>
        </p:grpSpPr>
        <p:sp>
          <p:nvSpPr>
            <p:cNvPr id="4" name="Google Shape;1577;p15">
              <a:extLst>
                <a:ext uri="{FF2B5EF4-FFF2-40B4-BE49-F238E27FC236}">
                  <a16:creationId xmlns:a16="http://schemas.microsoft.com/office/drawing/2014/main" id="{C533842B-107C-9A26-20A7-0F98D7138C85}"/>
                </a:ext>
              </a:extLst>
            </p:cNvPr>
            <p:cNvSpPr/>
            <p:nvPr/>
          </p:nvSpPr>
          <p:spPr>
            <a:xfrm>
              <a:off x="3186506" y="3019312"/>
              <a:ext cx="5364900" cy="1524000"/>
            </a:xfrm>
            <a:prstGeom prst="roundRect">
              <a:avLst>
                <a:gd name="adj" fmla="val 468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34294" tIns="34294" rIns="34294" bIns="34294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  <a:buFont typeface="Arial"/>
                <a:buNone/>
              </a:pPr>
              <a:endParaRPr sz="1050" kern="0">
                <a:solidFill>
                  <a:srgbClr val="3058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578;p15">
              <a:extLst>
                <a:ext uri="{FF2B5EF4-FFF2-40B4-BE49-F238E27FC236}">
                  <a16:creationId xmlns:a16="http://schemas.microsoft.com/office/drawing/2014/main" id="{1E9F933E-1BFE-EE34-16DB-D300944A84F3}"/>
                </a:ext>
              </a:extLst>
            </p:cNvPr>
            <p:cNvSpPr txBox="1"/>
            <p:nvPr/>
          </p:nvSpPr>
          <p:spPr>
            <a:xfrm>
              <a:off x="2149112" y="3842393"/>
              <a:ext cx="716100" cy="461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b="1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Data Sources</a:t>
              </a:r>
              <a:endParaRPr sz="900" b="1" kern="0">
                <a:solidFill>
                  <a:srgbClr val="00A3A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" name="Google Shape;1579;p15">
              <a:extLst>
                <a:ext uri="{FF2B5EF4-FFF2-40B4-BE49-F238E27FC236}">
                  <a16:creationId xmlns:a16="http://schemas.microsoft.com/office/drawing/2014/main" id="{919DAF05-C7B6-948D-B824-D01B1437FEFF}"/>
                </a:ext>
              </a:extLst>
            </p:cNvPr>
            <p:cNvSpPr txBox="1"/>
            <p:nvPr/>
          </p:nvSpPr>
          <p:spPr>
            <a:xfrm>
              <a:off x="8754575" y="3206900"/>
              <a:ext cx="849300" cy="646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Analysts</a:t>
              </a:r>
              <a:endParaRPr sz="675" kern="0">
                <a:solidFill>
                  <a:srgbClr val="008C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Engineers</a:t>
              </a:r>
              <a:endParaRPr sz="675" kern="0">
                <a:solidFill>
                  <a:srgbClr val="008C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Scientists</a:t>
              </a:r>
              <a:endParaRPr sz="675" kern="0">
                <a:solidFill>
                  <a:srgbClr val="008C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Developers</a:t>
              </a:r>
              <a:endParaRPr sz="675" kern="0">
                <a:solidFill>
                  <a:srgbClr val="008C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" name="Google Shape;1580;p15">
              <a:extLst>
                <a:ext uri="{FF2B5EF4-FFF2-40B4-BE49-F238E27FC236}">
                  <a16:creationId xmlns:a16="http://schemas.microsoft.com/office/drawing/2014/main" id="{03DD2132-17A2-87E1-96D2-B055FC0574BB}"/>
                </a:ext>
              </a:extLst>
            </p:cNvPr>
            <p:cNvSpPr txBox="1"/>
            <p:nvPr/>
          </p:nvSpPr>
          <p:spPr>
            <a:xfrm>
              <a:off x="8738451" y="3842393"/>
              <a:ext cx="881400" cy="461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900" b="1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Data </a:t>
              </a:r>
              <a:br>
                <a:rPr lang="en" sz="900" b="1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900" b="1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Users</a:t>
              </a:r>
              <a:endParaRPr sz="900" b="1" kern="0">
                <a:solidFill>
                  <a:srgbClr val="008C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1581;p15">
              <a:extLst>
                <a:ext uri="{FF2B5EF4-FFF2-40B4-BE49-F238E27FC236}">
                  <a16:creationId xmlns:a16="http://schemas.microsoft.com/office/drawing/2014/main" id="{BF4E560A-5D74-E48B-9DC7-CF800B85115D}"/>
                </a:ext>
              </a:extLst>
            </p:cNvPr>
            <p:cNvSpPr txBox="1"/>
            <p:nvPr/>
          </p:nvSpPr>
          <p:spPr>
            <a:xfrm>
              <a:off x="2102737" y="3206900"/>
              <a:ext cx="829800" cy="646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Real-time</a:t>
              </a:r>
              <a:endParaRPr sz="675" kern="0">
                <a:solidFill>
                  <a:srgbClr val="00A3A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Batch</a:t>
              </a:r>
              <a:endParaRPr sz="675" kern="0">
                <a:solidFill>
                  <a:srgbClr val="00A3A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Structured</a:t>
              </a:r>
              <a:endParaRPr sz="675" kern="0">
                <a:solidFill>
                  <a:srgbClr val="00A3A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Unstructured</a:t>
              </a:r>
              <a:endParaRPr sz="675" kern="0">
                <a:solidFill>
                  <a:srgbClr val="00A3A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582;p15">
              <a:extLst>
                <a:ext uri="{FF2B5EF4-FFF2-40B4-BE49-F238E27FC236}">
                  <a16:creationId xmlns:a16="http://schemas.microsoft.com/office/drawing/2014/main" id="{B048FE79-9DEA-DB45-1438-27FFA8EFF715}"/>
                </a:ext>
              </a:extLst>
            </p:cNvPr>
            <p:cNvSpPr txBox="1"/>
            <p:nvPr/>
          </p:nvSpPr>
          <p:spPr>
            <a:xfrm>
              <a:off x="4531462" y="5051303"/>
              <a:ext cx="1163700" cy="646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rPr>
                <a:t>Data Lifecycle </a:t>
              </a:r>
              <a:r>
                <a:rPr lang="en" sz="675" kern="0" dirty="0">
                  <a:solidFill>
                    <a:srgbClr val="305868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integration for better user productivity and  faster time to value</a:t>
              </a:r>
              <a:endParaRPr sz="675" kern="0" dirty="0">
                <a:solidFill>
                  <a:srgbClr val="305868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" name="Google Shape;1583;p15">
              <a:extLst>
                <a:ext uri="{FF2B5EF4-FFF2-40B4-BE49-F238E27FC236}">
                  <a16:creationId xmlns:a16="http://schemas.microsoft.com/office/drawing/2014/main" id="{4D4EDE27-636E-5F44-22C6-7B1451396A91}"/>
                </a:ext>
              </a:extLst>
            </p:cNvPr>
            <p:cNvSpPr txBox="1"/>
            <p:nvPr/>
          </p:nvSpPr>
          <p:spPr>
            <a:xfrm>
              <a:off x="2806338" y="5064971"/>
              <a:ext cx="1220100" cy="646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rPr>
                <a:t>Hybrid &amp; Multi-Cloud</a:t>
              </a:r>
              <a:r>
                <a:rPr lang="en" sz="675" kern="0" dirty="0">
                  <a:solidFill>
                    <a:srgbClr val="305868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to leverage existing investments and reduce risk</a:t>
              </a:r>
              <a:endParaRPr sz="675" kern="0" dirty="0">
                <a:solidFill>
                  <a:srgbClr val="305868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1" name="Google Shape;1584;p15">
              <a:extLst>
                <a:ext uri="{FF2B5EF4-FFF2-40B4-BE49-F238E27FC236}">
                  <a16:creationId xmlns:a16="http://schemas.microsoft.com/office/drawing/2014/main" id="{3D22A325-15B8-0DCA-A5C3-7DDF0441A468}"/>
                </a:ext>
              </a:extLst>
            </p:cNvPr>
            <p:cNvSpPr txBox="1"/>
            <p:nvPr/>
          </p:nvSpPr>
          <p:spPr>
            <a:xfrm>
              <a:off x="6146469" y="5064971"/>
              <a:ext cx="1121700" cy="646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b="1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rPr>
                <a:t>Secure &amp; Governed</a:t>
              </a:r>
              <a:r>
                <a:rPr lang="en" sz="675" kern="0">
                  <a:solidFill>
                    <a:srgbClr val="305868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to simplify data protection, sharing and compliance</a:t>
              </a:r>
              <a:endParaRPr sz="675" kern="0">
                <a:solidFill>
                  <a:srgbClr val="305868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" name="Google Shape;1585;p15">
              <a:extLst>
                <a:ext uri="{FF2B5EF4-FFF2-40B4-BE49-F238E27FC236}">
                  <a16:creationId xmlns:a16="http://schemas.microsoft.com/office/drawing/2014/main" id="{74226678-914D-AB9B-CC0B-F80DF1BD328E}"/>
                </a:ext>
              </a:extLst>
            </p:cNvPr>
            <p:cNvSpPr txBox="1"/>
            <p:nvPr/>
          </p:nvSpPr>
          <p:spPr>
            <a:xfrm>
              <a:off x="7711475" y="5064971"/>
              <a:ext cx="1063500" cy="6463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" sz="675" b="1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rPr>
                <a:t>Open &amp; Extensible </a:t>
              </a:r>
              <a:r>
                <a:rPr lang="en" sz="675" kern="0">
                  <a:solidFill>
                    <a:srgbClr val="305868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to support more use cases faster and at lower cost</a:t>
              </a:r>
              <a:endParaRPr sz="675" kern="0">
                <a:solidFill>
                  <a:srgbClr val="305868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" name="Google Shape;1586;p15">
              <a:extLst>
                <a:ext uri="{FF2B5EF4-FFF2-40B4-BE49-F238E27FC236}">
                  <a16:creationId xmlns:a16="http://schemas.microsoft.com/office/drawing/2014/main" id="{398092DD-A4D3-0083-A1AF-CA3005F5D2A5}"/>
                </a:ext>
              </a:extLst>
            </p:cNvPr>
            <p:cNvSpPr txBox="1"/>
            <p:nvPr/>
          </p:nvSpPr>
          <p:spPr>
            <a:xfrm>
              <a:off x="2069833" y="1246796"/>
              <a:ext cx="7574483" cy="7694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4" tIns="34294" rIns="34294" bIns="34294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 sz="1650" kern="0" dirty="0">
                  <a:solidFill>
                    <a:srgbClr val="305868"/>
                  </a:solidFill>
                  <a:latin typeface="Lato"/>
                  <a:ea typeface="Lato"/>
                  <a:cs typeface="Lato"/>
                  <a:sym typeface="Lato"/>
                </a:rPr>
                <a:t>CDP IS A HYBRID / MULTI-CLOUD DATA PLATFORM </a:t>
              </a:r>
              <a:r>
                <a:rPr lang="en" sz="1650" i="1" kern="0" dirty="0">
                  <a:solidFill>
                    <a:srgbClr val="FF8300"/>
                  </a:solidFill>
                  <a:latin typeface="Lato"/>
                  <a:ea typeface="Lato"/>
                  <a:cs typeface="Lato"/>
                  <a:sym typeface="Lato"/>
                </a:rPr>
                <a:t>AND</a:t>
              </a:r>
              <a:r>
                <a:rPr lang="en" sz="1650" kern="0" dirty="0">
                  <a:solidFill>
                    <a:srgbClr val="305868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br>
                <a:rPr lang="en" sz="1650" kern="0" dirty="0">
                  <a:solidFill>
                    <a:srgbClr val="305868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1650" kern="0" dirty="0">
                  <a:solidFill>
                    <a:srgbClr val="305868"/>
                  </a:solidFill>
                  <a:latin typeface="Lato"/>
                  <a:ea typeface="Lato"/>
                  <a:cs typeface="Lato"/>
                  <a:sym typeface="Lato"/>
                </a:rPr>
                <a:t>AN INTEGRATED SUITE OF SECURE ANALYTIC APPS</a:t>
              </a:r>
              <a:endParaRPr sz="1650" kern="0" dirty="0">
                <a:solidFill>
                  <a:srgbClr val="3058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" name="Google Shape;1587;p15">
              <a:extLst>
                <a:ext uri="{FF2B5EF4-FFF2-40B4-BE49-F238E27FC236}">
                  <a16:creationId xmlns:a16="http://schemas.microsoft.com/office/drawing/2014/main" id="{FE461859-A21C-C8BC-08F0-04213128D10E}"/>
                </a:ext>
              </a:extLst>
            </p:cNvPr>
            <p:cNvSpPr/>
            <p:nvPr/>
          </p:nvSpPr>
          <p:spPr>
            <a:xfrm>
              <a:off x="3271375" y="4107362"/>
              <a:ext cx="5171400" cy="3459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94" tIns="34294" rIns="34294" bIns="34294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750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Cloudera Data Platform</a:t>
              </a:r>
              <a:endParaRPr sz="750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588;p15">
              <a:extLst>
                <a:ext uri="{FF2B5EF4-FFF2-40B4-BE49-F238E27FC236}">
                  <a16:creationId xmlns:a16="http://schemas.microsoft.com/office/drawing/2014/main" id="{8DAAAC92-7C92-00CD-2C3D-4891EC058A63}"/>
                </a:ext>
              </a:extLst>
            </p:cNvPr>
            <p:cNvSpPr/>
            <p:nvPr/>
          </p:nvSpPr>
          <p:spPr>
            <a:xfrm>
              <a:off x="7861712" y="3142435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Data Visualisation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1589;p15">
              <a:extLst>
                <a:ext uri="{FF2B5EF4-FFF2-40B4-BE49-F238E27FC236}">
                  <a16:creationId xmlns:a16="http://schemas.microsoft.com/office/drawing/2014/main" id="{8BF8F7E6-4D6C-1B85-ADD9-F17E5FAB411D}"/>
                </a:ext>
              </a:extLst>
            </p:cNvPr>
            <p:cNvSpPr/>
            <p:nvPr/>
          </p:nvSpPr>
          <p:spPr>
            <a:xfrm>
              <a:off x="7205950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Machine Learning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590;p15">
              <a:extLst>
                <a:ext uri="{FF2B5EF4-FFF2-40B4-BE49-F238E27FC236}">
                  <a16:creationId xmlns:a16="http://schemas.microsoft.com/office/drawing/2014/main" id="{449BAD4B-A4D4-4ADB-8832-B1A9992DFE0F}"/>
                </a:ext>
              </a:extLst>
            </p:cNvPr>
            <p:cNvSpPr/>
            <p:nvPr/>
          </p:nvSpPr>
          <p:spPr>
            <a:xfrm>
              <a:off x="5238662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Data Warehouse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1591;p15">
              <a:extLst>
                <a:ext uri="{FF2B5EF4-FFF2-40B4-BE49-F238E27FC236}">
                  <a16:creationId xmlns:a16="http://schemas.microsoft.com/office/drawing/2014/main" id="{6D69F916-F4F5-5F7B-968D-8578008D9E75}"/>
                </a:ext>
              </a:extLst>
            </p:cNvPr>
            <p:cNvSpPr/>
            <p:nvPr/>
          </p:nvSpPr>
          <p:spPr>
            <a:xfrm>
              <a:off x="4582900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Virtual </a:t>
              </a:r>
              <a:b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Data Lake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1592;p15">
              <a:extLst>
                <a:ext uri="{FF2B5EF4-FFF2-40B4-BE49-F238E27FC236}">
                  <a16:creationId xmlns:a16="http://schemas.microsoft.com/office/drawing/2014/main" id="{9DF0DF47-0AFB-6840-C4C0-36FEEC1A1876}"/>
                </a:ext>
              </a:extLst>
            </p:cNvPr>
            <p:cNvSpPr/>
            <p:nvPr/>
          </p:nvSpPr>
          <p:spPr>
            <a:xfrm>
              <a:off x="3927137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Data 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Engineering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" name="Google Shape;1593;p15">
              <a:extLst>
                <a:ext uri="{FF2B5EF4-FFF2-40B4-BE49-F238E27FC236}">
                  <a16:creationId xmlns:a16="http://schemas.microsoft.com/office/drawing/2014/main" id="{EA4BB1C4-B969-A232-4DF0-E5CFDEE66EEB}"/>
                </a:ext>
              </a:extLst>
            </p:cNvPr>
            <p:cNvSpPr/>
            <p:nvPr/>
          </p:nvSpPr>
          <p:spPr>
            <a:xfrm>
              <a:off x="3271375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Data Collection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" name="Google Shape;1594;p15">
              <a:extLst>
                <a:ext uri="{FF2B5EF4-FFF2-40B4-BE49-F238E27FC236}">
                  <a16:creationId xmlns:a16="http://schemas.microsoft.com/office/drawing/2014/main" id="{EDD82C5D-88E8-F057-E93D-AEA8FF9B342D}"/>
                </a:ext>
              </a:extLst>
            </p:cNvPr>
            <p:cNvSpPr/>
            <p:nvPr/>
          </p:nvSpPr>
          <p:spPr>
            <a:xfrm>
              <a:off x="6550187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Streaming Analytics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2" name="Google Shape;1595;p15" descr="A close up of a sign&#10;&#10;Description automatically generated">
              <a:extLst>
                <a:ext uri="{FF2B5EF4-FFF2-40B4-BE49-F238E27FC236}">
                  <a16:creationId xmlns:a16="http://schemas.microsoft.com/office/drawing/2014/main" id="{5F821B68-3284-F0F8-8C2F-41F1FD77E4F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87157" y="3165200"/>
              <a:ext cx="315390" cy="309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1596;p15" descr="A picture containing light&#10;&#10;Description automatically generated">
              <a:extLst>
                <a:ext uri="{FF2B5EF4-FFF2-40B4-BE49-F238E27FC236}">
                  <a16:creationId xmlns:a16="http://schemas.microsoft.com/office/drawing/2014/main" id="{73F554D8-D2ED-02CC-86EE-9C59D909040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368518" y="3165200"/>
              <a:ext cx="315390" cy="309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1597;p15" descr="A close up of a sign&#10;&#10;Description automatically generated">
              <a:extLst>
                <a:ext uri="{FF2B5EF4-FFF2-40B4-BE49-F238E27FC236}">
                  <a16:creationId xmlns:a16="http://schemas.microsoft.com/office/drawing/2014/main" id="{C54652F1-7104-9834-B96E-B0D20690031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335809" y="3165188"/>
              <a:ext cx="315390" cy="309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1598;p15">
              <a:extLst>
                <a:ext uri="{FF2B5EF4-FFF2-40B4-BE49-F238E27FC236}">
                  <a16:creationId xmlns:a16="http://schemas.microsoft.com/office/drawing/2014/main" id="{71A51582-F3A7-0FAF-5B44-C60D3962C86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80045" y="3165200"/>
              <a:ext cx="315390" cy="309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1599;p15">
              <a:extLst>
                <a:ext uri="{FF2B5EF4-FFF2-40B4-BE49-F238E27FC236}">
                  <a16:creationId xmlns:a16="http://schemas.microsoft.com/office/drawing/2014/main" id="{9823889B-16D6-5CA8-6463-F8122E5597B4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01231" y="3165201"/>
              <a:ext cx="315388" cy="309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1600;p15">
              <a:extLst>
                <a:ext uri="{FF2B5EF4-FFF2-40B4-BE49-F238E27FC236}">
                  <a16:creationId xmlns:a16="http://schemas.microsoft.com/office/drawing/2014/main" id="{4639814E-D14D-8CFB-F275-3FE5ACB9B39A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 t="367" b="356"/>
            <a:stretch/>
          </p:blipFill>
          <p:spPr>
            <a:xfrm>
              <a:off x="7991568" y="3165194"/>
              <a:ext cx="315388" cy="3099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1601;p15">
              <a:extLst>
                <a:ext uri="{FF2B5EF4-FFF2-40B4-BE49-F238E27FC236}">
                  <a16:creationId xmlns:a16="http://schemas.microsoft.com/office/drawing/2014/main" id="{75909EF4-DA10-0E14-F4C0-F07211D5D995}"/>
                </a:ext>
              </a:extLst>
            </p:cNvPr>
            <p:cNvSpPr/>
            <p:nvPr/>
          </p:nvSpPr>
          <p:spPr>
            <a:xfrm>
              <a:off x="3271375" y="3825485"/>
              <a:ext cx="5171400" cy="1671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4294" tIns="34294" rIns="34294" bIns="34294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00"/>
                <a:buFont typeface="Arial"/>
                <a:buNone/>
              </a:pPr>
              <a:endParaRPr sz="750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9" name="Google Shape;1602;p15" descr="A picture containing drawing, light&#10;&#10;Description automatically generated">
              <a:extLst>
                <a:ext uri="{FF2B5EF4-FFF2-40B4-BE49-F238E27FC236}">
                  <a16:creationId xmlns:a16="http://schemas.microsoft.com/office/drawing/2014/main" id="{EC944086-1CEE-D7B9-16B3-D431AA435FE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715002" y="3164743"/>
              <a:ext cx="310896" cy="310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1603;p15">
              <a:extLst>
                <a:ext uri="{FF2B5EF4-FFF2-40B4-BE49-F238E27FC236}">
                  <a16:creationId xmlns:a16="http://schemas.microsoft.com/office/drawing/2014/main" id="{4A3E5C3D-08C6-0CA8-4930-AC673274C267}"/>
                </a:ext>
              </a:extLst>
            </p:cNvPr>
            <p:cNvSpPr/>
            <p:nvPr/>
          </p:nvSpPr>
          <p:spPr>
            <a:xfrm>
              <a:off x="8088748" y="4680233"/>
              <a:ext cx="288093" cy="288093"/>
            </a:xfrm>
            <a:custGeom>
              <a:avLst/>
              <a:gdLst/>
              <a:ahLst/>
              <a:cxnLst/>
              <a:rect l="l" t="t" r="r" b="b"/>
              <a:pathLst>
                <a:path w="541020" h="541020" extrusionOk="0">
                  <a:moveTo>
                    <a:pt x="507365" y="460375"/>
                  </a:moveTo>
                  <a:lnTo>
                    <a:pt x="507365" y="229235"/>
                  </a:lnTo>
                  <a:cubicBezTo>
                    <a:pt x="526415" y="226060"/>
                    <a:pt x="541020" y="209550"/>
                    <a:pt x="541020" y="189230"/>
                  </a:cubicBezTo>
                  <a:cubicBezTo>
                    <a:pt x="541020" y="167005"/>
                    <a:pt x="522605" y="148590"/>
                    <a:pt x="500380" y="148590"/>
                  </a:cubicBezTo>
                  <a:cubicBezTo>
                    <a:pt x="491490" y="148590"/>
                    <a:pt x="483235" y="151130"/>
                    <a:pt x="476885" y="156210"/>
                  </a:cubicBezTo>
                  <a:lnTo>
                    <a:pt x="384810" y="64135"/>
                  </a:lnTo>
                  <a:cubicBezTo>
                    <a:pt x="389255" y="57785"/>
                    <a:pt x="392430" y="49530"/>
                    <a:pt x="392430" y="40640"/>
                  </a:cubicBezTo>
                  <a:cubicBezTo>
                    <a:pt x="392430" y="18415"/>
                    <a:pt x="374015" y="0"/>
                    <a:pt x="351790" y="0"/>
                  </a:cubicBezTo>
                  <a:cubicBezTo>
                    <a:pt x="331470" y="0"/>
                    <a:pt x="314960" y="14605"/>
                    <a:pt x="311785" y="33655"/>
                  </a:cubicBezTo>
                  <a:lnTo>
                    <a:pt x="80645" y="33655"/>
                  </a:lnTo>
                  <a:cubicBezTo>
                    <a:pt x="77470" y="14605"/>
                    <a:pt x="60960" y="0"/>
                    <a:pt x="40640" y="0"/>
                  </a:cubicBezTo>
                  <a:cubicBezTo>
                    <a:pt x="18415" y="0"/>
                    <a:pt x="0" y="18415"/>
                    <a:pt x="0" y="40640"/>
                  </a:cubicBezTo>
                  <a:cubicBezTo>
                    <a:pt x="0" y="60960"/>
                    <a:pt x="14605" y="77470"/>
                    <a:pt x="33655" y="80645"/>
                  </a:cubicBezTo>
                  <a:lnTo>
                    <a:pt x="33655" y="311785"/>
                  </a:lnTo>
                  <a:cubicBezTo>
                    <a:pt x="14605" y="314960"/>
                    <a:pt x="0" y="331470"/>
                    <a:pt x="0" y="351790"/>
                  </a:cubicBezTo>
                  <a:cubicBezTo>
                    <a:pt x="0" y="374015"/>
                    <a:pt x="18415" y="392430"/>
                    <a:pt x="40640" y="392430"/>
                  </a:cubicBezTo>
                  <a:cubicBezTo>
                    <a:pt x="49530" y="392430"/>
                    <a:pt x="57785" y="389890"/>
                    <a:pt x="64135" y="384810"/>
                  </a:cubicBezTo>
                  <a:lnTo>
                    <a:pt x="156210" y="476885"/>
                  </a:lnTo>
                  <a:cubicBezTo>
                    <a:pt x="151765" y="483235"/>
                    <a:pt x="148590" y="491490"/>
                    <a:pt x="148590" y="500380"/>
                  </a:cubicBezTo>
                  <a:cubicBezTo>
                    <a:pt x="148590" y="522605"/>
                    <a:pt x="167005" y="541020"/>
                    <a:pt x="189230" y="541020"/>
                  </a:cubicBezTo>
                  <a:cubicBezTo>
                    <a:pt x="209550" y="541020"/>
                    <a:pt x="226060" y="526415"/>
                    <a:pt x="229235" y="507365"/>
                  </a:cubicBezTo>
                  <a:lnTo>
                    <a:pt x="460375" y="507365"/>
                  </a:lnTo>
                  <a:cubicBezTo>
                    <a:pt x="463550" y="526415"/>
                    <a:pt x="480060" y="541020"/>
                    <a:pt x="500380" y="541020"/>
                  </a:cubicBezTo>
                  <a:cubicBezTo>
                    <a:pt x="522605" y="541020"/>
                    <a:pt x="541020" y="522605"/>
                    <a:pt x="541020" y="500380"/>
                  </a:cubicBezTo>
                  <a:cubicBezTo>
                    <a:pt x="541020" y="480695"/>
                    <a:pt x="526415" y="463550"/>
                    <a:pt x="507365" y="460375"/>
                  </a:cubicBezTo>
                  <a:close/>
                  <a:moveTo>
                    <a:pt x="476885" y="467360"/>
                  </a:moveTo>
                  <a:lnTo>
                    <a:pt x="384810" y="375285"/>
                  </a:lnTo>
                  <a:cubicBezTo>
                    <a:pt x="389255" y="368935"/>
                    <a:pt x="392430" y="360680"/>
                    <a:pt x="392430" y="351790"/>
                  </a:cubicBezTo>
                  <a:cubicBezTo>
                    <a:pt x="392430" y="331470"/>
                    <a:pt x="377825" y="314960"/>
                    <a:pt x="358775" y="311785"/>
                  </a:cubicBezTo>
                  <a:lnTo>
                    <a:pt x="358775" y="196215"/>
                  </a:lnTo>
                  <a:lnTo>
                    <a:pt x="461010" y="196215"/>
                  </a:lnTo>
                  <a:cubicBezTo>
                    <a:pt x="463550" y="213360"/>
                    <a:pt x="477520" y="226695"/>
                    <a:pt x="494030" y="229235"/>
                  </a:cubicBezTo>
                  <a:lnTo>
                    <a:pt x="494030" y="460375"/>
                  </a:lnTo>
                  <a:cubicBezTo>
                    <a:pt x="487680" y="461645"/>
                    <a:pt x="481965" y="464185"/>
                    <a:pt x="476885" y="467360"/>
                  </a:cubicBezTo>
                  <a:close/>
                  <a:moveTo>
                    <a:pt x="196215" y="344805"/>
                  </a:moveTo>
                  <a:lnTo>
                    <a:pt x="196215" y="229235"/>
                  </a:lnTo>
                  <a:cubicBezTo>
                    <a:pt x="213360" y="226695"/>
                    <a:pt x="226695" y="212725"/>
                    <a:pt x="229235" y="196215"/>
                  </a:cubicBezTo>
                  <a:lnTo>
                    <a:pt x="344805" y="196215"/>
                  </a:lnTo>
                  <a:lnTo>
                    <a:pt x="344805" y="311785"/>
                  </a:lnTo>
                  <a:cubicBezTo>
                    <a:pt x="327660" y="314325"/>
                    <a:pt x="314325" y="328295"/>
                    <a:pt x="311785" y="344805"/>
                  </a:cubicBezTo>
                  <a:lnTo>
                    <a:pt x="196215" y="344805"/>
                  </a:lnTo>
                  <a:close/>
                  <a:moveTo>
                    <a:pt x="182880" y="460375"/>
                  </a:moveTo>
                  <a:cubicBezTo>
                    <a:pt x="176530" y="461645"/>
                    <a:pt x="170815" y="463550"/>
                    <a:pt x="166370" y="467360"/>
                  </a:cubicBezTo>
                  <a:lnTo>
                    <a:pt x="74295" y="375285"/>
                  </a:lnTo>
                  <a:cubicBezTo>
                    <a:pt x="77470" y="370205"/>
                    <a:pt x="80010" y="364490"/>
                    <a:pt x="81280" y="358775"/>
                  </a:cubicBezTo>
                  <a:lnTo>
                    <a:pt x="183515" y="358775"/>
                  </a:lnTo>
                  <a:lnTo>
                    <a:pt x="182880" y="460375"/>
                  </a:lnTo>
                  <a:lnTo>
                    <a:pt x="182880" y="460375"/>
                  </a:lnTo>
                  <a:close/>
                  <a:moveTo>
                    <a:pt x="80645" y="344805"/>
                  </a:moveTo>
                  <a:cubicBezTo>
                    <a:pt x="78105" y="327660"/>
                    <a:pt x="64135" y="314325"/>
                    <a:pt x="47625" y="311785"/>
                  </a:cubicBezTo>
                  <a:lnTo>
                    <a:pt x="47625" y="80645"/>
                  </a:lnTo>
                  <a:cubicBezTo>
                    <a:pt x="53975" y="79375"/>
                    <a:pt x="59690" y="77470"/>
                    <a:pt x="64135" y="73660"/>
                  </a:cubicBezTo>
                  <a:lnTo>
                    <a:pt x="156210" y="165735"/>
                  </a:lnTo>
                  <a:cubicBezTo>
                    <a:pt x="151765" y="172085"/>
                    <a:pt x="148590" y="180340"/>
                    <a:pt x="148590" y="189230"/>
                  </a:cubicBezTo>
                  <a:cubicBezTo>
                    <a:pt x="148590" y="209550"/>
                    <a:pt x="163195" y="226060"/>
                    <a:pt x="182245" y="229235"/>
                  </a:cubicBezTo>
                  <a:lnTo>
                    <a:pt x="182245" y="344805"/>
                  </a:lnTo>
                  <a:lnTo>
                    <a:pt x="80645" y="344805"/>
                  </a:lnTo>
                  <a:close/>
                  <a:moveTo>
                    <a:pt x="358140" y="80645"/>
                  </a:moveTo>
                  <a:cubicBezTo>
                    <a:pt x="364490" y="79375"/>
                    <a:pt x="370205" y="77470"/>
                    <a:pt x="374650" y="73660"/>
                  </a:cubicBezTo>
                  <a:lnTo>
                    <a:pt x="466725" y="165735"/>
                  </a:lnTo>
                  <a:cubicBezTo>
                    <a:pt x="463550" y="170815"/>
                    <a:pt x="461010" y="176530"/>
                    <a:pt x="459740" y="182245"/>
                  </a:cubicBezTo>
                  <a:lnTo>
                    <a:pt x="357505" y="182245"/>
                  </a:lnTo>
                  <a:lnTo>
                    <a:pt x="358140" y="80645"/>
                  </a:lnTo>
                  <a:lnTo>
                    <a:pt x="358140" y="80645"/>
                  </a:lnTo>
                  <a:close/>
                  <a:moveTo>
                    <a:pt x="351790" y="13335"/>
                  </a:moveTo>
                  <a:cubicBezTo>
                    <a:pt x="366395" y="13335"/>
                    <a:pt x="379095" y="25400"/>
                    <a:pt x="379095" y="40640"/>
                  </a:cubicBezTo>
                  <a:cubicBezTo>
                    <a:pt x="379095" y="55245"/>
                    <a:pt x="367030" y="67945"/>
                    <a:pt x="351790" y="67945"/>
                  </a:cubicBezTo>
                  <a:cubicBezTo>
                    <a:pt x="336550" y="67945"/>
                    <a:pt x="324485" y="55880"/>
                    <a:pt x="324485" y="40640"/>
                  </a:cubicBezTo>
                  <a:cubicBezTo>
                    <a:pt x="324485" y="26035"/>
                    <a:pt x="336550" y="13335"/>
                    <a:pt x="351790" y="13335"/>
                  </a:cubicBezTo>
                  <a:close/>
                  <a:moveTo>
                    <a:pt x="344805" y="80645"/>
                  </a:moveTo>
                  <a:lnTo>
                    <a:pt x="344805" y="182880"/>
                  </a:lnTo>
                  <a:lnTo>
                    <a:pt x="229235" y="182880"/>
                  </a:lnTo>
                  <a:cubicBezTo>
                    <a:pt x="226060" y="163830"/>
                    <a:pt x="209550" y="149225"/>
                    <a:pt x="189230" y="149225"/>
                  </a:cubicBezTo>
                  <a:cubicBezTo>
                    <a:pt x="180340" y="149225"/>
                    <a:pt x="172085" y="151765"/>
                    <a:pt x="165735" y="156845"/>
                  </a:cubicBezTo>
                  <a:lnTo>
                    <a:pt x="73660" y="64770"/>
                  </a:lnTo>
                  <a:cubicBezTo>
                    <a:pt x="76835" y="59690"/>
                    <a:pt x="79375" y="53975"/>
                    <a:pt x="80645" y="48260"/>
                  </a:cubicBezTo>
                  <a:lnTo>
                    <a:pt x="311785" y="48260"/>
                  </a:lnTo>
                  <a:cubicBezTo>
                    <a:pt x="314325" y="64135"/>
                    <a:pt x="327660" y="77470"/>
                    <a:pt x="344805" y="80645"/>
                  </a:cubicBezTo>
                  <a:close/>
                  <a:moveTo>
                    <a:pt x="189230" y="527685"/>
                  </a:moveTo>
                  <a:cubicBezTo>
                    <a:pt x="174625" y="527685"/>
                    <a:pt x="161925" y="515620"/>
                    <a:pt x="161925" y="500380"/>
                  </a:cubicBezTo>
                  <a:cubicBezTo>
                    <a:pt x="161925" y="485140"/>
                    <a:pt x="173990" y="473075"/>
                    <a:pt x="189230" y="473075"/>
                  </a:cubicBezTo>
                  <a:cubicBezTo>
                    <a:pt x="203835" y="473075"/>
                    <a:pt x="216535" y="485140"/>
                    <a:pt x="216535" y="500380"/>
                  </a:cubicBezTo>
                  <a:cubicBezTo>
                    <a:pt x="216535" y="515620"/>
                    <a:pt x="204470" y="527685"/>
                    <a:pt x="189230" y="527685"/>
                  </a:cubicBezTo>
                  <a:close/>
                  <a:moveTo>
                    <a:pt x="196215" y="460375"/>
                  </a:moveTo>
                  <a:lnTo>
                    <a:pt x="196215" y="358140"/>
                  </a:lnTo>
                  <a:lnTo>
                    <a:pt x="311785" y="358140"/>
                  </a:lnTo>
                  <a:cubicBezTo>
                    <a:pt x="314960" y="377190"/>
                    <a:pt x="331470" y="391795"/>
                    <a:pt x="351790" y="391795"/>
                  </a:cubicBezTo>
                  <a:cubicBezTo>
                    <a:pt x="360680" y="391795"/>
                    <a:pt x="368935" y="389255"/>
                    <a:pt x="375285" y="384175"/>
                  </a:cubicBezTo>
                  <a:lnTo>
                    <a:pt x="467360" y="476250"/>
                  </a:lnTo>
                  <a:cubicBezTo>
                    <a:pt x="464185" y="481330"/>
                    <a:pt x="461645" y="487045"/>
                    <a:pt x="460375" y="492760"/>
                  </a:cubicBezTo>
                  <a:lnTo>
                    <a:pt x="229235" y="492760"/>
                  </a:lnTo>
                  <a:cubicBezTo>
                    <a:pt x="226695" y="476885"/>
                    <a:pt x="213360" y="463550"/>
                    <a:pt x="196215" y="460375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>
                <a:buClr>
                  <a:srgbClr val="000000"/>
                </a:buClr>
                <a:buSzPts val="1800"/>
                <a:buFont typeface="Arial"/>
                <a:buNone/>
              </a:pPr>
              <a:endParaRPr sz="1013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" name="Google Shape;1604;p15">
              <a:extLst>
                <a:ext uri="{FF2B5EF4-FFF2-40B4-BE49-F238E27FC236}">
                  <a16:creationId xmlns:a16="http://schemas.microsoft.com/office/drawing/2014/main" id="{267E1CBF-B186-FC38-3BE4-C0BC640DBEE0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121838" y="4582633"/>
              <a:ext cx="920687" cy="20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1605;p15">
              <a:extLst>
                <a:ext uri="{FF2B5EF4-FFF2-40B4-BE49-F238E27FC236}">
                  <a16:creationId xmlns:a16="http://schemas.microsoft.com/office/drawing/2014/main" id="{F8C32B25-D07D-734D-DCC9-0ABBF1AD850E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605104" y="4846441"/>
              <a:ext cx="510443" cy="160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606;p15">
              <a:extLst>
                <a:ext uri="{FF2B5EF4-FFF2-40B4-BE49-F238E27FC236}">
                  <a16:creationId xmlns:a16="http://schemas.microsoft.com/office/drawing/2014/main" id="{15C17574-50CF-6BC4-4D28-D3ED851865D5}"/>
                </a:ext>
              </a:extLst>
            </p:cNvPr>
            <p:cNvSpPr/>
            <p:nvPr/>
          </p:nvSpPr>
          <p:spPr>
            <a:xfrm>
              <a:off x="5894425" y="3137691"/>
              <a:ext cx="575100" cy="574200"/>
            </a:xfrm>
            <a:prstGeom prst="roundRect">
              <a:avLst>
                <a:gd name="adj" fmla="val 6931"/>
              </a:avLst>
            </a:prstGeom>
            <a:noFill/>
            <a:ln w="9525" cap="flat" cmpd="sng">
              <a:solidFill>
                <a:srgbClr val="FF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" sz="525" kern="0">
                  <a:solidFill>
                    <a:srgbClr val="FF8300"/>
                  </a:solidFill>
                  <a:latin typeface="Roboto"/>
                  <a:ea typeface="Roboto"/>
                  <a:cs typeface="Roboto"/>
                  <a:sym typeface="Roboto"/>
                </a:rPr>
                <a:t>Operational Database</a:t>
              </a:r>
              <a:endParaRPr sz="525" kern="0">
                <a:solidFill>
                  <a:srgbClr val="FF83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4" name="Google Shape;1607;p15" descr="A close up of a sign&#10;&#10;Description automatically generated">
              <a:extLst>
                <a:ext uri="{FF2B5EF4-FFF2-40B4-BE49-F238E27FC236}">
                  <a16:creationId xmlns:a16="http://schemas.microsoft.com/office/drawing/2014/main" id="{885974A9-FE8A-5D58-A933-3D44B4009A2B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039022" y="3164738"/>
              <a:ext cx="316077" cy="3108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" name="Google Shape;1608;p15">
              <a:extLst>
                <a:ext uri="{FF2B5EF4-FFF2-40B4-BE49-F238E27FC236}">
                  <a16:creationId xmlns:a16="http://schemas.microsoft.com/office/drawing/2014/main" id="{E304DFA6-96FD-5E99-9632-4C981D330C8A}"/>
                </a:ext>
              </a:extLst>
            </p:cNvPr>
            <p:cNvGrpSpPr/>
            <p:nvPr/>
          </p:nvGrpSpPr>
          <p:grpSpPr>
            <a:xfrm>
              <a:off x="4707446" y="4707679"/>
              <a:ext cx="791923" cy="249288"/>
              <a:chOff x="-3903850" y="-2385350"/>
              <a:chExt cx="8314150" cy="2575291"/>
            </a:xfrm>
          </p:grpSpPr>
          <p:sp>
            <p:nvSpPr>
              <p:cNvPr id="42" name="Google Shape;1609;p15">
                <a:extLst>
                  <a:ext uri="{FF2B5EF4-FFF2-40B4-BE49-F238E27FC236}">
                    <a16:creationId xmlns:a16="http://schemas.microsoft.com/office/drawing/2014/main" id="{E559B8DF-8295-1F8A-B159-85577B13CEFF}"/>
                  </a:ext>
                </a:extLst>
              </p:cNvPr>
              <p:cNvSpPr/>
              <p:nvPr/>
            </p:nvSpPr>
            <p:spPr>
              <a:xfrm>
                <a:off x="-3227050" y="-1461175"/>
                <a:ext cx="7503544" cy="842266"/>
              </a:xfrm>
              <a:custGeom>
                <a:avLst/>
                <a:gdLst/>
                <a:ahLst/>
                <a:cxnLst/>
                <a:rect l="l" t="t" r="r" b="b"/>
                <a:pathLst>
                  <a:path w="297023" h="35142" extrusionOk="0">
                    <a:moveTo>
                      <a:pt x="0" y="28619"/>
                    </a:moveTo>
                    <a:cubicBezTo>
                      <a:pt x="12042" y="23853"/>
                      <a:pt x="49337" y="-146"/>
                      <a:pt x="72249" y="21"/>
                    </a:cubicBezTo>
                    <a:cubicBezTo>
                      <a:pt x="95161" y="188"/>
                      <a:pt x="115063" y="29456"/>
                      <a:pt x="137473" y="29623"/>
                    </a:cubicBezTo>
                    <a:cubicBezTo>
                      <a:pt x="159884" y="29790"/>
                      <a:pt x="180120" y="104"/>
                      <a:pt x="206712" y="1024"/>
                    </a:cubicBezTo>
                    <a:cubicBezTo>
                      <a:pt x="233304" y="1944"/>
                      <a:pt x="281971" y="29456"/>
                      <a:pt x="297023" y="35142"/>
                    </a:cubicBezTo>
                  </a:path>
                </a:pathLst>
              </a:custGeom>
              <a:noFill/>
              <a:ln w="19050" cap="flat" cmpd="sng">
                <a:solidFill>
                  <a:srgbClr val="305868"/>
                </a:solidFill>
                <a:prstDash val="dot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400"/>
                </a:pPr>
                <a:endParaRPr sz="1050" ker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610;p15">
                <a:extLst>
                  <a:ext uri="{FF2B5EF4-FFF2-40B4-BE49-F238E27FC236}">
                    <a16:creationId xmlns:a16="http://schemas.microsoft.com/office/drawing/2014/main" id="{4D311504-3DB1-5091-6D35-ACE6956EFC1B}"/>
                  </a:ext>
                </a:extLst>
              </p:cNvPr>
              <p:cNvSpPr/>
              <p:nvPr/>
            </p:nvSpPr>
            <p:spPr>
              <a:xfrm>
                <a:off x="-3903850" y="-2385337"/>
                <a:ext cx="1371600" cy="1361100"/>
              </a:xfrm>
              <a:prstGeom prst="donut">
                <a:avLst>
                  <a:gd name="adj" fmla="val 11297"/>
                </a:avLst>
              </a:prstGeom>
              <a:noFill/>
              <a:ln w="19050" cap="flat" cmpd="sng">
                <a:solidFill>
                  <a:srgbClr val="FF83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>
                  <a:buClr>
                    <a:srgbClr val="305868"/>
                  </a:buClr>
                  <a:buSzPts val="1000"/>
                </a:pPr>
                <a:endParaRPr sz="750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4" name="Google Shape;1611;p15">
                <a:extLst>
                  <a:ext uri="{FF2B5EF4-FFF2-40B4-BE49-F238E27FC236}">
                    <a16:creationId xmlns:a16="http://schemas.microsoft.com/office/drawing/2014/main" id="{1420689C-E522-CD75-0679-250151A54DEE}"/>
                  </a:ext>
                </a:extLst>
              </p:cNvPr>
              <p:cNvSpPr/>
              <p:nvPr/>
            </p:nvSpPr>
            <p:spPr>
              <a:xfrm>
                <a:off x="-457200" y="-2385350"/>
                <a:ext cx="1371600" cy="1361100"/>
              </a:xfrm>
              <a:prstGeom prst="donut">
                <a:avLst>
                  <a:gd name="adj" fmla="val 11297"/>
                </a:avLst>
              </a:prstGeom>
              <a:noFill/>
              <a:ln w="19050" cap="flat" cmpd="sng">
                <a:solidFill>
                  <a:srgbClr val="008C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>
                  <a:buClr>
                    <a:srgbClr val="305868"/>
                  </a:buClr>
                  <a:buSzPts val="1000"/>
                </a:pPr>
                <a:endParaRPr sz="750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5" name="Google Shape;1612;p15">
                <a:extLst>
                  <a:ext uri="{FF2B5EF4-FFF2-40B4-BE49-F238E27FC236}">
                    <a16:creationId xmlns:a16="http://schemas.microsoft.com/office/drawing/2014/main" id="{FBF2F727-7928-2A0C-1331-D31984ED52C9}"/>
                  </a:ext>
                </a:extLst>
              </p:cNvPr>
              <p:cNvSpPr/>
              <p:nvPr/>
            </p:nvSpPr>
            <p:spPr>
              <a:xfrm>
                <a:off x="-2135550" y="-1171159"/>
                <a:ext cx="1371600" cy="1361100"/>
              </a:xfrm>
              <a:prstGeom prst="donut">
                <a:avLst>
                  <a:gd name="adj" fmla="val 11297"/>
                </a:avLst>
              </a:prstGeom>
              <a:noFill/>
              <a:ln w="19050" cap="flat" cmpd="sng">
                <a:solidFill>
                  <a:srgbClr val="00A3A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>
                  <a:buClr>
                    <a:srgbClr val="305868"/>
                  </a:buClr>
                  <a:buSzPts val="1000"/>
                </a:pPr>
                <a:endParaRPr sz="750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6" name="Google Shape;1613;p15">
                <a:extLst>
                  <a:ext uri="{FF2B5EF4-FFF2-40B4-BE49-F238E27FC236}">
                    <a16:creationId xmlns:a16="http://schemas.microsoft.com/office/drawing/2014/main" id="{0103BD9E-C7F0-5972-E7F5-7B088BF649AB}"/>
                  </a:ext>
                </a:extLst>
              </p:cNvPr>
              <p:cNvSpPr/>
              <p:nvPr/>
            </p:nvSpPr>
            <p:spPr>
              <a:xfrm>
                <a:off x="1281925" y="-1171159"/>
                <a:ext cx="1371600" cy="1361100"/>
              </a:xfrm>
              <a:prstGeom prst="donut">
                <a:avLst>
                  <a:gd name="adj" fmla="val 11297"/>
                </a:avLst>
              </a:prstGeom>
              <a:noFill/>
              <a:ln w="19050" cap="flat" cmpd="sng">
                <a:solidFill>
                  <a:srgbClr val="A4D6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>
                  <a:buClr>
                    <a:srgbClr val="305868"/>
                  </a:buClr>
                  <a:buSzPts val="1000"/>
                </a:pPr>
                <a:endParaRPr sz="750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7" name="Google Shape;1614;p15">
                <a:extLst>
                  <a:ext uri="{FF2B5EF4-FFF2-40B4-BE49-F238E27FC236}">
                    <a16:creationId xmlns:a16="http://schemas.microsoft.com/office/drawing/2014/main" id="{D2D9D94B-0200-377E-B070-51BCF415CF93}"/>
                  </a:ext>
                </a:extLst>
              </p:cNvPr>
              <p:cNvSpPr/>
              <p:nvPr/>
            </p:nvSpPr>
            <p:spPr>
              <a:xfrm>
                <a:off x="3038700" y="-2385337"/>
                <a:ext cx="1371600" cy="1361100"/>
              </a:xfrm>
              <a:prstGeom prst="donut">
                <a:avLst>
                  <a:gd name="adj" fmla="val 11297"/>
                </a:avLst>
              </a:prstGeom>
              <a:noFill/>
              <a:ln w="19050" cap="flat" cmpd="sng">
                <a:solidFill>
                  <a:srgbClr val="FFD66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69" tIns="68569" rIns="68569" bIns="68569" anchor="ctr" anchorCtr="0">
                <a:noAutofit/>
              </a:bodyPr>
              <a:lstStyle/>
              <a:p>
                <a:pPr>
                  <a:buClr>
                    <a:srgbClr val="305868"/>
                  </a:buClr>
                  <a:buSzPts val="1000"/>
                </a:pPr>
                <a:endParaRPr sz="750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id="36" name="Google Shape;1615;p15">
              <a:extLst>
                <a:ext uri="{FF2B5EF4-FFF2-40B4-BE49-F238E27FC236}">
                  <a16:creationId xmlns:a16="http://schemas.microsoft.com/office/drawing/2014/main" id="{4EA9A3E4-CC65-0B30-0DA9-18130FD1732E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6422519" y="4675686"/>
              <a:ext cx="569596" cy="297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1616;p15">
              <a:extLst>
                <a:ext uri="{FF2B5EF4-FFF2-40B4-BE49-F238E27FC236}">
                  <a16:creationId xmlns:a16="http://schemas.microsoft.com/office/drawing/2014/main" id="{2572B6EF-397E-E794-ACB6-1302A3562B15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806338" y="4628346"/>
              <a:ext cx="266700" cy="160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1617;p15">
              <a:extLst>
                <a:ext uri="{FF2B5EF4-FFF2-40B4-BE49-F238E27FC236}">
                  <a16:creationId xmlns:a16="http://schemas.microsoft.com/office/drawing/2014/main" id="{C7D5CF87-988E-E164-4ED6-A72330E38522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 t="25000" b="21438"/>
            <a:stretch/>
          </p:blipFill>
          <p:spPr>
            <a:xfrm>
              <a:off x="3121838" y="4854775"/>
              <a:ext cx="640081" cy="182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1618;p15">
              <a:extLst>
                <a:ext uri="{FF2B5EF4-FFF2-40B4-BE49-F238E27FC236}">
                  <a16:creationId xmlns:a16="http://schemas.microsoft.com/office/drawing/2014/main" id="{E8BD091B-0DA9-9A87-30A2-0552B7A8760A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 t="30763" b="5"/>
            <a:stretch/>
          </p:blipFill>
          <p:spPr>
            <a:xfrm>
              <a:off x="5634875" y="3833597"/>
              <a:ext cx="417423" cy="150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1619;p15">
              <a:extLst>
                <a:ext uri="{FF2B5EF4-FFF2-40B4-BE49-F238E27FC236}">
                  <a16:creationId xmlns:a16="http://schemas.microsoft.com/office/drawing/2014/main" id="{C9050A44-EFB9-B6BD-40D1-8F8FBD7934E9}"/>
                </a:ext>
              </a:extLst>
            </p:cNvPr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4228712" y="2131025"/>
              <a:ext cx="2943186" cy="880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1620;p15" descr="Kubernetes – Logos Download">
              <a:extLst>
                <a:ext uri="{FF2B5EF4-FFF2-40B4-BE49-F238E27FC236}">
                  <a16:creationId xmlns:a16="http://schemas.microsoft.com/office/drawing/2014/main" id="{639911E3-1E48-36C4-3F0D-23ED0DA9C187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3772520" y="4802457"/>
              <a:ext cx="406991" cy="20688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0144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638173" y="515847"/>
            <a:ext cx="8305800" cy="4179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HYBRID CLOUD ARCHITECTURE</a:t>
            </a:r>
            <a:endParaRPr dirty="0"/>
          </a:p>
        </p:txBody>
      </p:sp>
      <p:grpSp>
        <p:nvGrpSpPr>
          <p:cNvPr id="181" name="Google Shape;181;p26"/>
          <p:cNvGrpSpPr/>
          <p:nvPr/>
        </p:nvGrpSpPr>
        <p:grpSpPr>
          <a:xfrm>
            <a:off x="666749" y="1097280"/>
            <a:ext cx="7810739" cy="3531837"/>
            <a:chOff x="666749" y="1097280"/>
            <a:chExt cx="7810739" cy="3531837"/>
          </a:xfrm>
        </p:grpSpPr>
        <p:sp>
          <p:nvSpPr>
            <p:cNvPr id="183" name="Google Shape;183;p26"/>
            <p:cNvSpPr txBox="1"/>
            <p:nvPr/>
          </p:nvSpPr>
          <p:spPr>
            <a:xfrm>
              <a:off x="5551499" y="4383417"/>
              <a:ext cx="2714700" cy="24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 baseline="30000">
                  <a:solidFill>
                    <a:srgbClr val="A5A5A5"/>
                  </a:solidFill>
                  <a:latin typeface="Lato"/>
                  <a:ea typeface="Lato"/>
                  <a:cs typeface="Lato"/>
                  <a:sym typeface="Lato"/>
                </a:rPr>
                <a:t>†</a:t>
              </a:r>
              <a:r>
                <a:rPr lang="en" sz="700" b="1">
                  <a:solidFill>
                    <a:srgbClr val="A5A5A5"/>
                  </a:solidFill>
                  <a:latin typeface="Lato"/>
                  <a:ea typeface="Lato"/>
                  <a:cs typeface="Lato"/>
                  <a:sym typeface="Lato"/>
                </a:rPr>
                <a:t> Flow Management rate card</a:t>
              </a:r>
              <a:endParaRPr sz="700" b="1">
                <a:solidFill>
                  <a:srgbClr val="A5A5A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666749" y="1097280"/>
              <a:ext cx="7810500" cy="3286125"/>
            </a:xfrm>
            <a:custGeom>
              <a:avLst/>
              <a:gdLst/>
              <a:ahLst/>
              <a:cxnLst/>
              <a:rect l="l" t="t" r="r" b="b"/>
              <a:pathLst>
                <a:path w="10414000" h="4381500" extrusionOk="0">
                  <a:moveTo>
                    <a:pt x="0" y="0"/>
                  </a:moveTo>
                  <a:lnTo>
                    <a:pt x="10414000" y="0"/>
                  </a:lnTo>
                  <a:lnTo>
                    <a:pt x="10414000" y="4381500"/>
                  </a:lnTo>
                  <a:lnTo>
                    <a:pt x="0" y="43815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809624" y="1383030"/>
              <a:ext cx="3714750" cy="2857500"/>
            </a:xfrm>
            <a:custGeom>
              <a:avLst/>
              <a:gdLst/>
              <a:ahLst/>
              <a:cxnLst/>
              <a:rect l="l" t="t" r="r" b="b"/>
              <a:pathLst>
                <a:path w="4953000" h="3810000" extrusionOk="0">
                  <a:moveTo>
                    <a:pt x="0" y="0"/>
                  </a:moveTo>
                  <a:lnTo>
                    <a:pt x="4953000" y="0"/>
                  </a:lnTo>
                  <a:lnTo>
                    <a:pt x="4953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4619624" y="1383030"/>
              <a:ext cx="3714750" cy="2857500"/>
            </a:xfrm>
            <a:custGeom>
              <a:avLst/>
              <a:gdLst/>
              <a:ahLst/>
              <a:cxnLst/>
              <a:rect l="l" t="t" r="r" b="b"/>
              <a:pathLst>
                <a:path w="4953000" h="3810000" extrusionOk="0">
                  <a:moveTo>
                    <a:pt x="0" y="0"/>
                  </a:moveTo>
                  <a:lnTo>
                    <a:pt x="4953000" y="0"/>
                  </a:lnTo>
                  <a:lnTo>
                    <a:pt x="4953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904874" y="1478280"/>
              <a:ext cx="7334250" cy="285750"/>
            </a:xfrm>
            <a:custGeom>
              <a:avLst/>
              <a:gdLst/>
              <a:ahLst/>
              <a:cxnLst/>
              <a:rect l="l" t="t" r="r" b="b"/>
              <a:pathLst>
                <a:path w="9779000" h="381000" extrusionOk="0">
                  <a:moveTo>
                    <a:pt x="0" y="0"/>
                  </a:moveTo>
                  <a:lnTo>
                    <a:pt x="9779000" y="0"/>
                  </a:lnTo>
                  <a:lnTo>
                    <a:pt x="9779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904874" y="2716530"/>
              <a:ext cx="7334250" cy="381000"/>
            </a:xfrm>
            <a:custGeom>
              <a:avLst/>
              <a:gdLst/>
              <a:ahLst/>
              <a:cxnLst/>
              <a:rect l="l" t="t" r="r" b="b"/>
              <a:pathLst>
                <a:path w="9779000" h="508000" extrusionOk="0">
                  <a:moveTo>
                    <a:pt x="0" y="0"/>
                  </a:moveTo>
                  <a:lnTo>
                    <a:pt x="9779000" y="0"/>
                  </a:lnTo>
                  <a:lnTo>
                    <a:pt x="9779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904874" y="1859280"/>
              <a:ext cx="3524250" cy="762000"/>
            </a:xfrm>
            <a:custGeom>
              <a:avLst/>
              <a:gdLst/>
              <a:ahLst/>
              <a:cxnLst/>
              <a:rect l="l" t="t" r="r" b="b"/>
              <a:pathLst>
                <a:path w="4699000" h="1016000" extrusionOk="0">
                  <a:moveTo>
                    <a:pt x="0" y="0"/>
                  </a:moveTo>
                  <a:lnTo>
                    <a:pt x="4699000" y="0"/>
                  </a:lnTo>
                  <a:lnTo>
                    <a:pt x="4699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 rot="5400000">
              <a:off x="3571873" y="3097529"/>
              <a:ext cx="762000" cy="952500"/>
            </a:xfrm>
            <a:custGeom>
              <a:avLst/>
              <a:gdLst/>
              <a:ahLst/>
              <a:cxnLst/>
              <a:rect l="l" t="t" r="r" b="b"/>
              <a:pathLst>
                <a:path w="1016000" h="1270000" extrusionOk="0">
                  <a:moveTo>
                    <a:pt x="0" y="0"/>
                  </a:moveTo>
                  <a:lnTo>
                    <a:pt x="1016000" y="0"/>
                  </a:lnTo>
                  <a:lnTo>
                    <a:pt x="101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6"/>
            <p:cNvSpPr/>
            <p:nvPr/>
          </p:nvSpPr>
          <p:spPr>
            <a:xfrm rot="5400000">
              <a:off x="1762123" y="2335529"/>
              <a:ext cx="762000" cy="2476500"/>
            </a:xfrm>
            <a:custGeom>
              <a:avLst/>
              <a:gdLst/>
              <a:ahLst/>
              <a:cxnLst/>
              <a:rect l="l" t="t" r="r" b="b"/>
              <a:pathLst>
                <a:path w="1016000" h="3302000" extrusionOk="0">
                  <a:moveTo>
                    <a:pt x="0" y="0"/>
                  </a:moveTo>
                  <a:lnTo>
                    <a:pt x="1016000" y="0"/>
                  </a:lnTo>
                  <a:lnTo>
                    <a:pt x="1016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2" name="Google Shape;192;p26"/>
            <p:cNvGrpSpPr/>
            <p:nvPr/>
          </p:nvGrpSpPr>
          <p:grpSpPr>
            <a:xfrm>
              <a:off x="2207417" y="3288030"/>
              <a:ext cx="328136" cy="327659"/>
              <a:chOff x="2943225" y="4159250"/>
              <a:chExt cx="437515" cy="436879"/>
            </a:xfrm>
          </p:grpSpPr>
          <p:sp>
            <p:nvSpPr>
              <p:cNvPr id="193" name="Google Shape;193;p26"/>
              <p:cNvSpPr/>
              <p:nvPr/>
            </p:nvSpPr>
            <p:spPr>
              <a:xfrm>
                <a:off x="3091814" y="430784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 extrusionOk="0">
                    <a:moveTo>
                      <a:pt x="69850" y="139700"/>
                    </a:moveTo>
                    <a:cubicBezTo>
                      <a:pt x="31750" y="139700"/>
                      <a:pt x="0" y="108585"/>
                      <a:pt x="0" y="69850"/>
                    </a:cubicBezTo>
                    <a:cubicBezTo>
                      <a:pt x="0" y="31750"/>
                      <a:pt x="31115" y="0"/>
                      <a:pt x="69850" y="0"/>
                    </a:cubicBezTo>
                    <a:cubicBezTo>
                      <a:pt x="108585" y="0"/>
                      <a:pt x="139700" y="31115"/>
                      <a:pt x="139700" y="69850"/>
                    </a:cubicBezTo>
                    <a:cubicBezTo>
                      <a:pt x="139700" y="107950"/>
                      <a:pt x="108585" y="139700"/>
                      <a:pt x="69850" y="139700"/>
                    </a:cubicBezTo>
                    <a:close/>
                    <a:moveTo>
                      <a:pt x="69850" y="17780"/>
                    </a:moveTo>
                    <a:cubicBezTo>
                      <a:pt x="41275" y="17780"/>
                      <a:pt x="17780" y="41275"/>
                      <a:pt x="17780" y="69850"/>
                    </a:cubicBezTo>
                    <a:cubicBezTo>
                      <a:pt x="17780" y="98425"/>
                      <a:pt x="41275" y="121920"/>
                      <a:pt x="69850" y="121920"/>
                    </a:cubicBezTo>
                    <a:cubicBezTo>
                      <a:pt x="98425" y="121920"/>
                      <a:pt x="121920" y="98425"/>
                      <a:pt x="121920" y="69850"/>
                    </a:cubicBezTo>
                    <a:cubicBezTo>
                      <a:pt x="122555" y="41275"/>
                      <a:pt x="99060" y="17780"/>
                      <a:pt x="69850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4" name="Google Shape;194;p26"/>
              <p:cNvGrpSpPr/>
              <p:nvPr/>
            </p:nvGrpSpPr>
            <p:grpSpPr>
              <a:xfrm>
                <a:off x="2943225" y="4159250"/>
                <a:ext cx="437515" cy="436879"/>
                <a:chOff x="2943225" y="4159250"/>
                <a:chExt cx="437515" cy="436879"/>
              </a:xfrm>
            </p:grpSpPr>
            <p:sp>
              <p:nvSpPr>
                <p:cNvPr id="195" name="Google Shape;195;p26"/>
                <p:cNvSpPr/>
                <p:nvPr/>
              </p:nvSpPr>
              <p:spPr>
                <a:xfrm>
                  <a:off x="3117214" y="4159250"/>
                  <a:ext cx="90805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05" h="132715" extrusionOk="0">
                      <a:moveTo>
                        <a:pt x="81280" y="0"/>
                      </a:move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36830" y="90170"/>
                      </a:lnTo>
                      <a:lnTo>
                        <a:pt x="36830" y="132715"/>
                      </a:lnTo>
                      <a:lnTo>
                        <a:pt x="53975" y="132715"/>
                      </a:lnTo>
                      <a:lnTo>
                        <a:pt x="53975" y="90170"/>
                      </a:lnTo>
                      <a:lnTo>
                        <a:pt x="81915" y="90170"/>
                      </a:lnTo>
                      <a:cubicBezTo>
                        <a:pt x="86995" y="90170"/>
                        <a:pt x="90805" y="86360"/>
                        <a:pt x="90805" y="81280"/>
                      </a:cubicBezTo>
                      <a:lnTo>
                        <a:pt x="90805" y="8890"/>
                      </a:lnTo>
                      <a:cubicBezTo>
                        <a:pt x="89535" y="3810"/>
                        <a:pt x="85725" y="0"/>
                        <a:pt x="81280" y="0"/>
                      </a:cubicBezTo>
                      <a:close/>
                      <a:moveTo>
                        <a:pt x="72390" y="72390"/>
                      </a:moveTo>
                      <a:lnTo>
                        <a:pt x="17145" y="72390"/>
                      </a:lnTo>
                      <a:lnTo>
                        <a:pt x="17145" y="17145"/>
                      </a:lnTo>
                      <a:lnTo>
                        <a:pt x="72390" y="17145"/>
                      </a:lnTo>
                      <a:lnTo>
                        <a:pt x="72390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26"/>
                <p:cNvSpPr/>
                <p:nvPr/>
              </p:nvSpPr>
              <p:spPr>
                <a:xfrm>
                  <a:off x="2943225" y="4332604"/>
                  <a:ext cx="132714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4" h="90170" extrusionOk="0">
                      <a:moveTo>
                        <a:pt x="90170" y="8890"/>
                      </a:moveTo>
                      <a:cubicBezTo>
                        <a:pt x="90170" y="3810"/>
                        <a:pt x="86360" y="0"/>
                        <a:pt x="81280" y="0"/>
                      </a:cubicBez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81280" y="90170"/>
                      </a:lnTo>
                      <a:cubicBezTo>
                        <a:pt x="86360" y="90170"/>
                        <a:pt x="90170" y="86360"/>
                        <a:pt x="90170" y="81280"/>
                      </a:cubicBezTo>
                      <a:lnTo>
                        <a:pt x="90170" y="53340"/>
                      </a:lnTo>
                      <a:lnTo>
                        <a:pt x="132715" y="53340"/>
                      </a:lnTo>
                      <a:lnTo>
                        <a:pt x="132715" y="36195"/>
                      </a:lnTo>
                      <a:lnTo>
                        <a:pt x="90170" y="36195"/>
                      </a:lnTo>
                      <a:lnTo>
                        <a:pt x="90170" y="8890"/>
                      </a:lnTo>
                      <a:close/>
                      <a:moveTo>
                        <a:pt x="73025" y="72390"/>
                      </a:moveTo>
                      <a:lnTo>
                        <a:pt x="17780" y="72390"/>
                      </a:lnTo>
                      <a:lnTo>
                        <a:pt x="17780" y="17145"/>
                      </a:lnTo>
                      <a:lnTo>
                        <a:pt x="73025" y="17145"/>
                      </a:lnTo>
                      <a:lnTo>
                        <a:pt x="7302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26"/>
                <p:cNvSpPr/>
                <p:nvPr/>
              </p:nvSpPr>
              <p:spPr>
                <a:xfrm>
                  <a:off x="3116579" y="4463415"/>
                  <a:ext cx="90170" cy="13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70" h="132714" extrusionOk="0">
                      <a:moveTo>
                        <a:pt x="81915" y="42545"/>
                      </a:moveTo>
                      <a:lnTo>
                        <a:pt x="53975" y="42545"/>
                      </a:lnTo>
                      <a:lnTo>
                        <a:pt x="53975" y="0"/>
                      </a:lnTo>
                      <a:lnTo>
                        <a:pt x="36830" y="0"/>
                      </a:lnTo>
                      <a:lnTo>
                        <a:pt x="36830" y="42545"/>
                      </a:lnTo>
                      <a:lnTo>
                        <a:pt x="8890" y="42545"/>
                      </a:lnTo>
                      <a:cubicBezTo>
                        <a:pt x="3810" y="42545"/>
                        <a:pt x="0" y="46355"/>
                        <a:pt x="0" y="51435"/>
                      </a:cubicBezTo>
                      <a:lnTo>
                        <a:pt x="0" y="123825"/>
                      </a:lnTo>
                      <a:cubicBezTo>
                        <a:pt x="0" y="128905"/>
                        <a:pt x="3810" y="132715"/>
                        <a:pt x="8890" y="132715"/>
                      </a:cubicBezTo>
                      <a:lnTo>
                        <a:pt x="81280" y="132715"/>
                      </a:lnTo>
                      <a:cubicBezTo>
                        <a:pt x="86360" y="132715"/>
                        <a:pt x="90170" y="128905"/>
                        <a:pt x="90170" y="123825"/>
                      </a:cubicBezTo>
                      <a:lnTo>
                        <a:pt x="90170" y="51435"/>
                      </a:lnTo>
                      <a:cubicBezTo>
                        <a:pt x="90170" y="46355"/>
                        <a:pt x="86360" y="42545"/>
                        <a:pt x="81915" y="42545"/>
                      </a:cubicBezTo>
                      <a:close/>
                      <a:moveTo>
                        <a:pt x="73025" y="114935"/>
                      </a:moveTo>
                      <a:lnTo>
                        <a:pt x="17780" y="114935"/>
                      </a:lnTo>
                      <a:lnTo>
                        <a:pt x="17780" y="59690"/>
                      </a:lnTo>
                      <a:lnTo>
                        <a:pt x="73025" y="59690"/>
                      </a:lnTo>
                      <a:lnTo>
                        <a:pt x="73025" y="114935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26"/>
                <p:cNvSpPr/>
                <p:nvPr/>
              </p:nvSpPr>
              <p:spPr>
                <a:xfrm>
                  <a:off x="3248025" y="4332604"/>
                  <a:ext cx="132715" cy="90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804" extrusionOk="0">
                      <a:moveTo>
                        <a:pt x="123825" y="0"/>
                      </a:moveTo>
                      <a:lnTo>
                        <a:pt x="51435" y="0"/>
                      </a:lnTo>
                      <a:cubicBezTo>
                        <a:pt x="46355" y="0"/>
                        <a:pt x="42545" y="3810"/>
                        <a:pt x="42545" y="8890"/>
                      </a:cubicBezTo>
                      <a:lnTo>
                        <a:pt x="42545" y="36830"/>
                      </a:lnTo>
                      <a:lnTo>
                        <a:pt x="0" y="36830"/>
                      </a:lnTo>
                      <a:lnTo>
                        <a:pt x="0" y="53975"/>
                      </a:lnTo>
                      <a:lnTo>
                        <a:pt x="42545" y="53975"/>
                      </a:lnTo>
                      <a:lnTo>
                        <a:pt x="42545" y="81915"/>
                      </a:lnTo>
                      <a:cubicBezTo>
                        <a:pt x="42545" y="86995"/>
                        <a:pt x="46355" y="90805"/>
                        <a:pt x="51435" y="90805"/>
                      </a:cubicBezTo>
                      <a:lnTo>
                        <a:pt x="123825" y="90805"/>
                      </a:lnTo>
                      <a:cubicBezTo>
                        <a:pt x="128905" y="90805"/>
                        <a:pt x="132715" y="86995"/>
                        <a:pt x="132715" y="81915"/>
                      </a:cubicBezTo>
                      <a:lnTo>
                        <a:pt x="132715" y="9525"/>
                      </a:lnTo>
                      <a:cubicBezTo>
                        <a:pt x="132080" y="3810"/>
                        <a:pt x="128270" y="0"/>
                        <a:pt x="123825" y="0"/>
                      </a:cubicBezTo>
                      <a:close/>
                      <a:moveTo>
                        <a:pt x="114935" y="72390"/>
                      </a:moveTo>
                      <a:lnTo>
                        <a:pt x="59690" y="72390"/>
                      </a:lnTo>
                      <a:lnTo>
                        <a:pt x="59690" y="17145"/>
                      </a:lnTo>
                      <a:lnTo>
                        <a:pt x="114935" y="17145"/>
                      </a:lnTo>
                      <a:lnTo>
                        <a:pt x="11493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9" name="Google Shape;199;p26"/>
            <p:cNvGrpSpPr/>
            <p:nvPr/>
          </p:nvGrpSpPr>
          <p:grpSpPr>
            <a:xfrm>
              <a:off x="3955730" y="1954053"/>
              <a:ext cx="326708" cy="293370"/>
              <a:chOff x="5274309" y="2380614"/>
              <a:chExt cx="435610" cy="391160"/>
            </a:xfrm>
          </p:grpSpPr>
          <p:sp>
            <p:nvSpPr>
              <p:cNvPr id="200" name="Google Shape;200;p26"/>
              <p:cNvSpPr/>
              <p:nvPr/>
            </p:nvSpPr>
            <p:spPr>
              <a:xfrm>
                <a:off x="5393054" y="2380614"/>
                <a:ext cx="1682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4" extrusionOk="0">
                    <a:moveTo>
                      <a:pt x="159385" y="107315"/>
                    </a:moveTo>
                    <a:lnTo>
                      <a:pt x="8890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90" y="0"/>
                    </a:cubicBezTo>
                    <a:lnTo>
                      <a:pt x="159385" y="0"/>
                    </a:lnTo>
                    <a:cubicBezTo>
                      <a:pt x="164465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5" y="107315"/>
                      <a:pt x="159385" y="107315"/>
                    </a:cubicBezTo>
                    <a:close/>
                    <a:moveTo>
                      <a:pt x="17145" y="90170"/>
                    </a:moveTo>
                    <a:lnTo>
                      <a:pt x="150495" y="90170"/>
                    </a:lnTo>
                    <a:lnTo>
                      <a:pt x="150495" y="17780"/>
                    </a:lnTo>
                    <a:lnTo>
                      <a:pt x="17145" y="17780"/>
                    </a:lnTo>
                    <a:lnTo>
                      <a:pt x="17145" y="90170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6"/>
              <p:cNvSpPr/>
              <p:nvPr/>
            </p:nvSpPr>
            <p:spPr>
              <a:xfrm>
                <a:off x="5462270" y="2522854"/>
                <a:ext cx="168275" cy="107315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5" extrusionOk="0">
                    <a:moveTo>
                      <a:pt x="159385" y="107315"/>
                    </a:moveTo>
                    <a:lnTo>
                      <a:pt x="8890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90" y="0"/>
                    </a:cubicBezTo>
                    <a:lnTo>
                      <a:pt x="159385" y="0"/>
                    </a:lnTo>
                    <a:cubicBezTo>
                      <a:pt x="164465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7640" y="103505"/>
                      <a:pt x="163830" y="107315"/>
                      <a:pt x="159385" y="107315"/>
                    </a:cubicBezTo>
                    <a:close/>
                    <a:moveTo>
                      <a:pt x="17145" y="89535"/>
                    </a:moveTo>
                    <a:lnTo>
                      <a:pt x="150495" y="89535"/>
                    </a:lnTo>
                    <a:lnTo>
                      <a:pt x="150495" y="17145"/>
                    </a:lnTo>
                    <a:lnTo>
                      <a:pt x="17145" y="17145"/>
                    </a:lnTo>
                    <a:lnTo>
                      <a:pt x="17145" y="89535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26"/>
              <p:cNvSpPr/>
              <p:nvPr/>
            </p:nvSpPr>
            <p:spPr>
              <a:xfrm>
                <a:off x="5393054" y="2664460"/>
                <a:ext cx="1682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4" extrusionOk="0">
                    <a:moveTo>
                      <a:pt x="159385" y="107315"/>
                    </a:moveTo>
                    <a:lnTo>
                      <a:pt x="8890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90" y="0"/>
                    </a:cubicBezTo>
                    <a:lnTo>
                      <a:pt x="159385" y="0"/>
                    </a:lnTo>
                    <a:cubicBezTo>
                      <a:pt x="164465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5" y="107315"/>
                      <a:pt x="159385" y="107315"/>
                    </a:cubicBezTo>
                    <a:close/>
                    <a:moveTo>
                      <a:pt x="17145" y="90170"/>
                    </a:moveTo>
                    <a:lnTo>
                      <a:pt x="150495" y="90170"/>
                    </a:lnTo>
                    <a:lnTo>
                      <a:pt x="150495" y="17780"/>
                    </a:lnTo>
                    <a:lnTo>
                      <a:pt x="17145" y="17780"/>
                    </a:lnTo>
                    <a:lnTo>
                      <a:pt x="17145" y="90170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26"/>
              <p:cNvSpPr/>
              <p:nvPr/>
            </p:nvSpPr>
            <p:spPr>
              <a:xfrm>
                <a:off x="5274309" y="2425700"/>
                <a:ext cx="168275" cy="20256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202564" extrusionOk="0">
                    <a:moveTo>
                      <a:pt x="116205" y="99060"/>
                    </a:moveTo>
                    <a:lnTo>
                      <a:pt x="104140" y="111125"/>
                    </a:lnTo>
                    <a:lnTo>
                      <a:pt x="135255" y="142240"/>
                    </a:lnTo>
                    <a:lnTo>
                      <a:pt x="49530" y="142240"/>
                    </a:lnTo>
                    <a:cubicBezTo>
                      <a:pt x="31750" y="142240"/>
                      <a:pt x="17145" y="127635"/>
                      <a:pt x="17145" y="109855"/>
                    </a:cubicBezTo>
                    <a:lnTo>
                      <a:pt x="17145" y="49530"/>
                    </a:lnTo>
                    <a:cubicBezTo>
                      <a:pt x="17145" y="31750"/>
                      <a:pt x="31750" y="17145"/>
                      <a:pt x="49530" y="17145"/>
                    </a:cubicBezTo>
                    <a:lnTo>
                      <a:pt x="95885" y="17145"/>
                    </a:lnTo>
                    <a:lnTo>
                      <a:pt x="95885" y="0"/>
                    </a:lnTo>
                    <a:lnTo>
                      <a:pt x="49530" y="0"/>
                    </a:lnTo>
                    <a:cubicBezTo>
                      <a:pt x="22225" y="0"/>
                      <a:pt x="0" y="22225"/>
                      <a:pt x="0" y="49530"/>
                    </a:cubicBezTo>
                    <a:lnTo>
                      <a:pt x="0" y="109855"/>
                    </a:lnTo>
                    <a:cubicBezTo>
                      <a:pt x="0" y="137160"/>
                      <a:pt x="22225" y="159385"/>
                      <a:pt x="49530" y="159385"/>
                    </a:cubicBezTo>
                    <a:lnTo>
                      <a:pt x="135255" y="159385"/>
                    </a:lnTo>
                    <a:lnTo>
                      <a:pt x="104140" y="190500"/>
                    </a:lnTo>
                    <a:lnTo>
                      <a:pt x="116205" y="202565"/>
                    </a:lnTo>
                    <a:lnTo>
                      <a:pt x="168275" y="150495"/>
                    </a:lnTo>
                    <a:lnTo>
                      <a:pt x="116205" y="99060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26"/>
              <p:cNvSpPr/>
              <p:nvPr/>
            </p:nvSpPr>
            <p:spPr>
              <a:xfrm>
                <a:off x="5581015" y="2383154"/>
                <a:ext cx="128904" cy="344170"/>
              </a:xfrm>
              <a:custGeom>
                <a:avLst/>
                <a:gdLst/>
                <a:ahLst/>
                <a:cxnLst/>
                <a:rect l="l" t="t" r="r" b="b"/>
                <a:pathLst>
                  <a:path w="128904" h="344170" extrusionOk="0">
                    <a:moveTo>
                      <a:pt x="52070" y="103505"/>
                    </a:moveTo>
                    <a:lnTo>
                      <a:pt x="64135" y="91440"/>
                    </a:lnTo>
                    <a:lnTo>
                      <a:pt x="33020" y="60325"/>
                    </a:lnTo>
                    <a:lnTo>
                      <a:pt x="79375" y="60325"/>
                    </a:lnTo>
                    <a:cubicBezTo>
                      <a:pt x="97155" y="60325"/>
                      <a:pt x="111760" y="74930"/>
                      <a:pt x="111760" y="92710"/>
                    </a:cubicBezTo>
                    <a:lnTo>
                      <a:pt x="111760" y="294640"/>
                    </a:lnTo>
                    <a:cubicBezTo>
                      <a:pt x="111760" y="312420"/>
                      <a:pt x="97155" y="327025"/>
                      <a:pt x="79375" y="327025"/>
                    </a:cubicBezTo>
                    <a:lnTo>
                      <a:pt x="3175" y="327025"/>
                    </a:lnTo>
                    <a:lnTo>
                      <a:pt x="3175" y="344170"/>
                    </a:lnTo>
                    <a:lnTo>
                      <a:pt x="79375" y="344170"/>
                    </a:lnTo>
                    <a:cubicBezTo>
                      <a:pt x="106680" y="344170"/>
                      <a:pt x="128905" y="321945"/>
                      <a:pt x="128905" y="294640"/>
                    </a:cubicBezTo>
                    <a:lnTo>
                      <a:pt x="128905" y="92710"/>
                    </a:lnTo>
                    <a:cubicBezTo>
                      <a:pt x="128905" y="65405"/>
                      <a:pt x="106680" y="43180"/>
                      <a:pt x="79375" y="43180"/>
                    </a:cubicBezTo>
                    <a:lnTo>
                      <a:pt x="33020" y="43180"/>
                    </a:lnTo>
                    <a:lnTo>
                      <a:pt x="64135" y="12065"/>
                    </a:lnTo>
                    <a:lnTo>
                      <a:pt x="52070" y="0"/>
                    </a:lnTo>
                    <a:lnTo>
                      <a:pt x="0" y="52070"/>
                    </a:lnTo>
                    <a:lnTo>
                      <a:pt x="52070" y="103505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26"/>
            <p:cNvGrpSpPr/>
            <p:nvPr/>
          </p:nvGrpSpPr>
          <p:grpSpPr>
            <a:xfrm>
              <a:off x="2694545" y="1954768"/>
              <a:ext cx="307332" cy="330279"/>
              <a:chOff x="3592729" y="2381567"/>
              <a:chExt cx="409776" cy="440372"/>
            </a:xfrm>
          </p:grpSpPr>
          <p:sp>
            <p:nvSpPr>
              <p:cNvPr id="206" name="Google Shape;206;p26"/>
              <p:cNvSpPr/>
              <p:nvPr/>
            </p:nvSpPr>
            <p:spPr>
              <a:xfrm>
                <a:off x="3637915" y="2477770"/>
                <a:ext cx="213359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252729" extrusionOk="0">
                    <a:moveTo>
                      <a:pt x="97790" y="234950"/>
                    </a:moveTo>
                    <a:cubicBezTo>
                      <a:pt x="45720" y="233045"/>
                      <a:pt x="17780" y="217805"/>
                      <a:pt x="17780" y="209550"/>
                    </a:cubicBezTo>
                    <a:lnTo>
                      <a:pt x="17780" y="178435"/>
                    </a:lnTo>
                    <a:cubicBezTo>
                      <a:pt x="36195" y="189230"/>
                      <a:pt x="66675" y="195580"/>
                      <a:pt x="97790" y="196850"/>
                    </a:cubicBezTo>
                    <a:lnTo>
                      <a:pt x="97790" y="179705"/>
                    </a:lnTo>
                    <a:cubicBezTo>
                      <a:pt x="45720" y="177800"/>
                      <a:pt x="17780" y="162560"/>
                      <a:pt x="17780" y="154305"/>
                    </a:cubicBezTo>
                    <a:lnTo>
                      <a:pt x="17780" y="123190"/>
                    </a:lnTo>
                    <a:cubicBezTo>
                      <a:pt x="36195" y="133985"/>
                      <a:pt x="66675" y="140335"/>
                      <a:pt x="97790" y="141605"/>
                    </a:cubicBezTo>
                    <a:lnTo>
                      <a:pt x="97790" y="134620"/>
                    </a:lnTo>
                    <a:cubicBezTo>
                      <a:pt x="97790" y="130810"/>
                      <a:pt x="98425" y="127635"/>
                      <a:pt x="100330" y="123825"/>
                    </a:cubicBezTo>
                    <a:cubicBezTo>
                      <a:pt x="46990" y="122555"/>
                      <a:pt x="17780" y="106680"/>
                      <a:pt x="17780" y="98425"/>
                    </a:cubicBezTo>
                    <a:lnTo>
                      <a:pt x="17780" y="67310"/>
                    </a:lnTo>
                    <a:cubicBezTo>
                      <a:pt x="38100" y="79375"/>
                      <a:pt x="72390" y="85725"/>
                      <a:pt x="106680" y="85725"/>
                    </a:cubicBezTo>
                    <a:cubicBezTo>
                      <a:pt x="140970" y="85725"/>
                      <a:pt x="175895" y="79375"/>
                      <a:pt x="195580" y="67310"/>
                    </a:cubicBezTo>
                    <a:lnTo>
                      <a:pt x="195580" y="91440"/>
                    </a:lnTo>
                    <a:cubicBezTo>
                      <a:pt x="198755" y="91440"/>
                      <a:pt x="201295" y="91440"/>
                      <a:pt x="204470" y="91440"/>
                    </a:cubicBezTo>
                    <a:cubicBezTo>
                      <a:pt x="207645" y="91440"/>
                      <a:pt x="210185" y="91440"/>
                      <a:pt x="213360" y="91440"/>
                    </a:cubicBezTo>
                    <a:lnTo>
                      <a:pt x="213360" y="42545"/>
                    </a:lnTo>
                    <a:cubicBezTo>
                      <a:pt x="213360" y="14605"/>
                      <a:pt x="160020" y="0"/>
                      <a:pt x="106680" y="0"/>
                    </a:cubicBezTo>
                    <a:cubicBezTo>
                      <a:pt x="53975" y="0"/>
                      <a:pt x="0" y="14605"/>
                      <a:pt x="0" y="42545"/>
                    </a:cubicBezTo>
                    <a:lnTo>
                      <a:pt x="0" y="210185"/>
                    </a:lnTo>
                    <a:cubicBezTo>
                      <a:pt x="0" y="236855"/>
                      <a:pt x="47625" y="251460"/>
                      <a:pt x="97155" y="252730"/>
                    </a:cubicBezTo>
                    <a:lnTo>
                      <a:pt x="97155" y="234950"/>
                    </a:lnTo>
                    <a:close/>
                    <a:moveTo>
                      <a:pt x="107315" y="16510"/>
                    </a:moveTo>
                    <a:cubicBezTo>
                      <a:pt x="165100" y="16510"/>
                      <a:pt x="196215" y="33020"/>
                      <a:pt x="196215" y="41910"/>
                    </a:cubicBezTo>
                    <a:cubicBezTo>
                      <a:pt x="196215" y="50800"/>
                      <a:pt x="165100" y="67310"/>
                      <a:pt x="107315" y="67310"/>
                    </a:cubicBezTo>
                    <a:cubicBezTo>
                      <a:pt x="49530" y="67310"/>
                      <a:pt x="18415" y="50800"/>
                      <a:pt x="18415" y="41910"/>
                    </a:cubicBezTo>
                    <a:cubicBezTo>
                      <a:pt x="18415" y="33020"/>
                      <a:pt x="49530" y="16510"/>
                      <a:pt x="107315" y="1651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6"/>
              <p:cNvSpPr/>
              <p:nvPr/>
            </p:nvSpPr>
            <p:spPr>
              <a:xfrm>
                <a:off x="3592729" y="2381567"/>
                <a:ext cx="409776" cy="105828"/>
              </a:xfrm>
              <a:custGeom>
                <a:avLst/>
                <a:gdLst/>
                <a:ahLst/>
                <a:cxnLst/>
                <a:rect l="l" t="t" r="r" b="b"/>
                <a:pathLst>
                  <a:path w="409776" h="105828" extrusionOk="0">
                    <a:moveTo>
                      <a:pt x="8991" y="105728"/>
                    </a:moveTo>
                    <a:cubicBezTo>
                      <a:pt x="5816" y="105728"/>
                      <a:pt x="2641" y="103822"/>
                      <a:pt x="736" y="100647"/>
                    </a:cubicBezTo>
                    <a:cubicBezTo>
                      <a:pt x="-1170" y="96203"/>
                      <a:pt x="736" y="91122"/>
                      <a:pt x="5180" y="89218"/>
                    </a:cubicBezTo>
                    <a:lnTo>
                      <a:pt x="201396" y="953"/>
                    </a:lnTo>
                    <a:cubicBezTo>
                      <a:pt x="203936" y="-318"/>
                      <a:pt x="206475" y="-318"/>
                      <a:pt x="208380" y="953"/>
                    </a:cubicBezTo>
                    <a:lnTo>
                      <a:pt x="404596" y="89218"/>
                    </a:lnTo>
                    <a:cubicBezTo>
                      <a:pt x="409041" y="91122"/>
                      <a:pt x="410946" y="96203"/>
                      <a:pt x="409041" y="100647"/>
                    </a:cubicBezTo>
                    <a:cubicBezTo>
                      <a:pt x="407136" y="105093"/>
                      <a:pt x="402055" y="106997"/>
                      <a:pt x="397611" y="105093"/>
                    </a:cubicBezTo>
                    <a:lnTo>
                      <a:pt x="205205" y="18097"/>
                    </a:lnTo>
                    <a:lnTo>
                      <a:pt x="12800" y="105093"/>
                    </a:lnTo>
                    <a:cubicBezTo>
                      <a:pt x="11530" y="105093"/>
                      <a:pt x="10261" y="105728"/>
                      <a:pt x="8991" y="105728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26"/>
              <p:cNvSpPr/>
              <p:nvPr/>
            </p:nvSpPr>
            <p:spPr>
              <a:xfrm>
                <a:off x="3735704" y="2567939"/>
                <a:ext cx="213365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13365" h="254000" extrusionOk="0">
                    <a:moveTo>
                      <a:pt x="106680" y="0"/>
                    </a:moveTo>
                    <a:cubicBezTo>
                      <a:pt x="53340" y="0"/>
                      <a:pt x="0" y="14605"/>
                      <a:pt x="0" y="43180"/>
                    </a:cubicBezTo>
                    <a:lnTo>
                      <a:pt x="0" y="210820"/>
                    </a:lnTo>
                    <a:cubicBezTo>
                      <a:pt x="0" y="239395"/>
                      <a:pt x="53975" y="254000"/>
                      <a:pt x="106680" y="254000"/>
                    </a:cubicBezTo>
                    <a:cubicBezTo>
                      <a:pt x="159385" y="254000"/>
                      <a:pt x="213360" y="239395"/>
                      <a:pt x="213360" y="210820"/>
                    </a:cubicBezTo>
                    <a:lnTo>
                      <a:pt x="213360" y="43180"/>
                    </a:lnTo>
                    <a:cubicBezTo>
                      <a:pt x="213995" y="15240"/>
                      <a:pt x="160020" y="0"/>
                      <a:pt x="106680" y="0"/>
                    </a:cubicBezTo>
                    <a:close/>
                    <a:moveTo>
                      <a:pt x="106680" y="18415"/>
                    </a:moveTo>
                    <a:cubicBezTo>
                      <a:pt x="163830" y="18415"/>
                      <a:pt x="195580" y="34925"/>
                      <a:pt x="195580" y="43180"/>
                    </a:cubicBezTo>
                    <a:cubicBezTo>
                      <a:pt x="195580" y="51435"/>
                      <a:pt x="164465" y="67945"/>
                      <a:pt x="106680" y="67945"/>
                    </a:cubicBezTo>
                    <a:cubicBezTo>
                      <a:pt x="48895" y="67945"/>
                      <a:pt x="17780" y="51435"/>
                      <a:pt x="17780" y="43180"/>
                    </a:cubicBezTo>
                    <a:cubicBezTo>
                      <a:pt x="18415" y="34925"/>
                      <a:pt x="49530" y="18415"/>
                      <a:pt x="106680" y="18415"/>
                    </a:cubicBezTo>
                    <a:close/>
                    <a:moveTo>
                      <a:pt x="106680" y="236220"/>
                    </a:moveTo>
                    <a:cubicBezTo>
                      <a:pt x="49530" y="236220"/>
                      <a:pt x="17780" y="219710"/>
                      <a:pt x="17780" y="211455"/>
                    </a:cubicBezTo>
                    <a:lnTo>
                      <a:pt x="17780" y="180975"/>
                    </a:lnTo>
                    <a:cubicBezTo>
                      <a:pt x="38100" y="193040"/>
                      <a:pt x="72390" y="198755"/>
                      <a:pt x="106680" y="198755"/>
                    </a:cubicBezTo>
                    <a:cubicBezTo>
                      <a:pt x="140970" y="198755"/>
                      <a:pt x="175260" y="192405"/>
                      <a:pt x="195580" y="180975"/>
                    </a:cubicBezTo>
                    <a:lnTo>
                      <a:pt x="195580" y="211455"/>
                    </a:lnTo>
                    <a:cubicBezTo>
                      <a:pt x="195580" y="219710"/>
                      <a:pt x="164465" y="236220"/>
                      <a:pt x="106680" y="236220"/>
                    </a:cubicBezTo>
                    <a:close/>
                    <a:moveTo>
                      <a:pt x="106680" y="180340"/>
                    </a:moveTo>
                    <a:cubicBezTo>
                      <a:pt x="49530" y="180340"/>
                      <a:pt x="17780" y="163830"/>
                      <a:pt x="17780" y="155575"/>
                    </a:cubicBezTo>
                    <a:lnTo>
                      <a:pt x="17780" y="124460"/>
                    </a:lnTo>
                    <a:cubicBezTo>
                      <a:pt x="38100" y="136525"/>
                      <a:pt x="72390" y="142240"/>
                      <a:pt x="106680" y="142240"/>
                    </a:cubicBezTo>
                    <a:cubicBezTo>
                      <a:pt x="140970" y="142240"/>
                      <a:pt x="175260" y="135890"/>
                      <a:pt x="195580" y="124460"/>
                    </a:cubicBezTo>
                    <a:lnTo>
                      <a:pt x="195580" y="154940"/>
                    </a:lnTo>
                    <a:cubicBezTo>
                      <a:pt x="195580" y="163830"/>
                      <a:pt x="164465" y="180340"/>
                      <a:pt x="106680" y="180340"/>
                    </a:cubicBezTo>
                    <a:close/>
                    <a:moveTo>
                      <a:pt x="106680" y="124460"/>
                    </a:moveTo>
                    <a:cubicBezTo>
                      <a:pt x="49530" y="124460"/>
                      <a:pt x="17780" y="107950"/>
                      <a:pt x="17780" y="99695"/>
                    </a:cubicBezTo>
                    <a:lnTo>
                      <a:pt x="17780" y="69215"/>
                    </a:lnTo>
                    <a:cubicBezTo>
                      <a:pt x="38100" y="81280"/>
                      <a:pt x="72390" y="86995"/>
                      <a:pt x="106680" y="86995"/>
                    </a:cubicBezTo>
                    <a:cubicBezTo>
                      <a:pt x="140970" y="86995"/>
                      <a:pt x="175260" y="80645"/>
                      <a:pt x="195580" y="69215"/>
                    </a:cubicBezTo>
                    <a:lnTo>
                      <a:pt x="195580" y="99695"/>
                    </a:lnTo>
                    <a:cubicBezTo>
                      <a:pt x="195580" y="107950"/>
                      <a:pt x="164465" y="124460"/>
                      <a:pt x="106680" y="124460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" name="Google Shape;209;p26"/>
            <p:cNvSpPr/>
            <p:nvPr/>
          </p:nvSpPr>
          <p:spPr>
            <a:xfrm>
              <a:off x="4714874" y="1859280"/>
              <a:ext cx="3524250" cy="762000"/>
            </a:xfrm>
            <a:custGeom>
              <a:avLst/>
              <a:gdLst/>
              <a:ahLst/>
              <a:cxnLst/>
              <a:rect l="l" t="t" r="r" b="b"/>
              <a:pathLst>
                <a:path w="4699000" h="1016000" extrusionOk="0">
                  <a:moveTo>
                    <a:pt x="0" y="0"/>
                  </a:moveTo>
                  <a:lnTo>
                    <a:pt x="4699000" y="0"/>
                  </a:lnTo>
                  <a:lnTo>
                    <a:pt x="4699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 rot="5400000">
              <a:off x="5572123" y="2335529"/>
              <a:ext cx="762000" cy="2476500"/>
            </a:xfrm>
            <a:custGeom>
              <a:avLst/>
              <a:gdLst/>
              <a:ahLst/>
              <a:cxnLst/>
              <a:rect l="l" t="t" r="r" b="b"/>
              <a:pathLst>
                <a:path w="1016000" h="3302000" extrusionOk="0">
                  <a:moveTo>
                    <a:pt x="0" y="0"/>
                  </a:moveTo>
                  <a:lnTo>
                    <a:pt x="1016000" y="0"/>
                  </a:lnTo>
                  <a:lnTo>
                    <a:pt x="10160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1" name="Google Shape;211;p26"/>
            <p:cNvGrpSpPr/>
            <p:nvPr/>
          </p:nvGrpSpPr>
          <p:grpSpPr>
            <a:xfrm>
              <a:off x="6017417" y="3288030"/>
              <a:ext cx="328136" cy="327659"/>
              <a:chOff x="8023225" y="4159250"/>
              <a:chExt cx="437515" cy="436879"/>
            </a:xfrm>
          </p:grpSpPr>
          <p:sp>
            <p:nvSpPr>
              <p:cNvPr id="212" name="Google Shape;212;p26"/>
              <p:cNvSpPr/>
              <p:nvPr/>
            </p:nvSpPr>
            <p:spPr>
              <a:xfrm>
                <a:off x="8171815" y="430784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 extrusionOk="0">
                    <a:moveTo>
                      <a:pt x="69850" y="139700"/>
                    </a:moveTo>
                    <a:cubicBezTo>
                      <a:pt x="31750" y="139700"/>
                      <a:pt x="0" y="108585"/>
                      <a:pt x="0" y="69850"/>
                    </a:cubicBezTo>
                    <a:cubicBezTo>
                      <a:pt x="0" y="31750"/>
                      <a:pt x="31115" y="0"/>
                      <a:pt x="69850" y="0"/>
                    </a:cubicBezTo>
                    <a:cubicBezTo>
                      <a:pt x="108585" y="0"/>
                      <a:pt x="139700" y="31115"/>
                      <a:pt x="139700" y="69850"/>
                    </a:cubicBezTo>
                    <a:cubicBezTo>
                      <a:pt x="139700" y="107950"/>
                      <a:pt x="108585" y="139700"/>
                      <a:pt x="69850" y="139700"/>
                    </a:cubicBezTo>
                    <a:close/>
                    <a:moveTo>
                      <a:pt x="69850" y="17780"/>
                    </a:moveTo>
                    <a:cubicBezTo>
                      <a:pt x="41275" y="17780"/>
                      <a:pt x="17780" y="41275"/>
                      <a:pt x="17780" y="69850"/>
                    </a:cubicBezTo>
                    <a:cubicBezTo>
                      <a:pt x="17780" y="98425"/>
                      <a:pt x="41275" y="121920"/>
                      <a:pt x="69850" y="121920"/>
                    </a:cubicBezTo>
                    <a:cubicBezTo>
                      <a:pt x="98425" y="121920"/>
                      <a:pt x="121920" y="98425"/>
                      <a:pt x="121920" y="69850"/>
                    </a:cubicBezTo>
                    <a:cubicBezTo>
                      <a:pt x="122555" y="41275"/>
                      <a:pt x="99060" y="17780"/>
                      <a:pt x="69850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3" name="Google Shape;213;p26"/>
              <p:cNvGrpSpPr/>
              <p:nvPr/>
            </p:nvGrpSpPr>
            <p:grpSpPr>
              <a:xfrm>
                <a:off x="8023225" y="4159250"/>
                <a:ext cx="437515" cy="436879"/>
                <a:chOff x="8023225" y="4159250"/>
                <a:chExt cx="437515" cy="436879"/>
              </a:xfrm>
            </p:grpSpPr>
            <p:sp>
              <p:nvSpPr>
                <p:cNvPr id="214" name="Google Shape;214;p26"/>
                <p:cNvSpPr/>
                <p:nvPr/>
              </p:nvSpPr>
              <p:spPr>
                <a:xfrm>
                  <a:off x="8197215" y="4159250"/>
                  <a:ext cx="90804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04" h="132715" extrusionOk="0">
                      <a:moveTo>
                        <a:pt x="81280" y="0"/>
                      </a:move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36830" y="90170"/>
                      </a:lnTo>
                      <a:lnTo>
                        <a:pt x="36830" y="132715"/>
                      </a:lnTo>
                      <a:lnTo>
                        <a:pt x="53975" y="132715"/>
                      </a:lnTo>
                      <a:lnTo>
                        <a:pt x="53975" y="90170"/>
                      </a:lnTo>
                      <a:lnTo>
                        <a:pt x="81915" y="90170"/>
                      </a:lnTo>
                      <a:cubicBezTo>
                        <a:pt x="86995" y="90170"/>
                        <a:pt x="90805" y="86360"/>
                        <a:pt x="90805" y="81280"/>
                      </a:cubicBezTo>
                      <a:lnTo>
                        <a:pt x="90805" y="8890"/>
                      </a:lnTo>
                      <a:cubicBezTo>
                        <a:pt x="89535" y="3810"/>
                        <a:pt x="85725" y="0"/>
                        <a:pt x="81280" y="0"/>
                      </a:cubicBezTo>
                      <a:close/>
                      <a:moveTo>
                        <a:pt x="72390" y="72390"/>
                      </a:moveTo>
                      <a:lnTo>
                        <a:pt x="17145" y="72390"/>
                      </a:lnTo>
                      <a:lnTo>
                        <a:pt x="17145" y="17145"/>
                      </a:lnTo>
                      <a:lnTo>
                        <a:pt x="72390" y="17145"/>
                      </a:lnTo>
                      <a:lnTo>
                        <a:pt x="72390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26"/>
                <p:cNvSpPr/>
                <p:nvPr/>
              </p:nvSpPr>
              <p:spPr>
                <a:xfrm>
                  <a:off x="8023225" y="4332604"/>
                  <a:ext cx="132715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170" extrusionOk="0">
                      <a:moveTo>
                        <a:pt x="90170" y="8890"/>
                      </a:moveTo>
                      <a:cubicBezTo>
                        <a:pt x="90170" y="3810"/>
                        <a:pt x="86360" y="0"/>
                        <a:pt x="81280" y="0"/>
                      </a:cubicBez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81280" y="90170"/>
                      </a:lnTo>
                      <a:cubicBezTo>
                        <a:pt x="86360" y="90170"/>
                        <a:pt x="90170" y="86360"/>
                        <a:pt x="90170" y="81280"/>
                      </a:cubicBezTo>
                      <a:lnTo>
                        <a:pt x="90170" y="53340"/>
                      </a:lnTo>
                      <a:lnTo>
                        <a:pt x="132715" y="53340"/>
                      </a:lnTo>
                      <a:lnTo>
                        <a:pt x="132715" y="36195"/>
                      </a:lnTo>
                      <a:lnTo>
                        <a:pt x="90170" y="36195"/>
                      </a:lnTo>
                      <a:lnTo>
                        <a:pt x="90170" y="8890"/>
                      </a:lnTo>
                      <a:close/>
                      <a:moveTo>
                        <a:pt x="73025" y="72390"/>
                      </a:moveTo>
                      <a:lnTo>
                        <a:pt x="17780" y="72390"/>
                      </a:lnTo>
                      <a:lnTo>
                        <a:pt x="17780" y="17145"/>
                      </a:lnTo>
                      <a:lnTo>
                        <a:pt x="73025" y="17145"/>
                      </a:lnTo>
                      <a:lnTo>
                        <a:pt x="7302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26"/>
                <p:cNvSpPr/>
                <p:nvPr/>
              </p:nvSpPr>
              <p:spPr>
                <a:xfrm>
                  <a:off x="8196580" y="4463415"/>
                  <a:ext cx="90169" cy="13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69" h="132714" extrusionOk="0">
                      <a:moveTo>
                        <a:pt x="81914" y="42545"/>
                      </a:moveTo>
                      <a:lnTo>
                        <a:pt x="53975" y="42545"/>
                      </a:lnTo>
                      <a:lnTo>
                        <a:pt x="53975" y="0"/>
                      </a:lnTo>
                      <a:lnTo>
                        <a:pt x="36830" y="0"/>
                      </a:lnTo>
                      <a:lnTo>
                        <a:pt x="36830" y="42545"/>
                      </a:lnTo>
                      <a:lnTo>
                        <a:pt x="8889" y="42545"/>
                      </a:lnTo>
                      <a:cubicBezTo>
                        <a:pt x="3810" y="42545"/>
                        <a:pt x="0" y="46355"/>
                        <a:pt x="0" y="51435"/>
                      </a:cubicBezTo>
                      <a:lnTo>
                        <a:pt x="0" y="123825"/>
                      </a:lnTo>
                      <a:cubicBezTo>
                        <a:pt x="0" y="128905"/>
                        <a:pt x="3810" y="132715"/>
                        <a:pt x="8889" y="132715"/>
                      </a:cubicBezTo>
                      <a:lnTo>
                        <a:pt x="81280" y="132715"/>
                      </a:lnTo>
                      <a:cubicBezTo>
                        <a:pt x="86360" y="132715"/>
                        <a:pt x="90170" y="128905"/>
                        <a:pt x="90170" y="123825"/>
                      </a:cubicBezTo>
                      <a:lnTo>
                        <a:pt x="90170" y="51435"/>
                      </a:lnTo>
                      <a:cubicBezTo>
                        <a:pt x="90170" y="46355"/>
                        <a:pt x="86360" y="42545"/>
                        <a:pt x="81914" y="42545"/>
                      </a:cubicBezTo>
                      <a:close/>
                      <a:moveTo>
                        <a:pt x="73025" y="114935"/>
                      </a:moveTo>
                      <a:lnTo>
                        <a:pt x="17780" y="114935"/>
                      </a:lnTo>
                      <a:lnTo>
                        <a:pt x="17780" y="59690"/>
                      </a:lnTo>
                      <a:lnTo>
                        <a:pt x="73025" y="59690"/>
                      </a:lnTo>
                      <a:lnTo>
                        <a:pt x="73025" y="114935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26"/>
                <p:cNvSpPr/>
                <p:nvPr/>
              </p:nvSpPr>
              <p:spPr>
                <a:xfrm>
                  <a:off x="8328025" y="4332604"/>
                  <a:ext cx="132715" cy="90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804" extrusionOk="0">
                      <a:moveTo>
                        <a:pt x="123825" y="0"/>
                      </a:moveTo>
                      <a:lnTo>
                        <a:pt x="51435" y="0"/>
                      </a:lnTo>
                      <a:cubicBezTo>
                        <a:pt x="46355" y="0"/>
                        <a:pt x="42545" y="3810"/>
                        <a:pt x="42545" y="8890"/>
                      </a:cubicBezTo>
                      <a:lnTo>
                        <a:pt x="42545" y="36830"/>
                      </a:lnTo>
                      <a:lnTo>
                        <a:pt x="0" y="36830"/>
                      </a:lnTo>
                      <a:lnTo>
                        <a:pt x="0" y="53975"/>
                      </a:lnTo>
                      <a:lnTo>
                        <a:pt x="42545" y="53975"/>
                      </a:lnTo>
                      <a:lnTo>
                        <a:pt x="42545" y="81915"/>
                      </a:lnTo>
                      <a:cubicBezTo>
                        <a:pt x="42545" y="86995"/>
                        <a:pt x="46355" y="90805"/>
                        <a:pt x="51435" y="90805"/>
                      </a:cubicBezTo>
                      <a:lnTo>
                        <a:pt x="123825" y="90805"/>
                      </a:lnTo>
                      <a:cubicBezTo>
                        <a:pt x="128905" y="90805"/>
                        <a:pt x="132715" y="86995"/>
                        <a:pt x="132715" y="81915"/>
                      </a:cubicBezTo>
                      <a:lnTo>
                        <a:pt x="132715" y="9525"/>
                      </a:lnTo>
                      <a:cubicBezTo>
                        <a:pt x="132080" y="3810"/>
                        <a:pt x="128270" y="0"/>
                        <a:pt x="123825" y="0"/>
                      </a:cubicBezTo>
                      <a:close/>
                      <a:moveTo>
                        <a:pt x="114935" y="72390"/>
                      </a:moveTo>
                      <a:lnTo>
                        <a:pt x="59690" y="72390"/>
                      </a:lnTo>
                      <a:lnTo>
                        <a:pt x="59690" y="17145"/>
                      </a:lnTo>
                      <a:lnTo>
                        <a:pt x="114935" y="17145"/>
                      </a:lnTo>
                      <a:lnTo>
                        <a:pt x="11493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8" name="Google Shape;218;p26"/>
            <p:cNvGrpSpPr/>
            <p:nvPr/>
          </p:nvGrpSpPr>
          <p:grpSpPr>
            <a:xfrm>
              <a:off x="7670480" y="1954053"/>
              <a:ext cx="326707" cy="293370"/>
              <a:chOff x="10227309" y="2380614"/>
              <a:chExt cx="435610" cy="391160"/>
            </a:xfrm>
          </p:grpSpPr>
          <p:sp>
            <p:nvSpPr>
              <p:cNvPr id="219" name="Google Shape;219;p26"/>
              <p:cNvSpPr/>
              <p:nvPr/>
            </p:nvSpPr>
            <p:spPr>
              <a:xfrm>
                <a:off x="10346055" y="2380614"/>
                <a:ext cx="1682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4" extrusionOk="0">
                    <a:moveTo>
                      <a:pt x="159385" y="107315"/>
                    </a:moveTo>
                    <a:lnTo>
                      <a:pt x="8889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89" y="0"/>
                    </a:cubicBezTo>
                    <a:lnTo>
                      <a:pt x="159385" y="0"/>
                    </a:lnTo>
                    <a:cubicBezTo>
                      <a:pt x="164464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4" y="107315"/>
                      <a:pt x="159385" y="107315"/>
                    </a:cubicBezTo>
                    <a:close/>
                    <a:moveTo>
                      <a:pt x="17145" y="90170"/>
                    </a:moveTo>
                    <a:lnTo>
                      <a:pt x="150495" y="90170"/>
                    </a:lnTo>
                    <a:lnTo>
                      <a:pt x="150495" y="17780"/>
                    </a:lnTo>
                    <a:lnTo>
                      <a:pt x="17145" y="17780"/>
                    </a:lnTo>
                    <a:lnTo>
                      <a:pt x="17145" y="90170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26"/>
              <p:cNvSpPr/>
              <p:nvPr/>
            </p:nvSpPr>
            <p:spPr>
              <a:xfrm>
                <a:off x="10415269" y="2522854"/>
                <a:ext cx="168275" cy="107315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5" extrusionOk="0">
                    <a:moveTo>
                      <a:pt x="159386" y="107315"/>
                    </a:moveTo>
                    <a:lnTo>
                      <a:pt x="8890" y="107315"/>
                    </a:lnTo>
                    <a:cubicBezTo>
                      <a:pt x="3811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1" y="0"/>
                      <a:pt x="8890" y="0"/>
                    </a:cubicBezTo>
                    <a:lnTo>
                      <a:pt x="159386" y="0"/>
                    </a:lnTo>
                    <a:cubicBezTo>
                      <a:pt x="164465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7640" y="103505"/>
                      <a:pt x="163830" y="107315"/>
                      <a:pt x="159386" y="107315"/>
                    </a:cubicBezTo>
                    <a:close/>
                    <a:moveTo>
                      <a:pt x="17145" y="89535"/>
                    </a:moveTo>
                    <a:lnTo>
                      <a:pt x="150495" y="89535"/>
                    </a:lnTo>
                    <a:lnTo>
                      <a:pt x="150495" y="17145"/>
                    </a:lnTo>
                    <a:lnTo>
                      <a:pt x="17145" y="17145"/>
                    </a:lnTo>
                    <a:lnTo>
                      <a:pt x="17145" y="89535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26"/>
              <p:cNvSpPr/>
              <p:nvPr/>
            </p:nvSpPr>
            <p:spPr>
              <a:xfrm>
                <a:off x="10346055" y="2664460"/>
                <a:ext cx="1682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4" extrusionOk="0">
                    <a:moveTo>
                      <a:pt x="159385" y="107315"/>
                    </a:moveTo>
                    <a:lnTo>
                      <a:pt x="8889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89" y="0"/>
                    </a:cubicBezTo>
                    <a:lnTo>
                      <a:pt x="159385" y="0"/>
                    </a:lnTo>
                    <a:cubicBezTo>
                      <a:pt x="164464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4" y="107315"/>
                      <a:pt x="159385" y="107315"/>
                    </a:cubicBezTo>
                    <a:close/>
                    <a:moveTo>
                      <a:pt x="17145" y="90170"/>
                    </a:moveTo>
                    <a:lnTo>
                      <a:pt x="150495" y="90170"/>
                    </a:lnTo>
                    <a:lnTo>
                      <a:pt x="150495" y="17780"/>
                    </a:lnTo>
                    <a:lnTo>
                      <a:pt x="17145" y="17780"/>
                    </a:lnTo>
                    <a:lnTo>
                      <a:pt x="17145" y="90170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26"/>
              <p:cNvSpPr/>
              <p:nvPr/>
            </p:nvSpPr>
            <p:spPr>
              <a:xfrm>
                <a:off x="10227309" y="2425700"/>
                <a:ext cx="168275" cy="20256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202564" extrusionOk="0">
                    <a:moveTo>
                      <a:pt x="116205" y="99060"/>
                    </a:moveTo>
                    <a:lnTo>
                      <a:pt x="104140" y="111125"/>
                    </a:lnTo>
                    <a:lnTo>
                      <a:pt x="135255" y="142240"/>
                    </a:lnTo>
                    <a:lnTo>
                      <a:pt x="49530" y="142240"/>
                    </a:lnTo>
                    <a:cubicBezTo>
                      <a:pt x="31750" y="142240"/>
                      <a:pt x="17145" y="127635"/>
                      <a:pt x="17145" y="109855"/>
                    </a:cubicBezTo>
                    <a:lnTo>
                      <a:pt x="17145" y="49530"/>
                    </a:lnTo>
                    <a:cubicBezTo>
                      <a:pt x="17145" y="31750"/>
                      <a:pt x="31750" y="17145"/>
                      <a:pt x="49530" y="17145"/>
                    </a:cubicBezTo>
                    <a:lnTo>
                      <a:pt x="95885" y="17145"/>
                    </a:lnTo>
                    <a:lnTo>
                      <a:pt x="95885" y="0"/>
                    </a:lnTo>
                    <a:lnTo>
                      <a:pt x="49530" y="0"/>
                    </a:lnTo>
                    <a:cubicBezTo>
                      <a:pt x="22225" y="0"/>
                      <a:pt x="0" y="22225"/>
                      <a:pt x="0" y="49530"/>
                    </a:cubicBezTo>
                    <a:lnTo>
                      <a:pt x="0" y="109855"/>
                    </a:lnTo>
                    <a:cubicBezTo>
                      <a:pt x="0" y="137160"/>
                      <a:pt x="22225" y="159385"/>
                      <a:pt x="49530" y="159385"/>
                    </a:cubicBezTo>
                    <a:lnTo>
                      <a:pt x="135255" y="159385"/>
                    </a:lnTo>
                    <a:lnTo>
                      <a:pt x="104140" y="190500"/>
                    </a:lnTo>
                    <a:lnTo>
                      <a:pt x="116205" y="202565"/>
                    </a:lnTo>
                    <a:lnTo>
                      <a:pt x="168275" y="150495"/>
                    </a:lnTo>
                    <a:lnTo>
                      <a:pt x="116205" y="99060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26"/>
              <p:cNvSpPr/>
              <p:nvPr/>
            </p:nvSpPr>
            <p:spPr>
              <a:xfrm>
                <a:off x="10534015" y="2383154"/>
                <a:ext cx="128904" cy="344170"/>
              </a:xfrm>
              <a:custGeom>
                <a:avLst/>
                <a:gdLst/>
                <a:ahLst/>
                <a:cxnLst/>
                <a:rect l="l" t="t" r="r" b="b"/>
                <a:pathLst>
                  <a:path w="128904" h="344170" extrusionOk="0">
                    <a:moveTo>
                      <a:pt x="52070" y="103505"/>
                    </a:moveTo>
                    <a:lnTo>
                      <a:pt x="64135" y="91440"/>
                    </a:lnTo>
                    <a:lnTo>
                      <a:pt x="33020" y="60325"/>
                    </a:lnTo>
                    <a:lnTo>
                      <a:pt x="79375" y="60325"/>
                    </a:lnTo>
                    <a:cubicBezTo>
                      <a:pt x="97155" y="60325"/>
                      <a:pt x="111760" y="74930"/>
                      <a:pt x="111760" y="92710"/>
                    </a:cubicBezTo>
                    <a:lnTo>
                      <a:pt x="111760" y="294640"/>
                    </a:lnTo>
                    <a:cubicBezTo>
                      <a:pt x="111760" y="312420"/>
                      <a:pt x="97155" y="327025"/>
                      <a:pt x="79375" y="327025"/>
                    </a:cubicBezTo>
                    <a:lnTo>
                      <a:pt x="3175" y="327025"/>
                    </a:lnTo>
                    <a:lnTo>
                      <a:pt x="3175" y="344170"/>
                    </a:lnTo>
                    <a:lnTo>
                      <a:pt x="79375" y="344170"/>
                    </a:lnTo>
                    <a:cubicBezTo>
                      <a:pt x="106680" y="344170"/>
                      <a:pt x="128905" y="321945"/>
                      <a:pt x="128905" y="294640"/>
                    </a:cubicBezTo>
                    <a:lnTo>
                      <a:pt x="128905" y="92710"/>
                    </a:lnTo>
                    <a:cubicBezTo>
                      <a:pt x="128905" y="65405"/>
                      <a:pt x="106680" y="43180"/>
                      <a:pt x="79375" y="43180"/>
                    </a:cubicBezTo>
                    <a:lnTo>
                      <a:pt x="33020" y="43180"/>
                    </a:lnTo>
                    <a:lnTo>
                      <a:pt x="64135" y="12065"/>
                    </a:lnTo>
                    <a:lnTo>
                      <a:pt x="52070" y="0"/>
                    </a:lnTo>
                    <a:lnTo>
                      <a:pt x="0" y="52070"/>
                    </a:lnTo>
                    <a:lnTo>
                      <a:pt x="52070" y="103505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26"/>
            <p:cNvGrpSpPr/>
            <p:nvPr/>
          </p:nvGrpSpPr>
          <p:grpSpPr>
            <a:xfrm>
              <a:off x="6788390" y="1954768"/>
              <a:ext cx="307332" cy="330279"/>
              <a:chOff x="9051189" y="2381567"/>
              <a:chExt cx="409776" cy="440372"/>
            </a:xfrm>
          </p:grpSpPr>
          <p:sp>
            <p:nvSpPr>
              <p:cNvPr id="225" name="Google Shape;225;p26"/>
              <p:cNvSpPr/>
              <p:nvPr/>
            </p:nvSpPr>
            <p:spPr>
              <a:xfrm>
                <a:off x="9096375" y="2477770"/>
                <a:ext cx="213359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252729" extrusionOk="0">
                    <a:moveTo>
                      <a:pt x="97790" y="234950"/>
                    </a:moveTo>
                    <a:cubicBezTo>
                      <a:pt x="45720" y="233045"/>
                      <a:pt x="17780" y="217805"/>
                      <a:pt x="17780" y="209550"/>
                    </a:cubicBezTo>
                    <a:lnTo>
                      <a:pt x="17780" y="178435"/>
                    </a:lnTo>
                    <a:cubicBezTo>
                      <a:pt x="36195" y="189230"/>
                      <a:pt x="66675" y="195580"/>
                      <a:pt x="97790" y="196850"/>
                    </a:cubicBezTo>
                    <a:lnTo>
                      <a:pt x="97790" y="179705"/>
                    </a:lnTo>
                    <a:cubicBezTo>
                      <a:pt x="45720" y="177800"/>
                      <a:pt x="17780" y="162560"/>
                      <a:pt x="17780" y="154305"/>
                    </a:cubicBezTo>
                    <a:lnTo>
                      <a:pt x="17780" y="123190"/>
                    </a:lnTo>
                    <a:cubicBezTo>
                      <a:pt x="36195" y="133985"/>
                      <a:pt x="66675" y="140335"/>
                      <a:pt x="97790" y="141605"/>
                    </a:cubicBezTo>
                    <a:lnTo>
                      <a:pt x="97790" y="134620"/>
                    </a:lnTo>
                    <a:cubicBezTo>
                      <a:pt x="97790" y="130810"/>
                      <a:pt x="98425" y="127635"/>
                      <a:pt x="100330" y="123825"/>
                    </a:cubicBezTo>
                    <a:cubicBezTo>
                      <a:pt x="46990" y="122555"/>
                      <a:pt x="17780" y="106680"/>
                      <a:pt x="17780" y="98425"/>
                    </a:cubicBezTo>
                    <a:lnTo>
                      <a:pt x="17780" y="67310"/>
                    </a:lnTo>
                    <a:cubicBezTo>
                      <a:pt x="38100" y="79375"/>
                      <a:pt x="72390" y="85725"/>
                      <a:pt x="106680" y="85725"/>
                    </a:cubicBezTo>
                    <a:cubicBezTo>
                      <a:pt x="140970" y="85725"/>
                      <a:pt x="175895" y="79375"/>
                      <a:pt x="195580" y="67310"/>
                    </a:cubicBezTo>
                    <a:lnTo>
                      <a:pt x="195580" y="91440"/>
                    </a:lnTo>
                    <a:cubicBezTo>
                      <a:pt x="198755" y="91440"/>
                      <a:pt x="201295" y="91440"/>
                      <a:pt x="204470" y="91440"/>
                    </a:cubicBezTo>
                    <a:cubicBezTo>
                      <a:pt x="207645" y="91440"/>
                      <a:pt x="210185" y="91440"/>
                      <a:pt x="213360" y="91440"/>
                    </a:cubicBezTo>
                    <a:lnTo>
                      <a:pt x="213360" y="42545"/>
                    </a:lnTo>
                    <a:cubicBezTo>
                      <a:pt x="213360" y="14605"/>
                      <a:pt x="160020" y="0"/>
                      <a:pt x="106680" y="0"/>
                    </a:cubicBezTo>
                    <a:cubicBezTo>
                      <a:pt x="53340" y="0"/>
                      <a:pt x="0" y="14605"/>
                      <a:pt x="0" y="42545"/>
                    </a:cubicBezTo>
                    <a:lnTo>
                      <a:pt x="0" y="210185"/>
                    </a:lnTo>
                    <a:cubicBezTo>
                      <a:pt x="0" y="236855"/>
                      <a:pt x="47625" y="251460"/>
                      <a:pt x="97155" y="252730"/>
                    </a:cubicBezTo>
                    <a:lnTo>
                      <a:pt x="97155" y="234950"/>
                    </a:lnTo>
                    <a:close/>
                    <a:moveTo>
                      <a:pt x="106680" y="16510"/>
                    </a:moveTo>
                    <a:cubicBezTo>
                      <a:pt x="164465" y="16510"/>
                      <a:pt x="195580" y="33020"/>
                      <a:pt x="195580" y="41910"/>
                    </a:cubicBezTo>
                    <a:cubicBezTo>
                      <a:pt x="195580" y="50800"/>
                      <a:pt x="164465" y="67310"/>
                      <a:pt x="106680" y="67310"/>
                    </a:cubicBezTo>
                    <a:cubicBezTo>
                      <a:pt x="48895" y="67310"/>
                      <a:pt x="17780" y="50800"/>
                      <a:pt x="17780" y="41910"/>
                    </a:cubicBezTo>
                    <a:cubicBezTo>
                      <a:pt x="17780" y="33020"/>
                      <a:pt x="49530" y="16510"/>
                      <a:pt x="106680" y="1651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26"/>
              <p:cNvSpPr/>
              <p:nvPr/>
            </p:nvSpPr>
            <p:spPr>
              <a:xfrm>
                <a:off x="9051189" y="2381567"/>
                <a:ext cx="409776" cy="105828"/>
              </a:xfrm>
              <a:custGeom>
                <a:avLst/>
                <a:gdLst/>
                <a:ahLst/>
                <a:cxnLst/>
                <a:rect l="l" t="t" r="r" b="b"/>
                <a:pathLst>
                  <a:path w="409776" h="105828" extrusionOk="0">
                    <a:moveTo>
                      <a:pt x="8991" y="105728"/>
                    </a:moveTo>
                    <a:cubicBezTo>
                      <a:pt x="5816" y="105728"/>
                      <a:pt x="2641" y="103822"/>
                      <a:pt x="736" y="100647"/>
                    </a:cubicBezTo>
                    <a:cubicBezTo>
                      <a:pt x="-1170" y="96203"/>
                      <a:pt x="736" y="91122"/>
                      <a:pt x="5180" y="89218"/>
                    </a:cubicBezTo>
                    <a:lnTo>
                      <a:pt x="201396" y="953"/>
                    </a:lnTo>
                    <a:cubicBezTo>
                      <a:pt x="203936" y="-318"/>
                      <a:pt x="206476" y="-318"/>
                      <a:pt x="208380" y="953"/>
                    </a:cubicBezTo>
                    <a:lnTo>
                      <a:pt x="404596" y="89218"/>
                    </a:lnTo>
                    <a:cubicBezTo>
                      <a:pt x="409041" y="91122"/>
                      <a:pt x="410946" y="96203"/>
                      <a:pt x="409041" y="100647"/>
                    </a:cubicBezTo>
                    <a:cubicBezTo>
                      <a:pt x="407136" y="105093"/>
                      <a:pt x="402055" y="106997"/>
                      <a:pt x="397611" y="105093"/>
                    </a:cubicBezTo>
                    <a:lnTo>
                      <a:pt x="205205" y="18097"/>
                    </a:lnTo>
                    <a:lnTo>
                      <a:pt x="12801" y="105093"/>
                    </a:lnTo>
                    <a:cubicBezTo>
                      <a:pt x="11530" y="105093"/>
                      <a:pt x="10261" y="105728"/>
                      <a:pt x="8991" y="105728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26"/>
              <p:cNvSpPr/>
              <p:nvPr/>
            </p:nvSpPr>
            <p:spPr>
              <a:xfrm>
                <a:off x="9194165" y="2567939"/>
                <a:ext cx="213359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254000" extrusionOk="0">
                    <a:moveTo>
                      <a:pt x="106680" y="0"/>
                    </a:moveTo>
                    <a:cubicBezTo>
                      <a:pt x="53340" y="0"/>
                      <a:pt x="0" y="14605"/>
                      <a:pt x="0" y="43180"/>
                    </a:cubicBezTo>
                    <a:lnTo>
                      <a:pt x="0" y="210820"/>
                    </a:lnTo>
                    <a:cubicBezTo>
                      <a:pt x="0" y="239395"/>
                      <a:pt x="53975" y="254000"/>
                      <a:pt x="106680" y="254000"/>
                    </a:cubicBezTo>
                    <a:cubicBezTo>
                      <a:pt x="160020" y="254000"/>
                      <a:pt x="213360" y="239395"/>
                      <a:pt x="213360" y="210820"/>
                    </a:cubicBezTo>
                    <a:lnTo>
                      <a:pt x="213360" y="43180"/>
                    </a:lnTo>
                    <a:cubicBezTo>
                      <a:pt x="213360" y="15240"/>
                      <a:pt x="160020" y="0"/>
                      <a:pt x="106680" y="0"/>
                    </a:cubicBezTo>
                    <a:close/>
                    <a:moveTo>
                      <a:pt x="106680" y="18415"/>
                    </a:moveTo>
                    <a:cubicBezTo>
                      <a:pt x="163830" y="18415"/>
                      <a:pt x="195580" y="34925"/>
                      <a:pt x="195580" y="43180"/>
                    </a:cubicBezTo>
                    <a:cubicBezTo>
                      <a:pt x="195580" y="51435"/>
                      <a:pt x="164465" y="67945"/>
                      <a:pt x="106680" y="67945"/>
                    </a:cubicBezTo>
                    <a:cubicBezTo>
                      <a:pt x="48895" y="67945"/>
                      <a:pt x="17780" y="51435"/>
                      <a:pt x="17780" y="43180"/>
                    </a:cubicBezTo>
                    <a:cubicBezTo>
                      <a:pt x="17780" y="34925"/>
                      <a:pt x="49530" y="18415"/>
                      <a:pt x="106680" y="18415"/>
                    </a:cubicBezTo>
                    <a:close/>
                    <a:moveTo>
                      <a:pt x="106680" y="236220"/>
                    </a:moveTo>
                    <a:cubicBezTo>
                      <a:pt x="49530" y="236220"/>
                      <a:pt x="17780" y="219710"/>
                      <a:pt x="17780" y="211455"/>
                    </a:cubicBezTo>
                    <a:lnTo>
                      <a:pt x="17780" y="180975"/>
                    </a:lnTo>
                    <a:cubicBezTo>
                      <a:pt x="38100" y="193040"/>
                      <a:pt x="72390" y="198755"/>
                      <a:pt x="106680" y="198755"/>
                    </a:cubicBezTo>
                    <a:cubicBezTo>
                      <a:pt x="140970" y="198755"/>
                      <a:pt x="175260" y="192405"/>
                      <a:pt x="195580" y="180975"/>
                    </a:cubicBezTo>
                    <a:lnTo>
                      <a:pt x="195580" y="211455"/>
                    </a:lnTo>
                    <a:cubicBezTo>
                      <a:pt x="195580" y="219710"/>
                      <a:pt x="163830" y="236220"/>
                      <a:pt x="106680" y="236220"/>
                    </a:cubicBezTo>
                    <a:close/>
                    <a:moveTo>
                      <a:pt x="106680" y="180340"/>
                    </a:moveTo>
                    <a:cubicBezTo>
                      <a:pt x="49530" y="180340"/>
                      <a:pt x="17780" y="163830"/>
                      <a:pt x="17780" y="155575"/>
                    </a:cubicBezTo>
                    <a:lnTo>
                      <a:pt x="17780" y="124460"/>
                    </a:lnTo>
                    <a:cubicBezTo>
                      <a:pt x="38100" y="136525"/>
                      <a:pt x="72390" y="142240"/>
                      <a:pt x="106680" y="142240"/>
                    </a:cubicBezTo>
                    <a:cubicBezTo>
                      <a:pt x="140970" y="142240"/>
                      <a:pt x="175260" y="135890"/>
                      <a:pt x="195580" y="124460"/>
                    </a:cubicBezTo>
                    <a:lnTo>
                      <a:pt x="195580" y="154940"/>
                    </a:lnTo>
                    <a:cubicBezTo>
                      <a:pt x="195580" y="163830"/>
                      <a:pt x="163830" y="180340"/>
                      <a:pt x="106680" y="180340"/>
                    </a:cubicBezTo>
                    <a:close/>
                    <a:moveTo>
                      <a:pt x="106680" y="124460"/>
                    </a:moveTo>
                    <a:cubicBezTo>
                      <a:pt x="49530" y="124460"/>
                      <a:pt x="17780" y="107950"/>
                      <a:pt x="17780" y="99695"/>
                    </a:cubicBezTo>
                    <a:lnTo>
                      <a:pt x="17780" y="69215"/>
                    </a:lnTo>
                    <a:cubicBezTo>
                      <a:pt x="38100" y="81280"/>
                      <a:pt x="72390" y="86995"/>
                      <a:pt x="106680" y="86995"/>
                    </a:cubicBezTo>
                    <a:cubicBezTo>
                      <a:pt x="140970" y="86995"/>
                      <a:pt x="175260" y="80645"/>
                      <a:pt x="195580" y="69215"/>
                    </a:cubicBezTo>
                    <a:lnTo>
                      <a:pt x="195580" y="99695"/>
                    </a:lnTo>
                    <a:cubicBezTo>
                      <a:pt x="195580" y="107950"/>
                      <a:pt x="163830" y="124460"/>
                      <a:pt x="106680" y="124460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26"/>
            <p:cNvSpPr/>
            <p:nvPr/>
          </p:nvSpPr>
          <p:spPr>
            <a:xfrm rot="5400000">
              <a:off x="7381873" y="3097529"/>
              <a:ext cx="762000" cy="952500"/>
            </a:xfrm>
            <a:custGeom>
              <a:avLst/>
              <a:gdLst/>
              <a:ahLst/>
              <a:cxnLst/>
              <a:rect l="l" t="t" r="r" b="b"/>
              <a:pathLst>
                <a:path w="1016000" h="1270000" extrusionOk="0">
                  <a:moveTo>
                    <a:pt x="0" y="0"/>
                  </a:moveTo>
                  <a:lnTo>
                    <a:pt x="1016000" y="0"/>
                  </a:lnTo>
                  <a:lnTo>
                    <a:pt x="1016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9" name="Google Shape;229;p26"/>
            <p:cNvGrpSpPr/>
            <p:nvPr/>
          </p:nvGrpSpPr>
          <p:grpSpPr>
            <a:xfrm>
              <a:off x="2100261" y="1941195"/>
              <a:ext cx="254793" cy="320039"/>
              <a:chOff x="2800350" y="2363470"/>
              <a:chExt cx="339724" cy="426719"/>
            </a:xfrm>
          </p:grpSpPr>
          <p:sp>
            <p:nvSpPr>
              <p:cNvPr id="230" name="Google Shape;230;p26"/>
              <p:cNvSpPr/>
              <p:nvPr/>
            </p:nvSpPr>
            <p:spPr>
              <a:xfrm>
                <a:off x="2800350" y="2529839"/>
                <a:ext cx="231139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231139" h="260350" extrusionOk="0">
                    <a:moveTo>
                      <a:pt x="213995" y="99695"/>
                    </a:moveTo>
                    <a:cubicBezTo>
                      <a:pt x="212725" y="106045"/>
                      <a:pt x="178435" y="121285"/>
                      <a:pt x="116205" y="121285"/>
                    </a:cubicBezTo>
                    <a:cubicBezTo>
                      <a:pt x="52705" y="121285"/>
                      <a:pt x="18415" y="106045"/>
                      <a:pt x="18415" y="99695"/>
                    </a:cubicBezTo>
                    <a:lnTo>
                      <a:pt x="18415" y="61595"/>
                    </a:lnTo>
                    <a:cubicBezTo>
                      <a:pt x="40005" y="73025"/>
                      <a:pt x="79375" y="78740"/>
                      <a:pt x="116205" y="78740"/>
                    </a:cubicBezTo>
                    <a:cubicBezTo>
                      <a:pt x="144780" y="78740"/>
                      <a:pt x="174625" y="75565"/>
                      <a:pt x="196215" y="68580"/>
                    </a:cubicBezTo>
                    <a:lnTo>
                      <a:pt x="195580" y="50165"/>
                    </a:lnTo>
                    <a:cubicBezTo>
                      <a:pt x="179705" y="55880"/>
                      <a:pt x="153670" y="60960"/>
                      <a:pt x="115570" y="60960"/>
                    </a:cubicBezTo>
                    <a:cubicBezTo>
                      <a:pt x="48260" y="60960"/>
                      <a:pt x="17780" y="44450"/>
                      <a:pt x="17780" y="39370"/>
                    </a:cubicBezTo>
                    <a:cubicBezTo>
                      <a:pt x="17780" y="34290"/>
                      <a:pt x="48260" y="17780"/>
                      <a:pt x="115570" y="17780"/>
                    </a:cubicBezTo>
                    <a:cubicBezTo>
                      <a:pt x="116840" y="17780"/>
                      <a:pt x="118110" y="17780"/>
                      <a:pt x="120015" y="17780"/>
                    </a:cubicBezTo>
                    <a:lnTo>
                      <a:pt x="135890" y="635"/>
                    </a:lnTo>
                    <a:cubicBezTo>
                      <a:pt x="128905" y="0"/>
                      <a:pt x="121920" y="0"/>
                      <a:pt x="115570" y="0"/>
                    </a:cubicBezTo>
                    <a:cubicBezTo>
                      <a:pt x="59690" y="0"/>
                      <a:pt x="0" y="12065"/>
                      <a:pt x="0" y="39370"/>
                    </a:cubicBezTo>
                    <a:lnTo>
                      <a:pt x="0" y="220980"/>
                    </a:lnTo>
                    <a:cubicBezTo>
                      <a:pt x="0" y="248285"/>
                      <a:pt x="59690" y="260350"/>
                      <a:pt x="115570" y="260350"/>
                    </a:cubicBezTo>
                    <a:cubicBezTo>
                      <a:pt x="158750" y="260350"/>
                      <a:pt x="231140" y="252095"/>
                      <a:pt x="231140" y="220980"/>
                    </a:cubicBezTo>
                    <a:lnTo>
                      <a:pt x="231140" y="71120"/>
                    </a:lnTo>
                    <a:lnTo>
                      <a:pt x="213360" y="71120"/>
                    </a:lnTo>
                    <a:lnTo>
                      <a:pt x="213995" y="99695"/>
                    </a:lnTo>
                    <a:lnTo>
                      <a:pt x="213995" y="99695"/>
                    </a:lnTo>
                    <a:close/>
                    <a:moveTo>
                      <a:pt x="213995" y="220980"/>
                    </a:moveTo>
                    <a:cubicBezTo>
                      <a:pt x="213995" y="227330"/>
                      <a:pt x="179705" y="242570"/>
                      <a:pt x="116205" y="242570"/>
                    </a:cubicBezTo>
                    <a:cubicBezTo>
                      <a:pt x="53975" y="242570"/>
                      <a:pt x="19685" y="227330"/>
                      <a:pt x="18415" y="220980"/>
                    </a:cubicBezTo>
                    <a:lnTo>
                      <a:pt x="18415" y="182880"/>
                    </a:lnTo>
                    <a:cubicBezTo>
                      <a:pt x="42545" y="195580"/>
                      <a:pt x="86360" y="199390"/>
                      <a:pt x="116205" y="199390"/>
                    </a:cubicBezTo>
                    <a:cubicBezTo>
                      <a:pt x="153035" y="199390"/>
                      <a:pt x="192405" y="193675"/>
                      <a:pt x="213995" y="182245"/>
                    </a:cubicBezTo>
                    <a:lnTo>
                      <a:pt x="213995" y="220980"/>
                    </a:lnTo>
                    <a:close/>
                    <a:moveTo>
                      <a:pt x="213995" y="160020"/>
                    </a:moveTo>
                    <a:cubicBezTo>
                      <a:pt x="212725" y="166370"/>
                      <a:pt x="178435" y="181610"/>
                      <a:pt x="116205" y="181610"/>
                    </a:cubicBezTo>
                    <a:cubicBezTo>
                      <a:pt x="52705" y="181610"/>
                      <a:pt x="18415" y="166370"/>
                      <a:pt x="18415" y="160020"/>
                    </a:cubicBezTo>
                    <a:lnTo>
                      <a:pt x="18415" y="122555"/>
                    </a:lnTo>
                    <a:cubicBezTo>
                      <a:pt x="42545" y="135255"/>
                      <a:pt x="86360" y="139065"/>
                      <a:pt x="116205" y="139065"/>
                    </a:cubicBezTo>
                    <a:cubicBezTo>
                      <a:pt x="153035" y="139065"/>
                      <a:pt x="192405" y="133350"/>
                      <a:pt x="213995" y="121920"/>
                    </a:cubicBezTo>
                    <a:lnTo>
                      <a:pt x="213995" y="160020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26"/>
              <p:cNvSpPr/>
              <p:nvPr/>
            </p:nvSpPr>
            <p:spPr>
              <a:xfrm>
                <a:off x="2902585" y="2363470"/>
                <a:ext cx="237489" cy="237489"/>
              </a:xfrm>
              <a:custGeom>
                <a:avLst/>
                <a:gdLst/>
                <a:ahLst/>
                <a:cxnLst/>
                <a:rect l="l" t="t" r="r" b="b"/>
                <a:pathLst>
                  <a:path w="237489" h="237489" extrusionOk="0">
                    <a:moveTo>
                      <a:pt x="142875" y="237490"/>
                    </a:moveTo>
                    <a:lnTo>
                      <a:pt x="94615" y="237490"/>
                    </a:lnTo>
                    <a:lnTo>
                      <a:pt x="93980" y="206375"/>
                    </a:lnTo>
                    <a:cubicBezTo>
                      <a:pt x="87630" y="204470"/>
                      <a:pt x="81280" y="201930"/>
                      <a:pt x="74930" y="198120"/>
                    </a:cubicBezTo>
                    <a:lnTo>
                      <a:pt x="52070" y="219710"/>
                    </a:lnTo>
                    <a:lnTo>
                      <a:pt x="17780" y="185420"/>
                    </a:lnTo>
                    <a:lnTo>
                      <a:pt x="39370" y="162560"/>
                    </a:lnTo>
                    <a:cubicBezTo>
                      <a:pt x="35560" y="156210"/>
                      <a:pt x="33020" y="149860"/>
                      <a:pt x="31115" y="143510"/>
                    </a:cubicBezTo>
                    <a:lnTo>
                      <a:pt x="0" y="142875"/>
                    </a:lnTo>
                    <a:lnTo>
                      <a:pt x="0" y="94615"/>
                    </a:lnTo>
                    <a:lnTo>
                      <a:pt x="31115" y="93980"/>
                    </a:lnTo>
                    <a:cubicBezTo>
                      <a:pt x="33020" y="87630"/>
                      <a:pt x="35560" y="81280"/>
                      <a:pt x="39370" y="74930"/>
                    </a:cubicBezTo>
                    <a:lnTo>
                      <a:pt x="17780" y="52070"/>
                    </a:lnTo>
                    <a:lnTo>
                      <a:pt x="52070" y="17780"/>
                    </a:lnTo>
                    <a:lnTo>
                      <a:pt x="74930" y="39370"/>
                    </a:lnTo>
                    <a:cubicBezTo>
                      <a:pt x="81280" y="35560"/>
                      <a:pt x="87630" y="33020"/>
                      <a:pt x="93980" y="31115"/>
                    </a:cubicBezTo>
                    <a:lnTo>
                      <a:pt x="94615" y="0"/>
                    </a:lnTo>
                    <a:lnTo>
                      <a:pt x="142875" y="0"/>
                    </a:lnTo>
                    <a:lnTo>
                      <a:pt x="143510" y="31115"/>
                    </a:lnTo>
                    <a:cubicBezTo>
                      <a:pt x="149860" y="33020"/>
                      <a:pt x="156210" y="35560"/>
                      <a:pt x="162560" y="39370"/>
                    </a:cubicBezTo>
                    <a:lnTo>
                      <a:pt x="185420" y="17780"/>
                    </a:lnTo>
                    <a:lnTo>
                      <a:pt x="219710" y="52070"/>
                    </a:lnTo>
                    <a:lnTo>
                      <a:pt x="198120" y="74930"/>
                    </a:lnTo>
                    <a:cubicBezTo>
                      <a:pt x="201930" y="81280"/>
                      <a:pt x="204470" y="87630"/>
                      <a:pt x="206375" y="93980"/>
                    </a:cubicBezTo>
                    <a:lnTo>
                      <a:pt x="237490" y="94615"/>
                    </a:lnTo>
                    <a:lnTo>
                      <a:pt x="237490" y="142875"/>
                    </a:lnTo>
                    <a:lnTo>
                      <a:pt x="206375" y="143510"/>
                    </a:lnTo>
                    <a:cubicBezTo>
                      <a:pt x="204470" y="149860"/>
                      <a:pt x="201930" y="156210"/>
                      <a:pt x="198120" y="162560"/>
                    </a:cubicBezTo>
                    <a:lnTo>
                      <a:pt x="219710" y="185420"/>
                    </a:lnTo>
                    <a:lnTo>
                      <a:pt x="185420" y="219710"/>
                    </a:lnTo>
                    <a:lnTo>
                      <a:pt x="162560" y="198120"/>
                    </a:lnTo>
                    <a:cubicBezTo>
                      <a:pt x="156210" y="201930"/>
                      <a:pt x="149860" y="204470"/>
                      <a:pt x="143510" y="206375"/>
                    </a:cubicBezTo>
                    <a:lnTo>
                      <a:pt x="142875" y="237490"/>
                    </a:lnTo>
                    <a:close/>
                    <a:moveTo>
                      <a:pt x="111760" y="219710"/>
                    </a:moveTo>
                    <a:lnTo>
                      <a:pt x="125730" y="219710"/>
                    </a:lnTo>
                    <a:lnTo>
                      <a:pt x="126365" y="191770"/>
                    </a:lnTo>
                    <a:lnTo>
                      <a:pt x="133350" y="190500"/>
                    </a:lnTo>
                    <a:cubicBezTo>
                      <a:pt x="142240" y="189230"/>
                      <a:pt x="150495" y="185420"/>
                      <a:pt x="159385" y="179705"/>
                    </a:cubicBezTo>
                    <a:lnTo>
                      <a:pt x="165100" y="175895"/>
                    </a:lnTo>
                    <a:lnTo>
                      <a:pt x="185420" y="194945"/>
                    </a:lnTo>
                    <a:lnTo>
                      <a:pt x="195580" y="184785"/>
                    </a:lnTo>
                    <a:lnTo>
                      <a:pt x="176530" y="164465"/>
                    </a:lnTo>
                    <a:lnTo>
                      <a:pt x="180340" y="158750"/>
                    </a:lnTo>
                    <a:cubicBezTo>
                      <a:pt x="186055" y="149860"/>
                      <a:pt x="189865" y="141605"/>
                      <a:pt x="191135" y="132715"/>
                    </a:cubicBezTo>
                    <a:lnTo>
                      <a:pt x="192405" y="125730"/>
                    </a:lnTo>
                    <a:lnTo>
                      <a:pt x="220345" y="125095"/>
                    </a:lnTo>
                    <a:lnTo>
                      <a:pt x="220345" y="111125"/>
                    </a:lnTo>
                    <a:lnTo>
                      <a:pt x="192405" y="110490"/>
                    </a:lnTo>
                    <a:lnTo>
                      <a:pt x="191135" y="103505"/>
                    </a:lnTo>
                    <a:cubicBezTo>
                      <a:pt x="189865" y="94615"/>
                      <a:pt x="186055" y="86360"/>
                      <a:pt x="180340" y="77470"/>
                    </a:cubicBezTo>
                    <a:lnTo>
                      <a:pt x="176530" y="71755"/>
                    </a:lnTo>
                    <a:lnTo>
                      <a:pt x="195580" y="51435"/>
                    </a:lnTo>
                    <a:lnTo>
                      <a:pt x="185420" y="41275"/>
                    </a:lnTo>
                    <a:lnTo>
                      <a:pt x="165100" y="60325"/>
                    </a:lnTo>
                    <a:lnTo>
                      <a:pt x="159385" y="56515"/>
                    </a:lnTo>
                    <a:cubicBezTo>
                      <a:pt x="150495" y="50800"/>
                      <a:pt x="142240" y="46990"/>
                      <a:pt x="133350" y="45720"/>
                    </a:cubicBezTo>
                    <a:lnTo>
                      <a:pt x="126365" y="44450"/>
                    </a:lnTo>
                    <a:lnTo>
                      <a:pt x="125730" y="16510"/>
                    </a:lnTo>
                    <a:lnTo>
                      <a:pt x="111760" y="16510"/>
                    </a:lnTo>
                    <a:lnTo>
                      <a:pt x="111125" y="44450"/>
                    </a:lnTo>
                    <a:lnTo>
                      <a:pt x="104140" y="45720"/>
                    </a:lnTo>
                    <a:cubicBezTo>
                      <a:pt x="95250" y="46990"/>
                      <a:pt x="86995" y="50800"/>
                      <a:pt x="78105" y="56515"/>
                    </a:cubicBezTo>
                    <a:lnTo>
                      <a:pt x="72390" y="60325"/>
                    </a:lnTo>
                    <a:lnTo>
                      <a:pt x="52070" y="41275"/>
                    </a:lnTo>
                    <a:lnTo>
                      <a:pt x="41910" y="51435"/>
                    </a:lnTo>
                    <a:lnTo>
                      <a:pt x="60960" y="71755"/>
                    </a:lnTo>
                    <a:lnTo>
                      <a:pt x="57150" y="77470"/>
                    </a:lnTo>
                    <a:cubicBezTo>
                      <a:pt x="51435" y="86360"/>
                      <a:pt x="47625" y="94615"/>
                      <a:pt x="46355" y="103505"/>
                    </a:cubicBezTo>
                    <a:lnTo>
                      <a:pt x="45085" y="110490"/>
                    </a:lnTo>
                    <a:lnTo>
                      <a:pt x="17145" y="111125"/>
                    </a:lnTo>
                    <a:lnTo>
                      <a:pt x="17145" y="125095"/>
                    </a:lnTo>
                    <a:lnTo>
                      <a:pt x="45085" y="125730"/>
                    </a:lnTo>
                    <a:lnTo>
                      <a:pt x="46355" y="132715"/>
                    </a:lnTo>
                    <a:cubicBezTo>
                      <a:pt x="47625" y="141605"/>
                      <a:pt x="51435" y="149860"/>
                      <a:pt x="57150" y="158750"/>
                    </a:cubicBezTo>
                    <a:lnTo>
                      <a:pt x="60960" y="164465"/>
                    </a:lnTo>
                    <a:lnTo>
                      <a:pt x="41910" y="184785"/>
                    </a:lnTo>
                    <a:lnTo>
                      <a:pt x="52070" y="194945"/>
                    </a:lnTo>
                    <a:lnTo>
                      <a:pt x="72390" y="175895"/>
                    </a:lnTo>
                    <a:lnTo>
                      <a:pt x="78105" y="179705"/>
                    </a:lnTo>
                    <a:cubicBezTo>
                      <a:pt x="86995" y="185420"/>
                      <a:pt x="95250" y="189230"/>
                      <a:pt x="104140" y="190500"/>
                    </a:cubicBezTo>
                    <a:lnTo>
                      <a:pt x="111125" y="191770"/>
                    </a:lnTo>
                    <a:lnTo>
                      <a:pt x="111760" y="219710"/>
                    </a:lnTo>
                    <a:close/>
                    <a:moveTo>
                      <a:pt x="228600" y="133985"/>
                    </a:moveTo>
                    <a:lnTo>
                      <a:pt x="228600" y="133985"/>
                    </a:lnTo>
                    <a:lnTo>
                      <a:pt x="228600" y="133985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26"/>
              <p:cNvSpPr/>
              <p:nvPr/>
            </p:nvSpPr>
            <p:spPr>
              <a:xfrm>
                <a:off x="2965450" y="2426335"/>
                <a:ext cx="110489" cy="110489"/>
              </a:xfrm>
              <a:custGeom>
                <a:avLst/>
                <a:gdLst/>
                <a:ahLst/>
                <a:cxnLst/>
                <a:rect l="l" t="t" r="r" b="b"/>
                <a:pathLst>
                  <a:path w="110489" h="110489" extrusionOk="0">
                    <a:moveTo>
                      <a:pt x="55245" y="110490"/>
                    </a:moveTo>
                    <a:cubicBezTo>
                      <a:pt x="24765" y="110490"/>
                      <a:pt x="0" y="85725"/>
                      <a:pt x="0" y="55245"/>
                    </a:cubicBezTo>
                    <a:cubicBezTo>
                      <a:pt x="0" y="24765"/>
                      <a:pt x="24765" y="0"/>
                      <a:pt x="55245" y="0"/>
                    </a:cubicBezTo>
                    <a:cubicBezTo>
                      <a:pt x="85725" y="0"/>
                      <a:pt x="110490" y="24765"/>
                      <a:pt x="110490" y="55245"/>
                    </a:cubicBezTo>
                    <a:cubicBezTo>
                      <a:pt x="110490" y="85725"/>
                      <a:pt x="85725" y="110490"/>
                      <a:pt x="55245" y="110490"/>
                    </a:cubicBezTo>
                    <a:close/>
                    <a:moveTo>
                      <a:pt x="55245" y="17780"/>
                    </a:moveTo>
                    <a:cubicBezTo>
                      <a:pt x="34290" y="17780"/>
                      <a:pt x="17780" y="34925"/>
                      <a:pt x="17780" y="55245"/>
                    </a:cubicBezTo>
                    <a:cubicBezTo>
                      <a:pt x="17780" y="76200"/>
                      <a:pt x="34925" y="92710"/>
                      <a:pt x="55245" y="92710"/>
                    </a:cubicBezTo>
                    <a:cubicBezTo>
                      <a:pt x="76200" y="92710"/>
                      <a:pt x="92710" y="75565"/>
                      <a:pt x="92710" y="55245"/>
                    </a:cubicBezTo>
                    <a:cubicBezTo>
                      <a:pt x="92710" y="34290"/>
                      <a:pt x="76200" y="17780"/>
                      <a:pt x="55245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26"/>
            <p:cNvGrpSpPr/>
            <p:nvPr/>
          </p:nvGrpSpPr>
          <p:grpSpPr>
            <a:xfrm>
              <a:off x="5886449" y="1941195"/>
              <a:ext cx="254793" cy="320039"/>
              <a:chOff x="7848600" y="2363470"/>
              <a:chExt cx="339724" cy="426719"/>
            </a:xfrm>
          </p:grpSpPr>
          <p:sp>
            <p:nvSpPr>
              <p:cNvPr id="234" name="Google Shape;234;p26"/>
              <p:cNvSpPr/>
              <p:nvPr/>
            </p:nvSpPr>
            <p:spPr>
              <a:xfrm>
                <a:off x="7848600" y="2529839"/>
                <a:ext cx="23114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260350" extrusionOk="0">
                    <a:moveTo>
                      <a:pt x="213995" y="99695"/>
                    </a:moveTo>
                    <a:cubicBezTo>
                      <a:pt x="212725" y="106045"/>
                      <a:pt x="178435" y="121285"/>
                      <a:pt x="116205" y="121285"/>
                    </a:cubicBezTo>
                    <a:cubicBezTo>
                      <a:pt x="52705" y="121285"/>
                      <a:pt x="18415" y="106045"/>
                      <a:pt x="18415" y="99695"/>
                    </a:cubicBezTo>
                    <a:lnTo>
                      <a:pt x="18415" y="61595"/>
                    </a:lnTo>
                    <a:cubicBezTo>
                      <a:pt x="40005" y="73025"/>
                      <a:pt x="79375" y="78740"/>
                      <a:pt x="116205" y="78740"/>
                    </a:cubicBezTo>
                    <a:cubicBezTo>
                      <a:pt x="144780" y="78740"/>
                      <a:pt x="174625" y="75565"/>
                      <a:pt x="196215" y="68580"/>
                    </a:cubicBezTo>
                    <a:lnTo>
                      <a:pt x="195580" y="50165"/>
                    </a:lnTo>
                    <a:cubicBezTo>
                      <a:pt x="179705" y="55880"/>
                      <a:pt x="153670" y="60960"/>
                      <a:pt x="115570" y="60960"/>
                    </a:cubicBezTo>
                    <a:cubicBezTo>
                      <a:pt x="48260" y="60960"/>
                      <a:pt x="17780" y="44450"/>
                      <a:pt x="17780" y="39370"/>
                    </a:cubicBezTo>
                    <a:cubicBezTo>
                      <a:pt x="17780" y="34290"/>
                      <a:pt x="48260" y="17780"/>
                      <a:pt x="115570" y="17780"/>
                    </a:cubicBezTo>
                    <a:cubicBezTo>
                      <a:pt x="116840" y="17780"/>
                      <a:pt x="118110" y="17780"/>
                      <a:pt x="120015" y="17780"/>
                    </a:cubicBezTo>
                    <a:lnTo>
                      <a:pt x="135890" y="635"/>
                    </a:lnTo>
                    <a:cubicBezTo>
                      <a:pt x="128905" y="0"/>
                      <a:pt x="121920" y="0"/>
                      <a:pt x="115570" y="0"/>
                    </a:cubicBezTo>
                    <a:cubicBezTo>
                      <a:pt x="59690" y="0"/>
                      <a:pt x="0" y="12065"/>
                      <a:pt x="0" y="39370"/>
                    </a:cubicBezTo>
                    <a:lnTo>
                      <a:pt x="0" y="220980"/>
                    </a:lnTo>
                    <a:cubicBezTo>
                      <a:pt x="0" y="248285"/>
                      <a:pt x="59690" y="260350"/>
                      <a:pt x="115570" y="260350"/>
                    </a:cubicBezTo>
                    <a:cubicBezTo>
                      <a:pt x="158750" y="260350"/>
                      <a:pt x="231140" y="252095"/>
                      <a:pt x="231140" y="220980"/>
                    </a:cubicBezTo>
                    <a:lnTo>
                      <a:pt x="231140" y="71120"/>
                    </a:lnTo>
                    <a:lnTo>
                      <a:pt x="213360" y="71120"/>
                    </a:lnTo>
                    <a:lnTo>
                      <a:pt x="213995" y="99695"/>
                    </a:lnTo>
                    <a:lnTo>
                      <a:pt x="213995" y="99695"/>
                    </a:lnTo>
                    <a:close/>
                    <a:moveTo>
                      <a:pt x="213995" y="220980"/>
                    </a:moveTo>
                    <a:cubicBezTo>
                      <a:pt x="213995" y="227330"/>
                      <a:pt x="179705" y="242570"/>
                      <a:pt x="116205" y="242570"/>
                    </a:cubicBezTo>
                    <a:cubicBezTo>
                      <a:pt x="53975" y="242570"/>
                      <a:pt x="19685" y="227330"/>
                      <a:pt x="18415" y="220980"/>
                    </a:cubicBezTo>
                    <a:lnTo>
                      <a:pt x="18415" y="182880"/>
                    </a:lnTo>
                    <a:cubicBezTo>
                      <a:pt x="42545" y="195580"/>
                      <a:pt x="86360" y="199390"/>
                      <a:pt x="116205" y="199390"/>
                    </a:cubicBezTo>
                    <a:cubicBezTo>
                      <a:pt x="153035" y="199390"/>
                      <a:pt x="192405" y="193675"/>
                      <a:pt x="213995" y="182245"/>
                    </a:cubicBezTo>
                    <a:lnTo>
                      <a:pt x="213995" y="220980"/>
                    </a:lnTo>
                    <a:close/>
                    <a:moveTo>
                      <a:pt x="213995" y="160020"/>
                    </a:moveTo>
                    <a:cubicBezTo>
                      <a:pt x="212725" y="166370"/>
                      <a:pt x="178435" y="181610"/>
                      <a:pt x="116205" y="181610"/>
                    </a:cubicBezTo>
                    <a:cubicBezTo>
                      <a:pt x="52705" y="181610"/>
                      <a:pt x="18415" y="166370"/>
                      <a:pt x="18415" y="160020"/>
                    </a:cubicBezTo>
                    <a:lnTo>
                      <a:pt x="18415" y="122555"/>
                    </a:lnTo>
                    <a:cubicBezTo>
                      <a:pt x="42545" y="135255"/>
                      <a:pt x="86360" y="139065"/>
                      <a:pt x="116205" y="139065"/>
                    </a:cubicBezTo>
                    <a:cubicBezTo>
                      <a:pt x="153035" y="139065"/>
                      <a:pt x="192405" y="133350"/>
                      <a:pt x="213995" y="121920"/>
                    </a:cubicBezTo>
                    <a:lnTo>
                      <a:pt x="213995" y="160020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26"/>
              <p:cNvSpPr/>
              <p:nvPr/>
            </p:nvSpPr>
            <p:spPr>
              <a:xfrm>
                <a:off x="7950834" y="2363470"/>
                <a:ext cx="237490" cy="237489"/>
              </a:xfrm>
              <a:custGeom>
                <a:avLst/>
                <a:gdLst/>
                <a:ahLst/>
                <a:cxnLst/>
                <a:rect l="l" t="t" r="r" b="b"/>
                <a:pathLst>
                  <a:path w="237490" h="237489" extrusionOk="0">
                    <a:moveTo>
                      <a:pt x="142875" y="237490"/>
                    </a:moveTo>
                    <a:lnTo>
                      <a:pt x="94615" y="237490"/>
                    </a:lnTo>
                    <a:lnTo>
                      <a:pt x="93980" y="206375"/>
                    </a:lnTo>
                    <a:cubicBezTo>
                      <a:pt x="87630" y="204470"/>
                      <a:pt x="81280" y="201930"/>
                      <a:pt x="74930" y="198120"/>
                    </a:cubicBezTo>
                    <a:lnTo>
                      <a:pt x="52070" y="219710"/>
                    </a:lnTo>
                    <a:lnTo>
                      <a:pt x="17780" y="185420"/>
                    </a:lnTo>
                    <a:lnTo>
                      <a:pt x="39370" y="162560"/>
                    </a:lnTo>
                    <a:cubicBezTo>
                      <a:pt x="35560" y="156210"/>
                      <a:pt x="33020" y="149860"/>
                      <a:pt x="31115" y="143510"/>
                    </a:cubicBezTo>
                    <a:lnTo>
                      <a:pt x="0" y="142875"/>
                    </a:lnTo>
                    <a:lnTo>
                      <a:pt x="0" y="94615"/>
                    </a:lnTo>
                    <a:lnTo>
                      <a:pt x="31115" y="93980"/>
                    </a:lnTo>
                    <a:cubicBezTo>
                      <a:pt x="33020" y="87630"/>
                      <a:pt x="35560" y="81280"/>
                      <a:pt x="39370" y="74930"/>
                    </a:cubicBezTo>
                    <a:lnTo>
                      <a:pt x="17780" y="52070"/>
                    </a:lnTo>
                    <a:lnTo>
                      <a:pt x="52070" y="17780"/>
                    </a:lnTo>
                    <a:lnTo>
                      <a:pt x="74930" y="39370"/>
                    </a:lnTo>
                    <a:cubicBezTo>
                      <a:pt x="81280" y="35560"/>
                      <a:pt x="87630" y="33020"/>
                      <a:pt x="93980" y="31115"/>
                    </a:cubicBezTo>
                    <a:lnTo>
                      <a:pt x="94615" y="0"/>
                    </a:lnTo>
                    <a:lnTo>
                      <a:pt x="142875" y="0"/>
                    </a:lnTo>
                    <a:lnTo>
                      <a:pt x="143510" y="31115"/>
                    </a:lnTo>
                    <a:cubicBezTo>
                      <a:pt x="149860" y="33020"/>
                      <a:pt x="156210" y="35560"/>
                      <a:pt x="162560" y="39370"/>
                    </a:cubicBezTo>
                    <a:lnTo>
                      <a:pt x="185420" y="17780"/>
                    </a:lnTo>
                    <a:lnTo>
                      <a:pt x="219710" y="52070"/>
                    </a:lnTo>
                    <a:lnTo>
                      <a:pt x="198120" y="74930"/>
                    </a:lnTo>
                    <a:cubicBezTo>
                      <a:pt x="201930" y="81280"/>
                      <a:pt x="204470" y="87630"/>
                      <a:pt x="206375" y="93980"/>
                    </a:cubicBezTo>
                    <a:lnTo>
                      <a:pt x="237490" y="94615"/>
                    </a:lnTo>
                    <a:lnTo>
                      <a:pt x="237490" y="142875"/>
                    </a:lnTo>
                    <a:lnTo>
                      <a:pt x="206375" y="143510"/>
                    </a:lnTo>
                    <a:cubicBezTo>
                      <a:pt x="204470" y="149860"/>
                      <a:pt x="201930" y="156210"/>
                      <a:pt x="198120" y="162560"/>
                    </a:cubicBezTo>
                    <a:lnTo>
                      <a:pt x="219710" y="185420"/>
                    </a:lnTo>
                    <a:lnTo>
                      <a:pt x="185420" y="219710"/>
                    </a:lnTo>
                    <a:lnTo>
                      <a:pt x="162560" y="198120"/>
                    </a:lnTo>
                    <a:cubicBezTo>
                      <a:pt x="156210" y="201930"/>
                      <a:pt x="149860" y="204470"/>
                      <a:pt x="143510" y="206375"/>
                    </a:cubicBezTo>
                    <a:lnTo>
                      <a:pt x="142875" y="237490"/>
                    </a:lnTo>
                    <a:close/>
                    <a:moveTo>
                      <a:pt x="111760" y="219710"/>
                    </a:moveTo>
                    <a:lnTo>
                      <a:pt x="125730" y="219710"/>
                    </a:lnTo>
                    <a:lnTo>
                      <a:pt x="126365" y="191770"/>
                    </a:lnTo>
                    <a:lnTo>
                      <a:pt x="133350" y="190500"/>
                    </a:lnTo>
                    <a:cubicBezTo>
                      <a:pt x="142240" y="189230"/>
                      <a:pt x="150495" y="185420"/>
                      <a:pt x="159385" y="179705"/>
                    </a:cubicBezTo>
                    <a:lnTo>
                      <a:pt x="165100" y="175895"/>
                    </a:lnTo>
                    <a:lnTo>
                      <a:pt x="185420" y="194945"/>
                    </a:lnTo>
                    <a:lnTo>
                      <a:pt x="195580" y="184785"/>
                    </a:lnTo>
                    <a:lnTo>
                      <a:pt x="176530" y="164465"/>
                    </a:lnTo>
                    <a:lnTo>
                      <a:pt x="180340" y="158750"/>
                    </a:lnTo>
                    <a:cubicBezTo>
                      <a:pt x="186055" y="149860"/>
                      <a:pt x="189865" y="141605"/>
                      <a:pt x="191135" y="132715"/>
                    </a:cubicBezTo>
                    <a:lnTo>
                      <a:pt x="192405" y="125730"/>
                    </a:lnTo>
                    <a:lnTo>
                      <a:pt x="220345" y="125095"/>
                    </a:lnTo>
                    <a:lnTo>
                      <a:pt x="220345" y="111125"/>
                    </a:lnTo>
                    <a:lnTo>
                      <a:pt x="192405" y="110490"/>
                    </a:lnTo>
                    <a:lnTo>
                      <a:pt x="191135" y="103505"/>
                    </a:lnTo>
                    <a:cubicBezTo>
                      <a:pt x="189865" y="94615"/>
                      <a:pt x="186055" y="86360"/>
                      <a:pt x="180340" y="77470"/>
                    </a:cubicBezTo>
                    <a:lnTo>
                      <a:pt x="176530" y="71755"/>
                    </a:lnTo>
                    <a:lnTo>
                      <a:pt x="195580" y="51435"/>
                    </a:lnTo>
                    <a:lnTo>
                      <a:pt x="185420" y="41275"/>
                    </a:lnTo>
                    <a:lnTo>
                      <a:pt x="165100" y="60325"/>
                    </a:lnTo>
                    <a:lnTo>
                      <a:pt x="159385" y="56515"/>
                    </a:lnTo>
                    <a:cubicBezTo>
                      <a:pt x="150495" y="50800"/>
                      <a:pt x="142240" y="46990"/>
                      <a:pt x="133350" y="45720"/>
                    </a:cubicBezTo>
                    <a:lnTo>
                      <a:pt x="126365" y="44450"/>
                    </a:lnTo>
                    <a:lnTo>
                      <a:pt x="125730" y="16510"/>
                    </a:lnTo>
                    <a:lnTo>
                      <a:pt x="111760" y="16510"/>
                    </a:lnTo>
                    <a:lnTo>
                      <a:pt x="111125" y="44450"/>
                    </a:lnTo>
                    <a:lnTo>
                      <a:pt x="104140" y="45720"/>
                    </a:lnTo>
                    <a:cubicBezTo>
                      <a:pt x="95250" y="46990"/>
                      <a:pt x="86995" y="50800"/>
                      <a:pt x="78105" y="56515"/>
                    </a:cubicBezTo>
                    <a:lnTo>
                      <a:pt x="72390" y="60325"/>
                    </a:lnTo>
                    <a:lnTo>
                      <a:pt x="52070" y="41275"/>
                    </a:lnTo>
                    <a:lnTo>
                      <a:pt x="41910" y="51435"/>
                    </a:lnTo>
                    <a:lnTo>
                      <a:pt x="60960" y="71755"/>
                    </a:lnTo>
                    <a:lnTo>
                      <a:pt x="57150" y="77470"/>
                    </a:lnTo>
                    <a:cubicBezTo>
                      <a:pt x="51435" y="86360"/>
                      <a:pt x="47625" y="94615"/>
                      <a:pt x="46355" y="103505"/>
                    </a:cubicBezTo>
                    <a:lnTo>
                      <a:pt x="45085" y="110490"/>
                    </a:lnTo>
                    <a:lnTo>
                      <a:pt x="17145" y="111125"/>
                    </a:lnTo>
                    <a:lnTo>
                      <a:pt x="17145" y="125095"/>
                    </a:lnTo>
                    <a:lnTo>
                      <a:pt x="45085" y="125730"/>
                    </a:lnTo>
                    <a:lnTo>
                      <a:pt x="46355" y="132715"/>
                    </a:lnTo>
                    <a:cubicBezTo>
                      <a:pt x="47625" y="141605"/>
                      <a:pt x="51435" y="149860"/>
                      <a:pt x="57150" y="158750"/>
                    </a:cubicBezTo>
                    <a:lnTo>
                      <a:pt x="60960" y="164465"/>
                    </a:lnTo>
                    <a:lnTo>
                      <a:pt x="41910" y="184785"/>
                    </a:lnTo>
                    <a:lnTo>
                      <a:pt x="52070" y="194945"/>
                    </a:lnTo>
                    <a:lnTo>
                      <a:pt x="72390" y="175895"/>
                    </a:lnTo>
                    <a:lnTo>
                      <a:pt x="78105" y="179705"/>
                    </a:lnTo>
                    <a:cubicBezTo>
                      <a:pt x="86995" y="185420"/>
                      <a:pt x="95250" y="189230"/>
                      <a:pt x="104140" y="190500"/>
                    </a:cubicBezTo>
                    <a:lnTo>
                      <a:pt x="111125" y="191770"/>
                    </a:lnTo>
                    <a:lnTo>
                      <a:pt x="111760" y="219710"/>
                    </a:lnTo>
                    <a:close/>
                    <a:moveTo>
                      <a:pt x="228600" y="133985"/>
                    </a:moveTo>
                    <a:lnTo>
                      <a:pt x="228600" y="133985"/>
                    </a:lnTo>
                    <a:lnTo>
                      <a:pt x="228600" y="133985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26"/>
              <p:cNvSpPr/>
              <p:nvPr/>
            </p:nvSpPr>
            <p:spPr>
              <a:xfrm>
                <a:off x="8013700" y="2426335"/>
                <a:ext cx="110490" cy="110489"/>
              </a:xfrm>
              <a:custGeom>
                <a:avLst/>
                <a:gdLst/>
                <a:ahLst/>
                <a:cxnLst/>
                <a:rect l="l" t="t" r="r" b="b"/>
                <a:pathLst>
                  <a:path w="110490" h="110489" extrusionOk="0">
                    <a:moveTo>
                      <a:pt x="55245" y="110490"/>
                    </a:moveTo>
                    <a:cubicBezTo>
                      <a:pt x="24765" y="110490"/>
                      <a:pt x="0" y="85725"/>
                      <a:pt x="0" y="55245"/>
                    </a:cubicBezTo>
                    <a:cubicBezTo>
                      <a:pt x="0" y="24765"/>
                      <a:pt x="24765" y="0"/>
                      <a:pt x="55245" y="0"/>
                    </a:cubicBezTo>
                    <a:cubicBezTo>
                      <a:pt x="85725" y="0"/>
                      <a:pt x="110490" y="24765"/>
                      <a:pt x="110490" y="55245"/>
                    </a:cubicBezTo>
                    <a:cubicBezTo>
                      <a:pt x="110490" y="85725"/>
                      <a:pt x="85725" y="110490"/>
                      <a:pt x="55245" y="110490"/>
                    </a:cubicBezTo>
                    <a:close/>
                    <a:moveTo>
                      <a:pt x="55245" y="17780"/>
                    </a:moveTo>
                    <a:cubicBezTo>
                      <a:pt x="34290" y="17780"/>
                      <a:pt x="17780" y="34925"/>
                      <a:pt x="17780" y="55245"/>
                    </a:cubicBezTo>
                    <a:cubicBezTo>
                      <a:pt x="17780" y="76200"/>
                      <a:pt x="34925" y="92710"/>
                      <a:pt x="55245" y="92710"/>
                    </a:cubicBezTo>
                    <a:cubicBezTo>
                      <a:pt x="76200" y="92710"/>
                      <a:pt x="92710" y="75565"/>
                      <a:pt x="92710" y="55245"/>
                    </a:cubicBezTo>
                    <a:cubicBezTo>
                      <a:pt x="92710" y="34290"/>
                      <a:pt x="76200" y="17780"/>
                      <a:pt x="55245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26"/>
            <p:cNvGrpSpPr/>
            <p:nvPr/>
          </p:nvGrpSpPr>
          <p:grpSpPr>
            <a:xfrm>
              <a:off x="3407567" y="1920716"/>
              <a:ext cx="252412" cy="319088"/>
              <a:chOff x="4543425" y="2336164"/>
              <a:chExt cx="336549" cy="425450"/>
            </a:xfrm>
          </p:grpSpPr>
          <p:sp>
            <p:nvSpPr>
              <p:cNvPr id="238" name="Google Shape;238;p26"/>
              <p:cNvSpPr/>
              <p:nvPr/>
            </p:nvSpPr>
            <p:spPr>
              <a:xfrm>
                <a:off x="4543425" y="2501264"/>
                <a:ext cx="23114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231140" h="260350" extrusionOk="0">
                    <a:moveTo>
                      <a:pt x="213360" y="67945"/>
                    </a:moveTo>
                    <a:lnTo>
                      <a:pt x="213360" y="99695"/>
                    </a:lnTo>
                    <a:cubicBezTo>
                      <a:pt x="212090" y="106045"/>
                      <a:pt x="177800" y="121285"/>
                      <a:pt x="115570" y="121285"/>
                    </a:cubicBezTo>
                    <a:cubicBezTo>
                      <a:pt x="52070" y="121285"/>
                      <a:pt x="17780" y="106045"/>
                      <a:pt x="17780" y="99695"/>
                    </a:cubicBezTo>
                    <a:lnTo>
                      <a:pt x="17780" y="61595"/>
                    </a:lnTo>
                    <a:cubicBezTo>
                      <a:pt x="39370" y="73025"/>
                      <a:pt x="78740" y="78740"/>
                      <a:pt x="115570" y="78740"/>
                    </a:cubicBezTo>
                    <a:cubicBezTo>
                      <a:pt x="146685" y="78740"/>
                      <a:pt x="178435" y="74930"/>
                      <a:pt x="200660" y="66675"/>
                    </a:cubicBezTo>
                    <a:cubicBezTo>
                      <a:pt x="189230" y="64770"/>
                      <a:pt x="178435" y="61595"/>
                      <a:pt x="168910" y="56515"/>
                    </a:cubicBezTo>
                    <a:cubicBezTo>
                      <a:pt x="154940" y="59055"/>
                      <a:pt x="137160" y="60960"/>
                      <a:pt x="115570" y="60960"/>
                    </a:cubicBezTo>
                    <a:cubicBezTo>
                      <a:pt x="48260" y="60960"/>
                      <a:pt x="17780" y="44450"/>
                      <a:pt x="17780" y="39370"/>
                    </a:cubicBezTo>
                    <a:cubicBezTo>
                      <a:pt x="17780" y="34290"/>
                      <a:pt x="48260" y="17780"/>
                      <a:pt x="115570" y="17780"/>
                    </a:cubicBezTo>
                    <a:cubicBezTo>
                      <a:pt x="118110" y="17780"/>
                      <a:pt x="120650" y="17780"/>
                      <a:pt x="123825" y="17780"/>
                    </a:cubicBezTo>
                    <a:cubicBezTo>
                      <a:pt x="120015" y="12065"/>
                      <a:pt x="116840" y="6350"/>
                      <a:pt x="113665" y="0"/>
                    </a:cubicBezTo>
                    <a:cubicBezTo>
                      <a:pt x="58420" y="0"/>
                      <a:pt x="0" y="12700"/>
                      <a:pt x="0" y="39370"/>
                    </a:cubicBezTo>
                    <a:lnTo>
                      <a:pt x="0" y="220980"/>
                    </a:lnTo>
                    <a:cubicBezTo>
                      <a:pt x="0" y="248285"/>
                      <a:pt x="59690" y="260350"/>
                      <a:pt x="115570" y="260350"/>
                    </a:cubicBezTo>
                    <a:cubicBezTo>
                      <a:pt x="158750" y="260350"/>
                      <a:pt x="231140" y="252095"/>
                      <a:pt x="231140" y="220980"/>
                    </a:cubicBezTo>
                    <a:lnTo>
                      <a:pt x="231140" y="67945"/>
                    </a:lnTo>
                    <a:cubicBezTo>
                      <a:pt x="227330" y="68580"/>
                      <a:pt x="223520" y="68580"/>
                      <a:pt x="219710" y="68580"/>
                    </a:cubicBezTo>
                    <a:cubicBezTo>
                      <a:pt x="217805" y="68580"/>
                      <a:pt x="215265" y="68580"/>
                      <a:pt x="213360" y="67945"/>
                    </a:cubicBezTo>
                    <a:close/>
                    <a:moveTo>
                      <a:pt x="213360" y="220980"/>
                    </a:moveTo>
                    <a:cubicBezTo>
                      <a:pt x="213360" y="227330"/>
                      <a:pt x="179070" y="242570"/>
                      <a:pt x="115570" y="242570"/>
                    </a:cubicBezTo>
                    <a:cubicBezTo>
                      <a:pt x="53340" y="242570"/>
                      <a:pt x="19050" y="227330"/>
                      <a:pt x="17780" y="220980"/>
                    </a:cubicBezTo>
                    <a:lnTo>
                      <a:pt x="17780" y="182880"/>
                    </a:lnTo>
                    <a:cubicBezTo>
                      <a:pt x="41910" y="195580"/>
                      <a:pt x="85725" y="199390"/>
                      <a:pt x="115570" y="199390"/>
                    </a:cubicBezTo>
                    <a:cubicBezTo>
                      <a:pt x="152400" y="199390"/>
                      <a:pt x="191770" y="193675"/>
                      <a:pt x="213360" y="182245"/>
                    </a:cubicBezTo>
                    <a:lnTo>
                      <a:pt x="213360" y="220980"/>
                    </a:lnTo>
                    <a:close/>
                    <a:moveTo>
                      <a:pt x="213360" y="160020"/>
                    </a:moveTo>
                    <a:cubicBezTo>
                      <a:pt x="212090" y="166370"/>
                      <a:pt x="177800" y="181610"/>
                      <a:pt x="115570" y="181610"/>
                    </a:cubicBezTo>
                    <a:cubicBezTo>
                      <a:pt x="52070" y="181610"/>
                      <a:pt x="17780" y="166370"/>
                      <a:pt x="17780" y="160020"/>
                    </a:cubicBezTo>
                    <a:lnTo>
                      <a:pt x="17780" y="122555"/>
                    </a:lnTo>
                    <a:cubicBezTo>
                      <a:pt x="41910" y="135255"/>
                      <a:pt x="85725" y="139065"/>
                      <a:pt x="115570" y="139065"/>
                    </a:cubicBezTo>
                    <a:cubicBezTo>
                      <a:pt x="152400" y="139065"/>
                      <a:pt x="191770" y="133350"/>
                      <a:pt x="213360" y="121920"/>
                    </a:cubicBezTo>
                    <a:lnTo>
                      <a:pt x="213360" y="160020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9" name="Google Shape;239;p26"/>
              <p:cNvGrpSpPr/>
              <p:nvPr/>
            </p:nvGrpSpPr>
            <p:grpSpPr>
              <a:xfrm>
                <a:off x="4646295" y="2336164"/>
                <a:ext cx="233679" cy="233680"/>
                <a:chOff x="4646295" y="2336164"/>
                <a:chExt cx="233679" cy="233680"/>
              </a:xfrm>
            </p:grpSpPr>
            <p:sp>
              <p:nvSpPr>
                <p:cNvPr id="240" name="Google Shape;240;p26"/>
                <p:cNvSpPr/>
                <p:nvPr/>
              </p:nvSpPr>
              <p:spPr>
                <a:xfrm>
                  <a:off x="4646295" y="2336164"/>
                  <a:ext cx="233679" cy="233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679" h="233680" extrusionOk="0">
                      <a:moveTo>
                        <a:pt x="116840" y="233680"/>
                      </a:moveTo>
                      <a:cubicBezTo>
                        <a:pt x="52705" y="233680"/>
                        <a:pt x="0" y="180975"/>
                        <a:pt x="0" y="116840"/>
                      </a:cubicBezTo>
                      <a:cubicBezTo>
                        <a:pt x="0" y="52705"/>
                        <a:pt x="52705" y="0"/>
                        <a:pt x="116840" y="0"/>
                      </a:cubicBezTo>
                      <a:cubicBezTo>
                        <a:pt x="180975" y="0"/>
                        <a:pt x="233680" y="52705"/>
                        <a:pt x="233680" y="116840"/>
                      </a:cubicBezTo>
                      <a:cubicBezTo>
                        <a:pt x="233680" y="180975"/>
                        <a:pt x="180975" y="233680"/>
                        <a:pt x="116840" y="233680"/>
                      </a:cubicBezTo>
                      <a:close/>
                      <a:moveTo>
                        <a:pt x="116840" y="17780"/>
                      </a:moveTo>
                      <a:cubicBezTo>
                        <a:pt x="62230" y="17780"/>
                        <a:pt x="17780" y="62230"/>
                        <a:pt x="17780" y="116840"/>
                      </a:cubicBezTo>
                      <a:cubicBezTo>
                        <a:pt x="17780" y="171450"/>
                        <a:pt x="62230" y="215900"/>
                        <a:pt x="116840" y="215900"/>
                      </a:cubicBezTo>
                      <a:cubicBezTo>
                        <a:pt x="171450" y="215900"/>
                        <a:pt x="215900" y="171450"/>
                        <a:pt x="215900" y="116840"/>
                      </a:cubicBezTo>
                      <a:cubicBezTo>
                        <a:pt x="215900" y="62230"/>
                        <a:pt x="171450" y="17780"/>
                        <a:pt x="116840" y="17780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26"/>
                <p:cNvSpPr/>
                <p:nvPr/>
              </p:nvSpPr>
              <p:spPr>
                <a:xfrm>
                  <a:off x="4746625" y="2366010"/>
                  <a:ext cx="69850" cy="103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03504" extrusionOk="0">
                      <a:moveTo>
                        <a:pt x="60960" y="78105"/>
                      </a:moveTo>
                      <a:lnTo>
                        <a:pt x="30480" y="78105"/>
                      </a:lnTo>
                      <a:cubicBezTo>
                        <a:pt x="29210" y="76200"/>
                        <a:pt x="27305" y="74295"/>
                        <a:pt x="25400" y="73025"/>
                      </a:cubicBezTo>
                      <a:lnTo>
                        <a:pt x="25400" y="8890"/>
                      </a:lnTo>
                      <a:cubicBezTo>
                        <a:pt x="25400" y="3810"/>
                        <a:pt x="21590" y="0"/>
                        <a:pt x="16510" y="0"/>
                      </a:cubicBezTo>
                      <a:cubicBezTo>
                        <a:pt x="11430" y="0"/>
                        <a:pt x="7620" y="3810"/>
                        <a:pt x="7620" y="8890"/>
                      </a:cubicBezTo>
                      <a:lnTo>
                        <a:pt x="7620" y="73025"/>
                      </a:lnTo>
                      <a:cubicBezTo>
                        <a:pt x="3175" y="76200"/>
                        <a:pt x="0" y="81280"/>
                        <a:pt x="0" y="86995"/>
                      </a:cubicBezTo>
                      <a:cubicBezTo>
                        <a:pt x="0" y="95885"/>
                        <a:pt x="7620" y="103505"/>
                        <a:pt x="16510" y="103505"/>
                      </a:cubicBezTo>
                      <a:cubicBezTo>
                        <a:pt x="22225" y="103505"/>
                        <a:pt x="27305" y="100330"/>
                        <a:pt x="30480" y="95885"/>
                      </a:cubicBezTo>
                      <a:lnTo>
                        <a:pt x="60960" y="95885"/>
                      </a:lnTo>
                      <a:cubicBezTo>
                        <a:pt x="66040" y="95885"/>
                        <a:pt x="69850" y="92075"/>
                        <a:pt x="69850" y="86995"/>
                      </a:cubicBezTo>
                      <a:cubicBezTo>
                        <a:pt x="69850" y="81915"/>
                        <a:pt x="66040" y="78105"/>
                        <a:pt x="60960" y="78105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" name="Google Shape;242;p26"/>
                <p:cNvSpPr/>
                <p:nvPr/>
              </p:nvSpPr>
              <p:spPr>
                <a:xfrm>
                  <a:off x="4752975" y="2516504"/>
                  <a:ext cx="20320" cy="20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" h="20320" extrusionOk="0">
                      <a:moveTo>
                        <a:pt x="20320" y="10160"/>
                      </a:moveTo>
                      <a:cubicBezTo>
                        <a:pt x="20320" y="15771"/>
                        <a:pt x="15771" y="20320"/>
                        <a:pt x="10160" y="20320"/>
                      </a:cubicBezTo>
                      <a:cubicBezTo>
                        <a:pt x="4549" y="20320"/>
                        <a:pt x="0" y="15771"/>
                        <a:pt x="0" y="10160"/>
                      </a:cubicBezTo>
                      <a:cubicBezTo>
                        <a:pt x="0" y="4549"/>
                        <a:pt x="4549" y="0"/>
                        <a:pt x="10160" y="0"/>
                      </a:cubicBezTo>
                      <a:cubicBezTo>
                        <a:pt x="15772" y="0"/>
                        <a:pt x="20320" y="4549"/>
                        <a:pt x="20320" y="10160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26"/>
                <p:cNvSpPr/>
                <p:nvPr/>
              </p:nvSpPr>
              <p:spPr>
                <a:xfrm>
                  <a:off x="4679950" y="2442845"/>
                  <a:ext cx="20320" cy="20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" h="20320" extrusionOk="0">
                      <a:moveTo>
                        <a:pt x="20320" y="10160"/>
                      </a:moveTo>
                      <a:cubicBezTo>
                        <a:pt x="20320" y="15771"/>
                        <a:pt x="15771" y="20320"/>
                        <a:pt x="10160" y="20320"/>
                      </a:cubicBezTo>
                      <a:cubicBezTo>
                        <a:pt x="4549" y="20320"/>
                        <a:pt x="0" y="15771"/>
                        <a:pt x="0" y="10160"/>
                      </a:cubicBezTo>
                      <a:cubicBezTo>
                        <a:pt x="0" y="4549"/>
                        <a:pt x="4549" y="0"/>
                        <a:pt x="10160" y="0"/>
                      </a:cubicBezTo>
                      <a:cubicBezTo>
                        <a:pt x="15772" y="0"/>
                        <a:pt x="20320" y="4549"/>
                        <a:pt x="20320" y="10160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26"/>
                <p:cNvSpPr/>
                <p:nvPr/>
              </p:nvSpPr>
              <p:spPr>
                <a:xfrm>
                  <a:off x="4826635" y="2442845"/>
                  <a:ext cx="20320" cy="20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" h="20320" extrusionOk="0">
                      <a:moveTo>
                        <a:pt x="20320" y="10160"/>
                      </a:moveTo>
                      <a:cubicBezTo>
                        <a:pt x="20320" y="15771"/>
                        <a:pt x="15771" y="20320"/>
                        <a:pt x="10160" y="20320"/>
                      </a:cubicBezTo>
                      <a:cubicBezTo>
                        <a:pt x="4549" y="20320"/>
                        <a:pt x="0" y="15771"/>
                        <a:pt x="0" y="10160"/>
                      </a:cubicBezTo>
                      <a:cubicBezTo>
                        <a:pt x="0" y="4549"/>
                        <a:pt x="4549" y="0"/>
                        <a:pt x="10160" y="0"/>
                      </a:cubicBezTo>
                      <a:cubicBezTo>
                        <a:pt x="15771" y="0"/>
                        <a:pt x="20320" y="4549"/>
                        <a:pt x="20320" y="10160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5" name="Google Shape;245;p26"/>
            <p:cNvGrpSpPr/>
            <p:nvPr/>
          </p:nvGrpSpPr>
          <p:grpSpPr>
            <a:xfrm>
              <a:off x="1568289" y="1960669"/>
              <a:ext cx="253841" cy="310091"/>
              <a:chOff x="2091054" y="2389435"/>
              <a:chExt cx="338455" cy="413454"/>
            </a:xfrm>
          </p:grpSpPr>
          <p:sp>
            <p:nvSpPr>
              <p:cNvPr id="246" name="Google Shape;246;p26"/>
              <p:cNvSpPr/>
              <p:nvPr/>
            </p:nvSpPr>
            <p:spPr>
              <a:xfrm>
                <a:off x="2094864" y="2389435"/>
                <a:ext cx="334645" cy="158819"/>
              </a:xfrm>
              <a:custGeom>
                <a:avLst/>
                <a:gdLst/>
                <a:ahLst/>
                <a:cxnLst/>
                <a:rect l="l" t="t" r="r" b="b"/>
                <a:pathLst>
                  <a:path w="334645" h="158819" extrusionOk="0">
                    <a:moveTo>
                      <a:pt x="330835" y="72459"/>
                    </a:moveTo>
                    <a:lnTo>
                      <a:pt x="334645" y="65474"/>
                    </a:lnTo>
                    <a:lnTo>
                      <a:pt x="244475" y="16579"/>
                    </a:lnTo>
                    <a:cubicBezTo>
                      <a:pt x="240030" y="14039"/>
                      <a:pt x="234315" y="15944"/>
                      <a:pt x="231775" y="20389"/>
                    </a:cubicBezTo>
                    <a:cubicBezTo>
                      <a:pt x="229235" y="24834"/>
                      <a:pt x="231140" y="30549"/>
                      <a:pt x="235585" y="33089"/>
                    </a:cubicBezTo>
                    <a:lnTo>
                      <a:pt x="302260" y="69284"/>
                    </a:lnTo>
                    <a:cubicBezTo>
                      <a:pt x="296545" y="71824"/>
                      <a:pt x="290195" y="73729"/>
                      <a:pt x="284480" y="74999"/>
                    </a:cubicBezTo>
                    <a:cubicBezTo>
                      <a:pt x="266700" y="79444"/>
                      <a:pt x="250190" y="82619"/>
                      <a:pt x="234315" y="84524"/>
                    </a:cubicBezTo>
                    <a:cubicBezTo>
                      <a:pt x="214630" y="86429"/>
                      <a:pt x="193675" y="88334"/>
                      <a:pt x="171450" y="88334"/>
                    </a:cubicBezTo>
                    <a:cubicBezTo>
                      <a:pt x="149225" y="88334"/>
                      <a:pt x="128270" y="87064"/>
                      <a:pt x="109220" y="84524"/>
                    </a:cubicBezTo>
                    <a:cubicBezTo>
                      <a:pt x="90170" y="81984"/>
                      <a:pt x="73025" y="78809"/>
                      <a:pt x="59055" y="74999"/>
                    </a:cubicBezTo>
                    <a:cubicBezTo>
                      <a:pt x="45720" y="71189"/>
                      <a:pt x="34290" y="66744"/>
                      <a:pt x="27305" y="61664"/>
                    </a:cubicBezTo>
                    <a:cubicBezTo>
                      <a:pt x="21590" y="57854"/>
                      <a:pt x="18415" y="54044"/>
                      <a:pt x="18415" y="51504"/>
                    </a:cubicBezTo>
                    <a:cubicBezTo>
                      <a:pt x="18415" y="48964"/>
                      <a:pt x="21590" y="45154"/>
                      <a:pt x="27305" y="41344"/>
                    </a:cubicBezTo>
                    <a:cubicBezTo>
                      <a:pt x="35560" y="35629"/>
                      <a:pt x="48260" y="31819"/>
                      <a:pt x="59055" y="28009"/>
                    </a:cubicBezTo>
                    <a:cubicBezTo>
                      <a:pt x="76835" y="23564"/>
                      <a:pt x="93345" y="20389"/>
                      <a:pt x="109220" y="18484"/>
                    </a:cubicBezTo>
                    <a:cubicBezTo>
                      <a:pt x="114300" y="17849"/>
                      <a:pt x="118110" y="13404"/>
                      <a:pt x="117475" y="8324"/>
                    </a:cubicBezTo>
                    <a:cubicBezTo>
                      <a:pt x="116840" y="3244"/>
                      <a:pt x="112395" y="-566"/>
                      <a:pt x="107315" y="69"/>
                    </a:cubicBezTo>
                    <a:cubicBezTo>
                      <a:pt x="90805" y="1974"/>
                      <a:pt x="73025" y="5149"/>
                      <a:pt x="53975" y="10229"/>
                    </a:cubicBezTo>
                    <a:cubicBezTo>
                      <a:pt x="41275" y="14039"/>
                      <a:pt x="26670" y="19119"/>
                      <a:pt x="16510" y="26104"/>
                    </a:cubicBezTo>
                    <a:cubicBezTo>
                      <a:pt x="12065" y="29279"/>
                      <a:pt x="0" y="37534"/>
                      <a:pt x="0" y="51504"/>
                    </a:cubicBezTo>
                    <a:cubicBezTo>
                      <a:pt x="0" y="65474"/>
                      <a:pt x="12700" y="74364"/>
                      <a:pt x="16510" y="76904"/>
                    </a:cubicBezTo>
                    <a:cubicBezTo>
                      <a:pt x="26035" y="83254"/>
                      <a:pt x="38735" y="88969"/>
                      <a:pt x="54610" y="92779"/>
                    </a:cubicBezTo>
                    <a:cubicBezTo>
                      <a:pt x="69850" y="96589"/>
                      <a:pt x="86995" y="99764"/>
                      <a:pt x="107315" y="102304"/>
                    </a:cubicBezTo>
                    <a:cubicBezTo>
                      <a:pt x="127635" y="104844"/>
                      <a:pt x="149225" y="106114"/>
                      <a:pt x="172085" y="106114"/>
                    </a:cubicBezTo>
                    <a:cubicBezTo>
                      <a:pt x="194945" y="106114"/>
                      <a:pt x="216535" y="104209"/>
                      <a:pt x="236220" y="102304"/>
                    </a:cubicBezTo>
                    <a:cubicBezTo>
                      <a:pt x="252730" y="100399"/>
                      <a:pt x="270510" y="97224"/>
                      <a:pt x="289560" y="92144"/>
                    </a:cubicBezTo>
                    <a:cubicBezTo>
                      <a:pt x="293370" y="90874"/>
                      <a:pt x="296545" y="90239"/>
                      <a:pt x="299085" y="88969"/>
                    </a:cubicBezTo>
                    <a:lnTo>
                      <a:pt x="268605" y="144849"/>
                    </a:lnTo>
                    <a:cubicBezTo>
                      <a:pt x="266065" y="149294"/>
                      <a:pt x="267970" y="155009"/>
                      <a:pt x="272415" y="157549"/>
                    </a:cubicBezTo>
                    <a:cubicBezTo>
                      <a:pt x="273685" y="158184"/>
                      <a:pt x="275590" y="158819"/>
                      <a:pt x="276860" y="158819"/>
                    </a:cubicBezTo>
                    <a:cubicBezTo>
                      <a:pt x="280035" y="158819"/>
                      <a:pt x="283210" y="156914"/>
                      <a:pt x="285115" y="153739"/>
                    </a:cubicBezTo>
                    <a:lnTo>
                      <a:pt x="328295" y="74364"/>
                    </a:lnTo>
                    <a:cubicBezTo>
                      <a:pt x="330200" y="74999"/>
                      <a:pt x="330835" y="73729"/>
                      <a:pt x="330835" y="72459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2095006" y="2658242"/>
                <a:ext cx="334503" cy="144647"/>
              </a:xfrm>
              <a:custGeom>
                <a:avLst/>
                <a:gdLst/>
                <a:ahLst/>
                <a:cxnLst/>
                <a:rect l="l" t="t" r="r" b="b"/>
                <a:pathLst>
                  <a:path w="334503" h="144647" extrusionOk="0">
                    <a:moveTo>
                      <a:pt x="330694" y="57018"/>
                    </a:moveTo>
                    <a:lnTo>
                      <a:pt x="334504" y="50033"/>
                    </a:lnTo>
                    <a:lnTo>
                      <a:pt x="244334" y="1138"/>
                    </a:lnTo>
                    <a:cubicBezTo>
                      <a:pt x="239889" y="-1402"/>
                      <a:pt x="234174" y="503"/>
                      <a:pt x="231634" y="4948"/>
                    </a:cubicBezTo>
                    <a:cubicBezTo>
                      <a:pt x="229094" y="9393"/>
                      <a:pt x="230999" y="15108"/>
                      <a:pt x="235444" y="17648"/>
                    </a:cubicBezTo>
                    <a:lnTo>
                      <a:pt x="301484" y="53843"/>
                    </a:lnTo>
                    <a:cubicBezTo>
                      <a:pt x="296404" y="55748"/>
                      <a:pt x="290054" y="57653"/>
                      <a:pt x="283069" y="60193"/>
                    </a:cubicBezTo>
                    <a:cubicBezTo>
                      <a:pt x="268464" y="64638"/>
                      <a:pt x="251319" y="67178"/>
                      <a:pt x="230364" y="69718"/>
                    </a:cubicBezTo>
                    <a:cubicBezTo>
                      <a:pt x="210679" y="72258"/>
                      <a:pt x="188454" y="73528"/>
                      <a:pt x="165594" y="73528"/>
                    </a:cubicBezTo>
                    <a:cubicBezTo>
                      <a:pt x="142099" y="73528"/>
                      <a:pt x="120509" y="72258"/>
                      <a:pt x="100824" y="69718"/>
                    </a:cubicBezTo>
                    <a:cubicBezTo>
                      <a:pt x="79869" y="67178"/>
                      <a:pt x="62089" y="64003"/>
                      <a:pt x="48119" y="60193"/>
                    </a:cubicBezTo>
                    <a:cubicBezTo>
                      <a:pt x="34149" y="56383"/>
                      <a:pt x="22084" y="51938"/>
                      <a:pt x="15099" y="46858"/>
                    </a:cubicBezTo>
                    <a:cubicBezTo>
                      <a:pt x="10654" y="43683"/>
                      <a:pt x="4939" y="44953"/>
                      <a:pt x="1764" y="49398"/>
                    </a:cubicBezTo>
                    <a:cubicBezTo>
                      <a:pt x="-1411" y="53843"/>
                      <a:pt x="-141" y="59558"/>
                      <a:pt x="4304" y="62733"/>
                    </a:cubicBezTo>
                    <a:cubicBezTo>
                      <a:pt x="13194" y="69083"/>
                      <a:pt x="27164" y="74798"/>
                      <a:pt x="43674" y="78608"/>
                    </a:cubicBezTo>
                    <a:cubicBezTo>
                      <a:pt x="58914" y="82418"/>
                      <a:pt x="77329" y="85593"/>
                      <a:pt x="98919" y="88133"/>
                    </a:cubicBezTo>
                    <a:cubicBezTo>
                      <a:pt x="119239" y="90673"/>
                      <a:pt x="142099" y="91943"/>
                      <a:pt x="166229" y="91943"/>
                    </a:cubicBezTo>
                    <a:cubicBezTo>
                      <a:pt x="190359" y="91943"/>
                      <a:pt x="212584" y="90673"/>
                      <a:pt x="232904" y="88133"/>
                    </a:cubicBezTo>
                    <a:cubicBezTo>
                      <a:pt x="254494" y="86228"/>
                      <a:pt x="272909" y="83053"/>
                      <a:pt x="288784" y="77973"/>
                    </a:cubicBezTo>
                    <a:cubicBezTo>
                      <a:pt x="293229" y="76703"/>
                      <a:pt x="296404" y="75433"/>
                      <a:pt x="300214" y="74163"/>
                    </a:cubicBezTo>
                    <a:lnTo>
                      <a:pt x="269734" y="130678"/>
                    </a:lnTo>
                    <a:cubicBezTo>
                      <a:pt x="267194" y="135123"/>
                      <a:pt x="269099" y="140838"/>
                      <a:pt x="273544" y="143378"/>
                    </a:cubicBezTo>
                    <a:cubicBezTo>
                      <a:pt x="274814" y="144013"/>
                      <a:pt x="276719" y="144648"/>
                      <a:pt x="277989" y="144648"/>
                    </a:cubicBezTo>
                    <a:cubicBezTo>
                      <a:pt x="281164" y="144648"/>
                      <a:pt x="284339" y="142743"/>
                      <a:pt x="286244" y="139568"/>
                    </a:cubicBezTo>
                    <a:lnTo>
                      <a:pt x="329424" y="60193"/>
                    </a:lnTo>
                    <a:cubicBezTo>
                      <a:pt x="330059" y="59558"/>
                      <a:pt x="330694" y="58288"/>
                      <a:pt x="330694" y="57018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2091054" y="2531877"/>
                <a:ext cx="334539" cy="145282"/>
              </a:xfrm>
              <a:custGeom>
                <a:avLst/>
                <a:gdLst/>
                <a:ahLst/>
                <a:cxnLst/>
                <a:rect l="l" t="t" r="r" b="b"/>
                <a:pathLst>
                  <a:path w="334539" h="145282" extrusionOk="0">
                    <a:moveTo>
                      <a:pt x="332740" y="48763"/>
                    </a:moveTo>
                    <a:cubicBezTo>
                      <a:pt x="329565" y="44318"/>
                      <a:pt x="323850" y="43048"/>
                      <a:pt x="319405" y="46223"/>
                    </a:cubicBezTo>
                    <a:cubicBezTo>
                      <a:pt x="312420" y="51303"/>
                      <a:pt x="300355" y="55748"/>
                      <a:pt x="286385" y="59558"/>
                    </a:cubicBezTo>
                    <a:cubicBezTo>
                      <a:pt x="271780" y="63368"/>
                      <a:pt x="254000" y="66543"/>
                      <a:pt x="233680" y="69083"/>
                    </a:cubicBezTo>
                    <a:cubicBezTo>
                      <a:pt x="213995" y="71623"/>
                      <a:pt x="191770" y="72893"/>
                      <a:pt x="168910" y="72893"/>
                    </a:cubicBezTo>
                    <a:cubicBezTo>
                      <a:pt x="145415" y="72893"/>
                      <a:pt x="123825" y="71623"/>
                      <a:pt x="103505" y="69083"/>
                    </a:cubicBezTo>
                    <a:cubicBezTo>
                      <a:pt x="86995" y="67813"/>
                      <a:pt x="69850" y="64638"/>
                      <a:pt x="51435" y="60193"/>
                    </a:cubicBezTo>
                    <a:cubicBezTo>
                      <a:pt x="43815" y="58288"/>
                      <a:pt x="38100" y="55748"/>
                      <a:pt x="33020" y="53843"/>
                    </a:cubicBezTo>
                    <a:lnTo>
                      <a:pt x="99060" y="17648"/>
                    </a:lnTo>
                    <a:cubicBezTo>
                      <a:pt x="103505" y="15108"/>
                      <a:pt x="105410" y="9393"/>
                      <a:pt x="102870" y="4948"/>
                    </a:cubicBezTo>
                    <a:cubicBezTo>
                      <a:pt x="100330" y="503"/>
                      <a:pt x="94615" y="-1402"/>
                      <a:pt x="90170" y="1138"/>
                    </a:cubicBezTo>
                    <a:lnTo>
                      <a:pt x="0" y="50033"/>
                    </a:lnTo>
                    <a:lnTo>
                      <a:pt x="3810" y="57018"/>
                    </a:lnTo>
                    <a:cubicBezTo>
                      <a:pt x="4445" y="58288"/>
                      <a:pt x="5080" y="59558"/>
                      <a:pt x="5715" y="60828"/>
                    </a:cubicBezTo>
                    <a:lnTo>
                      <a:pt x="49530" y="140203"/>
                    </a:lnTo>
                    <a:cubicBezTo>
                      <a:pt x="51435" y="143378"/>
                      <a:pt x="54610" y="145283"/>
                      <a:pt x="57785" y="145283"/>
                    </a:cubicBezTo>
                    <a:cubicBezTo>
                      <a:pt x="59055" y="145283"/>
                      <a:pt x="60960" y="144648"/>
                      <a:pt x="62230" y="144013"/>
                    </a:cubicBezTo>
                    <a:cubicBezTo>
                      <a:pt x="66675" y="141473"/>
                      <a:pt x="68580" y="135758"/>
                      <a:pt x="66040" y="131313"/>
                    </a:cubicBezTo>
                    <a:lnTo>
                      <a:pt x="34925" y="74798"/>
                    </a:lnTo>
                    <a:cubicBezTo>
                      <a:pt x="38735" y="76068"/>
                      <a:pt x="42545" y="77338"/>
                      <a:pt x="46355" y="78608"/>
                    </a:cubicBezTo>
                    <a:cubicBezTo>
                      <a:pt x="66040" y="83688"/>
                      <a:pt x="84455" y="86863"/>
                      <a:pt x="101600" y="88133"/>
                    </a:cubicBezTo>
                    <a:cubicBezTo>
                      <a:pt x="121920" y="90673"/>
                      <a:pt x="144780" y="91943"/>
                      <a:pt x="168910" y="91943"/>
                    </a:cubicBezTo>
                    <a:cubicBezTo>
                      <a:pt x="193040" y="91943"/>
                      <a:pt x="215265" y="90673"/>
                      <a:pt x="236220" y="88133"/>
                    </a:cubicBezTo>
                    <a:cubicBezTo>
                      <a:pt x="257810" y="85593"/>
                      <a:pt x="276225" y="82418"/>
                      <a:pt x="291465" y="78608"/>
                    </a:cubicBezTo>
                    <a:cubicBezTo>
                      <a:pt x="307975" y="74163"/>
                      <a:pt x="321310" y="69083"/>
                      <a:pt x="330835" y="62733"/>
                    </a:cubicBezTo>
                    <a:cubicBezTo>
                      <a:pt x="334645" y="59558"/>
                      <a:pt x="335915" y="53208"/>
                      <a:pt x="332740" y="48763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" name="Google Shape;249;p26"/>
            <p:cNvSpPr/>
            <p:nvPr/>
          </p:nvSpPr>
          <p:spPr>
            <a:xfrm>
              <a:off x="904874" y="2716530"/>
              <a:ext cx="7334725" cy="381000"/>
            </a:xfrm>
            <a:custGeom>
              <a:avLst/>
              <a:gdLst/>
              <a:ahLst/>
              <a:cxnLst/>
              <a:rect l="l" t="t" r="r" b="b"/>
              <a:pathLst>
                <a:path w="9779634" h="508000" extrusionOk="0">
                  <a:moveTo>
                    <a:pt x="9779000" y="180340"/>
                  </a:moveTo>
                  <a:lnTo>
                    <a:pt x="9451340" y="508000"/>
                  </a:lnTo>
                  <a:lnTo>
                    <a:pt x="9438640" y="508000"/>
                  </a:lnTo>
                  <a:lnTo>
                    <a:pt x="9779000" y="167640"/>
                  </a:lnTo>
                  <a:lnTo>
                    <a:pt x="9779000" y="180340"/>
                  </a:lnTo>
                  <a:close/>
                  <a:moveTo>
                    <a:pt x="4313555" y="0"/>
                  </a:moveTo>
                  <a:lnTo>
                    <a:pt x="3805555" y="508000"/>
                  </a:lnTo>
                  <a:lnTo>
                    <a:pt x="3818255" y="508000"/>
                  </a:lnTo>
                  <a:lnTo>
                    <a:pt x="4326255" y="0"/>
                  </a:lnTo>
                  <a:lnTo>
                    <a:pt x="4313555" y="0"/>
                  </a:lnTo>
                  <a:close/>
                  <a:moveTo>
                    <a:pt x="6857365" y="0"/>
                  </a:moveTo>
                  <a:lnTo>
                    <a:pt x="6349365" y="508000"/>
                  </a:lnTo>
                  <a:lnTo>
                    <a:pt x="6362065" y="508000"/>
                  </a:lnTo>
                  <a:lnTo>
                    <a:pt x="6870065" y="0"/>
                  </a:lnTo>
                  <a:lnTo>
                    <a:pt x="6857365" y="0"/>
                  </a:lnTo>
                  <a:close/>
                  <a:moveTo>
                    <a:pt x="9740900" y="0"/>
                  </a:moveTo>
                  <a:lnTo>
                    <a:pt x="9232900" y="508000"/>
                  </a:lnTo>
                  <a:lnTo>
                    <a:pt x="9245600" y="508000"/>
                  </a:lnTo>
                  <a:lnTo>
                    <a:pt x="9753600" y="0"/>
                  </a:lnTo>
                  <a:lnTo>
                    <a:pt x="9740900" y="0"/>
                  </a:lnTo>
                  <a:close/>
                  <a:moveTo>
                    <a:pt x="3970655" y="0"/>
                  </a:moveTo>
                  <a:lnTo>
                    <a:pt x="3462655" y="508000"/>
                  </a:lnTo>
                  <a:lnTo>
                    <a:pt x="3475355" y="508000"/>
                  </a:lnTo>
                  <a:lnTo>
                    <a:pt x="3983355" y="0"/>
                  </a:lnTo>
                  <a:lnTo>
                    <a:pt x="3970655" y="0"/>
                  </a:lnTo>
                  <a:close/>
                  <a:moveTo>
                    <a:pt x="9779000" y="30480"/>
                  </a:moveTo>
                  <a:lnTo>
                    <a:pt x="9301480" y="508000"/>
                  </a:lnTo>
                  <a:lnTo>
                    <a:pt x="9314180" y="508000"/>
                  </a:lnTo>
                  <a:lnTo>
                    <a:pt x="9779000" y="43180"/>
                  </a:lnTo>
                  <a:lnTo>
                    <a:pt x="9779000" y="30480"/>
                  </a:lnTo>
                  <a:close/>
                  <a:moveTo>
                    <a:pt x="4107815" y="0"/>
                  </a:moveTo>
                  <a:lnTo>
                    <a:pt x="3599815" y="508000"/>
                  </a:lnTo>
                  <a:lnTo>
                    <a:pt x="3612515" y="508000"/>
                  </a:lnTo>
                  <a:lnTo>
                    <a:pt x="4120515" y="0"/>
                  </a:lnTo>
                  <a:lnTo>
                    <a:pt x="4107815" y="0"/>
                  </a:lnTo>
                  <a:close/>
                  <a:moveTo>
                    <a:pt x="9779000" y="454660"/>
                  </a:moveTo>
                  <a:lnTo>
                    <a:pt x="9779000" y="441960"/>
                  </a:lnTo>
                  <a:lnTo>
                    <a:pt x="9713595" y="507365"/>
                  </a:lnTo>
                  <a:lnTo>
                    <a:pt x="9726295" y="507365"/>
                  </a:lnTo>
                  <a:lnTo>
                    <a:pt x="9779000" y="454660"/>
                  </a:lnTo>
                  <a:close/>
                  <a:moveTo>
                    <a:pt x="4039235" y="0"/>
                  </a:moveTo>
                  <a:lnTo>
                    <a:pt x="3531235" y="508000"/>
                  </a:lnTo>
                  <a:lnTo>
                    <a:pt x="3543935" y="508000"/>
                  </a:lnTo>
                  <a:lnTo>
                    <a:pt x="4051935" y="0"/>
                  </a:lnTo>
                  <a:lnTo>
                    <a:pt x="4039235" y="0"/>
                  </a:lnTo>
                  <a:close/>
                  <a:moveTo>
                    <a:pt x="9779000" y="374015"/>
                  </a:moveTo>
                  <a:lnTo>
                    <a:pt x="9645015" y="508000"/>
                  </a:lnTo>
                  <a:lnTo>
                    <a:pt x="9657715" y="508000"/>
                  </a:lnTo>
                  <a:lnTo>
                    <a:pt x="9779635" y="386080"/>
                  </a:lnTo>
                  <a:lnTo>
                    <a:pt x="9779635" y="374015"/>
                  </a:lnTo>
                  <a:close/>
                  <a:moveTo>
                    <a:pt x="4244975" y="0"/>
                  </a:moveTo>
                  <a:lnTo>
                    <a:pt x="3736975" y="508000"/>
                  </a:lnTo>
                  <a:lnTo>
                    <a:pt x="3749675" y="508000"/>
                  </a:lnTo>
                  <a:lnTo>
                    <a:pt x="4257675" y="0"/>
                  </a:lnTo>
                  <a:lnTo>
                    <a:pt x="4244975" y="0"/>
                  </a:lnTo>
                  <a:close/>
                  <a:moveTo>
                    <a:pt x="9779000" y="304800"/>
                  </a:moveTo>
                  <a:lnTo>
                    <a:pt x="9575800" y="508000"/>
                  </a:lnTo>
                  <a:lnTo>
                    <a:pt x="9588500" y="508000"/>
                  </a:lnTo>
                  <a:lnTo>
                    <a:pt x="9779000" y="317500"/>
                  </a:lnTo>
                  <a:lnTo>
                    <a:pt x="9779000" y="304800"/>
                  </a:lnTo>
                  <a:close/>
                  <a:moveTo>
                    <a:pt x="9779000" y="99060"/>
                  </a:moveTo>
                  <a:lnTo>
                    <a:pt x="9370060" y="508000"/>
                  </a:lnTo>
                  <a:lnTo>
                    <a:pt x="9382760" y="508000"/>
                  </a:lnTo>
                  <a:lnTo>
                    <a:pt x="9779000" y="111760"/>
                  </a:lnTo>
                  <a:lnTo>
                    <a:pt x="9779000" y="99060"/>
                  </a:lnTo>
                  <a:close/>
                  <a:moveTo>
                    <a:pt x="9779000" y="236220"/>
                  </a:moveTo>
                  <a:lnTo>
                    <a:pt x="9507220" y="508000"/>
                  </a:lnTo>
                  <a:lnTo>
                    <a:pt x="9519920" y="508000"/>
                  </a:lnTo>
                  <a:lnTo>
                    <a:pt x="9779000" y="248920"/>
                  </a:lnTo>
                  <a:lnTo>
                    <a:pt x="9779000" y="236220"/>
                  </a:lnTo>
                  <a:close/>
                  <a:moveTo>
                    <a:pt x="4176395" y="0"/>
                  </a:moveTo>
                  <a:lnTo>
                    <a:pt x="3668395" y="508000"/>
                  </a:lnTo>
                  <a:lnTo>
                    <a:pt x="3681095" y="508000"/>
                  </a:lnTo>
                  <a:lnTo>
                    <a:pt x="4189095" y="0"/>
                  </a:lnTo>
                  <a:lnTo>
                    <a:pt x="4176395" y="0"/>
                  </a:lnTo>
                  <a:close/>
                  <a:moveTo>
                    <a:pt x="6925945" y="0"/>
                  </a:moveTo>
                  <a:lnTo>
                    <a:pt x="6417945" y="508000"/>
                  </a:lnTo>
                  <a:lnTo>
                    <a:pt x="6430645" y="508000"/>
                  </a:lnTo>
                  <a:lnTo>
                    <a:pt x="6938645" y="0"/>
                  </a:lnTo>
                  <a:lnTo>
                    <a:pt x="6925945" y="0"/>
                  </a:lnTo>
                  <a:close/>
                  <a:moveTo>
                    <a:pt x="5962650" y="0"/>
                  </a:moveTo>
                  <a:lnTo>
                    <a:pt x="5454650" y="508000"/>
                  </a:lnTo>
                  <a:lnTo>
                    <a:pt x="5467350" y="508000"/>
                  </a:lnTo>
                  <a:lnTo>
                    <a:pt x="5975350" y="0"/>
                  </a:lnTo>
                  <a:lnTo>
                    <a:pt x="5962650" y="0"/>
                  </a:lnTo>
                  <a:close/>
                  <a:moveTo>
                    <a:pt x="6513831" y="0"/>
                  </a:moveTo>
                  <a:lnTo>
                    <a:pt x="6005831" y="508000"/>
                  </a:lnTo>
                  <a:lnTo>
                    <a:pt x="6018531" y="508000"/>
                  </a:lnTo>
                  <a:lnTo>
                    <a:pt x="6526531" y="0"/>
                  </a:lnTo>
                  <a:lnTo>
                    <a:pt x="6513831" y="0"/>
                  </a:lnTo>
                  <a:close/>
                  <a:moveTo>
                    <a:pt x="5688331" y="0"/>
                  </a:moveTo>
                  <a:lnTo>
                    <a:pt x="5180330" y="508000"/>
                  </a:lnTo>
                  <a:lnTo>
                    <a:pt x="5193030" y="508000"/>
                  </a:lnTo>
                  <a:lnTo>
                    <a:pt x="5701031" y="0"/>
                  </a:lnTo>
                  <a:lnTo>
                    <a:pt x="5688331" y="0"/>
                  </a:lnTo>
                  <a:close/>
                  <a:moveTo>
                    <a:pt x="5551170" y="0"/>
                  </a:moveTo>
                  <a:lnTo>
                    <a:pt x="5043170" y="508000"/>
                  </a:lnTo>
                  <a:lnTo>
                    <a:pt x="5055870" y="508000"/>
                  </a:lnTo>
                  <a:lnTo>
                    <a:pt x="5563870" y="0"/>
                  </a:lnTo>
                  <a:lnTo>
                    <a:pt x="5551170" y="0"/>
                  </a:lnTo>
                  <a:close/>
                  <a:moveTo>
                    <a:pt x="6376670" y="0"/>
                  </a:moveTo>
                  <a:lnTo>
                    <a:pt x="5868670" y="508000"/>
                  </a:lnTo>
                  <a:lnTo>
                    <a:pt x="5881370" y="508000"/>
                  </a:lnTo>
                  <a:lnTo>
                    <a:pt x="6389370" y="0"/>
                  </a:lnTo>
                  <a:lnTo>
                    <a:pt x="6376670" y="0"/>
                  </a:lnTo>
                  <a:close/>
                  <a:moveTo>
                    <a:pt x="5756910" y="0"/>
                  </a:moveTo>
                  <a:lnTo>
                    <a:pt x="5248910" y="508000"/>
                  </a:lnTo>
                  <a:lnTo>
                    <a:pt x="5261610" y="508000"/>
                  </a:lnTo>
                  <a:lnTo>
                    <a:pt x="5769610" y="0"/>
                  </a:lnTo>
                  <a:lnTo>
                    <a:pt x="5756910" y="0"/>
                  </a:lnTo>
                  <a:close/>
                  <a:moveTo>
                    <a:pt x="6445250" y="0"/>
                  </a:moveTo>
                  <a:lnTo>
                    <a:pt x="5937250" y="508000"/>
                  </a:lnTo>
                  <a:lnTo>
                    <a:pt x="5949950" y="508000"/>
                  </a:lnTo>
                  <a:lnTo>
                    <a:pt x="6457950" y="0"/>
                  </a:lnTo>
                  <a:lnTo>
                    <a:pt x="6445250" y="0"/>
                  </a:lnTo>
                  <a:close/>
                  <a:moveTo>
                    <a:pt x="5345431" y="0"/>
                  </a:moveTo>
                  <a:lnTo>
                    <a:pt x="4837430" y="508000"/>
                  </a:lnTo>
                  <a:lnTo>
                    <a:pt x="4850130" y="508000"/>
                  </a:lnTo>
                  <a:lnTo>
                    <a:pt x="5358131" y="0"/>
                  </a:lnTo>
                  <a:lnTo>
                    <a:pt x="5345431" y="0"/>
                  </a:lnTo>
                  <a:close/>
                  <a:moveTo>
                    <a:pt x="5414010" y="0"/>
                  </a:moveTo>
                  <a:lnTo>
                    <a:pt x="4906010" y="508000"/>
                  </a:lnTo>
                  <a:lnTo>
                    <a:pt x="4918710" y="508000"/>
                  </a:lnTo>
                  <a:lnTo>
                    <a:pt x="5426710" y="0"/>
                  </a:lnTo>
                  <a:lnTo>
                    <a:pt x="5414010" y="0"/>
                  </a:lnTo>
                  <a:close/>
                  <a:moveTo>
                    <a:pt x="5482590" y="0"/>
                  </a:moveTo>
                  <a:lnTo>
                    <a:pt x="4974590" y="508000"/>
                  </a:lnTo>
                  <a:lnTo>
                    <a:pt x="4987290" y="508000"/>
                  </a:lnTo>
                  <a:lnTo>
                    <a:pt x="5495290" y="0"/>
                  </a:lnTo>
                  <a:lnTo>
                    <a:pt x="5482590" y="0"/>
                  </a:lnTo>
                  <a:close/>
                  <a:moveTo>
                    <a:pt x="5619750" y="0"/>
                  </a:moveTo>
                  <a:lnTo>
                    <a:pt x="5111750" y="508000"/>
                  </a:lnTo>
                  <a:lnTo>
                    <a:pt x="5124450" y="508000"/>
                  </a:lnTo>
                  <a:lnTo>
                    <a:pt x="5632450" y="0"/>
                  </a:lnTo>
                  <a:lnTo>
                    <a:pt x="5619750" y="0"/>
                  </a:lnTo>
                  <a:close/>
                  <a:moveTo>
                    <a:pt x="4382135" y="0"/>
                  </a:moveTo>
                  <a:lnTo>
                    <a:pt x="3874135" y="508000"/>
                  </a:lnTo>
                  <a:lnTo>
                    <a:pt x="3886835" y="508000"/>
                  </a:lnTo>
                  <a:lnTo>
                    <a:pt x="4394835" y="0"/>
                  </a:lnTo>
                  <a:lnTo>
                    <a:pt x="4382135" y="0"/>
                  </a:lnTo>
                  <a:close/>
                  <a:moveTo>
                    <a:pt x="6100445" y="0"/>
                  </a:moveTo>
                  <a:lnTo>
                    <a:pt x="5592445" y="508000"/>
                  </a:lnTo>
                  <a:lnTo>
                    <a:pt x="5605145" y="508000"/>
                  </a:lnTo>
                  <a:lnTo>
                    <a:pt x="6113145" y="0"/>
                  </a:lnTo>
                  <a:lnTo>
                    <a:pt x="6100445" y="0"/>
                  </a:lnTo>
                  <a:close/>
                  <a:moveTo>
                    <a:pt x="6169025" y="0"/>
                  </a:moveTo>
                  <a:lnTo>
                    <a:pt x="5661025" y="508000"/>
                  </a:lnTo>
                  <a:lnTo>
                    <a:pt x="5673725" y="508000"/>
                  </a:lnTo>
                  <a:lnTo>
                    <a:pt x="6181725" y="0"/>
                  </a:lnTo>
                  <a:lnTo>
                    <a:pt x="6169025" y="0"/>
                  </a:lnTo>
                  <a:close/>
                  <a:moveTo>
                    <a:pt x="5825490" y="0"/>
                  </a:moveTo>
                  <a:lnTo>
                    <a:pt x="5317490" y="508000"/>
                  </a:lnTo>
                  <a:lnTo>
                    <a:pt x="5330190" y="508000"/>
                  </a:lnTo>
                  <a:lnTo>
                    <a:pt x="5838190" y="0"/>
                  </a:lnTo>
                  <a:lnTo>
                    <a:pt x="5825490" y="0"/>
                  </a:lnTo>
                  <a:close/>
                  <a:moveTo>
                    <a:pt x="6031865" y="0"/>
                  </a:moveTo>
                  <a:lnTo>
                    <a:pt x="5523865" y="508000"/>
                  </a:lnTo>
                  <a:lnTo>
                    <a:pt x="5536565" y="508000"/>
                  </a:lnTo>
                  <a:lnTo>
                    <a:pt x="6044565" y="0"/>
                  </a:lnTo>
                  <a:lnTo>
                    <a:pt x="6031865" y="0"/>
                  </a:lnTo>
                  <a:close/>
                  <a:moveTo>
                    <a:pt x="5894070" y="0"/>
                  </a:moveTo>
                  <a:lnTo>
                    <a:pt x="5386070" y="508000"/>
                  </a:lnTo>
                  <a:lnTo>
                    <a:pt x="5398770" y="508000"/>
                  </a:lnTo>
                  <a:lnTo>
                    <a:pt x="5906770" y="0"/>
                  </a:lnTo>
                  <a:lnTo>
                    <a:pt x="5894070" y="0"/>
                  </a:lnTo>
                  <a:close/>
                  <a:moveTo>
                    <a:pt x="9672320" y="0"/>
                  </a:moveTo>
                  <a:lnTo>
                    <a:pt x="9164320" y="508000"/>
                  </a:lnTo>
                  <a:lnTo>
                    <a:pt x="9177020" y="508000"/>
                  </a:lnTo>
                  <a:lnTo>
                    <a:pt x="9685020" y="0"/>
                  </a:lnTo>
                  <a:lnTo>
                    <a:pt x="9672320" y="0"/>
                  </a:lnTo>
                  <a:close/>
                  <a:moveTo>
                    <a:pt x="6308090" y="0"/>
                  </a:moveTo>
                  <a:lnTo>
                    <a:pt x="5800090" y="508000"/>
                  </a:lnTo>
                  <a:lnTo>
                    <a:pt x="5812790" y="508000"/>
                  </a:lnTo>
                  <a:lnTo>
                    <a:pt x="6320790" y="0"/>
                  </a:lnTo>
                  <a:lnTo>
                    <a:pt x="6308090" y="0"/>
                  </a:lnTo>
                  <a:close/>
                  <a:moveTo>
                    <a:pt x="6237606" y="0"/>
                  </a:moveTo>
                  <a:lnTo>
                    <a:pt x="5729606" y="508000"/>
                  </a:lnTo>
                  <a:lnTo>
                    <a:pt x="5742306" y="508000"/>
                  </a:lnTo>
                  <a:lnTo>
                    <a:pt x="6250306" y="0"/>
                  </a:lnTo>
                  <a:lnTo>
                    <a:pt x="6237606" y="0"/>
                  </a:lnTo>
                  <a:close/>
                  <a:moveTo>
                    <a:pt x="6720206" y="0"/>
                  </a:moveTo>
                  <a:lnTo>
                    <a:pt x="6212206" y="508000"/>
                  </a:lnTo>
                  <a:lnTo>
                    <a:pt x="6224906" y="508000"/>
                  </a:lnTo>
                  <a:lnTo>
                    <a:pt x="6732906" y="0"/>
                  </a:lnTo>
                  <a:lnTo>
                    <a:pt x="6720206" y="0"/>
                  </a:lnTo>
                  <a:close/>
                  <a:moveTo>
                    <a:pt x="4794250" y="0"/>
                  </a:moveTo>
                  <a:lnTo>
                    <a:pt x="4286250" y="508000"/>
                  </a:lnTo>
                  <a:lnTo>
                    <a:pt x="4298950" y="508000"/>
                  </a:lnTo>
                  <a:lnTo>
                    <a:pt x="4806950" y="0"/>
                  </a:lnTo>
                  <a:lnTo>
                    <a:pt x="4794250" y="0"/>
                  </a:lnTo>
                  <a:close/>
                  <a:moveTo>
                    <a:pt x="4725670" y="0"/>
                  </a:moveTo>
                  <a:lnTo>
                    <a:pt x="4217670" y="508000"/>
                  </a:lnTo>
                  <a:lnTo>
                    <a:pt x="4230370" y="508000"/>
                  </a:lnTo>
                  <a:lnTo>
                    <a:pt x="4738370" y="0"/>
                  </a:lnTo>
                  <a:lnTo>
                    <a:pt x="4725670" y="0"/>
                  </a:lnTo>
                  <a:close/>
                  <a:moveTo>
                    <a:pt x="4588510" y="0"/>
                  </a:moveTo>
                  <a:lnTo>
                    <a:pt x="4080510" y="508000"/>
                  </a:lnTo>
                  <a:lnTo>
                    <a:pt x="4093210" y="508000"/>
                  </a:lnTo>
                  <a:lnTo>
                    <a:pt x="4601210" y="0"/>
                  </a:lnTo>
                  <a:lnTo>
                    <a:pt x="4588510" y="0"/>
                  </a:lnTo>
                  <a:close/>
                  <a:moveTo>
                    <a:pt x="4657090" y="0"/>
                  </a:moveTo>
                  <a:lnTo>
                    <a:pt x="4149090" y="508000"/>
                  </a:lnTo>
                  <a:lnTo>
                    <a:pt x="4161790" y="508000"/>
                  </a:lnTo>
                  <a:lnTo>
                    <a:pt x="4669790" y="0"/>
                  </a:lnTo>
                  <a:lnTo>
                    <a:pt x="4657090" y="0"/>
                  </a:lnTo>
                  <a:close/>
                  <a:moveTo>
                    <a:pt x="4450715" y="0"/>
                  </a:moveTo>
                  <a:lnTo>
                    <a:pt x="3942715" y="508000"/>
                  </a:lnTo>
                  <a:lnTo>
                    <a:pt x="3955415" y="508000"/>
                  </a:lnTo>
                  <a:lnTo>
                    <a:pt x="4463415" y="0"/>
                  </a:lnTo>
                  <a:lnTo>
                    <a:pt x="4450715" y="0"/>
                  </a:lnTo>
                  <a:close/>
                  <a:moveTo>
                    <a:pt x="6788785" y="0"/>
                  </a:moveTo>
                  <a:lnTo>
                    <a:pt x="6280785" y="508000"/>
                  </a:lnTo>
                  <a:lnTo>
                    <a:pt x="6293485" y="508000"/>
                  </a:lnTo>
                  <a:lnTo>
                    <a:pt x="6801485" y="0"/>
                  </a:lnTo>
                  <a:lnTo>
                    <a:pt x="6788785" y="0"/>
                  </a:lnTo>
                  <a:close/>
                  <a:moveTo>
                    <a:pt x="4519930" y="0"/>
                  </a:moveTo>
                  <a:lnTo>
                    <a:pt x="4011930" y="508000"/>
                  </a:lnTo>
                  <a:lnTo>
                    <a:pt x="4024630" y="508000"/>
                  </a:lnTo>
                  <a:lnTo>
                    <a:pt x="4532630" y="0"/>
                  </a:lnTo>
                  <a:lnTo>
                    <a:pt x="4519930" y="0"/>
                  </a:lnTo>
                  <a:close/>
                  <a:moveTo>
                    <a:pt x="4931410" y="0"/>
                  </a:moveTo>
                  <a:lnTo>
                    <a:pt x="4423410" y="508000"/>
                  </a:lnTo>
                  <a:lnTo>
                    <a:pt x="4436110" y="508000"/>
                  </a:lnTo>
                  <a:lnTo>
                    <a:pt x="4944110" y="0"/>
                  </a:lnTo>
                  <a:lnTo>
                    <a:pt x="4931410" y="0"/>
                  </a:lnTo>
                  <a:close/>
                  <a:moveTo>
                    <a:pt x="6582410" y="0"/>
                  </a:moveTo>
                  <a:lnTo>
                    <a:pt x="6074410" y="508000"/>
                  </a:lnTo>
                  <a:lnTo>
                    <a:pt x="6087110" y="508000"/>
                  </a:lnTo>
                  <a:lnTo>
                    <a:pt x="6595110" y="0"/>
                  </a:lnTo>
                  <a:lnTo>
                    <a:pt x="6582410" y="0"/>
                  </a:lnTo>
                  <a:close/>
                  <a:moveTo>
                    <a:pt x="5068570" y="0"/>
                  </a:moveTo>
                  <a:lnTo>
                    <a:pt x="4560570" y="508000"/>
                  </a:lnTo>
                  <a:lnTo>
                    <a:pt x="4573270" y="508000"/>
                  </a:lnTo>
                  <a:lnTo>
                    <a:pt x="5081270" y="0"/>
                  </a:lnTo>
                  <a:lnTo>
                    <a:pt x="5068570" y="0"/>
                  </a:lnTo>
                  <a:close/>
                  <a:moveTo>
                    <a:pt x="5137150" y="0"/>
                  </a:moveTo>
                  <a:lnTo>
                    <a:pt x="4629150" y="508000"/>
                  </a:lnTo>
                  <a:lnTo>
                    <a:pt x="4641850" y="508000"/>
                  </a:lnTo>
                  <a:lnTo>
                    <a:pt x="5149850" y="0"/>
                  </a:lnTo>
                  <a:lnTo>
                    <a:pt x="5137150" y="0"/>
                  </a:lnTo>
                  <a:close/>
                  <a:moveTo>
                    <a:pt x="4862830" y="0"/>
                  </a:moveTo>
                  <a:lnTo>
                    <a:pt x="4354830" y="508000"/>
                  </a:lnTo>
                  <a:lnTo>
                    <a:pt x="4367530" y="508000"/>
                  </a:lnTo>
                  <a:lnTo>
                    <a:pt x="4875530" y="0"/>
                  </a:lnTo>
                  <a:lnTo>
                    <a:pt x="4862830" y="0"/>
                  </a:lnTo>
                  <a:close/>
                  <a:moveTo>
                    <a:pt x="5205730" y="0"/>
                  </a:moveTo>
                  <a:lnTo>
                    <a:pt x="4697730" y="508000"/>
                  </a:lnTo>
                  <a:lnTo>
                    <a:pt x="4710430" y="508000"/>
                  </a:lnTo>
                  <a:lnTo>
                    <a:pt x="5218430" y="0"/>
                  </a:lnTo>
                  <a:lnTo>
                    <a:pt x="5205730" y="0"/>
                  </a:lnTo>
                  <a:close/>
                  <a:moveTo>
                    <a:pt x="6650990" y="0"/>
                  </a:moveTo>
                  <a:lnTo>
                    <a:pt x="6142990" y="508000"/>
                  </a:lnTo>
                  <a:lnTo>
                    <a:pt x="6155690" y="508000"/>
                  </a:lnTo>
                  <a:lnTo>
                    <a:pt x="6663690" y="0"/>
                  </a:lnTo>
                  <a:lnTo>
                    <a:pt x="6650990" y="0"/>
                  </a:lnTo>
                  <a:close/>
                  <a:moveTo>
                    <a:pt x="4999990" y="0"/>
                  </a:moveTo>
                  <a:lnTo>
                    <a:pt x="4491990" y="508000"/>
                  </a:lnTo>
                  <a:lnTo>
                    <a:pt x="4504690" y="508000"/>
                  </a:lnTo>
                  <a:lnTo>
                    <a:pt x="5012690" y="0"/>
                  </a:lnTo>
                  <a:lnTo>
                    <a:pt x="4999990" y="0"/>
                  </a:lnTo>
                  <a:close/>
                  <a:moveTo>
                    <a:pt x="5274945" y="0"/>
                  </a:moveTo>
                  <a:lnTo>
                    <a:pt x="4766945" y="508000"/>
                  </a:lnTo>
                  <a:lnTo>
                    <a:pt x="4779645" y="508000"/>
                  </a:lnTo>
                  <a:lnTo>
                    <a:pt x="5287645" y="0"/>
                  </a:lnTo>
                  <a:lnTo>
                    <a:pt x="5274945" y="0"/>
                  </a:lnTo>
                  <a:close/>
                  <a:moveTo>
                    <a:pt x="7818756" y="0"/>
                  </a:moveTo>
                  <a:lnTo>
                    <a:pt x="7310756" y="508000"/>
                  </a:lnTo>
                  <a:lnTo>
                    <a:pt x="7323456" y="508000"/>
                  </a:lnTo>
                  <a:lnTo>
                    <a:pt x="7831456" y="0"/>
                  </a:lnTo>
                  <a:lnTo>
                    <a:pt x="7818756" y="0"/>
                  </a:lnTo>
                  <a:close/>
                  <a:moveTo>
                    <a:pt x="7475856" y="0"/>
                  </a:moveTo>
                  <a:lnTo>
                    <a:pt x="6967856" y="508000"/>
                  </a:lnTo>
                  <a:lnTo>
                    <a:pt x="6980556" y="508000"/>
                  </a:lnTo>
                  <a:lnTo>
                    <a:pt x="7488556" y="0"/>
                  </a:lnTo>
                  <a:lnTo>
                    <a:pt x="7475856" y="0"/>
                  </a:lnTo>
                  <a:close/>
                  <a:moveTo>
                    <a:pt x="744220" y="0"/>
                  </a:moveTo>
                  <a:lnTo>
                    <a:pt x="236220" y="508000"/>
                  </a:lnTo>
                  <a:lnTo>
                    <a:pt x="248920" y="508000"/>
                  </a:lnTo>
                  <a:lnTo>
                    <a:pt x="756920" y="0"/>
                  </a:lnTo>
                  <a:lnTo>
                    <a:pt x="744220" y="0"/>
                  </a:lnTo>
                  <a:close/>
                  <a:moveTo>
                    <a:pt x="8025131" y="0"/>
                  </a:moveTo>
                  <a:lnTo>
                    <a:pt x="7517131" y="508000"/>
                  </a:lnTo>
                  <a:lnTo>
                    <a:pt x="7529831" y="508000"/>
                  </a:lnTo>
                  <a:lnTo>
                    <a:pt x="8037831" y="0"/>
                  </a:lnTo>
                  <a:lnTo>
                    <a:pt x="8025131" y="0"/>
                  </a:lnTo>
                  <a:close/>
                  <a:moveTo>
                    <a:pt x="2392045" y="0"/>
                  </a:moveTo>
                  <a:lnTo>
                    <a:pt x="1884045" y="508000"/>
                  </a:lnTo>
                  <a:lnTo>
                    <a:pt x="1896745" y="508000"/>
                  </a:lnTo>
                  <a:lnTo>
                    <a:pt x="2404745" y="0"/>
                  </a:lnTo>
                  <a:lnTo>
                    <a:pt x="2392045" y="0"/>
                  </a:lnTo>
                  <a:close/>
                  <a:moveTo>
                    <a:pt x="675640" y="0"/>
                  </a:moveTo>
                  <a:lnTo>
                    <a:pt x="167640" y="508000"/>
                  </a:lnTo>
                  <a:lnTo>
                    <a:pt x="180340" y="508000"/>
                  </a:lnTo>
                  <a:lnTo>
                    <a:pt x="688340" y="0"/>
                  </a:lnTo>
                  <a:lnTo>
                    <a:pt x="675640" y="0"/>
                  </a:lnTo>
                  <a:close/>
                  <a:moveTo>
                    <a:pt x="2460625" y="0"/>
                  </a:moveTo>
                  <a:lnTo>
                    <a:pt x="1952625" y="508000"/>
                  </a:lnTo>
                  <a:lnTo>
                    <a:pt x="1965325" y="508000"/>
                  </a:lnTo>
                  <a:lnTo>
                    <a:pt x="2473325" y="0"/>
                  </a:lnTo>
                  <a:lnTo>
                    <a:pt x="2460625" y="0"/>
                  </a:lnTo>
                  <a:close/>
                  <a:moveTo>
                    <a:pt x="950595" y="0"/>
                  </a:moveTo>
                  <a:lnTo>
                    <a:pt x="442595" y="508000"/>
                  </a:lnTo>
                  <a:lnTo>
                    <a:pt x="455295" y="508000"/>
                  </a:lnTo>
                  <a:lnTo>
                    <a:pt x="963295" y="0"/>
                  </a:lnTo>
                  <a:lnTo>
                    <a:pt x="950595" y="0"/>
                  </a:lnTo>
                  <a:close/>
                  <a:moveTo>
                    <a:pt x="812800" y="0"/>
                  </a:moveTo>
                  <a:lnTo>
                    <a:pt x="304800" y="508000"/>
                  </a:lnTo>
                  <a:lnTo>
                    <a:pt x="317500" y="508000"/>
                  </a:lnTo>
                  <a:lnTo>
                    <a:pt x="825500" y="0"/>
                  </a:lnTo>
                  <a:lnTo>
                    <a:pt x="812800" y="0"/>
                  </a:lnTo>
                  <a:close/>
                  <a:moveTo>
                    <a:pt x="2254250" y="0"/>
                  </a:moveTo>
                  <a:lnTo>
                    <a:pt x="1746250" y="508000"/>
                  </a:lnTo>
                  <a:lnTo>
                    <a:pt x="1758950" y="508000"/>
                  </a:lnTo>
                  <a:lnTo>
                    <a:pt x="2266950" y="0"/>
                  </a:lnTo>
                  <a:lnTo>
                    <a:pt x="2254250" y="0"/>
                  </a:lnTo>
                  <a:close/>
                  <a:moveTo>
                    <a:pt x="607060" y="0"/>
                  </a:moveTo>
                  <a:lnTo>
                    <a:pt x="99060" y="508000"/>
                  </a:lnTo>
                  <a:lnTo>
                    <a:pt x="111760" y="508000"/>
                  </a:lnTo>
                  <a:lnTo>
                    <a:pt x="619760" y="0"/>
                  </a:lnTo>
                  <a:lnTo>
                    <a:pt x="607060" y="0"/>
                  </a:lnTo>
                  <a:close/>
                  <a:moveTo>
                    <a:pt x="882015" y="0"/>
                  </a:moveTo>
                  <a:lnTo>
                    <a:pt x="374015" y="508000"/>
                  </a:lnTo>
                  <a:lnTo>
                    <a:pt x="386715" y="508000"/>
                  </a:lnTo>
                  <a:lnTo>
                    <a:pt x="894715" y="0"/>
                  </a:lnTo>
                  <a:lnTo>
                    <a:pt x="882015" y="0"/>
                  </a:lnTo>
                  <a:close/>
                  <a:moveTo>
                    <a:pt x="2323465" y="0"/>
                  </a:moveTo>
                  <a:lnTo>
                    <a:pt x="1815465" y="508000"/>
                  </a:lnTo>
                  <a:lnTo>
                    <a:pt x="1828165" y="508000"/>
                  </a:lnTo>
                  <a:lnTo>
                    <a:pt x="2336165" y="0"/>
                  </a:lnTo>
                  <a:lnTo>
                    <a:pt x="2323465" y="0"/>
                  </a:lnTo>
                  <a:close/>
                  <a:moveTo>
                    <a:pt x="469900" y="0"/>
                  </a:moveTo>
                  <a:lnTo>
                    <a:pt x="0" y="469900"/>
                  </a:lnTo>
                  <a:lnTo>
                    <a:pt x="0" y="482600"/>
                  </a:lnTo>
                  <a:lnTo>
                    <a:pt x="482600" y="0"/>
                  </a:lnTo>
                  <a:lnTo>
                    <a:pt x="469900" y="0"/>
                  </a:lnTo>
                  <a:close/>
                  <a:moveTo>
                    <a:pt x="332740" y="0"/>
                  </a:moveTo>
                  <a:lnTo>
                    <a:pt x="0" y="332740"/>
                  </a:lnTo>
                  <a:lnTo>
                    <a:pt x="0" y="345440"/>
                  </a:lnTo>
                  <a:lnTo>
                    <a:pt x="344805" y="635"/>
                  </a:lnTo>
                  <a:lnTo>
                    <a:pt x="332740" y="635"/>
                  </a:lnTo>
                  <a:close/>
                  <a:moveTo>
                    <a:pt x="7407275" y="0"/>
                  </a:moveTo>
                  <a:lnTo>
                    <a:pt x="6899275" y="508000"/>
                  </a:lnTo>
                  <a:lnTo>
                    <a:pt x="6911975" y="508000"/>
                  </a:lnTo>
                  <a:lnTo>
                    <a:pt x="7419975" y="0"/>
                  </a:lnTo>
                  <a:lnTo>
                    <a:pt x="7407275" y="0"/>
                  </a:lnTo>
                  <a:close/>
                  <a:moveTo>
                    <a:pt x="264160" y="0"/>
                  </a:moveTo>
                  <a:lnTo>
                    <a:pt x="0" y="264160"/>
                  </a:lnTo>
                  <a:lnTo>
                    <a:pt x="0" y="276860"/>
                  </a:lnTo>
                  <a:lnTo>
                    <a:pt x="276225" y="635"/>
                  </a:lnTo>
                  <a:lnTo>
                    <a:pt x="264160" y="635"/>
                  </a:lnTo>
                  <a:close/>
                  <a:moveTo>
                    <a:pt x="8093710" y="0"/>
                  </a:moveTo>
                  <a:lnTo>
                    <a:pt x="7585710" y="508000"/>
                  </a:lnTo>
                  <a:lnTo>
                    <a:pt x="7598410" y="508000"/>
                  </a:lnTo>
                  <a:lnTo>
                    <a:pt x="8106410" y="0"/>
                  </a:lnTo>
                  <a:lnTo>
                    <a:pt x="8093710" y="0"/>
                  </a:lnTo>
                  <a:close/>
                  <a:moveTo>
                    <a:pt x="8162290" y="0"/>
                  </a:moveTo>
                  <a:lnTo>
                    <a:pt x="7654290" y="508000"/>
                  </a:lnTo>
                  <a:lnTo>
                    <a:pt x="7666990" y="508000"/>
                  </a:lnTo>
                  <a:lnTo>
                    <a:pt x="8174990" y="0"/>
                  </a:lnTo>
                  <a:lnTo>
                    <a:pt x="8162290" y="0"/>
                  </a:lnTo>
                  <a:close/>
                  <a:moveTo>
                    <a:pt x="2666365" y="0"/>
                  </a:moveTo>
                  <a:lnTo>
                    <a:pt x="2158365" y="508000"/>
                  </a:lnTo>
                  <a:lnTo>
                    <a:pt x="2171065" y="508000"/>
                  </a:lnTo>
                  <a:lnTo>
                    <a:pt x="2679065" y="0"/>
                  </a:lnTo>
                  <a:lnTo>
                    <a:pt x="2666365" y="0"/>
                  </a:lnTo>
                  <a:close/>
                  <a:moveTo>
                    <a:pt x="2529205" y="0"/>
                  </a:moveTo>
                  <a:lnTo>
                    <a:pt x="2021205" y="508000"/>
                  </a:lnTo>
                  <a:lnTo>
                    <a:pt x="2033905" y="508000"/>
                  </a:lnTo>
                  <a:lnTo>
                    <a:pt x="2541905" y="0"/>
                  </a:lnTo>
                  <a:lnTo>
                    <a:pt x="2529205" y="0"/>
                  </a:lnTo>
                  <a:close/>
                  <a:moveTo>
                    <a:pt x="3902075" y="0"/>
                  </a:moveTo>
                  <a:lnTo>
                    <a:pt x="3394075" y="508000"/>
                  </a:lnTo>
                  <a:lnTo>
                    <a:pt x="3406775" y="508000"/>
                  </a:lnTo>
                  <a:lnTo>
                    <a:pt x="3914775" y="0"/>
                  </a:lnTo>
                  <a:lnTo>
                    <a:pt x="3902075" y="0"/>
                  </a:lnTo>
                  <a:close/>
                  <a:moveTo>
                    <a:pt x="401320" y="0"/>
                  </a:moveTo>
                  <a:lnTo>
                    <a:pt x="0" y="401320"/>
                  </a:lnTo>
                  <a:lnTo>
                    <a:pt x="0" y="414020"/>
                  </a:lnTo>
                  <a:lnTo>
                    <a:pt x="414020" y="0"/>
                  </a:lnTo>
                  <a:lnTo>
                    <a:pt x="401320" y="0"/>
                  </a:lnTo>
                  <a:close/>
                  <a:moveTo>
                    <a:pt x="7956550" y="0"/>
                  </a:moveTo>
                  <a:lnTo>
                    <a:pt x="7448550" y="508000"/>
                  </a:lnTo>
                  <a:lnTo>
                    <a:pt x="7461250" y="508000"/>
                  </a:lnTo>
                  <a:lnTo>
                    <a:pt x="7969250" y="0"/>
                  </a:lnTo>
                  <a:lnTo>
                    <a:pt x="7956550" y="0"/>
                  </a:lnTo>
                  <a:close/>
                  <a:moveTo>
                    <a:pt x="2597785" y="0"/>
                  </a:moveTo>
                  <a:lnTo>
                    <a:pt x="2089785" y="508000"/>
                  </a:lnTo>
                  <a:lnTo>
                    <a:pt x="2102485" y="508000"/>
                  </a:lnTo>
                  <a:lnTo>
                    <a:pt x="2610485" y="0"/>
                  </a:lnTo>
                  <a:lnTo>
                    <a:pt x="2597785" y="0"/>
                  </a:lnTo>
                  <a:close/>
                  <a:moveTo>
                    <a:pt x="7887335" y="0"/>
                  </a:moveTo>
                  <a:lnTo>
                    <a:pt x="7379335" y="508000"/>
                  </a:lnTo>
                  <a:lnTo>
                    <a:pt x="7392035" y="508000"/>
                  </a:lnTo>
                  <a:lnTo>
                    <a:pt x="7900035" y="0"/>
                  </a:lnTo>
                  <a:lnTo>
                    <a:pt x="7887335" y="0"/>
                  </a:lnTo>
                  <a:close/>
                  <a:moveTo>
                    <a:pt x="1911350" y="0"/>
                  </a:moveTo>
                  <a:lnTo>
                    <a:pt x="1403350" y="508000"/>
                  </a:lnTo>
                  <a:lnTo>
                    <a:pt x="1416050" y="508000"/>
                  </a:lnTo>
                  <a:lnTo>
                    <a:pt x="1924050" y="0"/>
                  </a:lnTo>
                  <a:lnTo>
                    <a:pt x="1911350" y="0"/>
                  </a:lnTo>
                  <a:close/>
                  <a:moveTo>
                    <a:pt x="1499235" y="0"/>
                  </a:moveTo>
                  <a:lnTo>
                    <a:pt x="991235" y="508000"/>
                  </a:lnTo>
                  <a:lnTo>
                    <a:pt x="1003935" y="508000"/>
                  </a:lnTo>
                  <a:lnTo>
                    <a:pt x="1511935" y="0"/>
                  </a:lnTo>
                  <a:lnTo>
                    <a:pt x="1499235" y="0"/>
                  </a:lnTo>
                  <a:close/>
                  <a:moveTo>
                    <a:pt x="1979930" y="0"/>
                  </a:moveTo>
                  <a:lnTo>
                    <a:pt x="1471930" y="508000"/>
                  </a:lnTo>
                  <a:lnTo>
                    <a:pt x="1484630" y="508000"/>
                  </a:lnTo>
                  <a:lnTo>
                    <a:pt x="1992630" y="0"/>
                  </a:lnTo>
                  <a:lnTo>
                    <a:pt x="1979930" y="0"/>
                  </a:lnTo>
                  <a:close/>
                  <a:moveTo>
                    <a:pt x="1567815" y="0"/>
                  </a:moveTo>
                  <a:lnTo>
                    <a:pt x="1059815" y="508000"/>
                  </a:lnTo>
                  <a:lnTo>
                    <a:pt x="1072515" y="508000"/>
                  </a:lnTo>
                  <a:lnTo>
                    <a:pt x="1580515" y="0"/>
                  </a:lnTo>
                  <a:lnTo>
                    <a:pt x="1567815" y="0"/>
                  </a:lnTo>
                  <a:close/>
                  <a:moveTo>
                    <a:pt x="1430655" y="0"/>
                  </a:moveTo>
                  <a:lnTo>
                    <a:pt x="922655" y="508000"/>
                  </a:lnTo>
                  <a:lnTo>
                    <a:pt x="935355" y="508000"/>
                  </a:lnTo>
                  <a:lnTo>
                    <a:pt x="1443355" y="0"/>
                  </a:lnTo>
                  <a:lnTo>
                    <a:pt x="1430655" y="0"/>
                  </a:lnTo>
                  <a:close/>
                  <a:moveTo>
                    <a:pt x="7750175" y="0"/>
                  </a:moveTo>
                  <a:lnTo>
                    <a:pt x="7242175" y="508000"/>
                  </a:lnTo>
                  <a:lnTo>
                    <a:pt x="7254875" y="508000"/>
                  </a:lnTo>
                  <a:lnTo>
                    <a:pt x="7762875" y="0"/>
                  </a:lnTo>
                  <a:lnTo>
                    <a:pt x="7750175" y="0"/>
                  </a:lnTo>
                  <a:close/>
                  <a:moveTo>
                    <a:pt x="7681595" y="0"/>
                  </a:moveTo>
                  <a:lnTo>
                    <a:pt x="7173595" y="508000"/>
                  </a:lnTo>
                  <a:lnTo>
                    <a:pt x="7186295" y="508000"/>
                  </a:lnTo>
                  <a:lnTo>
                    <a:pt x="7694295" y="0"/>
                  </a:lnTo>
                  <a:lnTo>
                    <a:pt x="7681595" y="0"/>
                  </a:lnTo>
                  <a:close/>
                  <a:moveTo>
                    <a:pt x="1705610" y="0"/>
                  </a:moveTo>
                  <a:lnTo>
                    <a:pt x="1197610" y="508000"/>
                  </a:lnTo>
                  <a:lnTo>
                    <a:pt x="1210310" y="508000"/>
                  </a:lnTo>
                  <a:lnTo>
                    <a:pt x="1718310" y="0"/>
                  </a:lnTo>
                  <a:lnTo>
                    <a:pt x="1705610" y="0"/>
                  </a:lnTo>
                  <a:close/>
                  <a:moveTo>
                    <a:pt x="1637030" y="0"/>
                  </a:moveTo>
                  <a:lnTo>
                    <a:pt x="1129030" y="508000"/>
                  </a:lnTo>
                  <a:lnTo>
                    <a:pt x="1141730" y="508000"/>
                  </a:lnTo>
                  <a:lnTo>
                    <a:pt x="1649730" y="0"/>
                  </a:lnTo>
                  <a:lnTo>
                    <a:pt x="1637030" y="0"/>
                  </a:lnTo>
                  <a:close/>
                  <a:moveTo>
                    <a:pt x="1774190" y="0"/>
                  </a:moveTo>
                  <a:lnTo>
                    <a:pt x="1266190" y="508000"/>
                  </a:lnTo>
                  <a:lnTo>
                    <a:pt x="1278890" y="508000"/>
                  </a:lnTo>
                  <a:lnTo>
                    <a:pt x="1786890" y="0"/>
                  </a:lnTo>
                  <a:lnTo>
                    <a:pt x="1774190" y="0"/>
                  </a:lnTo>
                  <a:close/>
                  <a:moveTo>
                    <a:pt x="1842770" y="0"/>
                  </a:moveTo>
                  <a:lnTo>
                    <a:pt x="1334770" y="508000"/>
                  </a:lnTo>
                  <a:lnTo>
                    <a:pt x="1347470" y="508000"/>
                  </a:lnTo>
                  <a:lnTo>
                    <a:pt x="1855470" y="0"/>
                  </a:lnTo>
                  <a:lnTo>
                    <a:pt x="1842770" y="0"/>
                  </a:lnTo>
                  <a:close/>
                  <a:moveTo>
                    <a:pt x="1224915" y="0"/>
                  </a:moveTo>
                  <a:lnTo>
                    <a:pt x="716915" y="508000"/>
                  </a:lnTo>
                  <a:lnTo>
                    <a:pt x="729615" y="508000"/>
                  </a:lnTo>
                  <a:lnTo>
                    <a:pt x="1237615" y="0"/>
                  </a:lnTo>
                  <a:lnTo>
                    <a:pt x="1224915" y="0"/>
                  </a:lnTo>
                  <a:close/>
                  <a:moveTo>
                    <a:pt x="2734945" y="0"/>
                  </a:moveTo>
                  <a:lnTo>
                    <a:pt x="2226945" y="508000"/>
                  </a:lnTo>
                  <a:lnTo>
                    <a:pt x="2239645" y="508000"/>
                  </a:lnTo>
                  <a:lnTo>
                    <a:pt x="2747645" y="0"/>
                  </a:lnTo>
                  <a:lnTo>
                    <a:pt x="2734945" y="0"/>
                  </a:lnTo>
                  <a:close/>
                  <a:moveTo>
                    <a:pt x="1156335" y="0"/>
                  </a:moveTo>
                  <a:lnTo>
                    <a:pt x="648335" y="508000"/>
                  </a:lnTo>
                  <a:lnTo>
                    <a:pt x="661035" y="508000"/>
                  </a:lnTo>
                  <a:lnTo>
                    <a:pt x="1169035" y="0"/>
                  </a:lnTo>
                  <a:lnTo>
                    <a:pt x="1156335" y="0"/>
                  </a:lnTo>
                  <a:close/>
                  <a:moveTo>
                    <a:pt x="2185670" y="0"/>
                  </a:moveTo>
                  <a:lnTo>
                    <a:pt x="1677670" y="508000"/>
                  </a:lnTo>
                  <a:lnTo>
                    <a:pt x="1690370" y="508000"/>
                  </a:lnTo>
                  <a:lnTo>
                    <a:pt x="2198370" y="0"/>
                  </a:lnTo>
                  <a:lnTo>
                    <a:pt x="2185670" y="0"/>
                  </a:lnTo>
                  <a:close/>
                  <a:moveTo>
                    <a:pt x="1362075" y="0"/>
                  </a:moveTo>
                  <a:lnTo>
                    <a:pt x="854075" y="508000"/>
                  </a:lnTo>
                  <a:lnTo>
                    <a:pt x="866775" y="508000"/>
                  </a:lnTo>
                  <a:lnTo>
                    <a:pt x="1374775" y="0"/>
                  </a:lnTo>
                  <a:lnTo>
                    <a:pt x="1362075" y="0"/>
                  </a:lnTo>
                  <a:close/>
                  <a:moveTo>
                    <a:pt x="1087755" y="0"/>
                  </a:moveTo>
                  <a:lnTo>
                    <a:pt x="579755" y="508000"/>
                  </a:lnTo>
                  <a:lnTo>
                    <a:pt x="592455" y="508000"/>
                  </a:lnTo>
                  <a:lnTo>
                    <a:pt x="1100455" y="0"/>
                  </a:lnTo>
                  <a:lnTo>
                    <a:pt x="1087755" y="0"/>
                  </a:lnTo>
                  <a:close/>
                  <a:moveTo>
                    <a:pt x="7544435" y="0"/>
                  </a:moveTo>
                  <a:lnTo>
                    <a:pt x="7036435" y="508000"/>
                  </a:lnTo>
                  <a:lnTo>
                    <a:pt x="7049135" y="508000"/>
                  </a:lnTo>
                  <a:lnTo>
                    <a:pt x="7557135" y="0"/>
                  </a:lnTo>
                  <a:lnTo>
                    <a:pt x="7544435" y="0"/>
                  </a:lnTo>
                  <a:close/>
                  <a:moveTo>
                    <a:pt x="1019175" y="0"/>
                  </a:moveTo>
                  <a:lnTo>
                    <a:pt x="511175" y="508000"/>
                  </a:lnTo>
                  <a:lnTo>
                    <a:pt x="523875" y="508000"/>
                  </a:lnTo>
                  <a:lnTo>
                    <a:pt x="1031875" y="0"/>
                  </a:lnTo>
                  <a:lnTo>
                    <a:pt x="1019175" y="0"/>
                  </a:lnTo>
                  <a:close/>
                  <a:moveTo>
                    <a:pt x="2048510" y="0"/>
                  </a:moveTo>
                  <a:lnTo>
                    <a:pt x="1540510" y="508000"/>
                  </a:lnTo>
                  <a:lnTo>
                    <a:pt x="1553210" y="508000"/>
                  </a:lnTo>
                  <a:lnTo>
                    <a:pt x="2061210" y="0"/>
                  </a:lnTo>
                  <a:lnTo>
                    <a:pt x="2048510" y="0"/>
                  </a:lnTo>
                  <a:close/>
                  <a:moveTo>
                    <a:pt x="7613015" y="0"/>
                  </a:moveTo>
                  <a:lnTo>
                    <a:pt x="7105015" y="508000"/>
                  </a:lnTo>
                  <a:lnTo>
                    <a:pt x="7117715" y="508000"/>
                  </a:lnTo>
                  <a:lnTo>
                    <a:pt x="7625715" y="0"/>
                  </a:lnTo>
                  <a:lnTo>
                    <a:pt x="7613015" y="0"/>
                  </a:lnTo>
                  <a:close/>
                  <a:moveTo>
                    <a:pt x="1293495" y="0"/>
                  </a:moveTo>
                  <a:lnTo>
                    <a:pt x="785495" y="508000"/>
                  </a:lnTo>
                  <a:lnTo>
                    <a:pt x="798195" y="508000"/>
                  </a:lnTo>
                  <a:lnTo>
                    <a:pt x="1306195" y="0"/>
                  </a:lnTo>
                  <a:lnTo>
                    <a:pt x="1293495" y="0"/>
                  </a:lnTo>
                  <a:close/>
                  <a:moveTo>
                    <a:pt x="2117090" y="0"/>
                  </a:moveTo>
                  <a:lnTo>
                    <a:pt x="1609090" y="508000"/>
                  </a:lnTo>
                  <a:lnTo>
                    <a:pt x="1621790" y="508000"/>
                  </a:lnTo>
                  <a:lnTo>
                    <a:pt x="2129790" y="0"/>
                  </a:lnTo>
                  <a:lnTo>
                    <a:pt x="2117090" y="0"/>
                  </a:lnTo>
                  <a:close/>
                  <a:moveTo>
                    <a:pt x="538480" y="0"/>
                  </a:moveTo>
                  <a:lnTo>
                    <a:pt x="30480" y="508000"/>
                  </a:lnTo>
                  <a:lnTo>
                    <a:pt x="43180" y="508000"/>
                  </a:lnTo>
                  <a:lnTo>
                    <a:pt x="551180" y="0"/>
                  </a:lnTo>
                  <a:lnTo>
                    <a:pt x="538480" y="0"/>
                  </a:lnTo>
                  <a:close/>
                  <a:moveTo>
                    <a:pt x="3489960" y="0"/>
                  </a:moveTo>
                  <a:lnTo>
                    <a:pt x="2981960" y="508000"/>
                  </a:lnTo>
                  <a:lnTo>
                    <a:pt x="2994660" y="508000"/>
                  </a:lnTo>
                  <a:lnTo>
                    <a:pt x="3502660" y="0"/>
                  </a:lnTo>
                  <a:lnTo>
                    <a:pt x="3489960" y="0"/>
                  </a:lnTo>
                  <a:close/>
                  <a:moveTo>
                    <a:pt x="9123045" y="0"/>
                  </a:moveTo>
                  <a:lnTo>
                    <a:pt x="8615045" y="508000"/>
                  </a:lnTo>
                  <a:lnTo>
                    <a:pt x="8627745" y="508000"/>
                  </a:lnTo>
                  <a:lnTo>
                    <a:pt x="9135745" y="0"/>
                  </a:lnTo>
                  <a:lnTo>
                    <a:pt x="9123045" y="0"/>
                  </a:lnTo>
                  <a:close/>
                  <a:moveTo>
                    <a:pt x="3558540" y="0"/>
                  </a:moveTo>
                  <a:lnTo>
                    <a:pt x="3050540" y="508000"/>
                  </a:lnTo>
                  <a:lnTo>
                    <a:pt x="3063240" y="508000"/>
                  </a:lnTo>
                  <a:lnTo>
                    <a:pt x="3571240" y="0"/>
                  </a:lnTo>
                  <a:lnTo>
                    <a:pt x="3558540" y="0"/>
                  </a:lnTo>
                  <a:close/>
                  <a:moveTo>
                    <a:pt x="9191625" y="0"/>
                  </a:moveTo>
                  <a:lnTo>
                    <a:pt x="8683625" y="508000"/>
                  </a:lnTo>
                  <a:lnTo>
                    <a:pt x="8696325" y="508000"/>
                  </a:lnTo>
                  <a:lnTo>
                    <a:pt x="9204325" y="0"/>
                  </a:lnTo>
                  <a:lnTo>
                    <a:pt x="9191625" y="0"/>
                  </a:lnTo>
                  <a:close/>
                  <a:moveTo>
                    <a:pt x="7131685" y="0"/>
                  </a:moveTo>
                  <a:lnTo>
                    <a:pt x="6623685" y="508000"/>
                  </a:lnTo>
                  <a:lnTo>
                    <a:pt x="6636385" y="508000"/>
                  </a:lnTo>
                  <a:lnTo>
                    <a:pt x="7144385" y="0"/>
                  </a:lnTo>
                  <a:lnTo>
                    <a:pt x="7131685" y="0"/>
                  </a:lnTo>
                  <a:close/>
                  <a:moveTo>
                    <a:pt x="3421380" y="0"/>
                  </a:moveTo>
                  <a:lnTo>
                    <a:pt x="2913380" y="508000"/>
                  </a:lnTo>
                  <a:lnTo>
                    <a:pt x="2926080" y="508000"/>
                  </a:lnTo>
                  <a:lnTo>
                    <a:pt x="3434080" y="0"/>
                  </a:lnTo>
                  <a:lnTo>
                    <a:pt x="3421380" y="0"/>
                  </a:lnTo>
                  <a:close/>
                  <a:moveTo>
                    <a:pt x="3352800" y="0"/>
                  </a:moveTo>
                  <a:lnTo>
                    <a:pt x="2844800" y="508000"/>
                  </a:lnTo>
                  <a:lnTo>
                    <a:pt x="2857500" y="508000"/>
                  </a:lnTo>
                  <a:lnTo>
                    <a:pt x="3365500" y="0"/>
                  </a:lnTo>
                  <a:lnTo>
                    <a:pt x="3352800" y="0"/>
                  </a:lnTo>
                  <a:close/>
                  <a:moveTo>
                    <a:pt x="9054465" y="0"/>
                  </a:moveTo>
                  <a:lnTo>
                    <a:pt x="8546465" y="508000"/>
                  </a:lnTo>
                  <a:lnTo>
                    <a:pt x="8559165" y="508000"/>
                  </a:lnTo>
                  <a:lnTo>
                    <a:pt x="9067165" y="0"/>
                  </a:lnTo>
                  <a:lnTo>
                    <a:pt x="9054465" y="0"/>
                  </a:lnTo>
                  <a:close/>
                  <a:moveTo>
                    <a:pt x="8848725" y="0"/>
                  </a:moveTo>
                  <a:lnTo>
                    <a:pt x="8340725" y="508000"/>
                  </a:lnTo>
                  <a:lnTo>
                    <a:pt x="8353425" y="508000"/>
                  </a:lnTo>
                  <a:lnTo>
                    <a:pt x="8861425" y="0"/>
                  </a:lnTo>
                  <a:lnTo>
                    <a:pt x="8848725" y="0"/>
                  </a:lnTo>
                  <a:close/>
                  <a:moveTo>
                    <a:pt x="9260205" y="0"/>
                  </a:moveTo>
                  <a:lnTo>
                    <a:pt x="8752205" y="508000"/>
                  </a:lnTo>
                  <a:lnTo>
                    <a:pt x="8764905" y="508000"/>
                  </a:lnTo>
                  <a:lnTo>
                    <a:pt x="9272905" y="0"/>
                  </a:lnTo>
                  <a:lnTo>
                    <a:pt x="9260205" y="0"/>
                  </a:lnTo>
                  <a:close/>
                  <a:moveTo>
                    <a:pt x="8985885" y="0"/>
                  </a:moveTo>
                  <a:lnTo>
                    <a:pt x="8477885" y="508000"/>
                  </a:lnTo>
                  <a:lnTo>
                    <a:pt x="8490585" y="508000"/>
                  </a:lnTo>
                  <a:lnTo>
                    <a:pt x="8998585" y="0"/>
                  </a:lnTo>
                  <a:lnTo>
                    <a:pt x="8985885" y="0"/>
                  </a:lnTo>
                  <a:close/>
                  <a:moveTo>
                    <a:pt x="8917305" y="0"/>
                  </a:moveTo>
                  <a:lnTo>
                    <a:pt x="8409305" y="508000"/>
                  </a:lnTo>
                  <a:lnTo>
                    <a:pt x="8422005" y="508000"/>
                  </a:lnTo>
                  <a:lnTo>
                    <a:pt x="8930005" y="0"/>
                  </a:lnTo>
                  <a:lnTo>
                    <a:pt x="8917305" y="0"/>
                  </a:lnTo>
                  <a:close/>
                  <a:moveTo>
                    <a:pt x="3833495" y="0"/>
                  </a:moveTo>
                  <a:lnTo>
                    <a:pt x="3325495" y="508000"/>
                  </a:lnTo>
                  <a:lnTo>
                    <a:pt x="3338195" y="508000"/>
                  </a:lnTo>
                  <a:lnTo>
                    <a:pt x="3846195" y="0"/>
                  </a:lnTo>
                  <a:lnTo>
                    <a:pt x="3833495" y="0"/>
                  </a:lnTo>
                  <a:close/>
                  <a:moveTo>
                    <a:pt x="9466580" y="0"/>
                  </a:moveTo>
                  <a:lnTo>
                    <a:pt x="8958580" y="508000"/>
                  </a:lnTo>
                  <a:lnTo>
                    <a:pt x="8971280" y="508000"/>
                  </a:lnTo>
                  <a:lnTo>
                    <a:pt x="9479280" y="0"/>
                  </a:lnTo>
                  <a:lnTo>
                    <a:pt x="9466580" y="0"/>
                  </a:lnTo>
                  <a:close/>
                  <a:moveTo>
                    <a:pt x="9535160" y="0"/>
                  </a:moveTo>
                  <a:lnTo>
                    <a:pt x="9027160" y="508000"/>
                  </a:lnTo>
                  <a:lnTo>
                    <a:pt x="9039860" y="508000"/>
                  </a:lnTo>
                  <a:lnTo>
                    <a:pt x="9547860" y="0"/>
                  </a:lnTo>
                  <a:lnTo>
                    <a:pt x="9535160" y="0"/>
                  </a:lnTo>
                  <a:close/>
                  <a:moveTo>
                    <a:pt x="6994525" y="0"/>
                  </a:moveTo>
                  <a:lnTo>
                    <a:pt x="6486525" y="508000"/>
                  </a:lnTo>
                  <a:lnTo>
                    <a:pt x="6499225" y="508000"/>
                  </a:lnTo>
                  <a:lnTo>
                    <a:pt x="7007225" y="0"/>
                  </a:lnTo>
                  <a:lnTo>
                    <a:pt x="6994525" y="0"/>
                  </a:lnTo>
                  <a:close/>
                  <a:moveTo>
                    <a:pt x="9603740" y="0"/>
                  </a:moveTo>
                  <a:lnTo>
                    <a:pt x="9095740" y="508000"/>
                  </a:lnTo>
                  <a:lnTo>
                    <a:pt x="9108440" y="508000"/>
                  </a:lnTo>
                  <a:lnTo>
                    <a:pt x="9616440" y="0"/>
                  </a:lnTo>
                  <a:lnTo>
                    <a:pt x="9603740" y="0"/>
                  </a:lnTo>
                  <a:close/>
                  <a:moveTo>
                    <a:pt x="3764280" y="0"/>
                  </a:moveTo>
                  <a:lnTo>
                    <a:pt x="3256280" y="508000"/>
                  </a:lnTo>
                  <a:lnTo>
                    <a:pt x="3268980" y="508000"/>
                  </a:lnTo>
                  <a:lnTo>
                    <a:pt x="3776980" y="0"/>
                  </a:lnTo>
                  <a:lnTo>
                    <a:pt x="3764280" y="0"/>
                  </a:lnTo>
                  <a:close/>
                  <a:moveTo>
                    <a:pt x="7063106" y="0"/>
                  </a:moveTo>
                  <a:lnTo>
                    <a:pt x="6555106" y="508000"/>
                  </a:lnTo>
                  <a:lnTo>
                    <a:pt x="6567806" y="508000"/>
                  </a:lnTo>
                  <a:lnTo>
                    <a:pt x="7075806" y="0"/>
                  </a:lnTo>
                  <a:lnTo>
                    <a:pt x="7063106" y="0"/>
                  </a:lnTo>
                  <a:close/>
                  <a:moveTo>
                    <a:pt x="9328785" y="0"/>
                  </a:moveTo>
                  <a:lnTo>
                    <a:pt x="8820785" y="508000"/>
                  </a:lnTo>
                  <a:lnTo>
                    <a:pt x="8833485" y="508000"/>
                  </a:lnTo>
                  <a:lnTo>
                    <a:pt x="9341485" y="0"/>
                  </a:lnTo>
                  <a:lnTo>
                    <a:pt x="9328785" y="0"/>
                  </a:lnTo>
                  <a:close/>
                  <a:moveTo>
                    <a:pt x="3627120" y="0"/>
                  </a:moveTo>
                  <a:lnTo>
                    <a:pt x="3119120" y="508000"/>
                  </a:lnTo>
                  <a:lnTo>
                    <a:pt x="3131820" y="508000"/>
                  </a:lnTo>
                  <a:lnTo>
                    <a:pt x="3639820" y="0"/>
                  </a:lnTo>
                  <a:lnTo>
                    <a:pt x="3627120" y="0"/>
                  </a:lnTo>
                  <a:close/>
                  <a:moveTo>
                    <a:pt x="3695700" y="0"/>
                  </a:moveTo>
                  <a:lnTo>
                    <a:pt x="3187700" y="508000"/>
                  </a:lnTo>
                  <a:lnTo>
                    <a:pt x="3200400" y="508000"/>
                  </a:lnTo>
                  <a:lnTo>
                    <a:pt x="3708400" y="0"/>
                  </a:lnTo>
                  <a:lnTo>
                    <a:pt x="3695700" y="0"/>
                  </a:lnTo>
                  <a:close/>
                  <a:moveTo>
                    <a:pt x="9397365" y="0"/>
                  </a:moveTo>
                  <a:lnTo>
                    <a:pt x="8889365" y="508000"/>
                  </a:lnTo>
                  <a:lnTo>
                    <a:pt x="8902065" y="508000"/>
                  </a:lnTo>
                  <a:lnTo>
                    <a:pt x="9410065" y="0"/>
                  </a:lnTo>
                  <a:lnTo>
                    <a:pt x="9397365" y="0"/>
                  </a:lnTo>
                  <a:close/>
                  <a:moveTo>
                    <a:pt x="7200265" y="0"/>
                  </a:moveTo>
                  <a:lnTo>
                    <a:pt x="6692265" y="508000"/>
                  </a:lnTo>
                  <a:lnTo>
                    <a:pt x="6704965" y="508000"/>
                  </a:lnTo>
                  <a:lnTo>
                    <a:pt x="7212965" y="0"/>
                  </a:lnTo>
                  <a:lnTo>
                    <a:pt x="7200265" y="0"/>
                  </a:lnTo>
                  <a:close/>
                  <a:moveTo>
                    <a:pt x="2872105" y="0"/>
                  </a:moveTo>
                  <a:lnTo>
                    <a:pt x="2364105" y="508000"/>
                  </a:lnTo>
                  <a:lnTo>
                    <a:pt x="2376805" y="508000"/>
                  </a:lnTo>
                  <a:lnTo>
                    <a:pt x="2884805" y="0"/>
                  </a:lnTo>
                  <a:lnTo>
                    <a:pt x="2872105" y="0"/>
                  </a:lnTo>
                  <a:close/>
                  <a:moveTo>
                    <a:pt x="8299450" y="0"/>
                  </a:moveTo>
                  <a:lnTo>
                    <a:pt x="7791450" y="508000"/>
                  </a:lnTo>
                  <a:lnTo>
                    <a:pt x="7804150" y="508000"/>
                  </a:lnTo>
                  <a:lnTo>
                    <a:pt x="8312150" y="0"/>
                  </a:lnTo>
                  <a:lnTo>
                    <a:pt x="8299450" y="0"/>
                  </a:lnTo>
                  <a:close/>
                  <a:moveTo>
                    <a:pt x="0" y="0"/>
                  </a:moveTo>
                  <a:lnTo>
                    <a:pt x="0" y="1905"/>
                  </a:lnTo>
                  <a:lnTo>
                    <a:pt x="1905" y="0"/>
                  </a:lnTo>
                  <a:lnTo>
                    <a:pt x="0" y="0"/>
                  </a:lnTo>
                  <a:close/>
                  <a:moveTo>
                    <a:pt x="2940685" y="0"/>
                  </a:moveTo>
                  <a:lnTo>
                    <a:pt x="2432685" y="508000"/>
                  </a:lnTo>
                  <a:lnTo>
                    <a:pt x="2445385" y="508000"/>
                  </a:lnTo>
                  <a:lnTo>
                    <a:pt x="2953385" y="0"/>
                  </a:lnTo>
                  <a:lnTo>
                    <a:pt x="2940685" y="0"/>
                  </a:lnTo>
                  <a:close/>
                  <a:moveTo>
                    <a:pt x="8436610" y="0"/>
                  </a:moveTo>
                  <a:lnTo>
                    <a:pt x="7928610" y="508000"/>
                  </a:lnTo>
                  <a:lnTo>
                    <a:pt x="7941310" y="508000"/>
                  </a:lnTo>
                  <a:lnTo>
                    <a:pt x="8449310" y="0"/>
                  </a:lnTo>
                  <a:lnTo>
                    <a:pt x="8436610" y="0"/>
                  </a:lnTo>
                  <a:close/>
                  <a:moveTo>
                    <a:pt x="8368031" y="0"/>
                  </a:moveTo>
                  <a:lnTo>
                    <a:pt x="7860031" y="508000"/>
                  </a:lnTo>
                  <a:lnTo>
                    <a:pt x="7872731" y="508000"/>
                  </a:lnTo>
                  <a:lnTo>
                    <a:pt x="8380731" y="0"/>
                  </a:lnTo>
                  <a:lnTo>
                    <a:pt x="8368031" y="0"/>
                  </a:lnTo>
                  <a:close/>
                  <a:moveTo>
                    <a:pt x="8230870" y="0"/>
                  </a:moveTo>
                  <a:lnTo>
                    <a:pt x="7722870" y="508000"/>
                  </a:lnTo>
                  <a:lnTo>
                    <a:pt x="7735570" y="508000"/>
                  </a:lnTo>
                  <a:lnTo>
                    <a:pt x="8243570" y="0"/>
                  </a:lnTo>
                  <a:lnTo>
                    <a:pt x="8230870" y="0"/>
                  </a:lnTo>
                  <a:close/>
                  <a:moveTo>
                    <a:pt x="127000" y="0"/>
                  </a:moveTo>
                  <a:lnTo>
                    <a:pt x="0" y="127000"/>
                  </a:lnTo>
                  <a:lnTo>
                    <a:pt x="0" y="139700"/>
                  </a:lnTo>
                  <a:lnTo>
                    <a:pt x="139065" y="635"/>
                  </a:lnTo>
                  <a:lnTo>
                    <a:pt x="127000" y="635"/>
                  </a:lnTo>
                  <a:close/>
                  <a:moveTo>
                    <a:pt x="7338695" y="0"/>
                  </a:moveTo>
                  <a:lnTo>
                    <a:pt x="6830695" y="508000"/>
                  </a:lnTo>
                  <a:lnTo>
                    <a:pt x="6843395" y="508000"/>
                  </a:lnTo>
                  <a:lnTo>
                    <a:pt x="7351395" y="0"/>
                  </a:lnTo>
                  <a:lnTo>
                    <a:pt x="7338695" y="0"/>
                  </a:lnTo>
                  <a:close/>
                  <a:moveTo>
                    <a:pt x="57785" y="0"/>
                  </a:moveTo>
                  <a:lnTo>
                    <a:pt x="0" y="57785"/>
                  </a:lnTo>
                  <a:lnTo>
                    <a:pt x="0" y="70485"/>
                  </a:lnTo>
                  <a:lnTo>
                    <a:pt x="70485" y="0"/>
                  </a:lnTo>
                  <a:lnTo>
                    <a:pt x="57785" y="0"/>
                  </a:lnTo>
                  <a:close/>
                  <a:moveTo>
                    <a:pt x="2803525" y="0"/>
                  </a:moveTo>
                  <a:lnTo>
                    <a:pt x="2295525" y="508000"/>
                  </a:lnTo>
                  <a:lnTo>
                    <a:pt x="2308225" y="508000"/>
                  </a:lnTo>
                  <a:lnTo>
                    <a:pt x="2816225" y="0"/>
                  </a:lnTo>
                  <a:lnTo>
                    <a:pt x="2803525" y="0"/>
                  </a:lnTo>
                  <a:close/>
                  <a:moveTo>
                    <a:pt x="8711565" y="0"/>
                  </a:moveTo>
                  <a:lnTo>
                    <a:pt x="8203565" y="508000"/>
                  </a:lnTo>
                  <a:lnTo>
                    <a:pt x="8216265" y="508000"/>
                  </a:lnTo>
                  <a:lnTo>
                    <a:pt x="8724265" y="0"/>
                  </a:lnTo>
                  <a:lnTo>
                    <a:pt x="8711565" y="0"/>
                  </a:lnTo>
                  <a:close/>
                  <a:moveTo>
                    <a:pt x="3284220" y="0"/>
                  </a:moveTo>
                  <a:lnTo>
                    <a:pt x="2776220" y="508000"/>
                  </a:lnTo>
                  <a:lnTo>
                    <a:pt x="2788920" y="508000"/>
                  </a:lnTo>
                  <a:lnTo>
                    <a:pt x="3296920" y="0"/>
                  </a:lnTo>
                  <a:lnTo>
                    <a:pt x="3284220" y="0"/>
                  </a:lnTo>
                  <a:close/>
                  <a:moveTo>
                    <a:pt x="8642350" y="0"/>
                  </a:moveTo>
                  <a:lnTo>
                    <a:pt x="8134350" y="508000"/>
                  </a:lnTo>
                  <a:lnTo>
                    <a:pt x="8147050" y="508000"/>
                  </a:lnTo>
                  <a:lnTo>
                    <a:pt x="8655050" y="0"/>
                  </a:lnTo>
                  <a:lnTo>
                    <a:pt x="8642350" y="0"/>
                  </a:lnTo>
                  <a:close/>
                  <a:moveTo>
                    <a:pt x="3009265" y="0"/>
                  </a:moveTo>
                  <a:lnTo>
                    <a:pt x="2501265" y="508000"/>
                  </a:lnTo>
                  <a:lnTo>
                    <a:pt x="2513965" y="508000"/>
                  </a:lnTo>
                  <a:lnTo>
                    <a:pt x="3021965" y="0"/>
                  </a:lnTo>
                  <a:lnTo>
                    <a:pt x="3009265" y="0"/>
                  </a:lnTo>
                  <a:close/>
                  <a:moveTo>
                    <a:pt x="8780145" y="0"/>
                  </a:moveTo>
                  <a:lnTo>
                    <a:pt x="8272145" y="508000"/>
                  </a:lnTo>
                  <a:lnTo>
                    <a:pt x="8284845" y="508000"/>
                  </a:lnTo>
                  <a:lnTo>
                    <a:pt x="8792845" y="0"/>
                  </a:lnTo>
                  <a:lnTo>
                    <a:pt x="8780145" y="0"/>
                  </a:lnTo>
                  <a:close/>
                  <a:moveTo>
                    <a:pt x="195580" y="0"/>
                  </a:moveTo>
                  <a:lnTo>
                    <a:pt x="0" y="195580"/>
                  </a:lnTo>
                  <a:lnTo>
                    <a:pt x="0" y="208280"/>
                  </a:lnTo>
                  <a:lnTo>
                    <a:pt x="207645" y="635"/>
                  </a:lnTo>
                  <a:lnTo>
                    <a:pt x="195580" y="635"/>
                  </a:lnTo>
                  <a:close/>
                  <a:moveTo>
                    <a:pt x="3215640" y="0"/>
                  </a:moveTo>
                  <a:lnTo>
                    <a:pt x="2707640" y="508000"/>
                  </a:lnTo>
                  <a:lnTo>
                    <a:pt x="2720340" y="508000"/>
                  </a:lnTo>
                  <a:lnTo>
                    <a:pt x="3228340" y="0"/>
                  </a:lnTo>
                  <a:lnTo>
                    <a:pt x="3215640" y="0"/>
                  </a:lnTo>
                  <a:close/>
                  <a:moveTo>
                    <a:pt x="8505190" y="0"/>
                  </a:moveTo>
                  <a:lnTo>
                    <a:pt x="7997190" y="508000"/>
                  </a:lnTo>
                  <a:lnTo>
                    <a:pt x="8009890" y="508000"/>
                  </a:lnTo>
                  <a:lnTo>
                    <a:pt x="8517890" y="0"/>
                  </a:lnTo>
                  <a:lnTo>
                    <a:pt x="8505190" y="0"/>
                  </a:lnTo>
                  <a:close/>
                  <a:moveTo>
                    <a:pt x="7270115" y="0"/>
                  </a:moveTo>
                  <a:lnTo>
                    <a:pt x="6762115" y="508000"/>
                  </a:lnTo>
                  <a:lnTo>
                    <a:pt x="6774815" y="508000"/>
                  </a:lnTo>
                  <a:lnTo>
                    <a:pt x="7282815" y="0"/>
                  </a:lnTo>
                  <a:lnTo>
                    <a:pt x="7270115" y="0"/>
                  </a:lnTo>
                  <a:close/>
                  <a:moveTo>
                    <a:pt x="3078480" y="0"/>
                  </a:moveTo>
                  <a:lnTo>
                    <a:pt x="2570480" y="508000"/>
                  </a:lnTo>
                  <a:lnTo>
                    <a:pt x="2583180" y="508000"/>
                  </a:lnTo>
                  <a:lnTo>
                    <a:pt x="3091180" y="0"/>
                  </a:lnTo>
                  <a:lnTo>
                    <a:pt x="3078480" y="0"/>
                  </a:lnTo>
                  <a:close/>
                  <a:moveTo>
                    <a:pt x="3147060" y="0"/>
                  </a:moveTo>
                  <a:lnTo>
                    <a:pt x="2639060" y="508000"/>
                  </a:lnTo>
                  <a:lnTo>
                    <a:pt x="2651760" y="508000"/>
                  </a:lnTo>
                  <a:lnTo>
                    <a:pt x="3159760" y="0"/>
                  </a:lnTo>
                  <a:lnTo>
                    <a:pt x="3147060" y="0"/>
                  </a:lnTo>
                  <a:close/>
                  <a:moveTo>
                    <a:pt x="8573770" y="0"/>
                  </a:moveTo>
                  <a:lnTo>
                    <a:pt x="8065770" y="508000"/>
                  </a:lnTo>
                  <a:lnTo>
                    <a:pt x="8078470" y="508000"/>
                  </a:lnTo>
                  <a:lnTo>
                    <a:pt x="8586470" y="0"/>
                  </a:lnTo>
                  <a:lnTo>
                    <a:pt x="8573770" y="0"/>
                  </a:ln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" name="Google Shape;250;p26"/>
            <p:cNvGrpSpPr/>
            <p:nvPr/>
          </p:nvGrpSpPr>
          <p:grpSpPr>
            <a:xfrm>
              <a:off x="2657949" y="2787491"/>
              <a:ext cx="453866" cy="237707"/>
              <a:chOff x="3543934" y="3491865"/>
              <a:chExt cx="605155" cy="316943"/>
            </a:xfrm>
          </p:grpSpPr>
          <p:sp>
            <p:nvSpPr>
              <p:cNvPr id="251" name="Google Shape;251;p26"/>
              <p:cNvSpPr/>
              <p:nvPr/>
            </p:nvSpPr>
            <p:spPr>
              <a:xfrm>
                <a:off x="3549650" y="3491865"/>
                <a:ext cx="587375" cy="72389"/>
              </a:xfrm>
              <a:custGeom>
                <a:avLst/>
                <a:gdLst/>
                <a:ahLst/>
                <a:cxnLst/>
                <a:rect l="l" t="t" r="r" b="b"/>
                <a:pathLst>
                  <a:path w="587375" h="72389" extrusionOk="0">
                    <a:moveTo>
                      <a:pt x="371475" y="1905"/>
                    </a:moveTo>
                    <a:lnTo>
                      <a:pt x="431165" y="1905"/>
                    </a:lnTo>
                    <a:lnTo>
                      <a:pt x="431165" y="15875"/>
                    </a:lnTo>
                    <a:lnTo>
                      <a:pt x="381000" y="15875"/>
                    </a:lnTo>
                    <a:cubicBezTo>
                      <a:pt x="379095" y="10795"/>
                      <a:pt x="375285" y="6350"/>
                      <a:pt x="371475" y="1905"/>
                    </a:cubicBezTo>
                    <a:moveTo>
                      <a:pt x="422910" y="43180"/>
                    </a:moveTo>
                    <a:lnTo>
                      <a:pt x="422910" y="29210"/>
                    </a:lnTo>
                    <a:lnTo>
                      <a:pt x="384810" y="29210"/>
                    </a:lnTo>
                    <a:cubicBezTo>
                      <a:pt x="385445" y="31750"/>
                      <a:pt x="385445" y="34290"/>
                      <a:pt x="385445" y="36830"/>
                    </a:cubicBezTo>
                    <a:cubicBezTo>
                      <a:pt x="385445" y="39370"/>
                      <a:pt x="385445" y="41275"/>
                      <a:pt x="384810" y="43180"/>
                    </a:cubicBezTo>
                    <a:lnTo>
                      <a:pt x="422910" y="43180"/>
                    </a:lnTo>
                    <a:close/>
                    <a:moveTo>
                      <a:pt x="372110" y="70485"/>
                    </a:moveTo>
                    <a:lnTo>
                      <a:pt x="431165" y="70485"/>
                    </a:lnTo>
                    <a:lnTo>
                      <a:pt x="431165" y="56515"/>
                    </a:lnTo>
                    <a:lnTo>
                      <a:pt x="381000" y="56515"/>
                    </a:lnTo>
                    <a:cubicBezTo>
                      <a:pt x="379095" y="61595"/>
                      <a:pt x="375920" y="66675"/>
                      <a:pt x="372110" y="70485"/>
                    </a:cubicBezTo>
                    <a:moveTo>
                      <a:pt x="203200" y="36830"/>
                    </a:moveTo>
                    <a:cubicBezTo>
                      <a:pt x="203200" y="57150"/>
                      <a:pt x="187960" y="72390"/>
                      <a:pt x="167005" y="72390"/>
                    </a:cubicBezTo>
                    <a:cubicBezTo>
                      <a:pt x="146050" y="72390"/>
                      <a:pt x="130810" y="56515"/>
                      <a:pt x="130810" y="36830"/>
                    </a:cubicBezTo>
                    <a:cubicBezTo>
                      <a:pt x="130810" y="16510"/>
                      <a:pt x="146050" y="635"/>
                      <a:pt x="167005" y="635"/>
                    </a:cubicBezTo>
                    <a:cubicBezTo>
                      <a:pt x="187960" y="635"/>
                      <a:pt x="203200" y="16510"/>
                      <a:pt x="203200" y="36830"/>
                    </a:cubicBezTo>
                    <a:moveTo>
                      <a:pt x="186690" y="36830"/>
                    </a:moveTo>
                    <a:cubicBezTo>
                      <a:pt x="186690" y="24130"/>
                      <a:pt x="178435" y="15240"/>
                      <a:pt x="167005" y="15240"/>
                    </a:cubicBezTo>
                    <a:cubicBezTo>
                      <a:pt x="155575" y="15240"/>
                      <a:pt x="147320" y="24130"/>
                      <a:pt x="147320" y="36830"/>
                    </a:cubicBezTo>
                    <a:cubicBezTo>
                      <a:pt x="147320" y="48895"/>
                      <a:pt x="155575" y="58420"/>
                      <a:pt x="167005" y="58420"/>
                    </a:cubicBezTo>
                    <a:cubicBezTo>
                      <a:pt x="178435" y="57785"/>
                      <a:pt x="186690" y="48895"/>
                      <a:pt x="186690" y="36830"/>
                    </a:cubicBezTo>
                    <a:moveTo>
                      <a:pt x="365125" y="36195"/>
                    </a:moveTo>
                    <a:cubicBezTo>
                      <a:pt x="365125" y="56515"/>
                      <a:pt x="349885" y="70485"/>
                      <a:pt x="327660" y="70485"/>
                    </a:cubicBezTo>
                    <a:lnTo>
                      <a:pt x="300355" y="70485"/>
                    </a:lnTo>
                    <a:lnTo>
                      <a:pt x="300355" y="1905"/>
                    </a:lnTo>
                    <a:lnTo>
                      <a:pt x="327025" y="1905"/>
                    </a:lnTo>
                    <a:cubicBezTo>
                      <a:pt x="349250" y="1905"/>
                      <a:pt x="365125" y="15875"/>
                      <a:pt x="365125" y="36195"/>
                    </a:cubicBezTo>
                    <a:moveTo>
                      <a:pt x="348615" y="36195"/>
                    </a:moveTo>
                    <a:cubicBezTo>
                      <a:pt x="348615" y="24130"/>
                      <a:pt x="339725" y="15875"/>
                      <a:pt x="326390" y="15875"/>
                    </a:cubicBezTo>
                    <a:lnTo>
                      <a:pt x="316230" y="15875"/>
                    </a:lnTo>
                    <a:lnTo>
                      <a:pt x="316230" y="57150"/>
                    </a:lnTo>
                    <a:lnTo>
                      <a:pt x="326390" y="57150"/>
                    </a:lnTo>
                    <a:cubicBezTo>
                      <a:pt x="339725" y="57150"/>
                      <a:pt x="348615" y="48895"/>
                      <a:pt x="348615" y="36195"/>
                    </a:cubicBezTo>
                    <a:moveTo>
                      <a:pt x="36195" y="57785"/>
                    </a:moveTo>
                    <a:cubicBezTo>
                      <a:pt x="24765" y="57785"/>
                      <a:pt x="15875" y="48260"/>
                      <a:pt x="15875" y="36195"/>
                    </a:cubicBezTo>
                    <a:cubicBezTo>
                      <a:pt x="15875" y="24130"/>
                      <a:pt x="24130" y="14605"/>
                      <a:pt x="36195" y="14605"/>
                    </a:cubicBezTo>
                    <a:cubicBezTo>
                      <a:pt x="41910" y="14605"/>
                      <a:pt x="46355" y="16510"/>
                      <a:pt x="50800" y="20320"/>
                    </a:cubicBezTo>
                    <a:lnTo>
                      <a:pt x="60960" y="10160"/>
                    </a:lnTo>
                    <a:cubicBezTo>
                      <a:pt x="54610" y="3810"/>
                      <a:pt x="46355" y="0"/>
                      <a:pt x="36195" y="0"/>
                    </a:cubicBezTo>
                    <a:cubicBezTo>
                      <a:pt x="15875" y="0"/>
                      <a:pt x="0" y="15875"/>
                      <a:pt x="0" y="35560"/>
                    </a:cubicBezTo>
                    <a:cubicBezTo>
                      <a:pt x="0" y="55880"/>
                      <a:pt x="15875" y="71120"/>
                      <a:pt x="36195" y="71120"/>
                    </a:cubicBezTo>
                    <a:cubicBezTo>
                      <a:pt x="46355" y="71120"/>
                      <a:pt x="55880" y="66675"/>
                      <a:pt x="62230" y="59690"/>
                    </a:cubicBezTo>
                    <a:lnTo>
                      <a:pt x="52070" y="49530"/>
                    </a:lnTo>
                    <a:cubicBezTo>
                      <a:pt x="46990" y="55245"/>
                      <a:pt x="42545" y="57785"/>
                      <a:pt x="36195" y="57785"/>
                    </a:cubicBezTo>
                    <a:moveTo>
                      <a:pt x="92710" y="1905"/>
                    </a:moveTo>
                    <a:lnTo>
                      <a:pt x="76835" y="1905"/>
                    </a:lnTo>
                    <a:lnTo>
                      <a:pt x="76835" y="70485"/>
                    </a:lnTo>
                    <a:lnTo>
                      <a:pt x="125095" y="70485"/>
                    </a:lnTo>
                    <a:lnTo>
                      <a:pt x="125095" y="56515"/>
                    </a:lnTo>
                    <a:lnTo>
                      <a:pt x="92710" y="56515"/>
                    </a:lnTo>
                    <a:lnTo>
                      <a:pt x="92710" y="1905"/>
                    </a:lnTo>
                    <a:close/>
                    <a:moveTo>
                      <a:pt x="491490" y="47625"/>
                    </a:moveTo>
                    <a:lnTo>
                      <a:pt x="511175" y="70485"/>
                    </a:lnTo>
                    <a:lnTo>
                      <a:pt x="492760" y="70485"/>
                    </a:lnTo>
                    <a:lnTo>
                      <a:pt x="474345" y="48895"/>
                    </a:lnTo>
                    <a:lnTo>
                      <a:pt x="465455" y="48895"/>
                    </a:lnTo>
                    <a:lnTo>
                      <a:pt x="465455" y="70485"/>
                    </a:lnTo>
                    <a:lnTo>
                      <a:pt x="450215" y="70485"/>
                    </a:lnTo>
                    <a:lnTo>
                      <a:pt x="450215" y="1905"/>
                    </a:lnTo>
                    <a:lnTo>
                      <a:pt x="481965" y="1905"/>
                    </a:lnTo>
                    <a:cubicBezTo>
                      <a:pt x="490855" y="1905"/>
                      <a:pt x="497205" y="3810"/>
                      <a:pt x="501650" y="8255"/>
                    </a:cubicBezTo>
                    <a:cubicBezTo>
                      <a:pt x="506095" y="12065"/>
                      <a:pt x="509270" y="18415"/>
                      <a:pt x="509270" y="25400"/>
                    </a:cubicBezTo>
                    <a:cubicBezTo>
                      <a:pt x="508635" y="34925"/>
                      <a:pt x="504825" y="43815"/>
                      <a:pt x="491490" y="47625"/>
                    </a:cubicBezTo>
                    <a:moveTo>
                      <a:pt x="492760" y="26035"/>
                    </a:moveTo>
                    <a:cubicBezTo>
                      <a:pt x="492760" y="22860"/>
                      <a:pt x="491490" y="20320"/>
                      <a:pt x="489585" y="18415"/>
                    </a:cubicBezTo>
                    <a:cubicBezTo>
                      <a:pt x="487680" y="16510"/>
                      <a:pt x="484505" y="15875"/>
                      <a:pt x="480060" y="15875"/>
                    </a:cubicBezTo>
                    <a:lnTo>
                      <a:pt x="464820" y="15875"/>
                    </a:lnTo>
                    <a:lnTo>
                      <a:pt x="464820" y="36195"/>
                    </a:lnTo>
                    <a:lnTo>
                      <a:pt x="480060" y="36195"/>
                    </a:lnTo>
                    <a:cubicBezTo>
                      <a:pt x="483870" y="36195"/>
                      <a:pt x="487045" y="35560"/>
                      <a:pt x="488950" y="33655"/>
                    </a:cubicBezTo>
                    <a:cubicBezTo>
                      <a:pt x="491490" y="31750"/>
                      <a:pt x="492760" y="29210"/>
                      <a:pt x="492760" y="26035"/>
                    </a:cubicBezTo>
                    <a:moveTo>
                      <a:pt x="587375" y="70485"/>
                    </a:moveTo>
                    <a:lnTo>
                      <a:pt x="571500" y="70485"/>
                    </a:lnTo>
                    <a:lnTo>
                      <a:pt x="565785" y="56515"/>
                    </a:lnTo>
                    <a:lnTo>
                      <a:pt x="536575" y="56515"/>
                    </a:lnTo>
                    <a:lnTo>
                      <a:pt x="530860" y="70485"/>
                    </a:lnTo>
                    <a:lnTo>
                      <a:pt x="514985" y="70485"/>
                    </a:lnTo>
                    <a:lnTo>
                      <a:pt x="544195" y="1905"/>
                    </a:lnTo>
                    <a:lnTo>
                      <a:pt x="558165" y="1905"/>
                    </a:lnTo>
                    <a:lnTo>
                      <a:pt x="587375" y="70485"/>
                    </a:lnTo>
                    <a:close/>
                    <a:moveTo>
                      <a:pt x="560705" y="43815"/>
                    </a:moveTo>
                    <a:lnTo>
                      <a:pt x="551180" y="19685"/>
                    </a:lnTo>
                    <a:lnTo>
                      <a:pt x="541655" y="43815"/>
                    </a:lnTo>
                    <a:lnTo>
                      <a:pt x="560705" y="43815"/>
                    </a:lnTo>
                    <a:close/>
                    <a:moveTo>
                      <a:pt x="264160" y="40640"/>
                    </a:moveTo>
                    <a:cubicBezTo>
                      <a:pt x="264160" y="51435"/>
                      <a:pt x="257810" y="57785"/>
                      <a:pt x="248920" y="57785"/>
                    </a:cubicBezTo>
                    <a:cubicBezTo>
                      <a:pt x="240030" y="57785"/>
                      <a:pt x="233680" y="51435"/>
                      <a:pt x="233680" y="40640"/>
                    </a:cubicBezTo>
                    <a:lnTo>
                      <a:pt x="233680" y="2540"/>
                    </a:lnTo>
                    <a:lnTo>
                      <a:pt x="217805" y="2540"/>
                    </a:lnTo>
                    <a:lnTo>
                      <a:pt x="217805" y="40005"/>
                    </a:lnTo>
                    <a:cubicBezTo>
                      <a:pt x="217805" y="59690"/>
                      <a:pt x="230505" y="72390"/>
                      <a:pt x="248920" y="72390"/>
                    </a:cubicBezTo>
                    <a:cubicBezTo>
                      <a:pt x="267335" y="72390"/>
                      <a:pt x="280035" y="59690"/>
                      <a:pt x="280035" y="40005"/>
                    </a:cubicBezTo>
                    <a:lnTo>
                      <a:pt x="280035" y="2540"/>
                    </a:lnTo>
                    <a:lnTo>
                      <a:pt x="264160" y="2540"/>
                    </a:lnTo>
                    <a:lnTo>
                      <a:pt x="264160" y="40640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26"/>
              <p:cNvSpPr/>
              <p:nvPr/>
            </p:nvSpPr>
            <p:spPr>
              <a:xfrm>
                <a:off x="3543934" y="3597909"/>
                <a:ext cx="188595" cy="210899"/>
              </a:xfrm>
              <a:custGeom>
                <a:avLst/>
                <a:gdLst/>
                <a:ahLst/>
                <a:cxnLst/>
                <a:rect l="l" t="t" r="r" b="b"/>
                <a:pathLst>
                  <a:path w="188595" h="210899" extrusionOk="0">
                    <a:moveTo>
                      <a:pt x="5715" y="170815"/>
                    </a:moveTo>
                    <a:cubicBezTo>
                      <a:pt x="1905" y="162560"/>
                      <a:pt x="0" y="153035"/>
                      <a:pt x="0" y="142240"/>
                    </a:cubicBezTo>
                    <a:lnTo>
                      <a:pt x="48260" y="142240"/>
                    </a:lnTo>
                    <a:cubicBezTo>
                      <a:pt x="48260" y="147955"/>
                      <a:pt x="49530" y="153035"/>
                      <a:pt x="51435" y="158115"/>
                    </a:cubicBezTo>
                    <a:cubicBezTo>
                      <a:pt x="57150" y="171450"/>
                      <a:pt x="73660" y="177800"/>
                      <a:pt x="95885" y="177800"/>
                    </a:cubicBezTo>
                    <a:cubicBezTo>
                      <a:pt x="115570" y="177800"/>
                      <a:pt x="131445" y="172720"/>
                      <a:pt x="136525" y="161925"/>
                    </a:cubicBezTo>
                    <a:cubicBezTo>
                      <a:pt x="137795" y="158750"/>
                      <a:pt x="138430" y="155575"/>
                      <a:pt x="138430" y="152400"/>
                    </a:cubicBezTo>
                    <a:cubicBezTo>
                      <a:pt x="138430" y="149225"/>
                      <a:pt x="137795" y="146050"/>
                      <a:pt x="136525" y="143510"/>
                    </a:cubicBezTo>
                    <a:cubicBezTo>
                      <a:pt x="129540" y="127635"/>
                      <a:pt x="99060" y="124460"/>
                      <a:pt x="70485" y="118110"/>
                    </a:cubicBezTo>
                    <a:cubicBezTo>
                      <a:pt x="41275" y="111760"/>
                      <a:pt x="18415" y="102235"/>
                      <a:pt x="8890" y="81915"/>
                    </a:cubicBezTo>
                    <a:cubicBezTo>
                      <a:pt x="6350" y="76200"/>
                      <a:pt x="5080" y="69215"/>
                      <a:pt x="5080" y="60960"/>
                    </a:cubicBezTo>
                    <a:cubicBezTo>
                      <a:pt x="5080" y="52705"/>
                      <a:pt x="6985" y="45085"/>
                      <a:pt x="9525" y="38735"/>
                    </a:cubicBezTo>
                    <a:cubicBezTo>
                      <a:pt x="20320" y="13970"/>
                      <a:pt x="53340" y="0"/>
                      <a:pt x="92710" y="0"/>
                    </a:cubicBezTo>
                    <a:cubicBezTo>
                      <a:pt x="132080" y="0"/>
                      <a:pt x="163830" y="13335"/>
                      <a:pt x="175895" y="39370"/>
                    </a:cubicBezTo>
                    <a:cubicBezTo>
                      <a:pt x="179070" y="46990"/>
                      <a:pt x="180975" y="55880"/>
                      <a:pt x="180975" y="66040"/>
                    </a:cubicBezTo>
                    <a:lnTo>
                      <a:pt x="133985" y="66040"/>
                    </a:lnTo>
                    <a:cubicBezTo>
                      <a:pt x="133985" y="60325"/>
                      <a:pt x="132715" y="55245"/>
                      <a:pt x="130810" y="50800"/>
                    </a:cubicBezTo>
                    <a:cubicBezTo>
                      <a:pt x="125095" y="38100"/>
                      <a:pt x="111760" y="32385"/>
                      <a:pt x="92075" y="32385"/>
                    </a:cubicBezTo>
                    <a:cubicBezTo>
                      <a:pt x="74930" y="32385"/>
                      <a:pt x="59055" y="37465"/>
                      <a:pt x="54610" y="47625"/>
                    </a:cubicBezTo>
                    <a:cubicBezTo>
                      <a:pt x="53340" y="50165"/>
                      <a:pt x="53340" y="52705"/>
                      <a:pt x="53340" y="55245"/>
                    </a:cubicBezTo>
                    <a:cubicBezTo>
                      <a:pt x="53340" y="57785"/>
                      <a:pt x="53340" y="60325"/>
                      <a:pt x="54610" y="62865"/>
                    </a:cubicBezTo>
                    <a:cubicBezTo>
                      <a:pt x="60960" y="76835"/>
                      <a:pt x="87630" y="80010"/>
                      <a:pt x="115570" y="86360"/>
                    </a:cubicBezTo>
                    <a:cubicBezTo>
                      <a:pt x="146050" y="92710"/>
                      <a:pt x="173355" y="101600"/>
                      <a:pt x="184150" y="124460"/>
                    </a:cubicBezTo>
                    <a:cubicBezTo>
                      <a:pt x="186690" y="130810"/>
                      <a:pt x="188595" y="138430"/>
                      <a:pt x="188595" y="147320"/>
                    </a:cubicBezTo>
                    <a:cubicBezTo>
                      <a:pt x="188595" y="156210"/>
                      <a:pt x="186690" y="164465"/>
                      <a:pt x="183515" y="171450"/>
                    </a:cubicBezTo>
                    <a:cubicBezTo>
                      <a:pt x="171450" y="198120"/>
                      <a:pt x="137795" y="210820"/>
                      <a:pt x="95250" y="210820"/>
                    </a:cubicBezTo>
                    <a:cubicBezTo>
                      <a:pt x="50165" y="212090"/>
                      <a:pt x="18415" y="198120"/>
                      <a:pt x="5715" y="170815"/>
                    </a:cubicBezTo>
                  </a:path>
                </a:pathLst>
              </a:custGeom>
              <a:solidFill>
                <a:srgbClr val="64646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26"/>
              <p:cNvSpPr/>
              <p:nvPr/>
            </p:nvSpPr>
            <p:spPr>
              <a:xfrm>
                <a:off x="3758565" y="3604259"/>
                <a:ext cx="189229" cy="199390"/>
              </a:xfrm>
              <a:custGeom>
                <a:avLst/>
                <a:gdLst/>
                <a:ahLst/>
                <a:cxnLst/>
                <a:rect l="l" t="t" r="r" b="b"/>
                <a:pathLst>
                  <a:path w="189229" h="199390" extrusionOk="0">
                    <a:moveTo>
                      <a:pt x="0" y="0"/>
                    </a:moveTo>
                    <a:lnTo>
                      <a:pt x="80645" y="0"/>
                    </a:lnTo>
                    <a:cubicBezTo>
                      <a:pt x="130175" y="0"/>
                      <a:pt x="165100" y="18415"/>
                      <a:pt x="180340" y="52705"/>
                    </a:cubicBezTo>
                    <a:cubicBezTo>
                      <a:pt x="186055" y="66040"/>
                      <a:pt x="189230" y="81280"/>
                      <a:pt x="189230" y="99695"/>
                    </a:cubicBezTo>
                    <a:cubicBezTo>
                      <a:pt x="189230" y="118110"/>
                      <a:pt x="186690" y="133985"/>
                      <a:pt x="180340" y="147320"/>
                    </a:cubicBezTo>
                    <a:cubicBezTo>
                      <a:pt x="164465" y="181610"/>
                      <a:pt x="130175" y="199390"/>
                      <a:pt x="80645" y="199390"/>
                    </a:cubicBezTo>
                    <a:lnTo>
                      <a:pt x="0" y="199390"/>
                    </a:lnTo>
                    <a:lnTo>
                      <a:pt x="0" y="0"/>
                    </a:lnTo>
                    <a:close/>
                    <a:moveTo>
                      <a:pt x="75565" y="161925"/>
                    </a:moveTo>
                    <a:cubicBezTo>
                      <a:pt x="106680" y="161925"/>
                      <a:pt x="125730" y="151765"/>
                      <a:pt x="135255" y="131445"/>
                    </a:cubicBezTo>
                    <a:cubicBezTo>
                      <a:pt x="139065" y="123190"/>
                      <a:pt x="140970" y="113030"/>
                      <a:pt x="140970" y="99695"/>
                    </a:cubicBezTo>
                    <a:cubicBezTo>
                      <a:pt x="140970" y="86360"/>
                      <a:pt x="139065" y="76200"/>
                      <a:pt x="135255" y="67945"/>
                    </a:cubicBezTo>
                    <a:cubicBezTo>
                      <a:pt x="126365" y="48260"/>
                      <a:pt x="106680" y="38100"/>
                      <a:pt x="75565" y="38100"/>
                    </a:cubicBezTo>
                    <a:lnTo>
                      <a:pt x="45720" y="38100"/>
                    </a:lnTo>
                    <a:lnTo>
                      <a:pt x="45720" y="161925"/>
                    </a:lnTo>
                    <a:lnTo>
                      <a:pt x="75565" y="161925"/>
                    </a:lnTo>
                    <a:close/>
                  </a:path>
                </a:pathLst>
              </a:custGeom>
              <a:solidFill>
                <a:srgbClr val="64646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6"/>
              <p:cNvSpPr/>
              <p:nvPr/>
            </p:nvSpPr>
            <p:spPr>
              <a:xfrm>
                <a:off x="3937634" y="3604259"/>
                <a:ext cx="21145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1455" h="200025" extrusionOk="0">
                    <a:moveTo>
                      <a:pt x="133350" y="97790"/>
                    </a:moveTo>
                    <a:lnTo>
                      <a:pt x="207010" y="0"/>
                    </a:lnTo>
                    <a:lnTo>
                      <a:pt x="151765" y="0"/>
                    </a:lnTo>
                    <a:lnTo>
                      <a:pt x="105410" y="60960"/>
                    </a:lnTo>
                    <a:lnTo>
                      <a:pt x="59690" y="0"/>
                    </a:lnTo>
                    <a:lnTo>
                      <a:pt x="3810" y="0"/>
                    </a:lnTo>
                    <a:lnTo>
                      <a:pt x="50165" y="60960"/>
                    </a:lnTo>
                    <a:lnTo>
                      <a:pt x="105410" y="60960"/>
                    </a:lnTo>
                    <a:lnTo>
                      <a:pt x="77470" y="97790"/>
                    </a:lnTo>
                    <a:lnTo>
                      <a:pt x="0" y="200025"/>
                    </a:lnTo>
                    <a:lnTo>
                      <a:pt x="56515" y="200025"/>
                    </a:lnTo>
                    <a:lnTo>
                      <a:pt x="106045" y="134620"/>
                    </a:lnTo>
                    <a:lnTo>
                      <a:pt x="154940" y="200025"/>
                    </a:lnTo>
                    <a:lnTo>
                      <a:pt x="211455" y="200025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" name="Google Shape;255;p26"/>
            <p:cNvSpPr txBox="1"/>
            <p:nvPr/>
          </p:nvSpPr>
          <p:spPr>
            <a:xfrm>
              <a:off x="666988" y="1097280"/>
              <a:ext cx="781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HYBRID CLOUD</a:t>
              </a:r>
              <a:endParaRPr sz="9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6" name="Google Shape;256;p26"/>
            <p:cNvSpPr txBox="1"/>
            <p:nvPr/>
          </p:nvSpPr>
          <p:spPr>
            <a:xfrm>
              <a:off x="910188" y="1473855"/>
              <a:ext cx="7324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MANAGEMENT CONSOLE | DATA CATALOG | REPLICATION MANAGER | OBSERVABILITY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7" name="Google Shape;257;p26"/>
            <p:cNvSpPr txBox="1"/>
            <p:nvPr/>
          </p:nvSpPr>
          <p:spPr>
            <a:xfrm>
              <a:off x="3103314" y="2754927"/>
              <a:ext cx="3284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METADATA | SECURITY | ENCRYPTION | CONTROL | GOVERNANCE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8" name="Google Shape;258;p26"/>
            <p:cNvSpPr txBox="1"/>
            <p:nvPr/>
          </p:nvSpPr>
          <p:spPr>
            <a:xfrm>
              <a:off x="981310" y="3422227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5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CLUSTERS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9" name="Google Shape;259;p26"/>
            <p:cNvSpPr txBox="1"/>
            <p:nvPr/>
          </p:nvSpPr>
          <p:spPr>
            <a:xfrm>
              <a:off x="4791073" y="3422465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5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CLUSTERS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0" name="Google Shape;260;p26"/>
            <p:cNvSpPr txBox="1"/>
            <p:nvPr/>
          </p:nvSpPr>
          <p:spPr>
            <a:xfrm>
              <a:off x="981310" y="2088732"/>
              <a:ext cx="6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5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SERVICES</a:t>
              </a:r>
              <a:endParaRPr sz="7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1" name="Google Shape;261;p26"/>
            <p:cNvSpPr txBox="1"/>
            <p:nvPr/>
          </p:nvSpPr>
          <p:spPr>
            <a:xfrm>
              <a:off x="1484915" y="2308727"/>
              <a:ext cx="42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FLOW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2" name="Google Shape;262;p26"/>
            <p:cNvSpPr txBox="1"/>
            <p:nvPr/>
          </p:nvSpPr>
          <p:spPr>
            <a:xfrm>
              <a:off x="2468825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WAREHOUSE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3" name="Google Shape;263;p26"/>
            <p:cNvSpPr txBox="1"/>
            <p:nvPr/>
          </p:nvSpPr>
          <p:spPr>
            <a:xfrm>
              <a:off x="3756935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MACHINE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LEARNING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4" name="Google Shape;264;p26"/>
            <p:cNvSpPr txBox="1"/>
            <p:nvPr/>
          </p:nvSpPr>
          <p:spPr>
            <a:xfrm>
              <a:off x="4791310" y="2087388"/>
              <a:ext cx="6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5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SERVICES</a:t>
              </a:r>
              <a:endParaRPr sz="7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5" name="Google Shape;265;p26"/>
            <p:cNvSpPr txBox="1"/>
            <p:nvPr/>
          </p:nvSpPr>
          <p:spPr>
            <a:xfrm>
              <a:off x="5590965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ENGINEERING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6" name="Google Shape;266;p26"/>
            <p:cNvSpPr txBox="1"/>
            <p:nvPr/>
          </p:nvSpPr>
          <p:spPr>
            <a:xfrm>
              <a:off x="6531318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WAREHOUSE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7" name="Google Shape;267;p26"/>
            <p:cNvSpPr txBox="1"/>
            <p:nvPr/>
          </p:nvSpPr>
          <p:spPr>
            <a:xfrm>
              <a:off x="7471672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MACHINE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LEARNING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8" name="Google Shape;268;p26"/>
            <p:cNvSpPr txBox="1"/>
            <p:nvPr/>
          </p:nvSpPr>
          <p:spPr>
            <a:xfrm>
              <a:off x="809629" y="3946102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PUBLIC CLOUD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9" name="Google Shape;269;p26"/>
            <p:cNvSpPr txBox="1"/>
            <p:nvPr/>
          </p:nvSpPr>
          <p:spPr>
            <a:xfrm>
              <a:off x="4619550" y="394610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PRIVATE CLOUD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0" name="Google Shape;270;p26"/>
            <p:cNvSpPr txBox="1"/>
            <p:nvPr/>
          </p:nvSpPr>
          <p:spPr>
            <a:xfrm>
              <a:off x="1817935" y="3622252"/>
              <a:ext cx="111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NiFi*, Kafka, Flink*, Spark, Impala, Hive, HBase, Phoenix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1" name="Google Shape;271;p26"/>
            <p:cNvSpPr txBox="1"/>
            <p:nvPr/>
          </p:nvSpPr>
          <p:spPr>
            <a:xfrm>
              <a:off x="5624246" y="3622252"/>
              <a:ext cx="111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NiFi</a:t>
              </a:r>
              <a:r>
                <a:rPr lang="en" sz="600" b="1" baseline="30000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†</a:t>
              </a: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, Kafka, Flink, Spark,</a:t>
              </a:r>
              <a:b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Impala, Hive, HBase, Phoenix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2" name="Google Shape;272;p26"/>
            <p:cNvSpPr txBox="1"/>
            <p:nvPr/>
          </p:nvSpPr>
          <p:spPr>
            <a:xfrm>
              <a:off x="3603303" y="3430833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STORAGE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S3 | ADLS | GCS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3" name="Google Shape;273;p26"/>
            <p:cNvSpPr txBox="1"/>
            <p:nvPr/>
          </p:nvSpPr>
          <p:spPr>
            <a:xfrm>
              <a:off x="7381872" y="3430833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STORAGE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HDFS | Ozone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4" name="Google Shape;274;p26"/>
            <p:cNvSpPr txBox="1"/>
            <p:nvPr/>
          </p:nvSpPr>
          <p:spPr>
            <a:xfrm>
              <a:off x="3112880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OPERATIONAL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75" name="Google Shape;275;p26"/>
            <p:cNvSpPr txBox="1"/>
            <p:nvPr/>
          </p:nvSpPr>
          <p:spPr>
            <a:xfrm>
              <a:off x="1824770" y="2308727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ENGINEERING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6F2A3DE-B9EE-C5A6-8A6C-083ADF1372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FEC3C51-ED39-454A-A28D-091D1CACAB22}"/>
              </a:ext>
            </a:extLst>
          </p:cNvPr>
          <p:cNvGrpSpPr/>
          <p:nvPr/>
        </p:nvGrpSpPr>
        <p:grpSpPr>
          <a:xfrm>
            <a:off x="5572866" y="4368238"/>
            <a:ext cx="1120820" cy="815495"/>
            <a:chOff x="7174087" y="4033426"/>
            <a:chExt cx="1120820" cy="815495"/>
          </a:xfrm>
        </p:grpSpPr>
        <p:sp>
          <p:nvSpPr>
            <p:cNvPr id="7" name="Arrow: Up 6">
              <a:extLst>
                <a:ext uri="{FF2B5EF4-FFF2-40B4-BE49-F238E27FC236}">
                  <a16:creationId xmlns:a16="http://schemas.microsoft.com/office/drawing/2014/main" id="{5F8C2651-BFD3-9CF4-F743-C6F17081F606}"/>
                </a:ext>
              </a:extLst>
            </p:cNvPr>
            <p:cNvSpPr/>
            <p:nvPr/>
          </p:nvSpPr>
          <p:spPr>
            <a:xfrm rot="8024331">
              <a:off x="7237542" y="4110798"/>
              <a:ext cx="576775" cy="422031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th-TH" sz="1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D12A47-5452-5B72-1E15-67E1AD92AB8D}"/>
                </a:ext>
              </a:extLst>
            </p:cNvPr>
            <p:cNvSpPr txBox="1"/>
            <p:nvPr/>
          </p:nvSpPr>
          <p:spPr>
            <a:xfrm>
              <a:off x="7174087" y="4479589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On-Prem</a:t>
              </a:r>
              <a:endParaRPr lang="th-TH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6C38D91-8155-287D-CFAC-477C5D42A98F}"/>
              </a:ext>
            </a:extLst>
          </p:cNvPr>
          <p:cNvGrpSpPr/>
          <p:nvPr/>
        </p:nvGrpSpPr>
        <p:grpSpPr>
          <a:xfrm>
            <a:off x="1849959" y="4453929"/>
            <a:ext cx="1172116" cy="751133"/>
            <a:chOff x="3451180" y="4119117"/>
            <a:chExt cx="1172116" cy="751133"/>
          </a:xfrm>
        </p:grpSpPr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25502132-A575-E1F4-521A-44E506E81244}"/>
                </a:ext>
              </a:extLst>
            </p:cNvPr>
            <p:cNvSpPr/>
            <p:nvPr/>
          </p:nvSpPr>
          <p:spPr>
            <a:xfrm rot="13157160">
              <a:off x="3708739" y="4119117"/>
              <a:ext cx="576775" cy="422031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 fontAlgn="auto">
                <a:lnSpc>
                  <a:spcPct val="11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th-TH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22DA0A-FB20-0C0E-6DDF-222F719B3914}"/>
                </a:ext>
              </a:extLst>
            </p:cNvPr>
            <p:cNvSpPr txBox="1"/>
            <p:nvPr/>
          </p:nvSpPr>
          <p:spPr>
            <a:xfrm>
              <a:off x="3451180" y="4500918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On-Cloud</a:t>
              </a:r>
              <a:endParaRPr lang="th-TH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A797E456-2C6D-C3C0-BAEC-DD2E3F5AF114}"/>
              </a:ext>
            </a:extLst>
          </p:cNvPr>
          <p:cNvSpPr/>
          <p:nvPr/>
        </p:nvSpPr>
        <p:spPr>
          <a:xfrm>
            <a:off x="7222653" y="3097530"/>
            <a:ext cx="994912" cy="838901"/>
          </a:xfrm>
          <a:prstGeom prst="ellipse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E7A03E-C6A8-6FA7-1C76-C5006131DD1A}"/>
              </a:ext>
            </a:extLst>
          </p:cNvPr>
          <p:cNvSpPr/>
          <p:nvPr/>
        </p:nvSpPr>
        <p:spPr>
          <a:xfrm>
            <a:off x="3464919" y="3139324"/>
            <a:ext cx="994912" cy="838901"/>
          </a:xfrm>
          <a:prstGeom prst="ellipse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37468D-654B-B600-89B1-DD8714FF0E68}"/>
              </a:ext>
            </a:extLst>
          </p:cNvPr>
          <p:cNvSpPr/>
          <p:nvPr/>
        </p:nvSpPr>
        <p:spPr>
          <a:xfrm>
            <a:off x="4714873" y="1759755"/>
            <a:ext cx="3502692" cy="8949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84A1B7-382F-96D0-7B2F-5FF9621FF66C}"/>
              </a:ext>
            </a:extLst>
          </p:cNvPr>
          <p:cNvSpPr/>
          <p:nvPr/>
        </p:nvSpPr>
        <p:spPr>
          <a:xfrm>
            <a:off x="926435" y="1787195"/>
            <a:ext cx="3502692" cy="89493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179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PRIVATE CLOUD BASE</a:t>
            </a:r>
            <a:endParaRPr dirty="0"/>
          </a:p>
        </p:txBody>
      </p:sp>
      <p:grpSp>
        <p:nvGrpSpPr>
          <p:cNvPr id="281" name="Google Shape;281;p27"/>
          <p:cNvGrpSpPr/>
          <p:nvPr/>
        </p:nvGrpSpPr>
        <p:grpSpPr>
          <a:xfrm>
            <a:off x="2286000" y="1097275"/>
            <a:ext cx="4572000" cy="3286130"/>
            <a:chOff x="2286000" y="1097275"/>
            <a:chExt cx="4572000" cy="3286130"/>
          </a:xfrm>
        </p:grpSpPr>
        <p:sp>
          <p:nvSpPr>
            <p:cNvPr id="282" name="Google Shape;282;p27"/>
            <p:cNvSpPr/>
            <p:nvPr/>
          </p:nvSpPr>
          <p:spPr>
            <a:xfrm>
              <a:off x="2286000" y="1097280"/>
              <a:ext cx="4572000" cy="3286125"/>
            </a:xfrm>
            <a:custGeom>
              <a:avLst/>
              <a:gdLst/>
              <a:ahLst/>
              <a:cxnLst/>
              <a:rect l="l" t="t" r="r" b="b"/>
              <a:pathLst>
                <a:path w="6096000" h="4381500" extrusionOk="0">
                  <a:moveTo>
                    <a:pt x="0" y="0"/>
                  </a:moveTo>
                  <a:lnTo>
                    <a:pt x="6096000" y="0"/>
                  </a:lnTo>
                  <a:lnTo>
                    <a:pt x="6096000" y="4381500"/>
                  </a:lnTo>
                  <a:lnTo>
                    <a:pt x="0" y="43815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2428875" y="1383030"/>
              <a:ext cx="4286250" cy="285750"/>
            </a:xfrm>
            <a:custGeom>
              <a:avLst/>
              <a:gdLst/>
              <a:ahLst/>
              <a:cxnLst/>
              <a:rect l="l" t="t" r="r" b="b"/>
              <a:pathLst>
                <a:path w="5715000" h="381000" extrusionOk="0">
                  <a:moveTo>
                    <a:pt x="0" y="0"/>
                  </a:moveTo>
                  <a:lnTo>
                    <a:pt x="5715000" y="0"/>
                  </a:lnTo>
                  <a:lnTo>
                    <a:pt x="5715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2428875" y="1764030"/>
              <a:ext cx="4286250" cy="762000"/>
            </a:xfrm>
            <a:custGeom>
              <a:avLst/>
              <a:gdLst/>
              <a:ahLst/>
              <a:cxnLst/>
              <a:rect l="l" t="t" r="r" b="b"/>
              <a:pathLst>
                <a:path w="5715000" h="1016000" extrusionOk="0">
                  <a:moveTo>
                    <a:pt x="0" y="0"/>
                  </a:moveTo>
                  <a:lnTo>
                    <a:pt x="5715000" y="0"/>
                  </a:lnTo>
                  <a:lnTo>
                    <a:pt x="5715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2428875" y="2621280"/>
              <a:ext cx="4286250" cy="1619250"/>
            </a:xfrm>
            <a:custGeom>
              <a:avLst/>
              <a:gdLst/>
              <a:ahLst/>
              <a:cxnLst/>
              <a:rect l="l" t="t" r="r" b="b"/>
              <a:pathLst>
                <a:path w="5715000" h="2159000" extrusionOk="0">
                  <a:moveTo>
                    <a:pt x="0" y="0"/>
                  </a:moveTo>
                  <a:lnTo>
                    <a:pt x="5715000" y="0"/>
                  </a:lnTo>
                  <a:lnTo>
                    <a:pt x="5715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2524125" y="3192780"/>
              <a:ext cx="2000250" cy="762000"/>
            </a:xfrm>
            <a:custGeom>
              <a:avLst/>
              <a:gdLst/>
              <a:ahLst/>
              <a:cxnLst/>
              <a:rect l="l" t="t" r="r" b="b"/>
              <a:pathLst>
                <a:path w="2667000" h="1016000" extrusionOk="0">
                  <a:moveTo>
                    <a:pt x="0" y="0"/>
                  </a:moveTo>
                  <a:lnTo>
                    <a:pt x="2667000" y="0"/>
                  </a:lnTo>
                  <a:lnTo>
                    <a:pt x="2667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5667375" y="319278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1270000" h="1016000" extrusionOk="0">
                  <a:moveTo>
                    <a:pt x="0" y="0"/>
                  </a:moveTo>
                  <a:lnTo>
                    <a:pt x="1270000" y="0"/>
                  </a:lnTo>
                  <a:lnTo>
                    <a:pt x="1270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4619625" y="319278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1270000" h="1016000" extrusionOk="0">
                  <a:moveTo>
                    <a:pt x="0" y="0"/>
                  </a:moveTo>
                  <a:lnTo>
                    <a:pt x="1270000" y="0"/>
                  </a:lnTo>
                  <a:lnTo>
                    <a:pt x="1270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27"/>
            <p:cNvGrpSpPr/>
            <p:nvPr/>
          </p:nvGrpSpPr>
          <p:grpSpPr>
            <a:xfrm>
              <a:off x="2524125" y="2716530"/>
              <a:ext cx="4095750" cy="381000"/>
              <a:chOff x="3365500" y="3397250"/>
              <a:chExt cx="5461000" cy="508000"/>
            </a:xfrm>
          </p:grpSpPr>
          <p:sp>
            <p:nvSpPr>
              <p:cNvPr id="290" name="Google Shape;290;p27"/>
              <p:cNvSpPr/>
              <p:nvPr/>
            </p:nvSpPr>
            <p:spPr>
              <a:xfrm>
                <a:off x="8619490" y="3698240"/>
                <a:ext cx="207009" cy="207009"/>
              </a:xfrm>
              <a:custGeom>
                <a:avLst/>
                <a:gdLst/>
                <a:ahLst/>
                <a:cxnLst/>
                <a:rect l="l" t="t" r="r" b="b"/>
                <a:pathLst>
                  <a:path w="207009" h="207009" extrusionOk="0">
                    <a:moveTo>
                      <a:pt x="207010" y="0"/>
                    </a:moveTo>
                    <a:lnTo>
                      <a:pt x="0" y="207010"/>
                    </a:lnTo>
                    <a:lnTo>
                      <a:pt x="8890" y="207010"/>
                    </a:lnTo>
                    <a:lnTo>
                      <a:pt x="207010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27"/>
              <p:cNvSpPr/>
              <p:nvPr/>
            </p:nvSpPr>
            <p:spPr>
              <a:xfrm>
                <a:off x="8740140" y="3818890"/>
                <a:ext cx="86359" cy="86359"/>
              </a:xfrm>
              <a:custGeom>
                <a:avLst/>
                <a:gdLst/>
                <a:ahLst/>
                <a:cxnLst/>
                <a:rect l="l" t="t" r="r" b="b"/>
                <a:pathLst>
                  <a:path w="86359" h="86359" extrusionOk="0">
                    <a:moveTo>
                      <a:pt x="86360" y="0"/>
                    </a:moveTo>
                    <a:lnTo>
                      <a:pt x="0" y="86360"/>
                    </a:lnTo>
                    <a:lnTo>
                      <a:pt x="8890" y="86360"/>
                    </a:lnTo>
                    <a:lnTo>
                      <a:pt x="86360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27"/>
              <p:cNvSpPr/>
              <p:nvPr/>
            </p:nvSpPr>
            <p:spPr>
              <a:xfrm>
                <a:off x="758825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27"/>
              <p:cNvSpPr/>
              <p:nvPr/>
            </p:nvSpPr>
            <p:spPr>
              <a:xfrm>
                <a:off x="752792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27"/>
              <p:cNvSpPr/>
              <p:nvPr/>
            </p:nvSpPr>
            <p:spPr>
              <a:xfrm>
                <a:off x="8557894" y="3636645"/>
                <a:ext cx="268605" cy="268604"/>
              </a:xfrm>
              <a:custGeom>
                <a:avLst/>
                <a:gdLst/>
                <a:ahLst/>
                <a:cxnLst/>
                <a:rect l="l" t="t" r="r" b="b"/>
                <a:pathLst>
                  <a:path w="268605" h="268604" extrusionOk="0">
                    <a:moveTo>
                      <a:pt x="268605" y="0"/>
                    </a:moveTo>
                    <a:lnTo>
                      <a:pt x="0" y="268605"/>
                    </a:lnTo>
                    <a:lnTo>
                      <a:pt x="8890" y="268605"/>
                    </a:lnTo>
                    <a:lnTo>
                      <a:pt x="26860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7"/>
              <p:cNvSpPr/>
              <p:nvPr/>
            </p:nvSpPr>
            <p:spPr>
              <a:xfrm>
                <a:off x="8679815" y="3758565"/>
                <a:ext cx="146684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146684" h="146684" extrusionOk="0">
                    <a:moveTo>
                      <a:pt x="146685" y="0"/>
                    </a:moveTo>
                    <a:lnTo>
                      <a:pt x="0" y="146685"/>
                    </a:lnTo>
                    <a:lnTo>
                      <a:pt x="8890" y="146685"/>
                    </a:lnTo>
                    <a:lnTo>
                      <a:pt x="14668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7"/>
              <p:cNvSpPr/>
              <p:nvPr/>
            </p:nvSpPr>
            <p:spPr>
              <a:xfrm>
                <a:off x="813435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27"/>
              <p:cNvSpPr/>
              <p:nvPr/>
            </p:nvSpPr>
            <p:spPr>
              <a:xfrm>
                <a:off x="825500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27"/>
              <p:cNvSpPr/>
              <p:nvPr/>
            </p:nvSpPr>
            <p:spPr>
              <a:xfrm>
                <a:off x="789241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7"/>
              <p:cNvSpPr/>
              <p:nvPr/>
            </p:nvSpPr>
            <p:spPr>
              <a:xfrm>
                <a:off x="8801100" y="38798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 extrusionOk="0">
                    <a:moveTo>
                      <a:pt x="25400" y="8890"/>
                    </a:moveTo>
                    <a:lnTo>
                      <a:pt x="25400" y="0"/>
                    </a:lnTo>
                    <a:lnTo>
                      <a:pt x="0" y="25400"/>
                    </a:lnTo>
                    <a:lnTo>
                      <a:pt x="8890" y="2540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7"/>
              <p:cNvSpPr/>
              <p:nvPr/>
            </p:nvSpPr>
            <p:spPr>
              <a:xfrm>
                <a:off x="795274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27"/>
              <p:cNvSpPr/>
              <p:nvPr/>
            </p:nvSpPr>
            <p:spPr>
              <a:xfrm>
                <a:off x="807339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27"/>
              <p:cNvSpPr/>
              <p:nvPr/>
            </p:nvSpPr>
            <p:spPr>
              <a:xfrm>
                <a:off x="801306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7"/>
              <p:cNvSpPr/>
              <p:nvPr/>
            </p:nvSpPr>
            <p:spPr>
              <a:xfrm>
                <a:off x="819467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27"/>
              <p:cNvSpPr/>
              <p:nvPr/>
            </p:nvSpPr>
            <p:spPr>
              <a:xfrm>
                <a:off x="764857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27"/>
              <p:cNvSpPr/>
              <p:nvPr/>
            </p:nvSpPr>
            <p:spPr>
              <a:xfrm>
                <a:off x="770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27"/>
              <p:cNvSpPr/>
              <p:nvPr/>
            </p:nvSpPr>
            <p:spPr>
              <a:xfrm>
                <a:off x="8496934" y="3575684"/>
                <a:ext cx="329565" cy="329565"/>
              </a:xfrm>
              <a:custGeom>
                <a:avLst/>
                <a:gdLst/>
                <a:ahLst/>
                <a:cxnLst/>
                <a:rect l="l" t="t" r="r" b="b"/>
                <a:pathLst>
                  <a:path w="329565" h="329565" extrusionOk="0">
                    <a:moveTo>
                      <a:pt x="329565" y="0"/>
                    </a:moveTo>
                    <a:lnTo>
                      <a:pt x="0" y="329565"/>
                    </a:lnTo>
                    <a:lnTo>
                      <a:pt x="8890" y="329565"/>
                    </a:lnTo>
                    <a:lnTo>
                      <a:pt x="32956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27"/>
              <p:cNvSpPr/>
              <p:nvPr/>
            </p:nvSpPr>
            <p:spPr>
              <a:xfrm>
                <a:off x="8436609" y="3515359"/>
                <a:ext cx="389890" cy="389890"/>
              </a:xfrm>
              <a:custGeom>
                <a:avLst/>
                <a:gdLst/>
                <a:ahLst/>
                <a:cxnLst/>
                <a:rect l="l" t="t" r="r" b="b"/>
                <a:pathLst>
                  <a:path w="389890" h="389890" extrusionOk="0">
                    <a:moveTo>
                      <a:pt x="389890" y="0"/>
                    </a:moveTo>
                    <a:lnTo>
                      <a:pt x="0" y="389890"/>
                    </a:lnTo>
                    <a:lnTo>
                      <a:pt x="8890" y="389890"/>
                    </a:lnTo>
                    <a:lnTo>
                      <a:pt x="389890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27"/>
              <p:cNvSpPr/>
              <p:nvPr/>
            </p:nvSpPr>
            <p:spPr>
              <a:xfrm>
                <a:off x="8376284" y="3455034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5" extrusionOk="0">
                    <a:moveTo>
                      <a:pt x="450215" y="0"/>
                    </a:moveTo>
                    <a:lnTo>
                      <a:pt x="0" y="450215"/>
                    </a:lnTo>
                    <a:lnTo>
                      <a:pt x="8890" y="450215"/>
                    </a:lnTo>
                    <a:lnTo>
                      <a:pt x="45021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27"/>
              <p:cNvSpPr/>
              <p:nvPr/>
            </p:nvSpPr>
            <p:spPr>
              <a:xfrm>
                <a:off x="783209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27"/>
              <p:cNvSpPr/>
              <p:nvPr/>
            </p:nvSpPr>
            <p:spPr>
              <a:xfrm>
                <a:off x="8315325" y="3397250"/>
                <a:ext cx="51117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1175" h="508000" extrusionOk="0">
                    <a:moveTo>
                      <a:pt x="511175" y="0"/>
                    </a:moveTo>
                    <a:lnTo>
                      <a:pt x="508635" y="0"/>
                    </a:ln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1175" y="635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27"/>
              <p:cNvSpPr/>
              <p:nvPr/>
            </p:nvSpPr>
            <p:spPr>
              <a:xfrm>
                <a:off x="777113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27"/>
              <p:cNvSpPr/>
              <p:nvPr/>
            </p:nvSpPr>
            <p:spPr>
              <a:xfrm>
                <a:off x="547179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27"/>
              <p:cNvSpPr/>
              <p:nvPr/>
            </p:nvSpPr>
            <p:spPr>
              <a:xfrm>
                <a:off x="474599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27"/>
              <p:cNvSpPr/>
              <p:nvPr/>
            </p:nvSpPr>
            <p:spPr>
              <a:xfrm>
                <a:off x="420179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27"/>
              <p:cNvSpPr/>
              <p:nvPr/>
            </p:nvSpPr>
            <p:spPr>
              <a:xfrm>
                <a:off x="631825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27"/>
              <p:cNvSpPr/>
              <p:nvPr/>
            </p:nvSpPr>
            <p:spPr>
              <a:xfrm>
                <a:off x="468566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27"/>
              <p:cNvSpPr/>
              <p:nvPr/>
            </p:nvSpPr>
            <p:spPr>
              <a:xfrm>
                <a:off x="504825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7"/>
              <p:cNvSpPr/>
              <p:nvPr/>
            </p:nvSpPr>
            <p:spPr>
              <a:xfrm>
                <a:off x="498792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486727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27"/>
              <p:cNvSpPr/>
              <p:nvPr/>
            </p:nvSpPr>
            <p:spPr>
              <a:xfrm>
                <a:off x="625792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27"/>
              <p:cNvSpPr/>
              <p:nvPr/>
            </p:nvSpPr>
            <p:spPr>
              <a:xfrm>
                <a:off x="492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27"/>
              <p:cNvSpPr/>
              <p:nvPr/>
            </p:nvSpPr>
            <p:spPr>
              <a:xfrm>
                <a:off x="480631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27"/>
              <p:cNvSpPr/>
              <p:nvPr/>
            </p:nvSpPr>
            <p:spPr>
              <a:xfrm>
                <a:off x="438340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7"/>
              <p:cNvSpPr/>
              <p:nvPr/>
            </p:nvSpPr>
            <p:spPr>
              <a:xfrm>
                <a:off x="432244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7"/>
              <p:cNvSpPr/>
              <p:nvPr/>
            </p:nvSpPr>
            <p:spPr>
              <a:xfrm>
                <a:off x="426212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7"/>
              <p:cNvSpPr/>
              <p:nvPr/>
            </p:nvSpPr>
            <p:spPr>
              <a:xfrm>
                <a:off x="649985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7"/>
              <p:cNvSpPr/>
              <p:nvPr/>
            </p:nvSpPr>
            <p:spPr>
              <a:xfrm>
                <a:off x="643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7"/>
              <p:cNvSpPr/>
              <p:nvPr/>
            </p:nvSpPr>
            <p:spPr>
              <a:xfrm>
                <a:off x="456437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7"/>
              <p:cNvSpPr/>
              <p:nvPr/>
            </p:nvSpPr>
            <p:spPr>
              <a:xfrm>
                <a:off x="637857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7"/>
              <p:cNvSpPr/>
              <p:nvPr/>
            </p:nvSpPr>
            <p:spPr>
              <a:xfrm>
                <a:off x="450405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7"/>
              <p:cNvSpPr/>
              <p:nvPr/>
            </p:nvSpPr>
            <p:spPr>
              <a:xfrm>
                <a:off x="444372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7"/>
              <p:cNvSpPr/>
              <p:nvPr/>
            </p:nvSpPr>
            <p:spPr>
              <a:xfrm>
                <a:off x="462534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27"/>
              <p:cNvSpPr/>
              <p:nvPr/>
            </p:nvSpPr>
            <p:spPr>
              <a:xfrm>
                <a:off x="565340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7"/>
              <p:cNvSpPr/>
              <p:nvPr/>
            </p:nvSpPr>
            <p:spPr>
              <a:xfrm>
                <a:off x="571372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27"/>
              <p:cNvSpPr/>
              <p:nvPr/>
            </p:nvSpPr>
            <p:spPr>
              <a:xfrm>
                <a:off x="601599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7"/>
              <p:cNvSpPr/>
              <p:nvPr/>
            </p:nvSpPr>
            <p:spPr>
              <a:xfrm>
                <a:off x="553212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27"/>
              <p:cNvSpPr/>
              <p:nvPr/>
            </p:nvSpPr>
            <p:spPr>
              <a:xfrm>
                <a:off x="559244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27"/>
              <p:cNvSpPr/>
              <p:nvPr/>
            </p:nvSpPr>
            <p:spPr>
              <a:xfrm>
                <a:off x="589534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27"/>
              <p:cNvSpPr/>
              <p:nvPr/>
            </p:nvSpPr>
            <p:spPr>
              <a:xfrm>
                <a:off x="595566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27"/>
              <p:cNvSpPr/>
              <p:nvPr/>
            </p:nvSpPr>
            <p:spPr>
              <a:xfrm>
                <a:off x="583437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>
                <a:off x="577405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27"/>
              <p:cNvSpPr/>
              <p:nvPr/>
            </p:nvSpPr>
            <p:spPr>
              <a:xfrm>
                <a:off x="529018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27"/>
              <p:cNvSpPr/>
              <p:nvPr/>
            </p:nvSpPr>
            <p:spPr>
              <a:xfrm>
                <a:off x="522985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510857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516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7"/>
              <p:cNvSpPr/>
              <p:nvPr/>
            </p:nvSpPr>
            <p:spPr>
              <a:xfrm>
                <a:off x="619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7"/>
              <p:cNvSpPr/>
              <p:nvPr/>
            </p:nvSpPr>
            <p:spPr>
              <a:xfrm>
                <a:off x="535050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7"/>
              <p:cNvSpPr/>
              <p:nvPr/>
            </p:nvSpPr>
            <p:spPr>
              <a:xfrm>
                <a:off x="541147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7"/>
              <p:cNvSpPr/>
              <p:nvPr/>
            </p:nvSpPr>
            <p:spPr>
              <a:xfrm>
                <a:off x="613664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27"/>
              <p:cNvSpPr/>
              <p:nvPr/>
            </p:nvSpPr>
            <p:spPr>
              <a:xfrm>
                <a:off x="607631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27"/>
              <p:cNvSpPr/>
              <p:nvPr/>
            </p:nvSpPr>
            <p:spPr>
              <a:xfrm>
                <a:off x="680211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27"/>
              <p:cNvSpPr/>
              <p:nvPr/>
            </p:nvSpPr>
            <p:spPr>
              <a:xfrm>
                <a:off x="3365500" y="3397250"/>
                <a:ext cx="144145" cy="144145"/>
              </a:xfrm>
              <a:custGeom>
                <a:avLst/>
                <a:gdLst/>
                <a:ahLst/>
                <a:cxnLst/>
                <a:rect l="l" t="t" r="r" b="b"/>
                <a:pathLst>
                  <a:path w="144145" h="144145" extrusionOk="0">
                    <a:moveTo>
                      <a:pt x="135255" y="0"/>
                    </a:moveTo>
                    <a:lnTo>
                      <a:pt x="0" y="135255"/>
                    </a:lnTo>
                    <a:lnTo>
                      <a:pt x="0" y="144145"/>
                    </a:lnTo>
                    <a:lnTo>
                      <a:pt x="14414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>
                <a:off x="692276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6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27"/>
              <p:cNvSpPr/>
              <p:nvPr/>
            </p:nvSpPr>
            <p:spPr>
              <a:xfrm>
                <a:off x="3365500" y="3397250"/>
                <a:ext cx="83184" cy="83184"/>
              </a:xfrm>
              <a:custGeom>
                <a:avLst/>
                <a:gdLst/>
                <a:ahLst/>
                <a:cxnLst/>
                <a:rect l="l" t="t" r="r" b="b"/>
                <a:pathLst>
                  <a:path w="83184" h="83184" extrusionOk="0">
                    <a:moveTo>
                      <a:pt x="74295" y="0"/>
                    </a:moveTo>
                    <a:lnTo>
                      <a:pt x="0" y="74295"/>
                    </a:lnTo>
                    <a:lnTo>
                      <a:pt x="0" y="83185"/>
                    </a:lnTo>
                    <a:lnTo>
                      <a:pt x="8318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27"/>
              <p:cNvSpPr/>
              <p:nvPr/>
            </p:nvSpPr>
            <p:spPr>
              <a:xfrm>
                <a:off x="3365500" y="3397250"/>
                <a:ext cx="204470" cy="204470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0" extrusionOk="0">
                    <a:moveTo>
                      <a:pt x="195580" y="0"/>
                    </a:moveTo>
                    <a:lnTo>
                      <a:pt x="0" y="195580"/>
                    </a:lnTo>
                    <a:lnTo>
                      <a:pt x="0" y="204470"/>
                    </a:lnTo>
                    <a:lnTo>
                      <a:pt x="20447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27"/>
              <p:cNvSpPr/>
              <p:nvPr/>
            </p:nvSpPr>
            <p:spPr>
              <a:xfrm>
                <a:off x="3365500" y="3397250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316230" y="0"/>
                    </a:moveTo>
                    <a:lnTo>
                      <a:pt x="0" y="316230"/>
                    </a:lnTo>
                    <a:lnTo>
                      <a:pt x="0" y="325120"/>
                    </a:lnTo>
                    <a:lnTo>
                      <a:pt x="32512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7"/>
              <p:cNvSpPr/>
              <p:nvPr/>
            </p:nvSpPr>
            <p:spPr>
              <a:xfrm>
                <a:off x="3365500" y="3397250"/>
                <a:ext cx="22859" cy="22859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59" extrusionOk="0">
                    <a:moveTo>
                      <a:pt x="13970" y="0"/>
                    </a:moveTo>
                    <a:lnTo>
                      <a:pt x="0" y="13970"/>
                    </a:lnTo>
                    <a:lnTo>
                      <a:pt x="0" y="22860"/>
                    </a:lnTo>
                    <a:lnTo>
                      <a:pt x="2286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27"/>
              <p:cNvSpPr/>
              <p:nvPr/>
            </p:nvSpPr>
            <p:spPr>
              <a:xfrm>
                <a:off x="3365500" y="3397250"/>
                <a:ext cx="386079" cy="385445"/>
              </a:xfrm>
              <a:custGeom>
                <a:avLst/>
                <a:gdLst/>
                <a:ahLst/>
                <a:cxnLst/>
                <a:rect l="l" t="t" r="r" b="b"/>
                <a:pathLst>
                  <a:path w="386079" h="385445" extrusionOk="0">
                    <a:moveTo>
                      <a:pt x="377190" y="0"/>
                    </a:moveTo>
                    <a:lnTo>
                      <a:pt x="0" y="376555"/>
                    </a:lnTo>
                    <a:lnTo>
                      <a:pt x="0" y="385445"/>
                    </a:lnTo>
                    <a:lnTo>
                      <a:pt x="38608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27"/>
              <p:cNvSpPr/>
              <p:nvPr/>
            </p:nvSpPr>
            <p:spPr>
              <a:xfrm>
                <a:off x="686244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6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>
                <a:off x="3365500" y="3397250"/>
                <a:ext cx="264795" cy="264795"/>
              </a:xfrm>
              <a:custGeom>
                <a:avLst/>
                <a:gdLst/>
                <a:ahLst/>
                <a:cxnLst/>
                <a:rect l="l" t="t" r="r" b="b"/>
                <a:pathLst>
                  <a:path w="264795" h="264795" extrusionOk="0">
                    <a:moveTo>
                      <a:pt x="255905" y="0"/>
                    </a:moveTo>
                    <a:lnTo>
                      <a:pt x="0" y="255905"/>
                    </a:lnTo>
                    <a:lnTo>
                      <a:pt x="0" y="264795"/>
                    </a:lnTo>
                    <a:lnTo>
                      <a:pt x="26479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7"/>
              <p:cNvSpPr/>
              <p:nvPr/>
            </p:nvSpPr>
            <p:spPr>
              <a:xfrm>
                <a:off x="3365500" y="3397250"/>
                <a:ext cx="446404" cy="44577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445770" extrusionOk="0">
                    <a:moveTo>
                      <a:pt x="437515" y="0"/>
                    </a:moveTo>
                    <a:lnTo>
                      <a:pt x="0" y="436880"/>
                    </a:lnTo>
                    <a:lnTo>
                      <a:pt x="0" y="445770"/>
                    </a:lnTo>
                    <a:lnTo>
                      <a:pt x="44640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722566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>
                <a:off x="734631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>
                <a:off x="728599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27"/>
              <p:cNvSpPr/>
              <p:nvPr/>
            </p:nvSpPr>
            <p:spPr>
              <a:xfrm>
                <a:off x="740664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27"/>
              <p:cNvSpPr/>
              <p:nvPr/>
            </p:nvSpPr>
            <p:spPr>
              <a:xfrm>
                <a:off x="414147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27"/>
              <p:cNvSpPr/>
              <p:nvPr/>
            </p:nvSpPr>
            <p:spPr>
              <a:xfrm>
                <a:off x="716470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27"/>
              <p:cNvSpPr/>
              <p:nvPr/>
            </p:nvSpPr>
            <p:spPr>
              <a:xfrm>
                <a:off x="698373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6889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710438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27"/>
              <p:cNvSpPr/>
              <p:nvPr/>
            </p:nvSpPr>
            <p:spPr>
              <a:xfrm>
                <a:off x="704405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6889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27"/>
              <p:cNvSpPr/>
              <p:nvPr/>
            </p:nvSpPr>
            <p:spPr>
              <a:xfrm>
                <a:off x="371792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389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662050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377825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383920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408114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656018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7"/>
              <p:cNvSpPr/>
              <p:nvPr/>
            </p:nvSpPr>
            <p:spPr>
              <a:xfrm>
                <a:off x="395985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7"/>
              <p:cNvSpPr/>
              <p:nvPr/>
            </p:nvSpPr>
            <p:spPr>
              <a:xfrm>
                <a:off x="402018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746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347599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674179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668146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3365500" y="3397250"/>
                <a:ext cx="506729" cy="506729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506729" extrusionOk="0">
                    <a:moveTo>
                      <a:pt x="497840" y="0"/>
                    </a:moveTo>
                    <a:lnTo>
                      <a:pt x="0" y="497840"/>
                    </a:lnTo>
                    <a:lnTo>
                      <a:pt x="0" y="506730"/>
                    </a:lnTo>
                    <a:lnTo>
                      <a:pt x="50673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341566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365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353631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359727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p27"/>
            <p:cNvGrpSpPr/>
            <p:nvPr/>
          </p:nvGrpSpPr>
          <p:grpSpPr>
            <a:xfrm>
              <a:off x="2524125" y="2716530"/>
              <a:ext cx="4095750" cy="381000"/>
              <a:chOff x="3365500" y="3397250"/>
              <a:chExt cx="5461000" cy="508000"/>
            </a:xfrm>
          </p:grpSpPr>
          <p:sp>
            <p:nvSpPr>
              <p:cNvPr id="390" name="Google Shape;390;p27"/>
              <p:cNvSpPr/>
              <p:nvPr/>
            </p:nvSpPr>
            <p:spPr>
              <a:xfrm>
                <a:off x="8619490" y="3698240"/>
                <a:ext cx="207009" cy="207009"/>
              </a:xfrm>
              <a:custGeom>
                <a:avLst/>
                <a:gdLst/>
                <a:ahLst/>
                <a:cxnLst/>
                <a:rect l="l" t="t" r="r" b="b"/>
                <a:pathLst>
                  <a:path w="207009" h="207009" extrusionOk="0">
                    <a:moveTo>
                      <a:pt x="207010" y="0"/>
                    </a:moveTo>
                    <a:lnTo>
                      <a:pt x="0" y="207010"/>
                    </a:lnTo>
                    <a:lnTo>
                      <a:pt x="8890" y="207010"/>
                    </a:lnTo>
                    <a:lnTo>
                      <a:pt x="207010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27"/>
              <p:cNvSpPr/>
              <p:nvPr/>
            </p:nvSpPr>
            <p:spPr>
              <a:xfrm>
                <a:off x="8740140" y="3818890"/>
                <a:ext cx="86359" cy="86359"/>
              </a:xfrm>
              <a:custGeom>
                <a:avLst/>
                <a:gdLst/>
                <a:ahLst/>
                <a:cxnLst/>
                <a:rect l="l" t="t" r="r" b="b"/>
                <a:pathLst>
                  <a:path w="86359" h="86359" extrusionOk="0">
                    <a:moveTo>
                      <a:pt x="86360" y="0"/>
                    </a:moveTo>
                    <a:lnTo>
                      <a:pt x="0" y="86360"/>
                    </a:lnTo>
                    <a:lnTo>
                      <a:pt x="8890" y="86360"/>
                    </a:lnTo>
                    <a:lnTo>
                      <a:pt x="86360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7"/>
              <p:cNvSpPr/>
              <p:nvPr/>
            </p:nvSpPr>
            <p:spPr>
              <a:xfrm>
                <a:off x="758825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752792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27"/>
              <p:cNvSpPr/>
              <p:nvPr/>
            </p:nvSpPr>
            <p:spPr>
              <a:xfrm>
                <a:off x="8557894" y="3636645"/>
                <a:ext cx="268605" cy="268604"/>
              </a:xfrm>
              <a:custGeom>
                <a:avLst/>
                <a:gdLst/>
                <a:ahLst/>
                <a:cxnLst/>
                <a:rect l="l" t="t" r="r" b="b"/>
                <a:pathLst>
                  <a:path w="268605" h="268604" extrusionOk="0">
                    <a:moveTo>
                      <a:pt x="268605" y="0"/>
                    </a:moveTo>
                    <a:lnTo>
                      <a:pt x="0" y="268605"/>
                    </a:lnTo>
                    <a:lnTo>
                      <a:pt x="8890" y="268605"/>
                    </a:lnTo>
                    <a:lnTo>
                      <a:pt x="26860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27"/>
              <p:cNvSpPr/>
              <p:nvPr/>
            </p:nvSpPr>
            <p:spPr>
              <a:xfrm>
                <a:off x="8679815" y="3758565"/>
                <a:ext cx="146684" cy="146684"/>
              </a:xfrm>
              <a:custGeom>
                <a:avLst/>
                <a:gdLst/>
                <a:ahLst/>
                <a:cxnLst/>
                <a:rect l="l" t="t" r="r" b="b"/>
                <a:pathLst>
                  <a:path w="146684" h="146684" extrusionOk="0">
                    <a:moveTo>
                      <a:pt x="146685" y="0"/>
                    </a:moveTo>
                    <a:lnTo>
                      <a:pt x="0" y="146685"/>
                    </a:lnTo>
                    <a:lnTo>
                      <a:pt x="8890" y="146685"/>
                    </a:lnTo>
                    <a:lnTo>
                      <a:pt x="14668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7"/>
              <p:cNvSpPr/>
              <p:nvPr/>
            </p:nvSpPr>
            <p:spPr>
              <a:xfrm>
                <a:off x="813435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7"/>
              <p:cNvSpPr/>
              <p:nvPr/>
            </p:nvSpPr>
            <p:spPr>
              <a:xfrm>
                <a:off x="825500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7"/>
              <p:cNvSpPr/>
              <p:nvPr/>
            </p:nvSpPr>
            <p:spPr>
              <a:xfrm>
                <a:off x="789241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7"/>
              <p:cNvSpPr/>
              <p:nvPr/>
            </p:nvSpPr>
            <p:spPr>
              <a:xfrm>
                <a:off x="8801100" y="38798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 extrusionOk="0">
                    <a:moveTo>
                      <a:pt x="25400" y="8890"/>
                    </a:moveTo>
                    <a:lnTo>
                      <a:pt x="25400" y="0"/>
                    </a:lnTo>
                    <a:lnTo>
                      <a:pt x="0" y="25400"/>
                    </a:lnTo>
                    <a:lnTo>
                      <a:pt x="8890" y="2540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27"/>
              <p:cNvSpPr/>
              <p:nvPr/>
            </p:nvSpPr>
            <p:spPr>
              <a:xfrm>
                <a:off x="795274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27"/>
              <p:cNvSpPr/>
              <p:nvPr/>
            </p:nvSpPr>
            <p:spPr>
              <a:xfrm>
                <a:off x="807339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27"/>
              <p:cNvSpPr/>
              <p:nvPr/>
            </p:nvSpPr>
            <p:spPr>
              <a:xfrm>
                <a:off x="801306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27"/>
              <p:cNvSpPr/>
              <p:nvPr/>
            </p:nvSpPr>
            <p:spPr>
              <a:xfrm>
                <a:off x="819467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27"/>
              <p:cNvSpPr/>
              <p:nvPr/>
            </p:nvSpPr>
            <p:spPr>
              <a:xfrm>
                <a:off x="764857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27"/>
              <p:cNvSpPr/>
              <p:nvPr/>
            </p:nvSpPr>
            <p:spPr>
              <a:xfrm>
                <a:off x="770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27"/>
              <p:cNvSpPr/>
              <p:nvPr/>
            </p:nvSpPr>
            <p:spPr>
              <a:xfrm>
                <a:off x="8496934" y="3575684"/>
                <a:ext cx="329565" cy="329565"/>
              </a:xfrm>
              <a:custGeom>
                <a:avLst/>
                <a:gdLst/>
                <a:ahLst/>
                <a:cxnLst/>
                <a:rect l="l" t="t" r="r" b="b"/>
                <a:pathLst>
                  <a:path w="329565" h="329565" extrusionOk="0">
                    <a:moveTo>
                      <a:pt x="329565" y="0"/>
                    </a:moveTo>
                    <a:lnTo>
                      <a:pt x="0" y="329565"/>
                    </a:lnTo>
                    <a:lnTo>
                      <a:pt x="8890" y="329565"/>
                    </a:lnTo>
                    <a:lnTo>
                      <a:pt x="32956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7"/>
              <p:cNvSpPr/>
              <p:nvPr/>
            </p:nvSpPr>
            <p:spPr>
              <a:xfrm>
                <a:off x="8436609" y="3515359"/>
                <a:ext cx="389890" cy="389890"/>
              </a:xfrm>
              <a:custGeom>
                <a:avLst/>
                <a:gdLst/>
                <a:ahLst/>
                <a:cxnLst/>
                <a:rect l="l" t="t" r="r" b="b"/>
                <a:pathLst>
                  <a:path w="389890" h="389890" extrusionOk="0">
                    <a:moveTo>
                      <a:pt x="389890" y="0"/>
                    </a:moveTo>
                    <a:lnTo>
                      <a:pt x="0" y="389890"/>
                    </a:lnTo>
                    <a:lnTo>
                      <a:pt x="8890" y="389890"/>
                    </a:lnTo>
                    <a:lnTo>
                      <a:pt x="389890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7"/>
              <p:cNvSpPr/>
              <p:nvPr/>
            </p:nvSpPr>
            <p:spPr>
              <a:xfrm>
                <a:off x="8376284" y="3455034"/>
                <a:ext cx="450215" cy="450215"/>
              </a:xfrm>
              <a:custGeom>
                <a:avLst/>
                <a:gdLst/>
                <a:ahLst/>
                <a:cxnLst/>
                <a:rect l="l" t="t" r="r" b="b"/>
                <a:pathLst>
                  <a:path w="450215" h="450215" extrusionOk="0">
                    <a:moveTo>
                      <a:pt x="450215" y="0"/>
                    </a:moveTo>
                    <a:lnTo>
                      <a:pt x="0" y="450215"/>
                    </a:lnTo>
                    <a:lnTo>
                      <a:pt x="8890" y="450215"/>
                    </a:lnTo>
                    <a:lnTo>
                      <a:pt x="450215" y="889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27"/>
              <p:cNvSpPr/>
              <p:nvPr/>
            </p:nvSpPr>
            <p:spPr>
              <a:xfrm>
                <a:off x="783209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27"/>
              <p:cNvSpPr/>
              <p:nvPr/>
            </p:nvSpPr>
            <p:spPr>
              <a:xfrm>
                <a:off x="8315325" y="3397250"/>
                <a:ext cx="51117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1175" h="508000" extrusionOk="0">
                    <a:moveTo>
                      <a:pt x="511175" y="0"/>
                    </a:moveTo>
                    <a:lnTo>
                      <a:pt x="508635" y="0"/>
                    </a:ln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1175" y="635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27"/>
              <p:cNvSpPr/>
              <p:nvPr/>
            </p:nvSpPr>
            <p:spPr>
              <a:xfrm>
                <a:off x="777113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27"/>
              <p:cNvSpPr/>
              <p:nvPr/>
            </p:nvSpPr>
            <p:spPr>
              <a:xfrm>
                <a:off x="547179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474599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27"/>
              <p:cNvSpPr/>
              <p:nvPr/>
            </p:nvSpPr>
            <p:spPr>
              <a:xfrm>
                <a:off x="420179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27"/>
              <p:cNvSpPr/>
              <p:nvPr/>
            </p:nvSpPr>
            <p:spPr>
              <a:xfrm>
                <a:off x="631825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27"/>
              <p:cNvSpPr/>
              <p:nvPr/>
            </p:nvSpPr>
            <p:spPr>
              <a:xfrm>
                <a:off x="468566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27"/>
              <p:cNvSpPr/>
              <p:nvPr/>
            </p:nvSpPr>
            <p:spPr>
              <a:xfrm>
                <a:off x="504825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27"/>
              <p:cNvSpPr/>
              <p:nvPr/>
            </p:nvSpPr>
            <p:spPr>
              <a:xfrm>
                <a:off x="498792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27"/>
              <p:cNvSpPr/>
              <p:nvPr/>
            </p:nvSpPr>
            <p:spPr>
              <a:xfrm>
                <a:off x="486727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27"/>
              <p:cNvSpPr/>
              <p:nvPr/>
            </p:nvSpPr>
            <p:spPr>
              <a:xfrm>
                <a:off x="625792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27"/>
              <p:cNvSpPr/>
              <p:nvPr/>
            </p:nvSpPr>
            <p:spPr>
              <a:xfrm>
                <a:off x="492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27"/>
              <p:cNvSpPr/>
              <p:nvPr/>
            </p:nvSpPr>
            <p:spPr>
              <a:xfrm>
                <a:off x="480631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27"/>
              <p:cNvSpPr/>
              <p:nvPr/>
            </p:nvSpPr>
            <p:spPr>
              <a:xfrm>
                <a:off x="438340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432244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426212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7"/>
              <p:cNvSpPr/>
              <p:nvPr/>
            </p:nvSpPr>
            <p:spPr>
              <a:xfrm>
                <a:off x="649985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7"/>
              <p:cNvSpPr/>
              <p:nvPr/>
            </p:nvSpPr>
            <p:spPr>
              <a:xfrm>
                <a:off x="643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7"/>
              <p:cNvSpPr/>
              <p:nvPr/>
            </p:nvSpPr>
            <p:spPr>
              <a:xfrm>
                <a:off x="456437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7"/>
              <p:cNvSpPr/>
              <p:nvPr/>
            </p:nvSpPr>
            <p:spPr>
              <a:xfrm>
                <a:off x="637857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27"/>
              <p:cNvSpPr/>
              <p:nvPr/>
            </p:nvSpPr>
            <p:spPr>
              <a:xfrm>
                <a:off x="450405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444372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462534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27"/>
              <p:cNvSpPr/>
              <p:nvPr/>
            </p:nvSpPr>
            <p:spPr>
              <a:xfrm>
                <a:off x="565340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27"/>
              <p:cNvSpPr/>
              <p:nvPr/>
            </p:nvSpPr>
            <p:spPr>
              <a:xfrm>
                <a:off x="571372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7"/>
              <p:cNvSpPr/>
              <p:nvPr/>
            </p:nvSpPr>
            <p:spPr>
              <a:xfrm>
                <a:off x="601599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27"/>
              <p:cNvSpPr/>
              <p:nvPr/>
            </p:nvSpPr>
            <p:spPr>
              <a:xfrm>
                <a:off x="553212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27"/>
              <p:cNvSpPr/>
              <p:nvPr/>
            </p:nvSpPr>
            <p:spPr>
              <a:xfrm>
                <a:off x="559244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589534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27"/>
              <p:cNvSpPr/>
              <p:nvPr/>
            </p:nvSpPr>
            <p:spPr>
              <a:xfrm>
                <a:off x="595566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583437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27"/>
              <p:cNvSpPr/>
              <p:nvPr/>
            </p:nvSpPr>
            <p:spPr>
              <a:xfrm>
                <a:off x="577405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529018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522985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510857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516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7"/>
              <p:cNvSpPr/>
              <p:nvPr/>
            </p:nvSpPr>
            <p:spPr>
              <a:xfrm>
                <a:off x="619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7"/>
              <p:cNvSpPr/>
              <p:nvPr/>
            </p:nvSpPr>
            <p:spPr>
              <a:xfrm>
                <a:off x="535050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7"/>
              <p:cNvSpPr/>
              <p:nvPr/>
            </p:nvSpPr>
            <p:spPr>
              <a:xfrm>
                <a:off x="541147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27"/>
              <p:cNvSpPr/>
              <p:nvPr/>
            </p:nvSpPr>
            <p:spPr>
              <a:xfrm>
                <a:off x="613664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27"/>
              <p:cNvSpPr/>
              <p:nvPr/>
            </p:nvSpPr>
            <p:spPr>
              <a:xfrm>
                <a:off x="607631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27"/>
              <p:cNvSpPr/>
              <p:nvPr/>
            </p:nvSpPr>
            <p:spPr>
              <a:xfrm>
                <a:off x="680211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27"/>
              <p:cNvSpPr/>
              <p:nvPr/>
            </p:nvSpPr>
            <p:spPr>
              <a:xfrm>
                <a:off x="3365500" y="3397250"/>
                <a:ext cx="144145" cy="144145"/>
              </a:xfrm>
              <a:custGeom>
                <a:avLst/>
                <a:gdLst/>
                <a:ahLst/>
                <a:cxnLst/>
                <a:rect l="l" t="t" r="r" b="b"/>
                <a:pathLst>
                  <a:path w="144145" h="144145" extrusionOk="0">
                    <a:moveTo>
                      <a:pt x="135255" y="0"/>
                    </a:moveTo>
                    <a:lnTo>
                      <a:pt x="0" y="135255"/>
                    </a:lnTo>
                    <a:lnTo>
                      <a:pt x="0" y="144145"/>
                    </a:lnTo>
                    <a:lnTo>
                      <a:pt x="14414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692276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6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3365500" y="3397250"/>
                <a:ext cx="83184" cy="83184"/>
              </a:xfrm>
              <a:custGeom>
                <a:avLst/>
                <a:gdLst/>
                <a:ahLst/>
                <a:cxnLst/>
                <a:rect l="l" t="t" r="r" b="b"/>
                <a:pathLst>
                  <a:path w="83184" h="83184" extrusionOk="0">
                    <a:moveTo>
                      <a:pt x="74295" y="0"/>
                    </a:moveTo>
                    <a:lnTo>
                      <a:pt x="0" y="74295"/>
                    </a:lnTo>
                    <a:lnTo>
                      <a:pt x="0" y="83185"/>
                    </a:lnTo>
                    <a:lnTo>
                      <a:pt x="8318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3365500" y="3397250"/>
                <a:ext cx="204470" cy="204470"/>
              </a:xfrm>
              <a:custGeom>
                <a:avLst/>
                <a:gdLst/>
                <a:ahLst/>
                <a:cxnLst/>
                <a:rect l="l" t="t" r="r" b="b"/>
                <a:pathLst>
                  <a:path w="204470" h="204470" extrusionOk="0">
                    <a:moveTo>
                      <a:pt x="195580" y="0"/>
                    </a:moveTo>
                    <a:lnTo>
                      <a:pt x="0" y="195580"/>
                    </a:lnTo>
                    <a:lnTo>
                      <a:pt x="0" y="204470"/>
                    </a:lnTo>
                    <a:lnTo>
                      <a:pt x="20447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7"/>
              <p:cNvSpPr/>
              <p:nvPr/>
            </p:nvSpPr>
            <p:spPr>
              <a:xfrm>
                <a:off x="3365500" y="3397250"/>
                <a:ext cx="325120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325120" h="325120" extrusionOk="0">
                    <a:moveTo>
                      <a:pt x="316230" y="0"/>
                    </a:moveTo>
                    <a:lnTo>
                      <a:pt x="0" y="316230"/>
                    </a:lnTo>
                    <a:lnTo>
                      <a:pt x="0" y="325120"/>
                    </a:lnTo>
                    <a:lnTo>
                      <a:pt x="32512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3365500" y="3397250"/>
                <a:ext cx="22859" cy="22859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22859" extrusionOk="0">
                    <a:moveTo>
                      <a:pt x="13970" y="0"/>
                    </a:moveTo>
                    <a:lnTo>
                      <a:pt x="0" y="13970"/>
                    </a:lnTo>
                    <a:lnTo>
                      <a:pt x="0" y="22860"/>
                    </a:lnTo>
                    <a:lnTo>
                      <a:pt x="2286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27"/>
              <p:cNvSpPr/>
              <p:nvPr/>
            </p:nvSpPr>
            <p:spPr>
              <a:xfrm>
                <a:off x="3365500" y="3397250"/>
                <a:ext cx="386079" cy="385445"/>
              </a:xfrm>
              <a:custGeom>
                <a:avLst/>
                <a:gdLst/>
                <a:ahLst/>
                <a:cxnLst/>
                <a:rect l="l" t="t" r="r" b="b"/>
                <a:pathLst>
                  <a:path w="386079" h="385445" extrusionOk="0">
                    <a:moveTo>
                      <a:pt x="377190" y="0"/>
                    </a:moveTo>
                    <a:lnTo>
                      <a:pt x="0" y="376555"/>
                    </a:lnTo>
                    <a:lnTo>
                      <a:pt x="0" y="385445"/>
                    </a:lnTo>
                    <a:lnTo>
                      <a:pt x="38608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>
                <a:off x="686244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6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3365500" y="3397250"/>
                <a:ext cx="264795" cy="264795"/>
              </a:xfrm>
              <a:custGeom>
                <a:avLst/>
                <a:gdLst/>
                <a:ahLst/>
                <a:cxnLst/>
                <a:rect l="l" t="t" r="r" b="b"/>
                <a:pathLst>
                  <a:path w="264795" h="264795" extrusionOk="0">
                    <a:moveTo>
                      <a:pt x="255905" y="0"/>
                    </a:moveTo>
                    <a:lnTo>
                      <a:pt x="0" y="255905"/>
                    </a:lnTo>
                    <a:lnTo>
                      <a:pt x="0" y="264795"/>
                    </a:lnTo>
                    <a:lnTo>
                      <a:pt x="26479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3365500" y="3397250"/>
                <a:ext cx="446404" cy="445770"/>
              </a:xfrm>
              <a:custGeom>
                <a:avLst/>
                <a:gdLst/>
                <a:ahLst/>
                <a:cxnLst/>
                <a:rect l="l" t="t" r="r" b="b"/>
                <a:pathLst>
                  <a:path w="446404" h="445770" extrusionOk="0">
                    <a:moveTo>
                      <a:pt x="437515" y="0"/>
                    </a:moveTo>
                    <a:lnTo>
                      <a:pt x="0" y="436880"/>
                    </a:lnTo>
                    <a:lnTo>
                      <a:pt x="0" y="445770"/>
                    </a:lnTo>
                    <a:lnTo>
                      <a:pt x="44640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7"/>
              <p:cNvSpPr/>
              <p:nvPr/>
            </p:nvSpPr>
            <p:spPr>
              <a:xfrm>
                <a:off x="722566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7"/>
              <p:cNvSpPr/>
              <p:nvPr/>
            </p:nvSpPr>
            <p:spPr>
              <a:xfrm>
                <a:off x="734631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7"/>
              <p:cNvSpPr/>
              <p:nvPr/>
            </p:nvSpPr>
            <p:spPr>
              <a:xfrm>
                <a:off x="728599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27"/>
              <p:cNvSpPr/>
              <p:nvPr/>
            </p:nvSpPr>
            <p:spPr>
              <a:xfrm>
                <a:off x="740664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7"/>
              <p:cNvSpPr/>
              <p:nvPr/>
            </p:nvSpPr>
            <p:spPr>
              <a:xfrm>
                <a:off x="414147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7"/>
              <p:cNvSpPr/>
              <p:nvPr/>
            </p:nvSpPr>
            <p:spPr>
              <a:xfrm>
                <a:off x="716470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27"/>
              <p:cNvSpPr/>
              <p:nvPr/>
            </p:nvSpPr>
            <p:spPr>
              <a:xfrm>
                <a:off x="6983730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6889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27"/>
              <p:cNvSpPr/>
              <p:nvPr/>
            </p:nvSpPr>
            <p:spPr>
              <a:xfrm>
                <a:off x="710438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7"/>
              <p:cNvSpPr/>
              <p:nvPr/>
            </p:nvSpPr>
            <p:spPr>
              <a:xfrm>
                <a:off x="704405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89" y="508000"/>
                    </a:lnTo>
                    <a:lnTo>
                      <a:pt x="516889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7"/>
              <p:cNvSpPr/>
              <p:nvPr/>
            </p:nvSpPr>
            <p:spPr>
              <a:xfrm>
                <a:off x="371792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7"/>
              <p:cNvSpPr/>
              <p:nvPr/>
            </p:nvSpPr>
            <p:spPr>
              <a:xfrm>
                <a:off x="389953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7"/>
              <p:cNvSpPr/>
              <p:nvPr/>
            </p:nvSpPr>
            <p:spPr>
              <a:xfrm>
                <a:off x="6620509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7"/>
              <p:cNvSpPr/>
              <p:nvPr/>
            </p:nvSpPr>
            <p:spPr>
              <a:xfrm>
                <a:off x="377825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7"/>
              <p:cNvSpPr/>
              <p:nvPr/>
            </p:nvSpPr>
            <p:spPr>
              <a:xfrm>
                <a:off x="383920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7"/>
              <p:cNvSpPr/>
              <p:nvPr/>
            </p:nvSpPr>
            <p:spPr>
              <a:xfrm>
                <a:off x="408114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7"/>
              <p:cNvSpPr/>
              <p:nvPr/>
            </p:nvSpPr>
            <p:spPr>
              <a:xfrm>
                <a:off x="656018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395985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>
                <a:off x="4020184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>
                <a:off x="746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7"/>
              <p:cNvSpPr/>
              <p:nvPr/>
            </p:nvSpPr>
            <p:spPr>
              <a:xfrm>
                <a:off x="3475990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7"/>
              <p:cNvSpPr/>
              <p:nvPr/>
            </p:nvSpPr>
            <p:spPr>
              <a:xfrm>
                <a:off x="6741794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6681469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7"/>
              <p:cNvSpPr/>
              <p:nvPr/>
            </p:nvSpPr>
            <p:spPr>
              <a:xfrm>
                <a:off x="3365500" y="3397250"/>
                <a:ext cx="506729" cy="506729"/>
              </a:xfrm>
              <a:custGeom>
                <a:avLst/>
                <a:gdLst/>
                <a:ahLst/>
                <a:cxnLst/>
                <a:rect l="l" t="t" r="r" b="b"/>
                <a:pathLst>
                  <a:path w="506729" h="506729" extrusionOk="0">
                    <a:moveTo>
                      <a:pt x="497840" y="0"/>
                    </a:moveTo>
                    <a:lnTo>
                      <a:pt x="0" y="497840"/>
                    </a:lnTo>
                    <a:lnTo>
                      <a:pt x="0" y="506730"/>
                    </a:lnTo>
                    <a:lnTo>
                      <a:pt x="50673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7"/>
              <p:cNvSpPr/>
              <p:nvPr/>
            </p:nvSpPr>
            <p:spPr>
              <a:xfrm>
                <a:off x="3415665" y="3397250"/>
                <a:ext cx="516889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89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7"/>
              <p:cNvSpPr/>
              <p:nvPr/>
            </p:nvSpPr>
            <p:spPr>
              <a:xfrm>
                <a:off x="3657600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7"/>
              <p:cNvSpPr/>
              <p:nvPr/>
            </p:nvSpPr>
            <p:spPr>
              <a:xfrm>
                <a:off x="3536315" y="3397250"/>
                <a:ext cx="517525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7525" h="508000" extrusionOk="0">
                    <a:moveTo>
                      <a:pt x="508635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7525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7"/>
              <p:cNvSpPr/>
              <p:nvPr/>
            </p:nvSpPr>
            <p:spPr>
              <a:xfrm>
                <a:off x="3597275" y="3397250"/>
                <a:ext cx="516890" cy="508000"/>
              </a:xfrm>
              <a:custGeom>
                <a:avLst/>
                <a:gdLst/>
                <a:ahLst/>
                <a:cxnLst/>
                <a:rect l="l" t="t" r="r" b="b"/>
                <a:pathLst>
                  <a:path w="516890" h="508000" extrusionOk="0">
                    <a:moveTo>
                      <a:pt x="508000" y="0"/>
                    </a:moveTo>
                    <a:lnTo>
                      <a:pt x="0" y="508000"/>
                    </a:lnTo>
                    <a:lnTo>
                      <a:pt x="8890" y="508000"/>
                    </a:lnTo>
                    <a:lnTo>
                      <a:pt x="516890" y="0"/>
                    </a:lnTo>
                    <a:close/>
                  </a:path>
                </a:pathLst>
              </a:custGeom>
              <a:solidFill>
                <a:srgbClr val="BEC0C1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9" name="Google Shape;489;p27"/>
            <p:cNvGrpSpPr/>
            <p:nvPr/>
          </p:nvGrpSpPr>
          <p:grpSpPr>
            <a:xfrm>
              <a:off x="5980270" y="1858803"/>
              <a:ext cx="326708" cy="293370"/>
              <a:chOff x="7973694" y="2253614"/>
              <a:chExt cx="435611" cy="391160"/>
            </a:xfrm>
          </p:grpSpPr>
          <p:sp>
            <p:nvSpPr>
              <p:cNvPr id="490" name="Google Shape;490;p27"/>
              <p:cNvSpPr/>
              <p:nvPr/>
            </p:nvSpPr>
            <p:spPr>
              <a:xfrm>
                <a:off x="8092440" y="2253614"/>
                <a:ext cx="1682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4" extrusionOk="0">
                    <a:moveTo>
                      <a:pt x="159385" y="107315"/>
                    </a:moveTo>
                    <a:lnTo>
                      <a:pt x="8890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90" y="0"/>
                    </a:cubicBezTo>
                    <a:lnTo>
                      <a:pt x="159385" y="0"/>
                    </a:lnTo>
                    <a:cubicBezTo>
                      <a:pt x="164465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5" y="107315"/>
                      <a:pt x="159385" y="107315"/>
                    </a:cubicBezTo>
                    <a:close/>
                    <a:moveTo>
                      <a:pt x="17780" y="90170"/>
                    </a:moveTo>
                    <a:lnTo>
                      <a:pt x="151130" y="90170"/>
                    </a:lnTo>
                    <a:lnTo>
                      <a:pt x="151130" y="17780"/>
                    </a:lnTo>
                    <a:lnTo>
                      <a:pt x="17780" y="17780"/>
                    </a:lnTo>
                    <a:lnTo>
                      <a:pt x="17780" y="90170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7"/>
              <p:cNvSpPr/>
              <p:nvPr/>
            </p:nvSpPr>
            <p:spPr>
              <a:xfrm>
                <a:off x="8161655" y="2395854"/>
                <a:ext cx="168275" cy="107315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5" extrusionOk="0">
                    <a:moveTo>
                      <a:pt x="159385" y="107315"/>
                    </a:moveTo>
                    <a:lnTo>
                      <a:pt x="8889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89" y="0"/>
                    </a:cubicBezTo>
                    <a:lnTo>
                      <a:pt x="159385" y="0"/>
                    </a:lnTo>
                    <a:cubicBezTo>
                      <a:pt x="164464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4" y="107315"/>
                      <a:pt x="159385" y="107315"/>
                    </a:cubicBezTo>
                    <a:close/>
                    <a:moveTo>
                      <a:pt x="17145" y="89535"/>
                    </a:moveTo>
                    <a:lnTo>
                      <a:pt x="150495" y="89535"/>
                    </a:lnTo>
                    <a:lnTo>
                      <a:pt x="150495" y="17145"/>
                    </a:lnTo>
                    <a:lnTo>
                      <a:pt x="17145" y="17145"/>
                    </a:lnTo>
                    <a:lnTo>
                      <a:pt x="17145" y="89535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7"/>
              <p:cNvSpPr/>
              <p:nvPr/>
            </p:nvSpPr>
            <p:spPr>
              <a:xfrm>
                <a:off x="8092440" y="2537460"/>
                <a:ext cx="1682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107314" extrusionOk="0">
                    <a:moveTo>
                      <a:pt x="159385" y="107315"/>
                    </a:moveTo>
                    <a:lnTo>
                      <a:pt x="8890" y="107315"/>
                    </a:lnTo>
                    <a:cubicBezTo>
                      <a:pt x="3810" y="107315"/>
                      <a:pt x="0" y="103505"/>
                      <a:pt x="0" y="98425"/>
                    </a:cubicBezTo>
                    <a:lnTo>
                      <a:pt x="0" y="8890"/>
                    </a:lnTo>
                    <a:cubicBezTo>
                      <a:pt x="0" y="3810"/>
                      <a:pt x="3810" y="0"/>
                      <a:pt x="8890" y="0"/>
                    </a:cubicBezTo>
                    <a:lnTo>
                      <a:pt x="159385" y="0"/>
                    </a:lnTo>
                    <a:cubicBezTo>
                      <a:pt x="164465" y="0"/>
                      <a:pt x="168275" y="3810"/>
                      <a:pt x="168275" y="8890"/>
                    </a:cubicBezTo>
                    <a:lnTo>
                      <a:pt x="168275" y="98425"/>
                    </a:lnTo>
                    <a:cubicBezTo>
                      <a:pt x="168275" y="103505"/>
                      <a:pt x="164465" y="107315"/>
                      <a:pt x="159385" y="107315"/>
                    </a:cubicBezTo>
                    <a:close/>
                    <a:moveTo>
                      <a:pt x="17780" y="90170"/>
                    </a:moveTo>
                    <a:lnTo>
                      <a:pt x="151130" y="90170"/>
                    </a:lnTo>
                    <a:lnTo>
                      <a:pt x="151130" y="17780"/>
                    </a:lnTo>
                    <a:lnTo>
                      <a:pt x="17780" y="17780"/>
                    </a:lnTo>
                    <a:lnTo>
                      <a:pt x="17780" y="90170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7"/>
              <p:cNvSpPr/>
              <p:nvPr/>
            </p:nvSpPr>
            <p:spPr>
              <a:xfrm>
                <a:off x="7973694" y="2298700"/>
                <a:ext cx="168275" cy="202564"/>
              </a:xfrm>
              <a:custGeom>
                <a:avLst/>
                <a:gdLst/>
                <a:ahLst/>
                <a:cxnLst/>
                <a:rect l="l" t="t" r="r" b="b"/>
                <a:pathLst>
                  <a:path w="168275" h="202564" extrusionOk="0">
                    <a:moveTo>
                      <a:pt x="116205" y="99060"/>
                    </a:moveTo>
                    <a:lnTo>
                      <a:pt x="104140" y="111125"/>
                    </a:lnTo>
                    <a:lnTo>
                      <a:pt x="135255" y="142240"/>
                    </a:lnTo>
                    <a:lnTo>
                      <a:pt x="49530" y="142240"/>
                    </a:lnTo>
                    <a:cubicBezTo>
                      <a:pt x="31750" y="142240"/>
                      <a:pt x="17145" y="127635"/>
                      <a:pt x="17145" y="109855"/>
                    </a:cubicBezTo>
                    <a:lnTo>
                      <a:pt x="17145" y="49530"/>
                    </a:lnTo>
                    <a:cubicBezTo>
                      <a:pt x="17145" y="31750"/>
                      <a:pt x="31750" y="17145"/>
                      <a:pt x="49530" y="17145"/>
                    </a:cubicBezTo>
                    <a:lnTo>
                      <a:pt x="95886" y="17145"/>
                    </a:lnTo>
                    <a:lnTo>
                      <a:pt x="95886" y="0"/>
                    </a:lnTo>
                    <a:lnTo>
                      <a:pt x="49530" y="0"/>
                    </a:lnTo>
                    <a:cubicBezTo>
                      <a:pt x="22225" y="0"/>
                      <a:pt x="0" y="22225"/>
                      <a:pt x="0" y="49530"/>
                    </a:cubicBezTo>
                    <a:lnTo>
                      <a:pt x="0" y="109855"/>
                    </a:lnTo>
                    <a:cubicBezTo>
                      <a:pt x="0" y="137160"/>
                      <a:pt x="22225" y="159385"/>
                      <a:pt x="49530" y="159385"/>
                    </a:cubicBezTo>
                    <a:lnTo>
                      <a:pt x="135255" y="159385"/>
                    </a:lnTo>
                    <a:lnTo>
                      <a:pt x="104140" y="190500"/>
                    </a:lnTo>
                    <a:lnTo>
                      <a:pt x="116205" y="202565"/>
                    </a:lnTo>
                    <a:lnTo>
                      <a:pt x="168275" y="150495"/>
                    </a:lnTo>
                    <a:lnTo>
                      <a:pt x="116205" y="99060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7"/>
              <p:cNvSpPr/>
              <p:nvPr/>
            </p:nvSpPr>
            <p:spPr>
              <a:xfrm>
                <a:off x="8280400" y="2256154"/>
                <a:ext cx="128905" cy="344170"/>
              </a:xfrm>
              <a:custGeom>
                <a:avLst/>
                <a:gdLst/>
                <a:ahLst/>
                <a:cxnLst/>
                <a:rect l="l" t="t" r="r" b="b"/>
                <a:pathLst>
                  <a:path w="128905" h="344170" extrusionOk="0">
                    <a:moveTo>
                      <a:pt x="52070" y="103505"/>
                    </a:moveTo>
                    <a:lnTo>
                      <a:pt x="64135" y="91440"/>
                    </a:lnTo>
                    <a:lnTo>
                      <a:pt x="33020" y="60325"/>
                    </a:lnTo>
                    <a:lnTo>
                      <a:pt x="79375" y="60325"/>
                    </a:lnTo>
                    <a:cubicBezTo>
                      <a:pt x="97155" y="60325"/>
                      <a:pt x="111760" y="74930"/>
                      <a:pt x="111760" y="92710"/>
                    </a:cubicBezTo>
                    <a:lnTo>
                      <a:pt x="111760" y="294640"/>
                    </a:lnTo>
                    <a:cubicBezTo>
                      <a:pt x="111760" y="312420"/>
                      <a:pt x="97155" y="327025"/>
                      <a:pt x="79375" y="327025"/>
                    </a:cubicBezTo>
                    <a:lnTo>
                      <a:pt x="3175" y="327025"/>
                    </a:lnTo>
                    <a:lnTo>
                      <a:pt x="3175" y="344170"/>
                    </a:lnTo>
                    <a:lnTo>
                      <a:pt x="79375" y="344170"/>
                    </a:lnTo>
                    <a:cubicBezTo>
                      <a:pt x="106680" y="344170"/>
                      <a:pt x="128905" y="321945"/>
                      <a:pt x="128905" y="294640"/>
                    </a:cubicBezTo>
                    <a:lnTo>
                      <a:pt x="128905" y="92710"/>
                    </a:lnTo>
                    <a:cubicBezTo>
                      <a:pt x="128905" y="65405"/>
                      <a:pt x="106680" y="43180"/>
                      <a:pt x="79375" y="43180"/>
                    </a:cubicBezTo>
                    <a:lnTo>
                      <a:pt x="33020" y="43180"/>
                    </a:lnTo>
                    <a:lnTo>
                      <a:pt x="64135" y="12065"/>
                    </a:lnTo>
                    <a:lnTo>
                      <a:pt x="52070" y="0"/>
                    </a:lnTo>
                    <a:lnTo>
                      <a:pt x="0" y="52070"/>
                    </a:lnTo>
                    <a:lnTo>
                      <a:pt x="52070" y="103505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27"/>
            <p:cNvGrpSpPr/>
            <p:nvPr/>
          </p:nvGrpSpPr>
          <p:grpSpPr>
            <a:xfrm>
              <a:off x="3669982" y="3288030"/>
              <a:ext cx="327661" cy="327659"/>
              <a:chOff x="4893309" y="4159250"/>
              <a:chExt cx="436881" cy="436879"/>
            </a:xfrm>
          </p:grpSpPr>
          <p:sp>
            <p:nvSpPr>
              <p:cNvPr id="496" name="Google Shape;496;p27"/>
              <p:cNvSpPr/>
              <p:nvPr/>
            </p:nvSpPr>
            <p:spPr>
              <a:xfrm>
                <a:off x="5041900" y="430784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 extrusionOk="0">
                    <a:moveTo>
                      <a:pt x="69850" y="139700"/>
                    </a:moveTo>
                    <a:cubicBezTo>
                      <a:pt x="31750" y="139700"/>
                      <a:pt x="0" y="108585"/>
                      <a:pt x="0" y="69850"/>
                    </a:cubicBezTo>
                    <a:cubicBezTo>
                      <a:pt x="0" y="31750"/>
                      <a:pt x="31115" y="0"/>
                      <a:pt x="69850" y="0"/>
                    </a:cubicBezTo>
                    <a:cubicBezTo>
                      <a:pt x="108585" y="0"/>
                      <a:pt x="139700" y="31115"/>
                      <a:pt x="139700" y="69850"/>
                    </a:cubicBezTo>
                    <a:cubicBezTo>
                      <a:pt x="139700" y="107950"/>
                      <a:pt x="107950" y="139700"/>
                      <a:pt x="69850" y="139700"/>
                    </a:cubicBezTo>
                    <a:close/>
                    <a:moveTo>
                      <a:pt x="69850" y="17780"/>
                    </a:moveTo>
                    <a:cubicBezTo>
                      <a:pt x="41275" y="17780"/>
                      <a:pt x="17780" y="41275"/>
                      <a:pt x="17780" y="69850"/>
                    </a:cubicBezTo>
                    <a:cubicBezTo>
                      <a:pt x="17780" y="98425"/>
                      <a:pt x="41275" y="121920"/>
                      <a:pt x="69850" y="121920"/>
                    </a:cubicBezTo>
                    <a:cubicBezTo>
                      <a:pt x="98425" y="121920"/>
                      <a:pt x="121920" y="98425"/>
                      <a:pt x="121920" y="69850"/>
                    </a:cubicBezTo>
                    <a:cubicBezTo>
                      <a:pt x="121920" y="41275"/>
                      <a:pt x="98425" y="17780"/>
                      <a:pt x="69850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7" name="Google Shape;497;p27"/>
              <p:cNvGrpSpPr/>
              <p:nvPr/>
            </p:nvGrpSpPr>
            <p:grpSpPr>
              <a:xfrm>
                <a:off x="4893309" y="4159250"/>
                <a:ext cx="436881" cy="436879"/>
                <a:chOff x="4893309" y="4159250"/>
                <a:chExt cx="436881" cy="436879"/>
              </a:xfrm>
            </p:grpSpPr>
            <p:sp>
              <p:nvSpPr>
                <p:cNvPr id="498" name="Google Shape;498;p27"/>
                <p:cNvSpPr/>
                <p:nvPr/>
              </p:nvSpPr>
              <p:spPr>
                <a:xfrm>
                  <a:off x="5066665" y="4159250"/>
                  <a:ext cx="90804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04" h="132715" extrusionOk="0">
                      <a:moveTo>
                        <a:pt x="81280" y="0"/>
                      </a:move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36830" y="90170"/>
                      </a:lnTo>
                      <a:lnTo>
                        <a:pt x="36830" y="132715"/>
                      </a:lnTo>
                      <a:lnTo>
                        <a:pt x="53975" y="132715"/>
                      </a:lnTo>
                      <a:lnTo>
                        <a:pt x="53975" y="90170"/>
                      </a:lnTo>
                      <a:lnTo>
                        <a:pt x="81915" y="90170"/>
                      </a:lnTo>
                      <a:cubicBezTo>
                        <a:pt x="86995" y="90170"/>
                        <a:pt x="90805" y="86360"/>
                        <a:pt x="90805" y="81280"/>
                      </a:cubicBezTo>
                      <a:lnTo>
                        <a:pt x="90805" y="8890"/>
                      </a:lnTo>
                      <a:cubicBezTo>
                        <a:pt x="90170" y="3810"/>
                        <a:pt x="86360" y="0"/>
                        <a:pt x="81280" y="0"/>
                      </a:cubicBezTo>
                      <a:close/>
                      <a:moveTo>
                        <a:pt x="73025" y="72390"/>
                      </a:moveTo>
                      <a:lnTo>
                        <a:pt x="17780" y="72390"/>
                      </a:lnTo>
                      <a:lnTo>
                        <a:pt x="17780" y="17145"/>
                      </a:lnTo>
                      <a:lnTo>
                        <a:pt x="73025" y="17145"/>
                      </a:lnTo>
                      <a:lnTo>
                        <a:pt x="7302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27"/>
                <p:cNvSpPr/>
                <p:nvPr/>
              </p:nvSpPr>
              <p:spPr>
                <a:xfrm>
                  <a:off x="4893309" y="4332604"/>
                  <a:ext cx="132715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170" extrusionOk="0">
                      <a:moveTo>
                        <a:pt x="90170" y="8890"/>
                      </a:moveTo>
                      <a:cubicBezTo>
                        <a:pt x="90170" y="3810"/>
                        <a:pt x="86360" y="0"/>
                        <a:pt x="81280" y="0"/>
                      </a:cubicBez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81280" y="90170"/>
                      </a:lnTo>
                      <a:cubicBezTo>
                        <a:pt x="86360" y="90170"/>
                        <a:pt x="90170" y="86360"/>
                        <a:pt x="90170" y="81280"/>
                      </a:cubicBezTo>
                      <a:lnTo>
                        <a:pt x="90170" y="53340"/>
                      </a:lnTo>
                      <a:lnTo>
                        <a:pt x="132715" y="53340"/>
                      </a:lnTo>
                      <a:lnTo>
                        <a:pt x="132715" y="36195"/>
                      </a:lnTo>
                      <a:lnTo>
                        <a:pt x="90170" y="36195"/>
                      </a:lnTo>
                      <a:lnTo>
                        <a:pt x="90170" y="8890"/>
                      </a:lnTo>
                      <a:lnTo>
                        <a:pt x="90170" y="8890"/>
                      </a:lnTo>
                      <a:close/>
                      <a:moveTo>
                        <a:pt x="73025" y="72390"/>
                      </a:moveTo>
                      <a:lnTo>
                        <a:pt x="17780" y="72390"/>
                      </a:lnTo>
                      <a:lnTo>
                        <a:pt x="17780" y="17145"/>
                      </a:lnTo>
                      <a:lnTo>
                        <a:pt x="73025" y="17145"/>
                      </a:lnTo>
                      <a:lnTo>
                        <a:pt x="7302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27"/>
                <p:cNvSpPr/>
                <p:nvPr/>
              </p:nvSpPr>
              <p:spPr>
                <a:xfrm>
                  <a:off x="5066029" y="4463415"/>
                  <a:ext cx="90239" cy="13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39" h="132714" extrusionOk="0">
                      <a:moveTo>
                        <a:pt x="81915" y="42545"/>
                      </a:moveTo>
                      <a:lnTo>
                        <a:pt x="53975" y="42545"/>
                      </a:lnTo>
                      <a:lnTo>
                        <a:pt x="53975" y="0"/>
                      </a:lnTo>
                      <a:lnTo>
                        <a:pt x="36830" y="0"/>
                      </a:lnTo>
                      <a:lnTo>
                        <a:pt x="36830" y="42545"/>
                      </a:lnTo>
                      <a:lnTo>
                        <a:pt x="8890" y="42545"/>
                      </a:lnTo>
                      <a:cubicBezTo>
                        <a:pt x="3810" y="42545"/>
                        <a:pt x="0" y="46355"/>
                        <a:pt x="0" y="51435"/>
                      </a:cubicBezTo>
                      <a:lnTo>
                        <a:pt x="0" y="123825"/>
                      </a:lnTo>
                      <a:cubicBezTo>
                        <a:pt x="0" y="128905"/>
                        <a:pt x="3810" y="132715"/>
                        <a:pt x="8890" y="132715"/>
                      </a:cubicBezTo>
                      <a:lnTo>
                        <a:pt x="81280" y="132715"/>
                      </a:lnTo>
                      <a:cubicBezTo>
                        <a:pt x="86360" y="132715"/>
                        <a:pt x="90170" y="128905"/>
                        <a:pt x="90170" y="123825"/>
                      </a:cubicBezTo>
                      <a:lnTo>
                        <a:pt x="90170" y="51435"/>
                      </a:lnTo>
                      <a:cubicBezTo>
                        <a:pt x="90805" y="46355"/>
                        <a:pt x="86995" y="42545"/>
                        <a:pt x="81915" y="42545"/>
                      </a:cubicBezTo>
                      <a:close/>
                      <a:moveTo>
                        <a:pt x="73660" y="114935"/>
                      </a:moveTo>
                      <a:lnTo>
                        <a:pt x="18415" y="114935"/>
                      </a:lnTo>
                      <a:lnTo>
                        <a:pt x="18415" y="59690"/>
                      </a:lnTo>
                      <a:lnTo>
                        <a:pt x="73660" y="59690"/>
                      </a:lnTo>
                      <a:lnTo>
                        <a:pt x="73660" y="114935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27"/>
                <p:cNvSpPr/>
                <p:nvPr/>
              </p:nvSpPr>
              <p:spPr>
                <a:xfrm>
                  <a:off x="5197475" y="4332604"/>
                  <a:ext cx="132715" cy="90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804" extrusionOk="0">
                      <a:moveTo>
                        <a:pt x="123825" y="0"/>
                      </a:moveTo>
                      <a:lnTo>
                        <a:pt x="51435" y="0"/>
                      </a:lnTo>
                      <a:cubicBezTo>
                        <a:pt x="46355" y="0"/>
                        <a:pt x="42545" y="3810"/>
                        <a:pt x="42545" y="8890"/>
                      </a:cubicBezTo>
                      <a:lnTo>
                        <a:pt x="42545" y="36830"/>
                      </a:lnTo>
                      <a:lnTo>
                        <a:pt x="0" y="36830"/>
                      </a:lnTo>
                      <a:lnTo>
                        <a:pt x="0" y="53975"/>
                      </a:lnTo>
                      <a:lnTo>
                        <a:pt x="42545" y="53975"/>
                      </a:lnTo>
                      <a:lnTo>
                        <a:pt x="42545" y="81915"/>
                      </a:lnTo>
                      <a:cubicBezTo>
                        <a:pt x="42545" y="86995"/>
                        <a:pt x="46355" y="90805"/>
                        <a:pt x="51435" y="90805"/>
                      </a:cubicBezTo>
                      <a:lnTo>
                        <a:pt x="123825" y="90805"/>
                      </a:lnTo>
                      <a:cubicBezTo>
                        <a:pt x="128905" y="90805"/>
                        <a:pt x="132715" y="86995"/>
                        <a:pt x="132715" y="81915"/>
                      </a:cubicBezTo>
                      <a:lnTo>
                        <a:pt x="132715" y="9525"/>
                      </a:lnTo>
                      <a:cubicBezTo>
                        <a:pt x="132715" y="3810"/>
                        <a:pt x="128905" y="0"/>
                        <a:pt x="123825" y="0"/>
                      </a:cubicBezTo>
                      <a:close/>
                      <a:moveTo>
                        <a:pt x="115570" y="72390"/>
                      </a:moveTo>
                      <a:lnTo>
                        <a:pt x="60325" y="72390"/>
                      </a:lnTo>
                      <a:lnTo>
                        <a:pt x="60325" y="17145"/>
                      </a:lnTo>
                      <a:lnTo>
                        <a:pt x="115570" y="17145"/>
                      </a:lnTo>
                      <a:lnTo>
                        <a:pt x="115570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2" name="Google Shape;502;p27"/>
            <p:cNvGrpSpPr/>
            <p:nvPr/>
          </p:nvGrpSpPr>
          <p:grpSpPr>
            <a:xfrm>
              <a:off x="4873867" y="1859518"/>
              <a:ext cx="307332" cy="330279"/>
              <a:chOff x="6498489" y="2254567"/>
              <a:chExt cx="409776" cy="440372"/>
            </a:xfrm>
          </p:grpSpPr>
          <p:sp>
            <p:nvSpPr>
              <p:cNvPr id="503" name="Google Shape;503;p27"/>
              <p:cNvSpPr/>
              <p:nvPr/>
            </p:nvSpPr>
            <p:spPr>
              <a:xfrm>
                <a:off x="6543675" y="2350770"/>
                <a:ext cx="213359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252729" extrusionOk="0">
                    <a:moveTo>
                      <a:pt x="97790" y="234950"/>
                    </a:moveTo>
                    <a:cubicBezTo>
                      <a:pt x="45720" y="233045"/>
                      <a:pt x="17780" y="217805"/>
                      <a:pt x="17780" y="209550"/>
                    </a:cubicBezTo>
                    <a:lnTo>
                      <a:pt x="17780" y="178435"/>
                    </a:lnTo>
                    <a:cubicBezTo>
                      <a:pt x="36195" y="189230"/>
                      <a:pt x="66675" y="195580"/>
                      <a:pt x="97790" y="196850"/>
                    </a:cubicBezTo>
                    <a:lnTo>
                      <a:pt x="97790" y="179705"/>
                    </a:lnTo>
                    <a:cubicBezTo>
                      <a:pt x="45720" y="177800"/>
                      <a:pt x="17780" y="162560"/>
                      <a:pt x="17780" y="154305"/>
                    </a:cubicBezTo>
                    <a:lnTo>
                      <a:pt x="17780" y="123190"/>
                    </a:lnTo>
                    <a:cubicBezTo>
                      <a:pt x="36195" y="133985"/>
                      <a:pt x="66675" y="140335"/>
                      <a:pt x="97790" y="141605"/>
                    </a:cubicBezTo>
                    <a:lnTo>
                      <a:pt x="97790" y="134620"/>
                    </a:lnTo>
                    <a:cubicBezTo>
                      <a:pt x="97790" y="130810"/>
                      <a:pt x="98425" y="127635"/>
                      <a:pt x="100330" y="123825"/>
                    </a:cubicBezTo>
                    <a:cubicBezTo>
                      <a:pt x="46990" y="122555"/>
                      <a:pt x="17780" y="106680"/>
                      <a:pt x="17780" y="98425"/>
                    </a:cubicBezTo>
                    <a:lnTo>
                      <a:pt x="17780" y="67310"/>
                    </a:lnTo>
                    <a:cubicBezTo>
                      <a:pt x="38100" y="79375"/>
                      <a:pt x="72390" y="85725"/>
                      <a:pt x="106680" y="85725"/>
                    </a:cubicBezTo>
                    <a:cubicBezTo>
                      <a:pt x="140970" y="85725"/>
                      <a:pt x="175895" y="79375"/>
                      <a:pt x="195580" y="67310"/>
                    </a:cubicBezTo>
                    <a:lnTo>
                      <a:pt x="195580" y="91440"/>
                    </a:lnTo>
                    <a:cubicBezTo>
                      <a:pt x="198755" y="91440"/>
                      <a:pt x="201295" y="91440"/>
                      <a:pt x="204470" y="91440"/>
                    </a:cubicBezTo>
                    <a:cubicBezTo>
                      <a:pt x="207645" y="91440"/>
                      <a:pt x="210185" y="91440"/>
                      <a:pt x="213360" y="91440"/>
                    </a:cubicBezTo>
                    <a:lnTo>
                      <a:pt x="213360" y="42545"/>
                    </a:lnTo>
                    <a:cubicBezTo>
                      <a:pt x="213360" y="14605"/>
                      <a:pt x="160020" y="0"/>
                      <a:pt x="106680" y="0"/>
                    </a:cubicBezTo>
                    <a:cubicBezTo>
                      <a:pt x="53975" y="0"/>
                      <a:pt x="0" y="14605"/>
                      <a:pt x="0" y="42545"/>
                    </a:cubicBezTo>
                    <a:lnTo>
                      <a:pt x="0" y="210185"/>
                    </a:lnTo>
                    <a:cubicBezTo>
                      <a:pt x="0" y="236855"/>
                      <a:pt x="47625" y="251460"/>
                      <a:pt x="97155" y="252730"/>
                    </a:cubicBezTo>
                    <a:lnTo>
                      <a:pt x="97790" y="234950"/>
                    </a:lnTo>
                    <a:lnTo>
                      <a:pt x="97790" y="234950"/>
                    </a:lnTo>
                    <a:close/>
                    <a:moveTo>
                      <a:pt x="106680" y="16510"/>
                    </a:moveTo>
                    <a:cubicBezTo>
                      <a:pt x="164465" y="16510"/>
                      <a:pt x="195580" y="33020"/>
                      <a:pt x="195580" y="41910"/>
                    </a:cubicBezTo>
                    <a:cubicBezTo>
                      <a:pt x="195580" y="50800"/>
                      <a:pt x="164465" y="67310"/>
                      <a:pt x="106680" y="67310"/>
                    </a:cubicBezTo>
                    <a:cubicBezTo>
                      <a:pt x="48895" y="67310"/>
                      <a:pt x="17780" y="50800"/>
                      <a:pt x="17780" y="41910"/>
                    </a:cubicBezTo>
                    <a:cubicBezTo>
                      <a:pt x="17780" y="33020"/>
                      <a:pt x="48895" y="16510"/>
                      <a:pt x="106680" y="1651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27"/>
              <p:cNvSpPr/>
              <p:nvPr/>
            </p:nvSpPr>
            <p:spPr>
              <a:xfrm>
                <a:off x="6498489" y="2254567"/>
                <a:ext cx="409776" cy="105828"/>
              </a:xfrm>
              <a:custGeom>
                <a:avLst/>
                <a:gdLst/>
                <a:ahLst/>
                <a:cxnLst/>
                <a:rect l="l" t="t" r="r" b="b"/>
                <a:pathLst>
                  <a:path w="409776" h="105828" extrusionOk="0">
                    <a:moveTo>
                      <a:pt x="8991" y="105728"/>
                    </a:moveTo>
                    <a:cubicBezTo>
                      <a:pt x="5816" y="105728"/>
                      <a:pt x="2640" y="103822"/>
                      <a:pt x="736" y="100647"/>
                    </a:cubicBezTo>
                    <a:cubicBezTo>
                      <a:pt x="-1169" y="96203"/>
                      <a:pt x="736" y="91122"/>
                      <a:pt x="5180" y="89218"/>
                    </a:cubicBezTo>
                    <a:lnTo>
                      <a:pt x="201395" y="953"/>
                    </a:lnTo>
                    <a:cubicBezTo>
                      <a:pt x="203936" y="-318"/>
                      <a:pt x="206476" y="-318"/>
                      <a:pt x="208380" y="953"/>
                    </a:cubicBezTo>
                    <a:lnTo>
                      <a:pt x="404595" y="89218"/>
                    </a:lnTo>
                    <a:cubicBezTo>
                      <a:pt x="409041" y="91122"/>
                      <a:pt x="410945" y="96203"/>
                      <a:pt x="409041" y="100647"/>
                    </a:cubicBezTo>
                    <a:cubicBezTo>
                      <a:pt x="407136" y="105093"/>
                      <a:pt x="402055" y="106997"/>
                      <a:pt x="397611" y="105093"/>
                    </a:cubicBezTo>
                    <a:lnTo>
                      <a:pt x="205205" y="18097"/>
                    </a:lnTo>
                    <a:lnTo>
                      <a:pt x="12801" y="105093"/>
                    </a:lnTo>
                    <a:cubicBezTo>
                      <a:pt x="11530" y="105093"/>
                      <a:pt x="10261" y="105728"/>
                      <a:pt x="8991" y="105728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7"/>
              <p:cNvSpPr/>
              <p:nvPr/>
            </p:nvSpPr>
            <p:spPr>
              <a:xfrm>
                <a:off x="6641465" y="2440939"/>
                <a:ext cx="213359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13359" h="254000" extrusionOk="0">
                    <a:moveTo>
                      <a:pt x="106680" y="0"/>
                    </a:moveTo>
                    <a:cubicBezTo>
                      <a:pt x="53340" y="0"/>
                      <a:pt x="0" y="14605"/>
                      <a:pt x="0" y="43180"/>
                    </a:cubicBezTo>
                    <a:lnTo>
                      <a:pt x="0" y="210820"/>
                    </a:lnTo>
                    <a:cubicBezTo>
                      <a:pt x="0" y="239395"/>
                      <a:pt x="53975" y="254000"/>
                      <a:pt x="106680" y="254000"/>
                    </a:cubicBezTo>
                    <a:cubicBezTo>
                      <a:pt x="159385" y="254000"/>
                      <a:pt x="213360" y="239395"/>
                      <a:pt x="213360" y="210820"/>
                    </a:cubicBezTo>
                    <a:lnTo>
                      <a:pt x="213360" y="43180"/>
                    </a:lnTo>
                    <a:cubicBezTo>
                      <a:pt x="213360" y="15240"/>
                      <a:pt x="159385" y="0"/>
                      <a:pt x="106680" y="0"/>
                    </a:cubicBezTo>
                    <a:close/>
                    <a:moveTo>
                      <a:pt x="106680" y="18415"/>
                    </a:moveTo>
                    <a:cubicBezTo>
                      <a:pt x="163830" y="18415"/>
                      <a:pt x="195580" y="34925"/>
                      <a:pt x="195580" y="43180"/>
                    </a:cubicBezTo>
                    <a:cubicBezTo>
                      <a:pt x="195580" y="51435"/>
                      <a:pt x="164465" y="67945"/>
                      <a:pt x="106680" y="67945"/>
                    </a:cubicBezTo>
                    <a:cubicBezTo>
                      <a:pt x="48895" y="67945"/>
                      <a:pt x="17780" y="51435"/>
                      <a:pt x="17780" y="43180"/>
                    </a:cubicBezTo>
                    <a:cubicBezTo>
                      <a:pt x="17780" y="34925"/>
                      <a:pt x="49530" y="18415"/>
                      <a:pt x="106680" y="18415"/>
                    </a:cubicBezTo>
                    <a:close/>
                    <a:moveTo>
                      <a:pt x="106680" y="236220"/>
                    </a:moveTo>
                    <a:cubicBezTo>
                      <a:pt x="49530" y="236220"/>
                      <a:pt x="17780" y="219710"/>
                      <a:pt x="17780" y="211455"/>
                    </a:cubicBezTo>
                    <a:lnTo>
                      <a:pt x="17780" y="180975"/>
                    </a:lnTo>
                    <a:cubicBezTo>
                      <a:pt x="38100" y="193040"/>
                      <a:pt x="72390" y="198755"/>
                      <a:pt x="106680" y="198755"/>
                    </a:cubicBezTo>
                    <a:cubicBezTo>
                      <a:pt x="140970" y="198755"/>
                      <a:pt x="175260" y="192405"/>
                      <a:pt x="195580" y="180975"/>
                    </a:cubicBezTo>
                    <a:lnTo>
                      <a:pt x="195580" y="211455"/>
                    </a:lnTo>
                    <a:cubicBezTo>
                      <a:pt x="194945" y="219710"/>
                      <a:pt x="163830" y="236220"/>
                      <a:pt x="106680" y="236220"/>
                    </a:cubicBezTo>
                    <a:close/>
                    <a:moveTo>
                      <a:pt x="106680" y="180340"/>
                    </a:moveTo>
                    <a:cubicBezTo>
                      <a:pt x="49530" y="180340"/>
                      <a:pt x="17780" y="163830"/>
                      <a:pt x="17780" y="155575"/>
                    </a:cubicBezTo>
                    <a:lnTo>
                      <a:pt x="17780" y="124460"/>
                    </a:lnTo>
                    <a:cubicBezTo>
                      <a:pt x="38100" y="136525"/>
                      <a:pt x="72390" y="142240"/>
                      <a:pt x="106680" y="142240"/>
                    </a:cubicBezTo>
                    <a:cubicBezTo>
                      <a:pt x="140970" y="142240"/>
                      <a:pt x="175260" y="135890"/>
                      <a:pt x="195580" y="124460"/>
                    </a:cubicBezTo>
                    <a:lnTo>
                      <a:pt x="195580" y="154940"/>
                    </a:lnTo>
                    <a:cubicBezTo>
                      <a:pt x="194945" y="163830"/>
                      <a:pt x="163830" y="180340"/>
                      <a:pt x="106680" y="180340"/>
                    </a:cubicBezTo>
                    <a:close/>
                    <a:moveTo>
                      <a:pt x="106680" y="124460"/>
                    </a:moveTo>
                    <a:cubicBezTo>
                      <a:pt x="49530" y="124460"/>
                      <a:pt x="17780" y="107950"/>
                      <a:pt x="17780" y="99695"/>
                    </a:cubicBezTo>
                    <a:lnTo>
                      <a:pt x="17780" y="69215"/>
                    </a:lnTo>
                    <a:cubicBezTo>
                      <a:pt x="38100" y="81280"/>
                      <a:pt x="72390" y="86995"/>
                      <a:pt x="106680" y="86995"/>
                    </a:cubicBezTo>
                    <a:cubicBezTo>
                      <a:pt x="140970" y="86995"/>
                      <a:pt x="175260" y="80645"/>
                      <a:pt x="195580" y="69215"/>
                    </a:cubicBezTo>
                    <a:lnTo>
                      <a:pt x="195580" y="99695"/>
                    </a:lnTo>
                    <a:cubicBezTo>
                      <a:pt x="194945" y="107950"/>
                      <a:pt x="163830" y="124460"/>
                      <a:pt x="106680" y="124460"/>
                    </a:cubicBez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6" name="Google Shape;506;p27"/>
            <p:cNvGrpSpPr/>
            <p:nvPr/>
          </p:nvGrpSpPr>
          <p:grpSpPr>
            <a:xfrm>
              <a:off x="2769394" y="2787491"/>
              <a:ext cx="453390" cy="237707"/>
              <a:chOff x="3489325" y="3491865"/>
              <a:chExt cx="604520" cy="316943"/>
            </a:xfrm>
          </p:grpSpPr>
          <p:sp>
            <p:nvSpPr>
              <p:cNvPr id="507" name="Google Shape;507;p27"/>
              <p:cNvSpPr/>
              <p:nvPr/>
            </p:nvSpPr>
            <p:spPr>
              <a:xfrm>
                <a:off x="3494404" y="3491865"/>
                <a:ext cx="587375" cy="72389"/>
              </a:xfrm>
              <a:custGeom>
                <a:avLst/>
                <a:gdLst/>
                <a:ahLst/>
                <a:cxnLst/>
                <a:rect l="l" t="t" r="r" b="b"/>
                <a:pathLst>
                  <a:path w="587375" h="72389" extrusionOk="0">
                    <a:moveTo>
                      <a:pt x="372110" y="1905"/>
                    </a:moveTo>
                    <a:lnTo>
                      <a:pt x="431800" y="1905"/>
                    </a:lnTo>
                    <a:lnTo>
                      <a:pt x="431800" y="15875"/>
                    </a:lnTo>
                    <a:lnTo>
                      <a:pt x="381635" y="15875"/>
                    </a:lnTo>
                    <a:cubicBezTo>
                      <a:pt x="379095" y="10795"/>
                      <a:pt x="375920" y="6350"/>
                      <a:pt x="372110" y="1905"/>
                    </a:cubicBezTo>
                    <a:moveTo>
                      <a:pt x="423545" y="43180"/>
                    </a:moveTo>
                    <a:lnTo>
                      <a:pt x="423545" y="29210"/>
                    </a:lnTo>
                    <a:lnTo>
                      <a:pt x="385445" y="29210"/>
                    </a:lnTo>
                    <a:cubicBezTo>
                      <a:pt x="386080" y="31750"/>
                      <a:pt x="386080" y="34290"/>
                      <a:pt x="386080" y="36830"/>
                    </a:cubicBezTo>
                    <a:cubicBezTo>
                      <a:pt x="386080" y="39370"/>
                      <a:pt x="386080" y="41275"/>
                      <a:pt x="385445" y="43180"/>
                    </a:cubicBezTo>
                    <a:lnTo>
                      <a:pt x="423545" y="43180"/>
                    </a:lnTo>
                    <a:close/>
                    <a:moveTo>
                      <a:pt x="372745" y="70485"/>
                    </a:moveTo>
                    <a:lnTo>
                      <a:pt x="431800" y="70485"/>
                    </a:lnTo>
                    <a:lnTo>
                      <a:pt x="431800" y="56515"/>
                    </a:lnTo>
                    <a:lnTo>
                      <a:pt x="381635" y="56515"/>
                    </a:lnTo>
                    <a:cubicBezTo>
                      <a:pt x="379730" y="61595"/>
                      <a:pt x="376555" y="66675"/>
                      <a:pt x="372745" y="70485"/>
                    </a:cubicBezTo>
                    <a:moveTo>
                      <a:pt x="203200" y="36830"/>
                    </a:moveTo>
                    <a:cubicBezTo>
                      <a:pt x="203200" y="57150"/>
                      <a:pt x="187960" y="72390"/>
                      <a:pt x="167005" y="72390"/>
                    </a:cubicBezTo>
                    <a:cubicBezTo>
                      <a:pt x="146050" y="72390"/>
                      <a:pt x="130810" y="56515"/>
                      <a:pt x="130810" y="36830"/>
                    </a:cubicBezTo>
                    <a:cubicBezTo>
                      <a:pt x="130810" y="16510"/>
                      <a:pt x="146050" y="635"/>
                      <a:pt x="167005" y="635"/>
                    </a:cubicBezTo>
                    <a:cubicBezTo>
                      <a:pt x="187960" y="635"/>
                      <a:pt x="203200" y="16510"/>
                      <a:pt x="203200" y="36830"/>
                    </a:cubicBezTo>
                    <a:moveTo>
                      <a:pt x="186690" y="36830"/>
                    </a:moveTo>
                    <a:cubicBezTo>
                      <a:pt x="186690" y="24130"/>
                      <a:pt x="178435" y="15240"/>
                      <a:pt x="167005" y="15240"/>
                    </a:cubicBezTo>
                    <a:cubicBezTo>
                      <a:pt x="155575" y="15240"/>
                      <a:pt x="147320" y="24130"/>
                      <a:pt x="147320" y="36830"/>
                    </a:cubicBezTo>
                    <a:cubicBezTo>
                      <a:pt x="147320" y="48895"/>
                      <a:pt x="155575" y="58420"/>
                      <a:pt x="167005" y="58420"/>
                    </a:cubicBezTo>
                    <a:cubicBezTo>
                      <a:pt x="179070" y="57785"/>
                      <a:pt x="186690" y="48895"/>
                      <a:pt x="186690" y="36830"/>
                    </a:cubicBezTo>
                    <a:moveTo>
                      <a:pt x="365125" y="36195"/>
                    </a:moveTo>
                    <a:cubicBezTo>
                      <a:pt x="365125" y="56515"/>
                      <a:pt x="349885" y="70485"/>
                      <a:pt x="327660" y="70485"/>
                    </a:cubicBezTo>
                    <a:lnTo>
                      <a:pt x="300355" y="70485"/>
                    </a:lnTo>
                    <a:lnTo>
                      <a:pt x="300355" y="1905"/>
                    </a:lnTo>
                    <a:lnTo>
                      <a:pt x="327025" y="1905"/>
                    </a:lnTo>
                    <a:cubicBezTo>
                      <a:pt x="349885" y="1905"/>
                      <a:pt x="365125" y="15875"/>
                      <a:pt x="365125" y="36195"/>
                    </a:cubicBezTo>
                    <a:moveTo>
                      <a:pt x="349250" y="36195"/>
                    </a:moveTo>
                    <a:cubicBezTo>
                      <a:pt x="349250" y="24130"/>
                      <a:pt x="340360" y="15875"/>
                      <a:pt x="327025" y="15875"/>
                    </a:cubicBezTo>
                    <a:lnTo>
                      <a:pt x="316865" y="15875"/>
                    </a:lnTo>
                    <a:lnTo>
                      <a:pt x="316865" y="57150"/>
                    </a:lnTo>
                    <a:lnTo>
                      <a:pt x="327025" y="57150"/>
                    </a:lnTo>
                    <a:cubicBezTo>
                      <a:pt x="339725" y="57150"/>
                      <a:pt x="349250" y="48895"/>
                      <a:pt x="349250" y="36195"/>
                    </a:cubicBezTo>
                    <a:moveTo>
                      <a:pt x="36195" y="57785"/>
                    </a:moveTo>
                    <a:cubicBezTo>
                      <a:pt x="24765" y="57785"/>
                      <a:pt x="15875" y="48260"/>
                      <a:pt x="15875" y="36195"/>
                    </a:cubicBezTo>
                    <a:cubicBezTo>
                      <a:pt x="15875" y="24130"/>
                      <a:pt x="24130" y="14605"/>
                      <a:pt x="36195" y="14605"/>
                    </a:cubicBezTo>
                    <a:cubicBezTo>
                      <a:pt x="41910" y="14605"/>
                      <a:pt x="46355" y="16510"/>
                      <a:pt x="50800" y="20320"/>
                    </a:cubicBezTo>
                    <a:lnTo>
                      <a:pt x="60960" y="10160"/>
                    </a:lnTo>
                    <a:cubicBezTo>
                      <a:pt x="54610" y="3810"/>
                      <a:pt x="46355" y="0"/>
                      <a:pt x="36195" y="0"/>
                    </a:cubicBezTo>
                    <a:cubicBezTo>
                      <a:pt x="15875" y="0"/>
                      <a:pt x="0" y="15875"/>
                      <a:pt x="0" y="35560"/>
                    </a:cubicBezTo>
                    <a:cubicBezTo>
                      <a:pt x="0" y="55880"/>
                      <a:pt x="15875" y="71120"/>
                      <a:pt x="36195" y="71120"/>
                    </a:cubicBezTo>
                    <a:cubicBezTo>
                      <a:pt x="46355" y="71120"/>
                      <a:pt x="55880" y="66675"/>
                      <a:pt x="62230" y="59690"/>
                    </a:cubicBezTo>
                    <a:lnTo>
                      <a:pt x="52070" y="49530"/>
                    </a:lnTo>
                    <a:cubicBezTo>
                      <a:pt x="47625" y="55245"/>
                      <a:pt x="42545" y="57785"/>
                      <a:pt x="36195" y="57785"/>
                    </a:cubicBezTo>
                    <a:moveTo>
                      <a:pt x="93345" y="1905"/>
                    </a:moveTo>
                    <a:lnTo>
                      <a:pt x="77470" y="1905"/>
                    </a:lnTo>
                    <a:lnTo>
                      <a:pt x="77470" y="70485"/>
                    </a:lnTo>
                    <a:lnTo>
                      <a:pt x="125730" y="70485"/>
                    </a:lnTo>
                    <a:lnTo>
                      <a:pt x="125730" y="56515"/>
                    </a:lnTo>
                    <a:lnTo>
                      <a:pt x="93345" y="56515"/>
                    </a:lnTo>
                    <a:lnTo>
                      <a:pt x="93345" y="1905"/>
                    </a:lnTo>
                    <a:close/>
                    <a:moveTo>
                      <a:pt x="492125" y="47625"/>
                    </a:moveTo>
                    <a:lnTo>
                      <a:pt x="511810" y="70485"/>
                    </a:lnTo>
                    <a:lnTo>
                      <a:pt x="493395" y="70485"/>
                    </a:lnTo>
                    <a:lnTo>
                      <a:pt x="474980" y="48895"/>
                    </a:lnTo>
                    <a:lnTo>
                      <a:pt x="466090" y="48895"/>
                    </a:lnTo>
                    <a:lnTo>
                      <a:pt x="466090" y="70485"/>
                    </a:lnTo>
                    <a:lnTo>
                      <a:pt x="450850" y="70485"/>
                    </a:lnTo>
                    <a:lnTo>
                      <a:pt x="450850" y="1905"/>
                    </a:lnTo>
                    <a:lnTo>
                      <a:pt x="482600" y="1905"/>
                    </a:lnTo>
                    <a:cubicBezTo>
                      <a:pt x="491490" y="1905"/>
                      <a:pt x="497840" y="3810"/>
                      <a:pt x="502285" y="8255"/>
                    </a:cubicBezTo>
                    <a:cubicBezTo>
                      <a:pt x="506730" y="12065"/>
                      <a:pt x="509905" y="18415"/>
                      <a:pt x="509905" y="25400"/>
                    </a:cubicBezTo>
                    <a:cubicBezTo>
                      <a:pt x="509270" y="34925"/>
                      <a:pt x="505460" y="43815"/>
                      <a:pt x="492125" y="47625"/>
                    </a:cubicBezTo>
                    <a:moveTo>
                      <a:pt x="493395" y="26035"/>
                    </a:moveTo>
                    <a:cubicBezTo>
                      <a:pt x="493395" y="22860"/>
                      <a:pt x="492125" y="20320"/>
                      <a:pt x="490220" y="18415"/>
                    </a:cubicBezTo>
                    <a:cubicBezTo>
                      <a:pt x="488315" y="16510"/>
                      <a:pt x="485140" y="15875"/>
                      <a:pt x="480695" y="15875"/>
                    </a:cubicBezTo>
                    <a:lnTo>
                      <a:pt x="465455" y="15875"/>
                    </a:lnTo>
                    <a:lnTo>
                      <a:pt x="465455" y="36195"/>
                    </a:lnTo>
                    <a:lnTo>
                      <a:pt x="480695" y="36195"/>
                    </a:lnTo>
                    <a:cubicBezTo>
                      <a:pt x="484505" y="36195"/>
                      <a:pt x="487680" y="35560"/>
                      <a:pt x="489585" y="33655"/>
                    </a:cubicBezTo>
                    <a:cubicBezTo>
                      <a:pt x="492125" y="31750"/>
                      <a:pt x="493395" y="29210"/>
                      <a:pt x="493395" y="26035"/>
                    </a:cubicBezTo>
                    <a:moveTo>
                      <a:pt x="587375" y="70485"/>
                    </a:moveTo>
                    <a:lnTo>
                      <a:pt x="571500" y="70485"/>
                    </a:lnTo>
                    <a:lnTo>
                      <a:pt x="565785" y="56515"/>
                    </a:lnTo>
                    <a:lnTo>
                      <a:pt x="536575" y="56515"/>
                    </a:lnTo>
                    <a:lnTo>
                      <a:pt x="531495" y="70485"/>
                    </a:lnTo>
                    <a:lnTo>
                      <a:pt x="515620" y="70485"/>
                    </a:lnTo>
                    <a:lnTo>
                      <a:pt x="544830" y="1905"/>
                    </a:lnTo>
                    <a:lnTo>
                      <a:pt x="558800" y="1905"/>
                    </a:lnTo>
                    <a:lnTo>
                      <a:pt x="587375" y="70485"/>
                    </a:lnTo>
                    <a:close/>
                    <a:moveTo>
                      <a:pt x="560705" y="43815"/>
                    </a:moveTo>
                    <a:lnTo>
                      <a:pt x="551180" y="19685"/>
                    </a:lnTo>
                    <a:lnTo>
                      <a:pt x="541655" y="43815"/>
                    </a:lnTo>
                    <a:lnTo>
                      <a:pt x="560705" y="43815"/>
                    </a:lnTo>
                    <a:close/>
                    <a:moveTo>
                      <a:pt x="264795" y="40640"/>
                    </a:moveTo>
                    <a:cubicBezTo>
                      <a:pt x="264795" y="51435"/>
                      <a:pt x="258445" y="57785"/>
                      <a:pt x="249555" y="57785"/>
                    </a:cubicBezTo>
                    <a:cubicBezTo>
                      <a:pt x="240665" y="57785"/>
                      <a:pt x="234315" y="51435"/>
                      <a:pt x="234315" y="40640"/>
                    </a:cubicBezTo>
                    <a:lnTo>
                      <a:pt x="234315" y="2540"/>
                    </a:lnTo>
                    <a:lnTo>
                      <a:pt x="218440" y="2540"/>
                    </a:lnTo>
                    <a:lnTo>
                      <a:pt x="218440" y="40005"/>
                    </a:lnTo>
                    <a:cubicBezTo>
                      <a:pt x="218440" y="59690"/>
                      <a:pt x="231140" y="72390"/>
                      <a:pt x="249555" y="72390"/>
                    </a:cubicBezTo>
                    <a:cubicBezTo>
                      <a:pt x="267970" y="72390"/>
                      <a:pt x="280670" y="59690"/>
                      <a:pt x="280670" y="40005"/>
                    </a:cubicBezTo>
                    <a:lnTo>
                      <a:pt x="280670" y="2540"/>
                    </a:lnTo>
                    <a:lnTo>
                      <a:pt x="264795" y="2540"/>
                    </a:lnTo>
                    <a:lnTo>
                      <a:pt x="264795" y="40640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27"/>
              <p:cNvSpPr/>
              <p:nvPr/>
            </p:nvSpPr>
            <p:spPr>
              <a:xfrm>
                <a:off x="3489325" y="3597909"/>
                <a:ext cx="188595" cy="210899"/>
              </a:xfrm>
              <a:custGeom>
                <a:avLst/>
                <a:gdLst/>
                <a:ahLst/>
                <a:cxnLst/>
                <a:rect l="l" t="t" r="r" b="b"/>
                <a:pathLst>
                  <a:path w="188595" h="210899" extrusionOk="0">
                    <a:moveTo>
                      <a:pt x="5715" y="170815"/>
                    </a:moveTo>
                    <a:cubicBezTo>
                      <a:pt x="1905" y="162560"/>
                      <a:pt x="0" y="153035"/>
                      <a:pt x="0" y="142240"/>
                    </a:cubicBezTo>
                    <a:lnTo>
                      <a:pt x="48260" y="142240"/>
                    </a:lnTo>
                    <a:cubicBezTo>
                      <a:pt x="48260" y="147955"/>
                      <a:pt x="49530" y="153035"/>
                      <a:pt x="51435" y="158115"/>
                    </a:cubicBezTo>
                    <a:cubicBezTo>
                      <a:pt x="57150" y="171450"/>
                      <a:pt x="73660" y="177800"/>
                      <a:pt x="95885" y="177800"/>
                    </a:cubicBezTo>
                    <a:cubicBezTo>
                      <a:pt x="115570" y="177800"/>
                      <a:pt x="131445" y="172720"/>
                      <a:pt x="136525" y="161925"/>
                    </a:cubicBezTo>
                    <a:cubicBezTo>
                      <a:pt x="137795" y="158750"/>
                      <a:pt x="138430" y="155575"/>
                      <a:pt x="138430" y="152400"/>
                    </a:cubicBezTo>
                    <a:cubicBezTo>
                      <a:pt x="138430" y="149225"/>
                      <a:pt x="137795" y="146050"/>
                      <a:pt x="136525" y="143510"/>
                    </a:cubicBezTo>
                    <a:cubicBezTo>
                      <a:pt x="129540" y="127635"/>
                      <a:pt x="99060" y="124460"/>
                      <a:pt x="70485" y="118110"/>
                    </a:cubicBezTo>
                    <a:cubicBezTo>
                      <a:pt x="41275" y="111760"/>
                      <a:pt x="18415" y="102235"/>
                      <a:pt x="8890" y="81915"/>
                    </a:cubicBezTo>
                    <a:cubicBezTo>
                      <a:pt x="6350" y="76200"/>
                      <a:pt x="5080" y="69215"/>
                      <a:pt x="5080" y="60960"/>
                    </a:cubicBezTo>
                    <a:cubicBezTo>
                      <a:pt x="5080" y="52705"/>
                      <a:pt x="6985" y="45085"/>
                      <a:pt x="9525" y="38735"/>
                    </a:cubicBezTo>
                    <a:cubicBezTo>
                      <a:pt x="20320" y="13970"/>
                      <a:pt x="53340" y="0"/>
                      <a:pt x="92710" y="0"/>
                    </a:cubicBezTo>
                    <a:cubicBezTo>
                      <a:pt x="132080" y="0"/>
                      <a:pt x="163830" y="13335"/>
                      <a:pt x="175895" y="39370"/>
                    </a:cubicBezTo>
                    <a:cubicBezTo>
                      <a:pt x="179070" y="46990"/>
                      <a:pt x="180975" y="55880"/>
                      <a:pt x="180975" y="66040"/>
                    </a:cubicBezTo>
                    <a:lnTo>
                      <a:pt x="133985" y="66040"/>
                    </a:lnTo>
                    <a:cubicBezTo>
                      <a:pt x="133985" y="60325"/>
                      <a:pt x="132715" y="55245"/>
                      <a:pt x="130810" y="50800"/>
                    </a:cubicBezTo>
                    <a:cubicBezTo>
                      <a:pt x="125095" y="38100"/>
                      <a:pt x="111760" y="32385"/>
                      <a:pt x="92075" y="32385"/>
                    </a:cubicBezTo>
                    <a:cubicBezTo>
                      <a:pt x="74930" y="32385"/>
                      <a:pt x="59055" y="37465"/>
                      <a:pt x="54610" y="47625"/>
                    </a:cubicBezTo>
                    <a:cubicBezTo>
                      <a:pt x="53340" y="50165"/>
                      <a:pt x="53340" y="52705"/>
                      <a:pt x="53340" y="55245"/>
                    </a:cubicBezTo>
                    <a:cubicBezTo>
                      <a:pt x="53340" y="57785"/>
                      <a:pt x="53340" y="60325"/>
                      <a:pt x="54610" y="62865"/>
                    </a:cubicBezTo>
                    <a:cubicBezTo>
                      <a:pt x="60960" y="76835"/>
                      <a:pt x="87630" y="80010"/>
                      <a:pt x="115570" y="86360"/>
                    </a:cubicBezTo>
                    <a:cubicBezTo>
                      <a:pt x="146050" y="92710"/>
                      <a:pt x="173355" y="101600"/>
                      <a:pt x="184150" y="124460"/>
                    </a:cubicBezTo>
                    <a:cubicBezTo>
                      <a:pt x="186690" y="130810"/>
                      <a:pt x="188595" y="138430"/>
                      <a:pt x="188595" y="147320"/>
                    </a:cubicBezTo>
                    <a:cubicBezTo>
                      <a:pt x="188595" y="156210"/>
                      <a:pt x="186690" y="164465"/>
                      <a:pt x="183515" y="171450"/>
                    </a:cubicBezTo>
                    <a:cubicBezTo>
                      <a:pt x="171450" y="198120"/>
                      <a:pt x="137795" y="210820"/>
                      <a:pt x="95250" y="210820"/>
                    </a:cubicBezTo>
                    <a:cubicBezTo>
                      <a:pt x="50165" y="212090"/>
                      <a:pt x="17780" y="198120"/>
                      <a:pt x="5715" y="170815"/>
                    </a:cubicBezTo>
                  </a:path>
                </a:pathLst>
              </a:custGeom>
              <a:solidFill>
                <a:srgbClr val="646464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27"/>
              <p:cNvSpPr/>
              <p:nvPr/>
            </p:nvSpPr>
            <p:spPr>
              <a:xfrm>
                <a:off x="3703954" y="3604259"/>
                <a:ext cx="189229" cy="199390"/>
              </a:xfrm>
              <a:custGeom>
                <a:avLst/>
                <a:gdLst/>
                <a:ahLst/>
                <a:cxnLst/>
                <a:rect l="l" t="t" r="r" b="b"/>
                <a:pathLst>
                  <a:path w="189229" h="199390" extrusionOk="0">
                    <a:moveTo>
                      <a:pt x="0" y="0"/>
                    </a:moveTo>
                    <a:lnTo>
                      <a:pt x="80645" y="0"/>
                    </a:lnTo>
                    <a:cubicBezTo>
                      <a:pt x="130175" y="0"/>
                      <a:pt x="165100" y="18415"/>
                      <a:pt x="180340" y="52705"/>
                    </a:cubicBezTo>
                    <a:cubicBezTo>
                      <a:pt x="186055" y="66040"/>
                      <a:pt x="189230" y="81280"/>
                      <a:pt x="189230" y="99695"/>
                    </a:cubicBezTo>
                    <a:cubicBezTo>
                      <a:pt x="189230" y="118110"/>
                      <a:pt x="186690" y="133985"/>
                      <a:pt x="180340" y="147320"/>
                    </a:cubicBezTo>
                    <a:cubicBezTo>
                      <a:pt x="164465" y="181610"/>
                      <a:pt x="130175" y="199390"/>
                      <a:pt x="80645" y="199390"/>
                    </a:cubicBezTo>
                    <a:lnTo>
                      <a:pt x="0" y="199390"/>
                    </a:lnTo>
                    <a:lnTo>
                      <a:pt x="0" y="0"/>
                    </a:lnTo>
                    <a:close/>
                    <a:moveTo>
                      <a:pt x="75565" y="161925"/>
                    </a:moveTo>
                    <a:cubicBezTo>
                      <a:pt x="106680" y="161925"/>
                      <a:pt x="125730" y="151765"/>
                      <a:pt x="135255" y="131445"/>
                    </a:cubicBezTo>
                    <a:cubicBezTo>
                      <a:pt x="139065" y="123190"/>
                      <a:pt x="140970" y="113030"/>
                      <a:pt x="140970" y="99695"/>
                    </a:cubicBezTo>
                    <a:cubicBezTo>
                      <a:pt x="140970" y="86360"/>
                      <a:pt x="139065" y="76200"/>
                      <a:pt x="135255" y="67945"/>
                    </a:cubicBezTo>
                    <a:cubicBezTo>
                      <a:pt x="126365" y="48260"/>
                      <a:pt x="106680" y="38100"/>
                      <a:pt x="75565" y="38100"/>
                    </a:cubicBezTo>
                    <a:lnTo>
                      <a:pt x="45720" y="38100"/>
                    </a:lnTo>
                    <a:lnTo>
                      <a:pt x="45720" y="161925"/>
                    </a:lnTo>
                    <a:lnTo>
                      <a:pt x="75565" y="161925"/>
                    </a:lnTo>
                    <a:close/>
                  </a:path>
                </a:pathLst>
              </a:custGeom>
              <a:solidFill>
                <a:srgbClr val="646464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27"/>
              <p:cNvSpPr/>
              <p:nvPr/>
            </p:nvSpPr>
            <p:spPr>
              <a:xfrm>
                <a:off x="3883025" y="3604259"/>
                <a:ext cx="21082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0820" h="200025" extrusionOk="0">
                    <a:moveTo>
                      <a:pt x="133350" y="97790"/>
                    </a:moveTo>
                    <a:lnTo>
                      <a:pt x="207010" y="0"/>
                    </a:lnTo>
                    <a:lnTo>
                      <a:pt x="151130" y="0"/>
                    </a:lnTo>
                    <a:lnTo>
                      <a:pt x="105410" y="60960"/>
                    </a:lnTo>
                    <a:lnTo>
                      <a:pt x="59055" y="0"/>
                    </a:lnTo>
                    <a:lnTo>
                      <a:pt x="3810" y="0"/>
                    </a:lnTo>
                    <a:lnTo>
                      <a:pt x="49530" y="60960"/>
                    </a:lnTo>
                    <a:lnTo>
                      <a:pt x="105410" y="60960"/>
                    </a:lnTo>
                    <a:lnTo>
                      <a:pt x="77470" y="97790"/>
                    </a:lnTo>
                    <a:lnTo>
                      <a:pt x="0" y="200025"/>
                    </a:lnTo>
                    <a:lnTo>
                      <a:pt x="56515" y="200025"/>
                    </a:lnTo>
                    <a:lnTo>
                      <a:pt x="105410" y="134620"/>
                    </a:lnTo>
                    <a:lnTo>
                      <a:pt x="154940" y="200025"/>
                    </a:lnTo>
                    <a:lnTo>
                      <a:pt x="210820" y="200025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1" name="Google Shape;511;p27"/>
            <p:cNvGrpSpPr/>
            <p:nvPr/>
          </p:nvGrpSpPr>
          <p:grpSpPr>
            <a:xfrm>
              <a:off x="3760469" y="1859280"/>
              <a:ext cx="244792" cy="307181"/>
              <a:chOff x="5013959" y="2254250"/>
              <a:chExt cx="326390" cy="409575"/>
            </a:xfrm>
          </p:grpSpPr>
          <p:sp>
            <p:nvSpPr>
              <p:cNvPr id="512" name="Google Shape;512;p27"/>
              <p:cNvSpPr/>
              <p:nvPr/>
            </p:nvSpPr>
            <p:spPr>
              <a:xfrm>
                <a:off x="5013959" y="2413000"/>
                <a:ext cx="222250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50825" extrusionOk="0">
                    <a:moveTo>
                      <a:pt x="205740" y="96520"/>
                    </a:moveTo>
                    <a:cubicBezTo>
                      <a:pt x="204470" y="102870"/>
                      <a:pt x="171450" y="117475"/>
                      <a:pt x="111760" y="117475"/>
                    </a:cubicBezTo>
                    <a:cubicBezTo>
                      <a:pt x="50800" y="117475"/>
                      <a:pt x="17780" y="102870"/>
                      <a:pt x="17780" y="96520"/>
                    </a:cubicBezTo>
                    <a:lnTo>
                      <a:pt x="17780" y="59690"/>
                    </a:lnTo>
                    <a:cubicBezTo>
                      <a:pt x="38735" y="70485"/>
                      <a:pt x="76200" y="76200"/>
                      <a:pt x="111760" y="76200"/>
                    </a:cubicBezTo>
                    <a:cubicBezTo>
                      <a:pt x="139065" y="76200"/>
                      <a:pt x="167640" y="73025"/>
                      <a:pt x="188595" y="66675"/>
                    </a:cubicBezTo>
                    <a:lnTo>
                      <a:pt x="187960" y="48895"/>
                    </a:lnTo>
                    <a:cubicBezTo>
                      <a:pt x="172720" y="54610"/>
                      <a:pt x="147955" y="59055"/>
                      <a:pt x="111125" y="59055"/>
                    </a:cubicBezTo>
                    <a:cubicBezTo>
                      <a:pt x="46355" y="59055"/>
                      <a:pt x="17145" y="43180"/>
                      <a:pt x="17145" y="38100"/>
                    </a:cubicBezTo>
                    <a:cubicBezTo>
                      <a:pt x="17145" y="33020"/>
                      <a:pt x="46355" y="17145"/>
                      <a:pt x="111125" y="17145"/>
                    </a:cubicBezTo>
                    <a:cubicBezTo>
                      <a:pt x="112395" y="17145"/>
                      <a:pt x="113665" y="17145"/>
                      <a:pt x="115570" y="17145"/>
                    </a:cubicBezTo>
                    <a:lnTo>
                      <a:pt x="130810" y="635"/>
                    </a:lnTo>
                    <a:cubicBezTo>
                      <a:pt x="123825" y="0"/>
                      <a:pt x="117475" y="0"/>
                      <a:pt x="111125" y="0"/>
                    </a:cubicBezTo>
                    <a:cubicBezTo>
                      <a:pt x="57785" y="0"/>
                      <a:pt x="0" y="11430"/>
                      <a:pt x="0" y="38100"/>
                    </a:cubicBezTo>
                    <a:lnTo>
                      <a:pt x="0" y="212725"/>
                    </a:lnTo>
                    <a:cubicBezTo>
                      <a:pt x="0" y="238760"/>
                      <a:pt x="57150" y="250825"/>
                      <a:pt x="111125" y="250825"/>
                    </a:cubicBezTo>
                    <a:cubicBezTo>
                      <a:pt x="152400" y="250825"/>
                      <a:pt x="222250" y="243205"/>
                      <a:pt x="222250" y="212725"/>
                    </a:cubicBezTo>
                    <a:lnTo>
                      <a:pt x="222250" y="68580"/>
                    </a:lnTo>
                    <a:lnTo>
                      <a:pt x="205740" y="68580"/>
                    </a:lnTo>
                    <a:lnTo>
                      <a:pt x="205740" y="96520"/>
                    </a:lnTo>
                    <a:lnTo>
                      <a:pt x="205740" y="96520"/>
                    </a:lnTo>
                    <a:close/>
                    <a:moveTo>
                      <a:pt x="205740" y="212725"/>
                    </a:moveTo>
                    <a:cubicBezTo>
                      <a:pt x="205740" y="219075"/>
                      <a:pt x="172720" y="233680"/>
                      <a:pt x="111760" y="233680"/>
                    </a:cubicBezTo>
                    <a:cubicBezTo>
                      <a:pt x="52070" y="233680"/>
                      <a:pt x="19050" y="219075"/>
                      <a:pt x="17780" y="212725"/>
                    </a:cubicBezTo>
                    <a:lnTo>
                      <a:pt x="17780" y="175895"/>
                    </a:lnTo>
                    <a:cubicBezTo>
                      <a:pt x="40640" y="187960"/>
                      <a:pt x="83185" y="191770"/>
                      <a:pt x="111760" y="191770"/>
                    </a:cubicBezTo>
                    <a:cubicBezTo>
                      <a:pt x="147320" y="191770"/>
                      <a:pt x="184785" y="186055"/>
                      <a:pt x="205740" y="175260"/>
                    </a:cubicBezTo>
                    <a:lnTo>
                      <a:pt x="205740" y="212725"/>
                    </a:lnTo>
                    <a:close/>
                    <a:moveTo>
                      <a:pt x="205740" y="154305"/>
                    </a:moveTo>
                    <a:cubicBezTo>
                      <a:pt x="204470" y="160655"/>
                      <a:pt x="171450" y="175260"/>
                      <a:pt x="111760" y="175260"/>
                    </a:cubicBezTo>
                    <a:cubicBezTo>
                      <a:pt x="50800" y="175260"/>
                      <a:pt x="17780" y="160655"/>
                      <a:pt x="17780" y="154305"/>
                    </a:cubicBezTo>
                    <a:lnTo>
                      <a:pt x="17780" y="118110"/>
                    </a:lnTo>
                    <a:cubicBezTo>
                      <a:pt x="40640" y="130175"/>
                      <a:pt x="83185" y="133985"/>
                      <a:pt x="111760" y="133985"/>
                    </a:cubicBezTo>
                    <a:cubicBezTo>
                      <a:pt x="147320" y="133985"/>
                      <a:pt x="184785" y="128270"/>
                      <a:pt x="205740" y="117475"/>
                    </a:cubicBezTo>
                    <a:lnTo>
                      <a:pt x="205740" y="154305"/>
                    </a:lnTo>
                    <a:close/>
                  </a:path>
                </a:pathLst>
              </a:custGeom>
              <a:solidFill>
                <a:srgbClr val="FF8400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27"/>
              <p:cNvSpPr/>
              <p:nvPr/>
            </p:nvSpPr>
            <p:spPr>
              <a:xfrm>
                <a:off x="5112384" y="2254250"/>
                <a:ext cx="227965" cy="227964"/>
              </a:xfrm>
              <a:custGeom>
                <a:avLst/>
                <a:gdLst/>
                <a:ahLst/>
                <a:cxnLst/>
                <a:rect l="l" t="t" r="r" b="b"/>
                <a:pathLst>
                  <a:path w="227965" h="227964" extrusionOk="0">
                    <a:moveTo>
                      <a:pt x="137160" y="227965"/>
                    </a:moveTo>
                    <a:lnTo>
                      <a:pt x="90805" y="227965"/>
                    </a:lnTo>
                    <a:lnTo>
                      <a:pt x="90170" y="198120"/>
                    </a:lnTo>
                    <a:cubicBezTo>
                      <a:pt x="83820" y="196215"/>
                      <a:pt x="78105" y="193675"/>
                      <a:pt x="71755" y="190500"/>
                    </a:cubicBezTo>
                    <a:lnTo>
                      <a:pt x="49530" y="211455"/>
                    </a:lnTo>
                    <a:lnTo>
                      <a:pt x="16510" y="178435"/>
                    </a:lnTo>
                    <a:lnTo>
                      <a:pt x="37465" y="156210"/>
                    </a:lnTo>
                    <a:cubicBezTo>
                      <a:pt x="33655" y="149860"/>
                      <a:pt x="31115" y="144145"/>
                      <a:pt x="29845" y="137795"/>
                    </a:cubicBezTo>
                    <a:lnTo>
                      <a:pt x="0" y="137160"/>
                    </a:lnTo>
                    <a:lnTo>
                      <a:pt x="0" y="90805"/>
                    </a:lnTo>
                    <a:lnTo>
                      <a:pt x="29845" y="90170"/>
                    </a:lnTo>
                    <a:cubicBezTo>
                      <a:pt x="31750" y="83820"/>
                      <a:pt x="34290" y="78105"/>
                      <a:pt x="37465" y="71755"/>
                    </a:cubicBezTo>
                    <a:lnTo>
                      <a:pt x="16510" y="49530"/>
                    </a:lnTo>
                    <a:lnTo>
                      <a:pt x="49530" y="16510"/>
                    </a:lnTo>
                    <a:lnTo>
                      <a:pt x="71755" y="37465"/>
                    </a:lnTo>
                    <a:cubicBezTo>
                      <a:pt x="78105" y="33655"/>
                      <a:pt x="83820" y="31115"/>
                      <a:pt x="90170" y="29845"/>
                    </a:cubicBezTo>
                    <a:lnTo>
                      <a:pt x="90805" y="0"/>
                    </a:lnTo>
                    <a:lnTo>
                      <a:pt x="137160" y="0"/>
                    </a:lnTo>
                    <a:lnTo>
                      <a:pt x="137795" y="29845"/>
                    </a:lnTo>
                    <a:cubicBezTo>
                      <a:pt x="144145" y="31750"/>
                      <a:pt x="149860" y="34290"/>
                      <a:pt x="156210" y="37465"/>
                    </a:cubicBezTo>
                    <a:lnTo>
                      <a:pt x="178435" y="16510"/>
                    </a:lnTo>
                    <a:lnTo>
                      <a:pt x="211455" y="49530"/>
                    </a:lnTo>
                    <a:lnTo>
                      <a:pt x="190500" y="71755"/>
                    </a:lnTo>
                    <a:cubicBezTo>
                      <a:pt x="194310" y="78105"/>
                      <a:pt x="196850" y="83820"/>
                      <a:pt x="198120" y="90170"/>
                    </a:cubicBezTo>
                    <a:lnTo>
                      <a:pt x="227965" y="90805"/>
                    </a:lnTo>
                    <a:lnTo>
                      <a:pt x="227965" y="137160"/>
                    </a:lnTo>
                    <a:lnTo>
                      <a:pt x="198120" y="137795"/>
                    </a:lnTo>
                    <a:cubicBezTo>
                      <a:pt x="196215" y="144145"/>
                      <a:pt x="193675" y="149860"/>
                      <a:pt x="190500" y="156210"/>
                    </a:cubicBezTo>
                    <a:lnTo>
                      <a:pt x="211455" y="178435"/>
                    </a:lnTo>
                    <a:lnTo>
                      <a:pt x="178435" y="211455"/>
                    </a:lnTo>
                    <a:lnTo>
                      <a:pt x="156210" y="190500"/>
                    </a:lnTo>
                    <a:cubicBezTo>
                      <a:pt x="149860" y="194310"/>
                      <a:pt x="144145" y="196850"/>
                      <a:pt x="137795" y="198120"/>
                    </a:cubicBezTo>
                    <a:lnTo>
                      <a:pt x="137160" y="227965"/>
                    </a:lnTo>
                    <a:close/>
                    <a:moveTo>
                      <a:pt x="107315" y="210820"/>
                    </a:moveTo>
                    <a:lnTo>
                      <a:pt x="120650" y="210820"/>
                    </a:lnTo>
                    <a:lnTo>
                      <a:pt x="121285" y="184150"/>
                    </a:lnTo>
                    <a:lnTo>
                      <a:pt x="128270" y="182880"/>
                    </a:lnTo>
                    <a:cubicBezTo>
                      <a:pt x="136525" y="181610"/>
                      <a:pt x="144780" y="177800"/>
                      <a:pt x="153035" y="172720"/>
                    </a:cubicBezTo>
                    <a:lnTo>
                      <a:pt x="158750" y="168910"/>
                    </a:lnTo>
                    <a:lnTo>
                      <a:pt x="178435" y="187325"/>
                    </a:lnTo>
                    <a:lnTo>
                      <a:pt x="187960" y="177800"/>
                    </a:lnTo>
                    <a:lnTo>
                      <a:pt x="169545" y="158115"/>
                    </a:lnTo>
                    <a:lnTo>
                      <a:pt x="173355" y="152400"/>
                    </a:lnTo>
                    <a:cubicBezTo>
                      <a:pt x="179070" y="144145"/>
                      <a:pt x="182245" y="135890"/>
                      <a:pt x="183515" y="127635"/>
                    </a:cubicBezTo>
                    <a:lnTo>
                      <a:pt x="184785" y="120650"/>
                    </a:lnTo>
                    <a:lnTo>
                      <a:pt x="211455" y="120015"/>
                    </a:lnTo>
                    <a:lnTo>
                      <a:pt x="211455" y="106680"/>
                    </a:lnTo>
                    <a:lnTo>
                      <a:pt x="184785" y="106045"/>
                    </a:lnTo>
                    <a:lnTo>
                      <a:pt x="183515" y="99060"/>
                    </a:lnTo>
                    <a:cubicBezTo>
                      <a:pt x="182245" y="90805"/>
                      <a:pt x="178435" y="82550"/>
                      <a:pt x="173355" y="74295"/>
                    </a:cubicBezTo>
                    <a:lnTo>
                      <a:pt x="169545" y="68580"/>
                    </a:lnTo>
                    <a:lnTo>
                      <a:pt x="187960" y="48895"/>
                    </a:lnTo>
                    <a:lnTo>
                      <a:pt x="178435" y="39370"/>
                    </a:lnTo>
                    <a:lnTo>
                      <a:pt x="158750" y="57785"/>
                    </a:lnTo>
                    <a:lnTo>
                      <a:pt x="153035" y="53975"/>
                    </a:lnTo>
                    <a:cubicBezTo>
                      <a:pt x="144780" y="48260"/>
                      <a:pt x="136525" y="45085"/>
                      <a:pt x="128270" y="43815"/>
                    </a:cubicBezTo>
                    <a:lnTo>
                      <a:pt x="121285" y="42545"/>
                    </a:lnTo>
                    <a:lnTo>
                      <a:pt x="120650" y="15875"/>
                    </a:lnTo>
                    <a:lnTo>
                      <a:pt x="107315" y="15875"/>
                    </a:lnTo>
                    <a:lnTo>
                      <a:pt x="106680" y="42545"/>
                    </a:lnTo>
                    <a:lnTo>
                      <a:pt x="99695" y="43815"/>
                    </a:lnTo>
                    <a:cubicBezTo>
                      <a:pt x="91440" y="45085"/>
                      <a:pt x="83185" y="48895"/>
                      <a:pt x="74930" y="53975"/>
                    </a:cubicBezTo>
                    <a:lnTo>
                      <a:pt x="69215" y="57785"/>
                    </a:lnTo>
                    <a:lnTo>
                      <a:pt x="49530" y="39370"/>
                    </a:lnTo>
                    <a:lnTo>
                      <a:pt x="40005" y="48895"/>
                    </a:lnTo>
                    <a:lnTo>
                      <a:pt x="58420" y="68580"/>
                    </a:lnTo>
                    <a:lnTo>
                      <a:pt x="54610" y="74295"/>
                    </a:lnTo>
                    <a:cubicBezTo>
                      <a:pt x="48895" y="82550"/>
                      <a:pt x="45720" y="90805"/>
                      <a:pt x="44450" y="99060"/>
                    </a:cubicBezTo>
                    <a:lnTo>
                      <a:pt x="43180" y="106045"/>
                    </a:lnTo>
                    <a:lnTo>
                      <a:pt x="16510" y="106680"/>
                    </a:lnTo>
                    <a:lnTo>
                      <a:pt x="16510" y="120015"/>
                    </a:lnTo>
                    <a:lnTo>
                      <a:pt x="43180" y="120650"/>
                    </a:lnTo>
                    <a:lnTo>
                      <a:pt x="44450" y="127635"/>
                    </a:lnTo>
                    <a:cubicBezTo>
                      <a:pt x="45720" y="135890"/>
                      <a:pt x="49530" y="144145"/>
                      <a:pt x="54610" y="152400"/>
                    </a:cubicBezTo>
                    <a:lnTo>
                      <a:pt x="58420" y="158115"/>
                    </a:lnTo>
                    <a:lnTo>
                      <a:pt x="40005" y="177800"/>
                    </a:lnTo>
                    <a:lnTo>
                      <a:pt x="49530" y="187325"/>
                    </a:lnTo>
                    <a:lnTo>
                      <a:pt x="69215" y="168910"/>
                    </a:lnTo>
                    <a:lnTo>
                      <a:pt x="74930" y="172720"/>
                    </a:lnTo>
                    <a:cubicBezTo>
                      <a:pt x="83185" y="178435"/>
                      <a:pt x="91440" y="181610"/>
                      <a:pt x="99695" y="182880"/>
                    </a:cubicBezTo>
                    <a:lnTo>
                      <a:pt x="106680" y="184150"/>
                    </a:lnTo>
                    <a:lnTo>
                      <a:pt x="107315" y="210820"/>
                    </a:lnTo>
                    <a:close/>
                    <a:moveTo>
                      <a:pt x="219710" y="128905"/>
                    </a:moveTo>
                    <a:lnTo>
                      <a:pt x="219710" y="128905"/>
                    </a:lnTo>
                    <a:lnTo>
                      <a:pt x="219710" y="128905"/>
                    </a:ln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27"/>
              <p:cNvSpPr/>
              <p:nvPr/>
            </p:nvSpPr>
            <p:spPr>
              <a:xfrm>
                <a:off x="5172709" y="2313939"/>
                <a:ext cx="106680" cy="106680"/>
              </a:xfrm>
              <a:custGeom>
                <a:avLst/>
                <a:gdLst/>
                <a:ahLst/>
                <a:cxnLst/>
                <a:rect l="l" t="t" r="r" b="b"/>
                <a:pathLst>
                  <a:path w="106680" h="106680" extrusionOk="0">
                    <a:moveTo>
                      <a:pt x="53340" y="106680"/>
                    </a:moveTo>
                    <a:cubicBezTo>
                      <a:pt x="24130" y="106680"/>
                      <a:pt x="0" y="83185"/>
                      <a:pt x="0" y="53340"/>
                    </a:cubicBezTo>
                    <a:cubicBezTo>
                      <a:pt x="0" y="24130"/>
                      <a:pt x="23495" y="0"/>
                      <a:pt x="53340" y="0"/>
                    </a:cubicBezTo>
                    <a:cubicBezTo>
                      <a:pt x="83185" y="0"/>
                      <a:pt x="106680" y="23495"/>
                      <a:pt x="106680" y="53340"/>
                    </a:cubicBezTo>
                    <a:cubicBezTo>
                      <a:pt x="106680" y="83185"/>
                      <a:pt x="82550" y="106680"/>
                      <a:pt x="53340" y="106680"/>
                    </a:cubicBezTo>
                    <a:close/>
                    <a:moveTo>
                      <a:pt x="53340" y="17780"/>
                    </a:moveTo>
                    <a:cubicBezTo>
                      <a:pt x="33020" y="17780"/>
                      <a:pt x="17145" y="34290"/>
                      <a:pt x="17145" y="53975"/>
                    </a:cubicBezTo>
                    <a:cubicBezTo>
                      <a:pt x="17145" y="74295"/>
                      <a:pt x="33655" y="90170"/>
                      <a:pt x="53340" y="90170"/>
                    </a:cubicBezTo>
                    <a:cubicBezTo>
                      <a:pt x="73660" y="90170"/>
                      <a:pt x="89535" y="73660"/>
                      <a:pt x="89535" y="53975"/>
                    </a:cubicBezTo>
                    <a:cubicBezTo>
                      <a:pt x="89535" y="33655"/>
                      <a:pt x="73660" y="17780"/>
                      <a:pt x="53340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5" name="Google Shape;515;p27"/>
            <p:cNvSpPr txBox="1"/>
            <p:nvPr/>
          </p:nvSpPr>
          <p:spPr>
            <a:xfrm>
              <a:off x="2286000" y="1097275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PRIVATE CLOUD</a:t>
              </a:r>
              <a:endParaRPr sz="9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6" name="Google Shape;516;p27"/>
            <p:cNvSpPr txBox="1"/>
            <p:nvPr/>
          </p:nvSpPr>
          <p:spPr>
            <a:xfrm>
              <a:off x="2428875" y="138302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MANAGEMENT CONSOLE | REPLICATION MANAGER | OBSERVABILITY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7" name="Google Shape;517;p27"/>
            <p:cNvSpPr txBox="1"/>
            <p:nvPr/>
          </p:nvSpPr>
          <p:spPr>
            <a:xfrm>
              <a:off x="2616994" y="3430900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CLUSTERS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8" name="Google Shape;518;p27"/>
            <p:cNvSpPr txBox="1"/>
            <p:nvPr/>
          </p:nvSpPr>
          <p:spPr>
            <a:xfrm>
              <a:off x="2616994" y="2002155"/>
              <a:ext cx="6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SERVICES</a:t>
              </a:r>
              <a:endParaRPr sz="7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9" name="Google Shape;519;p27"/>
            <p:cNvSpPr txBox="1"/>
            <p:nvPr/>
          </p:nvSpPr>
          <p:spPr>
            <a:xfrm>
              <a:off x="3498874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ENGINEERING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0" name="Google Shape;520;p27"/>
            <p:cNvSpPr txBox="1"/>
            <p:nvPr/>
          </p:nvSpPr>
          <p:spPr>
            <a:xfrm>
              <a:off x="4665134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WAREHOUSE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1" name="Google Shape;521;p27"/>
            <p:cNvSpPr txBox="1"/>
            <p:nvPr/>
          </p:nvSpPr>
          <p:spPr>
            <a:xfrm>
              <a:off x="5781219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MACHINE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LEARNING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2" name="Google Shape;522;p27"/>
            <p:cNvSpPr txBox="1"/>
            <p:nvPr/>
          </p:nvSpPr>
          <p:spPr>
            <a:xfrm>
              <a:off x="2426063" y="395477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PRIVATE CLOUD BASE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3" name="Google Shape;523;p27"/>
            <p:cNvSpPr txBox="1"/>
            <p:nvPr/>
          </p:nvSpPr>
          <p:spPr>
            <a:xfrm>
              <a:off x="3279168" y="3642356"/>
              <a:ext cx="111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NiFi*, Kafka, Flink*, Spark, Impala, Hive, HBase, Phoenix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4" name="Google Shape;524;p27"/>
            <p:cNvSpPr txBox="1"/>
            <p:nvPr/>
          </p:nvSpPr>
          <p:spPr>
            <a:xfrm>
              <a:off x="4746075" y="3430905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FILE</a:t>
              </a:r>
              <a:b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STORAGE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HDFS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5" name="Google Shape;525;p27"/>
            <p:cNvSpPr txBox="1"/>
            <p:nvPr/>
          </p:nvSpPr>
          <p:spPr>
            <a:xfrm>
              <a:off x="5793819" y="3430905"/>
              <a:ext cx="69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OBJECT</a:t>
              </a:r>
              <a:b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STORAGE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Ozone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27" name="Google Shape;527;p27"/>
            <p:cNvSpPr txBox="1"/>
            <p:nvPr/>
          </p:nvSpPr>
          <p:spPr>
            <a:xfrm>
              <a:off x="3212050" y="2764155"/>
              <a:ext cx="3284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METADATA | SECURITY | ENCRYPTION | CONTROL | GOVERNANCE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0C5C2E4-7BB4-BDD2-B965-90082196AD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9"/>
          <p:cNvSpPr txBox="1">
            <a:spLocks noGrp="1"/>
          </p:cNvSpPr>
          <p:nvPr>
            <p:ph type="title"/>
          </p:nvPr>
        </p:nvSpPr>
        <p:spPr>
          <a:xfrm>
            <a:off x="419100" y="457200"/>
            <a:ext cx="8305800" cy="4179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PUBLIC CLOUD</a:t>
            </a:r>
            <a:endParaRPr dirty="0"/>
          </a:p>
        </p:txBody>
      </p:sp>
      <p:grpSp>
        <p:nvGrpSpPr>
          <p:cNvPr id="594" name="Google Shape;594;p29"/>
          <p:cNvGrpSpPr/>
          <p:nvPr/>
        </p:nvGrpSpPr>
        <p:grpSpPr>
          <a:xfrm>
            <a:off x="2095500" y="1097275"/>
            <a:ext cx="4953000" cy="3286130"/>
            <a:chOff x="2095500" y="1097275"/>
            <a:chExt cx="4953000" cy="3286130"/>
          </a:xfrm>
        </p:grpSpPr>
        <p:sp>
          <p:nvSpPr>
            <p:cNvPr id="595" name="Google Shape;595;p29"/>
            <p:cNvSpPr/>
            <p:nvPr/>
          </p:nvSpPr>
          <p:spPr>
            <a:xfrm>
              <a:off x="2095500" y="1097280"/>
              <a:ext cx="4953000" cy="3286125"/>
            </a:xfrm>
            <a:custGeom>
              <a:avLst/>
              <a:gdLst/>
              <a:ahLst/>
              <a:cxnLst/>
              <a:rect l="l" t="t" r="r" b="b"/>
              <a:pathLst>
                <a:path w="6604000" h="4381500" extrusionOk="0">
                  <a:moveTo>
                    <a:pt x="0" y="0"/>
                  </a:moveTo>
                  <a:lnTo>
                    <a:pt x="6604000" y="0"/>
                  </a:lnTo>
                  <a:lnTo>
                    <a:pt x="6604000" y="4381500"/>
                  </a:lnTo>
                  <a:lnTo>
                    <a:pt x="0" y="43815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2238375" y="1383030"/>
              <a:ext cx="4667250" cy="285750"/>
            </a:xfrm>
            <a:custGeom>
              <a:avLst/>
              <a:gdLst/>
              <a:ahLst/>
              <a:cxnLst/>
              <a:rect l="l" t="t" r="r" b="b"/>
              <a:pathLst>
                <a:path w="6223000" h="381000" extrusionOk="0">
                  <a:moveTo>
                    <a:pt x="0" y="0"/>
                  </a:moveTo>
                  <a:lnTo>
                    <a:pt x="6223000" y="0"/>
                  </a:lnTo>
                  <a:lnTo>
                    <a:pt x="6223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2238375" y="1764030"/>
              <a:ext cx="4667250" cy="762000"/>
            </a:xfrm>
            <a:custGeom>
              <a:avLst/>
              <a:gdLst/>
              <a:ahLst/>
              <a:cxnLst/>
              <a:rect l="l" t="t" r="r" b="b"/>
              <a:pathLst>
                <a:path w="6223000" h="1016000" extrusionOk="0">
                  <a:moveTo>
                    <a:pt x="0" y="0"/>
                  </a:moveTo>
                  <a:lnTo>
                    <a:pt x="6223000" y="0"/>
                  </a:lnTo>
                  <a:lnTo>
                    <a:pt x="6223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2238375" y="2621280"/>
              <a:ext cx="4667250" cy="1619250"/>
            </a:xfrm>
            <a:custGeom>
              <a:avLst/>
              <a:gdLst/>
              <a:ahLst/>
              <a:cxnLst/>
              <a:rect l="l" t="t" r="r" b="b"/>
              <a:pathLst>
                <a:path w="6223000" h="2159000" extrusionOk="0">
                  <a:moveTo>
                    <a:pt x="0" y="0"/>
                  </a:moveTo>
                  <a:lnTo>
                    <a:pt x="6223000" y="0"/>
                  </a:lnTo>
                  <a:lnTo>
                    <a:pt x="6223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2333625" y="3192780"/>
              <a:ext cx="2190750" cy="762000"/>
            </a:xfrm>
            <a:custGeom>
              <a:avLst/>
              <a:gdLst/>
              <a:ahLst/>
              <a:cxnLst/>
              <a:rect l="l" t="t" r="r" b="b"/>
              <a:pathLst>
                <a:path w="2921000" h="1016000" extrusionOk="0">
                  <a:moveTo>
                    <a:pt x="0" y="0"/>
                  </a:moveTo>
                  <a:lnTo>
                    <a:pt x="2921000" y="0"/>
                  </a:lnTo>
                  <a:lnTo>
                    <a:pt x="292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4619625" y="3192780"/>
              <a:ext cx="2190750" cy="762000"/>
            </a:xfrm>
            <a:custGeom>
              <a:avLst/>
              <a:gdLst/>
              <a:ahLst/>
              <a:cxnLst/>
              <a:rect l="l" t="t" r="r" b="b"/>
              <a:pathLst>
                <a:path w="2921000" h="1016000" extrusionOk="0">
                  <a:moveTo>
                    <a:pt x="0" y="0"/>
                  </a:moveTo>
                  <a:lnTo>
                    <a:pt x="2921000" y="0"/>
                  </a:lnTo>
                  <a:lnTo>
                    <a:pt x="292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2333625" y="2716530"/>
              <a:ext cx="4476750" cy="381476"/>
            </a:xfrm>
            <a:custGeom>
              <a:avLst/>
              <a:gdLst/>
              <a:ahLst/>
              <a:cxnLst/>
              <a:rect l="l" t="t" r="r" b="b"/>
              <a:pathLst>
                <a:path w="5969000" h="508634" extrusionOk="0">
                  <a:moveTo>
                    <a:pt x="4720590" y="508000"/>
                  </a:moveTo>
                  <a:lnTo>
                    <a:pt x="5228590" y="0"/>
                  </a:lnTo>
                  <a:lnTo>
                    <a:pt x="5237481" y="0"/>
                  </a:lnTo>
                  <a:lnTo>
                    <a:pt x="4729481" y="508000"/>
                  </a:lnTo>
                  <a:lnTo>
                    <a:pt x="4720590" y="508000"/>
                  </a:lnTo>
                  <a:close/>
                  <a:moveTo>
                    <a:pt x="4425315" y="508000"/>
                  </a:moveTo>
                  <a:lnTo>
                    <a:pt x="4933315" y="0"/>
                  </a:lnTo>
                  <a:lnTo>
                    <a:pt x="4924425" y="0"/>
                  </a:lnTo>
                  <a:lnTo>
                    <a:pt x="4416425" y="508000"/>
                  </a:lnTo>
                  <a:lnTo>
                    <a:pt x="4425315" y="508000"/>
                  </a:lnTo>
                  <a:close/>
                  <a:moveTo>
                    <a:pt x="4545965" y="508000"/>
                  </a:moveTo>
                  <a:lnTo>
                    <a:pt x="5054600" y="0"/>
                  </a:lnTo>
                  <a:lnTo>
                    <a:pt x="5045710" y="0"/>
                  </a:lnTo>
                  <a:lnTo>
                    <a:pt x="4537075" y="508000"/>
                  </a:lnTo>
                  <a:lnTo>
                    <a:pt x="4545965" y="508000"/>
                  </a:lnTo>
                  <a:close/>
                  <a:moveTo>
                    <a:pt x="4606925" y="508000"/>
                  </a:moveTo>
                  <a:lnTo>
                    <a:pt x="5114925" y="0"/>
                  </a:lnTo>
                  <a:lnTo>
                    <a:pt x="5106035" y="0"/>
                  </a:lnTo>
                  <a:lnTo>
                    <a:pt x="4598035" y="508000"/>
                  </a:lnTo>
                  <a:lnTo>
                    <a:pt x="4606925" y="508000"/>
                  </a:lnTo>
                  <a:close/>
                  <a:moveTo>
                    <a:pt x="4364990" y="508000"/>
                  </a:moveTo>
                  <a:lnTo>
                    <a:pt x="4872990" y="0"/>
                  </a:lnTo>
                  <a:lnTo>
                    <a:pt x="4864100" y="0"/>
                  </a:lnTo>
                  <a:lnTo>
                    <a:pt x="4356100" y="508000"/>
                  </a:lnTo>
                  <a:lnTo>
                    <a:pt x="4364990" y="508000"/>
                  </a:lnTo>
                  <a:close/>
                  <a:moveTo>
                    <a:pt x="4668520" y="508000"/>
                  </a:moveTo>
                  <a:lnTo>
                    <a:pt x="5177156" y="0"/>
                  </a:lnTo>
                  <a:lnTo>
                    <a:pt x="5168265" y="0"/>
                  </a:lnTo>
                  <a:lnTo>
                    <a:pt x="4659631" y="508000"/>
                  </a:lnTo>
                  <a:lnTo>
                    <a:pt x="4668520" y="508000"/>
                  </a:lnTo>
                  <a:close/>
                  <a:moveTo>
                    <a:pt x="4485640" y="508000"/>
                  </a:moveTo>
                  <a:lnTo>
                    <a:pt x="4993640" y="0"/>
                  </a:lnTo>
                  <a:lnTo>
                    <a:pt x="4984750" y="0"/>
                  </a:lnTo>
                  <a:lnTo>
                    <a:pt x="4476750" y="508000"/>
                  </a:lnTo>
                  <a:lnTo>
                    <a:pt x="4485640" y="508000"/>
                  </a:lnTo>
                  <a:close/>
                  <a:moveTo>
                    <a:pt x="449580" y="0"/>
                  </a:moveTo>
                  <a:lnTo>
                    <a:pt x="0" y="449580"/>
                  </a:lnTo>
                  <a:lnTo>
                    <a:pt x="0" y="458470"/>
                  </a:lnTo>
                  <a:lnTo>
                    <a:pt x="458470" y="0"/>
                  </a:lnTo>
                  <a:lnTo>
                    <a:pt x="449580" y="0"/>
                  </a:lnTo>
                  <a:close/>
                  <a:moveTo>
                    <a:pt x="389255" y="0"/>
                  </a:moveTo>
                  <a:lnTo>
                    <a:pt x="0" y="388620"/>
                  </a:lnTo>
                  <a:lnTo>
                    <a:pt x="0" y="397510"/>
                  </a:lnTo>
                  <a:lnTo>
                    <a:pt x="398145" y="0"/>
                  </a:lnTo>
                  <a:lnTo>
                    <a:pt x="389255" y="0"/>
                  </a:lnTo>
                  <a:close/>
                  <a:moveTo>
                    <a:pt x="5880100" y="508000"/>
                  </a:moveTo>
                  <a:lnTo>
                    <a:pt x="5969000" y="419100"/>
                  </a:lnTo>
                  <a:lnTo>
                    <a:pt x="5969000" y="410210"/>
                  </a:lnTo>
                  <a:lnTo>
                    <a:pt x="5871210" y="508000"/>
                  </a:lnTo>
                  <a:lnTo>
                    <a:pt x="5880100" y="508000"/>
                  </a:lnTo>
                  <a:close/>
                  <a:moveTo>
                    <a:pt x="5940425" y="508000"/>
                  </a:moveTo>
                  <a:lnTo>
                    <a:pt x="5969000" y="479425"/>
                  </a:lnTo>
                  <a:lnTo>
                    <a:pt x="5969000" y="470535"/>
                  </a:lnTo>
                  <a:lnTo>
                    <a:pt x="5931535" y="508000"/>
                  </a:lnTo>
                  <a:lnTo>
                    <a:pt x="5940425" y="508000"/>
                  </a:lnTo>
                  <a:close/>
                  <a:moveTo>
                    <a:pt x="5819140" y="508000"/>
                  </a:moveTo>
                  <a:lnTo>
                    <a:pt x="5969000" y="358140"/>
                  </a:lnTo>
                  <a:lnTo>
                    <a:pt x="5969000" y="349250"/>
                  </a:lnTo>
                  <a:lnTo>
                    <a:pt x="5810250" y="508000"/>
                  </a:lnTo>
                  <a:lnTo>
                    <a:pt x="5819140" y="508000"/>
                  </a:lnTo>
                  <a:close/>
                  <a:moveTo>
                    <a:pt x="5637531" y="508000"/>
                  </a:moveTo>
                  <a:lnTo>
                    <a:pt x="5969000" y="177165"/>
                  </a:lnTo>
                  <a:lnTo>
                    <a:pt x="5969000" y="168275"/>
                  </a:lnTo>
                  <a:lnTo>
                    <a:pt x="5628640" y="508000"/>
                  </a:lnTo>
                  <a:lnTo>
                    <a:pt x="5637531" y="508000"/>
                  </a:lnTo>
                  <a:close/>
                  <a:moveTo>
                    <a:pt x="5698490" y="508000"/>
                  </a:moveTo>
                  <a:lnTo>
                    <a:pt x="5969000" y="237490"/>
                  </a:lnTo>
                  <a:lnTo>
                    <a:pt x="5969000" y="228600"/>
                  </a:lnTo>
                  <a:lnTo>
                    <a:pt x="5689600" y="508000"/>
                  </a:lnTo>
                  <a:lnTo>
                    <a:pt x="5698490" y="508000"/>
                  </a:lnTo>
                  <a:close/>
                  <a:moveTo>
                    <a:pt x="5758815" y="508000"/>
                  </a:moveTo>
                  <a:lnTo>
                    <a:pt x="5969000" y="298450"/>
                  </a:lnTo>
                  <a:lnTo>
                    <a:pt x="5969000" y="289560"/>
                  </a:lnTo>
                  <a:lnTo>
                    <a:pt x="5749925" y="508635"/>
                  </a:lnTo>
                  <a:lnTo>
                    <a:pt x="5758815" y="508635"/>
                  </a:lnTo>
                  <a:close/>
                  <a:moveTo>
                    <a:pt x="328295" y="0"/>
                  </a:moveTo>
                  <a:lnTo>
                    <a:pt x="0" y="328295"/>
                  </a:lnTo>
                  <a:lnTo>
                    <a:pt x="0" y="337185"/>
                  </a:lnTo>
                  <a:lnTo>
                    <a:pt x="337185" y="0"/>
                  </a:lnTo>
                  <a:lnTo>
                    <a:pt x="328295" y="0"/>
                  </a:lnTo>
                  <a:close/>
                  <a:moveTo>
                    <a:pt x="26035" y="0"/>
                  </a:moveTo>
                  <a:lnTo>
                    <a:pt x="0" y="26035"/>
                  </a:lnTo>
                  <a:lnTo>
                    <a:pt x="0" y="34925"/>
                  </a:lnTo>
                  <a:lnTo>
                    <a:pt x="34925" y="0"/>
                  </a:lnTo>
                  <a:lnTo>
                    <a:pt x="26035" y="0"/>
                  </a:lnTo>
                  <a:close/>
                  <a:moveTo>
                    <a:pt x="147320" y="0"/>
                  </a:moveTo>
                  <a:lnTo>
                    <a:pt x="0" y="147320"/>
                  </a:lnTo>
                  <a:lnTo>
                    <a:pt x="0" y="156210"/>
                  </a:lnTo>
                  <a:lnTo>
                    <a:pt x="156210" y="0"/>
                  </a:lnTo>
                  <a:lnTo>
                    <a:pt x="147320" y="0"/>
                  </a:lnTo>
                  <a:close/>
                  <a:moveTo>
                    <a:pt x="86995" y="0"/>
                  </a:moveTo>
                  <a:lnTo>
                    <a:pt x="0" y="86995"/>
                  </a:lnTo>
                  <a:lnTo>
                    <a:pt x="0" y="95885"/>
                  </a:lnTo>
                  <a:lnTo>
                    <a:pt x="95885" y="0"/>
                  </a:lnTo>
                  <a:lnTo>
                    <a:pt x="86995" y="0"/>
                  </a:lnTo>
                  <a:close/>
                  <a:moveTo>
                    <a:pt x="207645" y="0"/>
                  </a:moveTo>
                  <a:lnTo>
                    <a:pt x="0" y="207645"/>
                  </a:lnTo>
                  <a:lnTo>
                    <a:pt x="0" y="216535"/>
                  </a:lnTo>
                  <a:lnTo>
                    <a:pt x="216535" y="0"/>
                  </a:lnTo>
                  <a:lnTo>
                    <a:pt x="207645" y="0"/>
                  </a:lnTo>
                  <a:close/>
                  <a:moveTo>
                    <a:pt x="267970" y="0"/>
                  </a:moveTo>
                  <a:lnTo>
                    <a:pt x="0" y="267970"/>
                  </a:lnTo>
                  <a:lnTo>
                    <a:pt x="0" y="276860"/>
                  </a:lnTo>
                  <a:lnTo>
                    <a:pt x="276860" y="0"/>
                  </a:lnTo>
                  <a:lnTo>
                    <a:pt x="267970" y="0"/>
                  </a:lnTo>
                  <a:close/>
                  <a:moveTo>
                    <a:pt x="5516881" y="508000"/>
                  </a:moveTo>
                  <a:lnTo>
                    <a:pt x="5969000" y="55880"/>
                  </a:lnTo>
                  <a:lnTo>
                    <a:pt x="5969000" y="46990"/>
                  </a:lnTo>
                  <a:lnTo>
                    <a:pt x="5507990" y="508000"/>
                  </a:lnTo>
                  <a:lnTo>
                    <a:pt x="5516881" y="508000"/>
                  </a:lnTo>
                  <a:close/>
                  <a:moveTo>
                    <a:pt x="4970781" y="508000"/>
                  </a:moveTo>
                  <a:lnTo>
                    <a:pt x="5479415" y="0"/>
                  </a:lnTo>
                  <a:lnTo>
                    <a:pt x="5470525" y="0"/>
                  </a:lnTo>
                  <a:lnTo>
                    <a:pt x="4961890" y="508000"/>
                  </a:lnTo>
                  <a:lnTo>
                    <a:pt x="4970781" y="508000"/>
                  </a:lnTo>
                  <a:close/>
                  <a:moveTo>
                    <a:pt x="5031740" y="508000"/>
                  </a:moveTo>
                  <a:lnTo>
                    <a:pt x="5539740" y="0"/>
                  </a:lnTo>
                  <a:lnTo>
                    <a:pt x="5530850" y="0"/>
                  </a:lnTo>
                  <a:lnTo>
                    <a:pt x="5022850" y="508000"/>
                  </a:lnTo>
                  <a:lnTo>
                    <a:pt x="5031740" y="508000"/>
                  </a:lnTo>
                  <a:close/>
                  <a:moveTo>
                    <a:pt x="5092065" y="508000"/>
                  </a:moveTo>
                  <a:lnTo>
                    <a:pt x="5600065" y="0"/>
                  </a:lnTo>
                  <a:lnTo>
                    <a:pt x="5591175" y="0"/>
                  </a:lnTo>
                  <a:lnTo>
                    <a:pt x="5083175" y="508000"/>
                  </a:lnTo>
                  <a:lnTo>
                    <a:pt x="5092065" y="508000"/>
                  </a:lnTo>
                  <a:close/>
                  <a:moveTo>
                    <a:pt x="4910456" y="508000"/>
                  </a:moveTo>
                  <a:lnTo>
                    <a:pt x="5419090" y="0"/>
                  </a:lnTo>
                  <a:lnTo>
                    <a:pt x="5410200" y="0"/>
                  </a:lnTo>
                  <a:lnTo>
                    <a:pt x="4901565" y="508000"/>
                  </a:lnTo>
                  <a:lnTo>
                    <a:pt x="4910456" y="508000"/>
                  </a:lnTo>
                  <a:close/>
                  <a:moveTo>
                    <a:pt x="4850131" y="508000"/>
                  </a:moveTo>
                  <a:lnTo>
                    <a:pt x="5358131" y="0"/>
                  </a:lnTo>
                  <a:lnTo>
                    <a:pt x="5349240" y="0"/>
                  </a:lnTo>
                  <a:lnTo>
                    <a:pt x="4841240" y="508000"/>
                  </a:lnTo>
                  <a:lnTo>
                    <a:pt x="4850131" y="508000"/>
                  </a:lnTo>
                  <a:close/>
                  <a:moveTo>
                    <a:pt x="5152390" y="508000"/>
                  </a:moveTo>
                  <a:lnTo>
                    <a:pt x="5661025" y="0"/>
                  </a:lnTo>
                  <a:lnTo>
                    <a:pt x="5652135" y="0"/>
                  </a:lnTo>
                  <a:lnTo>
                    <a:pt x="5143500" y="508000"/>
                  </a:lnTo>
                  <a:lnTo>
                    <a:pt x="5152390" y="508000"/>
                  </a:lnTo>
                  <a:close/>
                  <a:moveTo>
                    <a:pt x="5334000" y="508000"/>
                  </a:moveTo>
                  <a:lnTo>
                    <a:pt x="5842000" y="0"/>
                  </a:lnTo>
                  <a:lnTo>
                    <a:pt x="5833110" y="0"/>
                  </a:lnTo>
                  <a:lnTo>
                    <a:pt x="5325110" y="508000"/>
                  </a:lnTo>
                  <a:lnTo>
                    <a:pt x="5334000" y="508000"/>
                  </a:lnTo>
                  <a:close/>
                  <a:moveTo>
                    <a:pt x="5455285" y="508000"/>
                  </a:moveTo>
                  <a:lnTo>
                    <a:pt x="5963285" y="0"/>
                  </a:lnTo>
                  <a:lnTo>
                    <a:pt x="5954395" y="0"/>
                  </a:lnTo>
                  <a:lnTo>
                    <a:pt x="5446395" y="508000"/>
                  </a:lnTo>
                  <a:lnTo>
                    <a:pt x="5455285" y="508000"/>
                  </a:lnTo>
                  <a:close/>
                  <a:moveTo>
                    <a:pt x="4789806" y="508000"/>
                  </a:moveTo>
                  <a:lnTo>
                    <a:pt x="5297806" y="0"/>
                  </a:lnTo>
                  <a:lnTo>
                    <a:pt x="5288915" y="0"/>
                  </a:lnTo>
                  <a:lnTo>
                    <a:pt x="4780915" y="508000"/>
                  </a:lnTo>
                  <a:lnTo>
                    <a:pt x="4789806" y="508000"/>
                  </a:lnTo>
                  <a:close/>
                  <a:moveTo>
                    <a:pt x="5394325" y="508000"/>
                  </a:moveTo>
                  <a:lnTo>
                    <a:pt x="5902325" y="0"/>
                  </a:lnTo>
                  <a:lnTo>
                    <a:pt x="5893435" y="0"/>
                  </a:lnTo>
                  <a:lnTo>
                    <a:pt x="5385435" y="508000"/>
                  </a:lnTo>
                  <a:lnTo>
                    <a:pt x="5394325" y="508000"/>
                  </a:lnTo>
                  <a:close/>
                  <a:moveTo>
                    <a:pt x="5273675" y="508000"/>
                  </a:moveTo>
                  <a:lnTo>
                    <a:pt x="5781675" y="0"/>
                  </a:lnTo>
                  <a:lnTo>
                    <a:pt x="5772785" y="0"/>
                  </a:lnTo>
                  <a:lnTo>
                    <a:pt x="5264785" y="508000"/>
                  </a:lnTo>
                  <a:lnTo>
                    <a:pt x="5273675" y="508000"/>
                  </a:lnTo>
                  <a:close/>
                  <a:moveTo>
                    <a:pt x="5212715" y="508000"/>
                  </a:moveTo>
                  <a:lnTo>
                    <a:pt x="5721350" y="0"/>
                  </a:lnTo>
                  <a:lnTo>
                    <a:pt x="5712460" y="0"/>
                  </a:lnTo>
                  <a:lnTo>
                    <a:pt x="5203825" y="508000"/>
                  </a:lnTo>
                  <a:lnTo>
                    <a:pt x="5212715" y="508000"/>
                  </a:lnTo>
                  <a:close/>
                  <a:moveTo>
                    <a:pt x="5577206" y="508000"/>
                  </a:moveTo>
                  <a:lnTo>
                    <a:pt x="5969000" y="116205"/>
                  </a:lnTo>
                  <a:lnTo>
                    <a:pt x="5969000" y="107315"/>
                  </a:lnTo>
                  <a:lnTo>
                    <a:pt x="5568315" y="508000"/>
                  </a:lnTo>
                  <a:lnTo>
                    <a:pt x="5577206" y="508000"/>
                  </a:lnTo>
                  <a:close/>
                  <a:moveTo>
                    <a:pt x="2853055" y="508000"/>
                  </a:moveTo>
                  <a:lnTo>
                    <a:pt x="3361055" y="0"/>
                  </a:lnTo>
                  <a:lnTo>
                    <a:pt x="3352165" y="0"/>
                  </a:lnTo>
                  <a:lnTo>
                    <a:pt x="2844165" y="508000"/>
                  </a:lnTo>
                  <a:lnTo>
                    <a:pt x="2853055" y="508000"/>
                  </a:lnTo>
                  <a:close/>
                  <a:moveTo>
                    <a:pt x="1522730" y="508000"/>
                  </a:moveTo>
                  <a:lnTo>
                    <a:pt x="2030730" y="0"/>
                  </a:lnTo>
                  <a:lnTo>
                    <a:pt x="2021840" y="0"/>
                  </a:lnTo>
                  <a:lnTo>
                    <a:pt x="1513840" y="508000"/>
                  </a:lnTo>
                  <a:lnTo>
                    <a:pt x="1522730" y="508000"/>
                  </a:lnTo>
                  <a:close/>
                  <a:moveTo>
                    <a:pt x="1038860" y="508000"/>
                  </a:moveTo>
                  <a:lnTo>
                    <a:pt x="1546860" y="0"/>
                  </a:lnTo>
                  <a:lnTo>
                    <a:pt x="1537970" y="0"/>
                  </a:lnTo>
                  <a:lnTo>
                    <a:pt x="1029970" y="508000"/>
                  </a:lnTo>
                  <a:lnTo>
                    <a:pt x="1038860" y="508000"/>
                  </a:lnTo>
                  <a:close/>
                  <a:moveTo>
                    <a:pt x="2066925" y="508000"/>
                  </a:moveTo>
                  <a:lnTo>
                    <a:pt x="2574925" y="0"/>
                  </a:lnTo>
                  <a:lnTo>
                    <a:pt x="2566035" y="0"/>
                  </a:lnTo>
                  <a:lnTo>
                    <a:pt x="2058035" y="508000"/>
                  </a:lnTo>
                  <a:lnTo>
                    <a:pt x="2066925" y="508000"/>
                  </a:lnTo>
                  <a:close/>
                  <a:moveTo>
                    <a:pt x="1280795" y="508000"/>
                  </a:moveTo>
                  <a:lnTo>
                    <a:pt x="1788795" y="0"/>
                  </a:lnTo>
                  <a:lnTo>
                    <a:pt x="1779905" y="0"/>
                  </a:lnTo>
                  <a:lnTo>
                    <a:pt x="1271905" y="508000"/>
                  </a:lnTo>
                  <a:lnTo>
                    <a:pt x="1280795" y="508000"/>
                  </a:lnTo>
                  <a:close/>
                  <a:moveTo>
                    <a:pt x="1341120" y="508000"/>
                  </a:moveTo>
                  <a:lnTo>
                    <a:pt x="1849120" y="0"/>
                  </a:lnTo>
                  <a:lnTo>
                    <a:pt x="1840230" y="0"/>
                  </a:lnTo>
                  <a:lnTo>
                    <a:pt x="1332230" y="508000"/>
                  </a:lnTo>
                  <a:lnTo>
                    <a:pt x="1341120" y="508000"/>
                  </a:lnTo>
                  <a:close/>
                  <a:moveTo>
                    <a:pt x="1099185" y="508000"/>
                  </a:moveTo>
                  <a:lnTo>
                    <a:pt x="1607185" y="0"/>
                  </a:lnTo>
                  <a:lnTo>
                    <a:pt x="1598295" y="0"/>
                  </a:lnTo>
                  <a:lnTo>
                    <a:pt x="1090295" y="508000"/>
                  </a:lnTo>
                  <a:lnTo>
                    <a:pt x="1099185" y="508000"/>
                  </a:lnTo>
                  <a:close/>
                  <a:moveTo>
                    <a:pt x="1159510" y="508000"/>
                  </a:moveTo>
                  <a:lnTo>
                    <a:pt x="1668145" y="0"/>
                  </a:lnTo>
                  <a:lnTo>
                    <a:pt x="1659255" y="0"/>
                  </a:lnTo>
                  <a:lnTo>
                    <a:pt x="1150620" y="508000"/>
                  </a:lnTo>
                  <a:lnTo>
                    <a:pt x="1159510" y="508000"/>
                  </a:lnTo>
                  <a:close/>
                  <a:moveTo>
                    <a:pt x="4304031" y="508000"/>
                  </a:moveTo>
                  <a:lnTo>
                    <a:pt x="4812665" y="0"/>
                  </a:lnTo>
                  <a:lnTo>
                    <a:pt x="4803775" y="0"/>
                  </a:lnTo>
                  <a:lnTo>
                    <a:pt x="4295140" y="508000"/>
                  </a:lnTo>
                  <a:lnTo>
                    <a:pt x="4304031" y="508000"/>
                  </a:lnTo>
                  <a:close/>
                  <a:moveTo>
                    <a:pt x="1401445" y="508000"/>
                  </a:moveTo>
                  <a:lnTo>
                    <a:pt x="1910080" y="0"/>
                  </a:lnTo>
                  <a:lnTo>
                    <a:pt x="1901190" y="0"/>
                  </a:lnTo>
                  <a:lnTo>
                    <a:pt x="1392555" y="508000"/>
                  </a:lnTo>
                  <a:lnTo>
                    <a:pt x="1401445" y="508000"/>
                  </a:lnTo>
                  <a:close/>
                  <a:moveTo>
                    <a:pt x="1885315" y="508000"/>
                  </a:moveTo>
                  <a:lnTo>
                    <a:pt x="2393315" y="0"/>
                  </a:lnTo>
                  <a:lnTo>
                    <a:pt x="2384425" y="0"/>
                  </a:lnTo>
                  <a:lnTo>
                    <a:pt x="1876425" y="508000"/>
                  </a:lnTo>
                  <a:lnTo>
                    <a:pt x="1885315" y="508000"/>
                  </a:lnTo>
                  <a:close/>
                  <a:moveTo>
                    <a:pt x="1824990" y="508000"/>
                  </a:moveTo>
                  <a:lnTo>
                    <a:pt x="2332990" y="0"/>
                  </a:lnTo>
                  <a:lnTo>
                    <a:pt x="2324100" y="0"/>
                  </a:lnTo>
                  <a:lnTo>
                    <a:pt x="1816100" y="508000"/>
                  </a:lnTo>
                  <a:lnTo>
                    <a:pt x="1824990" y="508000"/>
                  </a:lnTo>
                  <a:close/>
                  <a:moveTo>
                    <a:pt x="1945640" y="508000"/>
                  </a:moveTo>
                  <a:lnTo>
                    <a:pt x="2454275" y="0"/>
                  </a:lnTo>
                  <a:lnTo>
                    <a:pt x="2445385" y="0"/>
                  </a:lnTo>
                  <a:lnTo>
                    <a:pt x="1936750" y="508000"/>
                  </a:lnTo>
                  <a:lnTo>
                    <a:pt x="1945640" y="508000"/>
                  </a:lnTo>
                  <a:close/>
                  <a:moveTo>
                    <a:pt x="1583055" y="508000"/>
                  </a:moveTo>
                  <a:lnTo>
                    <a:pt x="2091055" y="0"/>
                  </a:lnTo>
                  <a:lnTo>
                    <a:pt x="2082165" y="0"/>
                  </a:lnTo>
                  <a:lnTo>
                    <a:pt x="1574165" y="508000"/>
                  </a:lnTo>
                  <a:lnTo>
                    <a:pt x="1583055" y="508000"/>
                  </a:lnTo>
                  <a:close/>
                  <a:moveTo>
                    <a:pt x="2005965" y="508000"/>
                  </a:moveTo>
                  <a:lnTo>
                    <a:pt x="2514600" y="0"/>
                  </a:lnTo>
                  <a:lnTo>
                    <a:pt x="2505710" y="0"/>
                  </a:lnTo>
                  <a:lnTo>
                    <a:pt x="1997075" y="508000"/>
                  </a:lnTo>
                  <a:lnTo>
                    <a:pt x="2005965" y="508000"/>
                  </a:lnTo>
                  <a:close/>
                  <a:moveTo>
                    <a:pt x="1764665" y="508000"/>
                  </a:moveTo>
                  <a:lnTo>
                    <a:pt x="2272665" y="0"/>
                  </a:lnTo>
                  <a:lnTo>
                    <a:pt x="2263775" y="0"/>
                  </a:lnTo>
                  <a:lnTo>
                    <a:pt x="1755775" y="508000"/>
                  </a:lnTo>
                  <a:lnTo>
                    <a:pt x="1764665" y="508000"/>
                  </a:lnTo>
                  <a:close/>
                  <a:moveTo>
                    <a:pt x="1643380" y="508000"/>
                  </a:moveTo>
                  <a:lnTo>
                    <a:pt x="2151380" y="0"/>
                  </a:lnTo>
                  <a:lnTo>
                    <a:pt x="2142490" y="0"/>
                  </a:lnTo>
                  <a:lnTo>
                    <a:pt x="1634490" y="508000"/>
                  </a:lnTo>
                  <a:lnTo>
                    <a:pt x="1643380" y="508000"/>
                  </a:lnTo>
                  <a:close/>
                  <a:moveTo>
                    <a:pt x="1703705" y="508000"/>
                  </a:moveTo>
                  <a:lnTo>
                    <a:pt x="2212340" y="0"/>
                  </a:lnTo>
                  <a:lnTo>
                    <a:pt x="2203450" y="0"/>
                  </a:lnTo>
                  <a:lnTo>
                    <a:pt x="1694815" y="508000"/>
                  </a:lnTo>
                  <a:lnTo>
                    <a:pt x="1703705" y="508000"/>
                  </a:lnTo>
                  <a:close/>
                  <a:moveTo>
                    <a:pt x="1461770" y="508000"/>
                  </a:moveTo>
                  <a:lnTo>
                    <a:pt x="1970405" y="0"/>
                  </a:lnTo>
                  <a:lnTo>
                    <a:pt x="1961515" y="0"/>
                  </a:lnTo>
                  <a:lnTo>
                    <a:pt x="1452880" y="508000"/>
                  </a:lnTo>
                  <a:lnTo>
                    <a:pt x="1461770" y="508000"/>
                  </a:lnTo>
                  <a:close/>
                  <a:moveTo>
                    <a:pt x="191770" y="508000"/>
                  </a:moveTo>
                  <a:lnTo>
                    <a:pt x="700405" y="0"/>
                  </a:lnTo>
                  <a:lnTo>
                    <a:pt x="691515" y="0"/>
                  </a:lnTo>
                  <a:lnTo>
                    <a:pt x="182880" y="508000"/>
                  </a:lnTo>
                  <a:lnTo>
                    <a:pt x="191770" y="508000"/>
                  </a:lnTo>
                  <a:close/>
                  <a:moveTo>
                    <a:pt x="252730" y="508000"/>
                  </a:moveTo>
                  <a:lnTo>
                    <a:pt x="760730" y="0"/>
                  </a:lnTo>
                  <a:lnTo>
                    <a:pt x="751840" y="0"/>
                  </a:lnTo>
                  <a:lnTo>
                    <a:pt x="243840" y="508000"/>
                  </a:lnTo>
                  <a:lnTo>
                    <a:pt x="252730" y="508000"/>
                  </a:lnTo>
                  <a:close/>
                  <a:moveTo>
                    <a:pt x="313055" y="508000"/>
                  </a:moveTo>
                  <a:lnTo>
                    <a:pt x="821055" y="0"/>
                  </a:lnTo>
                  <a:lnTo>
                    <a:pt x="812165" y="0"/>
                  </a:lnTo>
                  <a:lnTo>
                    <a:pt x="304165" y="508000"/>
                  </a:lnTo>
                  <a:lnTo>
                    <a:pt x="313055" y="508000"/>
                  </a:lnTo>
                  <a:close/>
                  <a:moveTo>
                    <a:pt x="373380" y="508000"/>
                  </a:moveTo>
                  <a:lnTo>
                    <a:pt x="882015" y="0"/>
                  </a:lnTo>
                  <a:lnTo>
                    <a:pt x="873125" y="0"/>
                  </a:lnTo>
                  <a:lnTo>
                    <a:pt x="364490" y="508000"/>
                  </a:lnTo>
                  <a:lnTo>
                    <a:pt x="373380" y="508000"/>
                  </a:lnTo>
                  <a:close/>
                  <a:moveTo>
                    <a:pt x="433705" y="508000"/>
                  </a:moveTo>
                  <a:lnTo>
                    <a:pt x="942340" y="0"/>
                  </a:lnTo>
                  <a:lnTo>
                    <a:pt x="933450" y="0"/>
                  </a:lnTo>
                  <a:lnTo>
                    <a:pt x="424815" y="508000"/>
                  </a:lnTo>
                  <a:lnTo>
                    <a:pt x="433705" y="508000"/>
                  </a:lnTo>
                  <a:close/>
                  <a:moveTo>
                    <a:pt x="131445" y="508000"/>
                  </a:moveTo>
                  <a:lnTo>
                    <a:pt x="640080" y="0"/>
                  </a:lnTo>
                  <a:lnTo>
                    <a:pt x="631190" y="0"/>
                  </a:lnTo>
                  <a:lnTo>
                    <a:pt x="122555" y="508000"/>
                  </a:lnTo>
                  <a:lnTo>
                    <a:pt x="131445" y="508000"/>
                  </a:lnTo>
                  <a:close/>
                  <a:moveTo>
                    <a:pt x="518795" y="0"/>
                  </a:moveTo>
                  <a:lnTo>
                    <a:pt x="509905" y="0"/>
                  </a:lnTo>
                  <a:lnTo>
                    <a:pt x="1905" y="508000"/>
                  </a:lnTo>
                  <a:lnTo>
                    <a:pt x="10795" y="508000"/>
                  </a:lnTo>
                  <a:lnTo>
                    <a:pt x="518795" y="0"/>
                  </a:lnTo>
                  <a:close/>
                  <a:moveTo>
                    <a:pt x="71120" y="508000"/>
                  </a:moveTo>
                  <a:lnTo>
                    <a:pt x="579120" y="0"/>
                  </a:lnTo>
                  <a:lnTo>
                    <a:pt x="570230" y="0"/>
                  </a:lnTo>
                  <a:lnTo>
                    <a:pt x="62230" y="508000"/>
                  </a:lnTo>
                  <a:lnTo>
                    <a:pt x="71120" y="508000"/>
                  </a:lnTo>
                  <a:close/>
                  <a:moveTo>
                    <a:pt x="615315" y="508000"/>
                  </a:moveTo>
                  <a:lnTo>
                    <a:pt x="1123950" y="0"/>
                  </a:lnTo>
                  <a:lnTo>
                    <a:pt x="1115060" y="0"/>
                  </a:lnTo>
                  <a:lnTo>
                    <a:pt x="606425" y="508000"/>
                  </a:lnTo>
                  <a:lnTo>
                    <a:pt x="615315" y="508000"/>
                  </a:lnTo>
                  <a:close/>
                  <a:moveTo>
                    <a:pt x="857250" y="508000"/>
                  </a:moveTo>
                  <a:lnTo>
                    <a:pt x="1365250" y="0"/>
                  </a:lnTo>
                  <a:lnTo>
                    <a:pt x="1356360" y="0"/>
                  </a:lnTo>
                  <a:lnTo>
                    <a:pt x="848360" y="508000"/>
                  </a:lnTo>
                  <a:lnTo>
                    <a:pt x="857250" y="508000"/>
                  </a:lnTo>
                  <a:close/>
                  <a:moveTo>
                    <a:pt x="796925" y="508000"/>
                  </a:moveTo>
                  <a:lnTo>
                    <a:pt x="1304925" y="0"/>
                  </a:lnTo>
                  <a:lnTo>
                    <a:pt x="1296035" y="0"/>
                  </a:lnTo>
                  <a:lnTo>
                    <a:pt x="788035" y="508000"/>
                  </a:lnTo>
                  <a:lnTo>
                    <a:pt x="796925" y="508000"/>
                  </a:lnTo>
                  <a:close/>
                  <a:moveTo>
                    <a:pt x="736600" y="508000"/>
                  </a:moveTo>
                  <a:lnTo>
                    <a:pt x="1244600" y="0"/>
                  </a:lnTo>
                  <a:lnTo>
                    <a:pt x="1235710" y="0"/>
                  </a:lnTo>
                  <a:lnTo>
                    <a:pt x="727710" y="508000"/>
                  </a:lnTo>
                  <a:lnTo>
                    <a:pt x="736600" y="508000"/>
                  </a:lnTo>
                  <a:close/>
                  <a:moveTo>
                    <a:pt x="917575" y="508000"/>
                  </a:moveTo>
                  <a:lnTo>
                    <a:pt x="1426210" y="0"/>
                  </a:lnTo>
                  <a:lnTo>
                    <a:pt x="1417320" y="0"/>
                  </a:lnTo>
                  <a:lnTo>
                    <a:pt x="908685" y="508000"/>
                  </a:lnTo>
                  <a:lnTo>
                    <a:pt x="917575" y="508000"/>
                  </a:lnTo>
                  <a:close/>
                  <a:moveTo>
                    <a:pt x="978535" y="508000"/>
                  </a:moveTo>
                  <a:lnTo>
                    <a:pt x="1486535" y="0"/>
                  </a:lnTo>
                  <a:lnTo>
                    <a:pt x="1477645" y="0"/>
                  </a:lnTo>
                  <a:lnTo>
                    <a:pt x="969645" y="508000"/>
                  </a:lnTo>
                  <a:lnTo>
                    <a:pt x="978535" y="508000"/>
                  </a:lnTo>
                  <a:close/>
                  <a:moveTo>
                    <a:pt x="554990" y="508000"/>
                  </a:moveTo>
                  <a:lnTo>
                    <a:pt x="1062990" y="0"/>
                  </a:lnTo>
                  <a:lnTo>
                    <a:pt x="1054100" y="0"/>
                  </a:lnTo>
                  <a:lnTo>
                    <a:pt x="546100" y="508000"/>
                  </a:lnTo>
                  <a:lnTo>
                    <a:pt x="554990" y="508000"/>
                  </a:lnTo>
                  <a:close/>
                  <a:moveTo>
                    <a:pt x="675640" y="508000"/>
                  </a:moveTo>
                  <a:lnTo>
                    <a:pt x="1184275" y="0"/>
                  </a:lnTo>
                  <a:lnTo>
                    <a:pt x="1175385" y="0"/>
                  </a:lnTo>
                  <a:lnTo>
                    <a:pt x="666750" y="508000"/>
                  </a:lnTo>
                  <a:lnTo>
                    <a:pt x="675640" y="508000"/>
                  </a:lnTo>
                  <a:close/>
                  <a:moveTo>
                    <a:pt x="494665" y="508000"/>
                  </a:moveTo>
                  <a:lnTo>
                    <a:pt x="1002665" y="0"/>
                  </a:lnTo>
                  <a:lnTo>
                    <a:pt x="993775" y="0"/>
                  </a:lnTo>
                  <a:lnTo>
                    <a:pt x="485775" y="508000"/>
                  </a:lnTo>
                  <a:lnTo>
                    <a:pt x="494665" y="508000"/>
                  </a:lnTo>
                  <a:close/>
                  <a:moveTo>
                    <a:pt x="1219835" y="508000"/>
                  </a:moveTo>
                  <a:lnTo>
                    <a:pt x="1728470" y="0"/>
                  </a:lnTo>
                  <a:lnTo>
                    <a:pt x="1719580" y="0"/>
                  </a:lnTo>
                  <a:lnTo>
                    <a:pt x="1210945" y="508000"/>
                  </a:lnTo>
                  <a:lnTo>
                    <a:pt x="1219835" y="508000"/>
                  </a:lnTo>
                  <a:close/>
                  <a:moveTo>
                    <a:pt x="3759835" y="508000"/>
                  </a:moveTo>
                  <a:lnTo>
                    <a:pt x="4268470" y="0"/>
                  </a:lnTo>
                  <a:lnTo>
                    <a:pt x="4259581" y="0"/>
                  </a:lnTo>
                  <a:lnTo>
                    <a:pt x="3750945" y="508000"/>
                  </a:lnTo>
                  <a:lnTo>
                    <a:pt x="3759835" y="508000"/>
                  </a:lnTo>
                  <a:close/>
                  <a:moveTo>
                    <a:pt x="3275965" y="508000"/>
                  </a:moveTo>
                  <a:lnTo>
                    <a:pt x="3784600" y="0"/>
                  </a:lnTo>
                  <a:lnTo>
                    <a:pt x="3775710" y="0"/>
                  </a:lnTo>
                  <a:lnTo>
                    <a:pt x="3267075" y="508000"/>
                  </a:lnTo>
                  <a:lnTo>
                    <a:pt x="3275965" y="508000"/>
                  </a:lnTo>
                  <a:close/>
                  <a:moveTo>
                    <a:pt x="3639185" y="508000"/>
                  </a:moveTo>
                  <a:lnTo>
                    <a:pt x="4147185" y="0"/>
                  </a:lnTo>
                  <a:lnTo>
                    <a:pt x="4138295" y="0"/>
                  </a:lnTo>
                  <a:lnTo>
                    <a:pt x="3630295" y="508000"/>
                  </a:lnTo>
                  <a:lnTo>
                    <a:pt x="3639185" y="508000"/>
                  </a:lnTo>
                  <a:close/>
                  <a:moveTo>
                    <a:pt x="3699510" y="508000"/>
                  </a:moveTo>
                  <a:lnTo>
                    <a:pt x="4207510" y="0"/>
                  </a:lnTo>
                  <a:lnTo>
                    <a:pt x="4198620" y="0"/>
                  </a:lnTo>
                  <a:lnTo>
                    <a:pt x="3690620" y="508000"/>
                  </a:lnTo>
                  <a:lnTo>
                    <a:pt x="3699510" y="508000"/>
                  </a:lnTo>
                  <a:close/>
                  <a:moveTo>
                    <a:pt x="3578860" y="508000"/>
                  </a:moveTo>
                  <a:lnTo>
                    <a:pt x="4086860" y="0"/>
                  </a:lnTo>
                  <a:lnTo>
                    <a:pt x="4077970" y="0"/>
                  </a:lnTo>
                  <a:lnTo>
                    <a:pt x="3569970" y="508000"/>
                  </a:lnTo>
                  <a:lnTo>
                    <a:pt x="3578860" y="508000"/>
                  </a:lnTo>
                  <a:close/>
                  <a:moveTo>
                    <a:pt x="3336925" y="508000"/>
                  </a:moveTo>
                  <a:lnTo>
                    <a:pt x="3844925" y="0"/>
                  </a:lnTo>
                  <a:lnTo>
                    <a:pt x="3836035" y="0"/>
                  </a:lnTo>
                  <a:lnTo>
                    <a:pt x="3328035" y="508000"/>
                  </a:lnTo>
                  <a:lnTo>
                    <a:pt x="3336925" y="508000"/>
                  </a:lnTo>
                  <a:close/>
                  <a:moveTo>
                    <a:pt x="3397250" y="508000"/>
                  </a:moveTo>
                  <a:lnTo>
                    <a:pt x="3905250" y="0"/>
                  </a:lnTo>
                  <a:lnTo>
                    <a:pt x="3896360" y="0"/>
                  </a:lnTo>
                  <a:lnTo>
                    <a:pt x="3388360" y="508000"/>
                  </a:lnTo>
                  <a:lnTo>
                    <a:pt x="3397250" y="508000"/>
                  </a:lnTo>
                  <a:close/>
                  <a:moveTo>
                    <a:pt x="3457575" y="508000"/>
                  </a:moveTo>
                  <a:lnTo>
                    <a:pt x="3965575" y="0"/>
                  </a:lnTo>
                  <a:lnTo>
                    <a:pt x="3956685" y="0"/>
                  </a:lnTo>
                  <a:lnTo>
                    <a:pt x="3448685" y="508000"/>
                  </a:lnTo>
                  <a:lnTo>
                    <a:pt x="3457575" y="508000"/>
                  </a:lnTo>
                  <a:close/>
                  <a:moveTo>
                    <a:pt x="3517900" y="508000"/>
                  </a:moveTo>
                  <a:lnTo>
                    <a:pt x="4026535" y="0"/>
                  </a:lnTo>
                  <a:lnTo>
                    <a:pt x="4017645" y="0"/>
                  </a:lnTo>
                  <a:lnTo>
                    <a:pt x="3509010" y="508000"/>
                  </a:lnTo>
                  <a:lnTo>
                    <a:pt x="3517900" y="508000"/>
                  </a:lnTo>
                  <a:close/>
                  <a:moveTo>
                    <a:pt x="4062095" y="508000"/>
                  </a:moveTo>
                  <a:lnTo>
                    <a:pt x="4570731" y="0"/>
                  </a:lnTo>
                  <a:lnTo>
                    <a:pt x="4561840" y="0"/>
                  </a:lnTo>
                  <a:lnTo>
                    <a:pt x="4053205" y="508000"/>
                  </a:lnTo>
                  <a:lnTo>
                    <a:pt x="4062095" y="508000"/>
                  </a:lnTo>
                  <a:close/>
                  <a:moveTo>
                    <a:pt x="4183380" y="508000"/>
                  </a:moveTo>
                  <a:lnTo>
                    <a:pt x="4691381" y="0"/>
                  </a:lnTo>
                  <a:lnTo>
                    <a:pt x="4682490" y="0"/>
                  </a:lnTo>
                  <a:lnTo>
                    <a:pt x="4174490" y="508000"/>
                  </a:lnTo>
                  <a:lnTo>
                    <a:pt x="4183380" y="508000"/>
                  </a:lnTo>
                  <a:close/>
                  <a:moveTo>
                    <a:pt x="4123055" y="508000"/>
                  </a:moveTo>
                  <a:lnTo>
                    <a:pt x="4631056" y="0"/>
                  </a:lnTo>
                  <a:lnTo>
                    <a:pt x="4622165" y="0"/>
                  </a:lnTo>
                  <a:lnTo>
                    <a:pt x="4114165" y="508000"/>
                  </a:lnTo>
                  <a:lnTo>
                    <a:pt x="4123055" y="508000"/>
                  </a:lnTo>
                  <a:close/>
                  <a:moveTo>
                    <a:pt x="4243706" y="508000"/>
                  </a:moveTo>
                  <a:lnTo>
                    <a:pt x="4751706" y="0"/>
                  </a:lnTo>
                  <a:lnTo>
                    <a:pt x="4742815" y="0"/>
                  </a:lnTo>
                  <a:lnTo>
                    <a:pt x="4234815" y="508000"/>
                  </a:lnTo>
                  <a:lnTo>
                    <a:pt x="4243706" y="508000"/>
                  </a:lnTo>
                  <a:close/>
                  <a:moveTo>
                    <a:pt x="3941445" y="508000"/>
                  </a:moveTo>
                  <a:lnTo>
                    <a:pt x="4449445" y="0"/>
                  </a:lnTo>
                  <a:lnTo>
                    <a:pt x="4440556" y="0"/>
                  </a:lnTo>
                  <a:lnTo>
                    <a:pt x="3932555" y="508000"/>
                  </a:lnTo>
                  <a:lnTo>
                    <a:pt x="3941445" y="508000"/>
                  </a:lnTo>
                  <a:close/>
                  <a:moveTo>
                    <a:pt x="3881120" y="508000"/>
                  </a:moveTo>
                  <a:lnTo>
                    <a:pt x="4389120" y="0"/>
                  </a:lnTo>
                  <a:lnTo>
                    <a:pt x="4380231" y="0"/>
                  </a:lnTo>
                  <a:lnTo>
                    <a:pt x="3872230" y="508000"/>
                  </a:lnTo>
                  <a:lnTo>
                    <a:pt x="3881120" y="508000"/>
                  </a:lnTo>
                  <a:close/>
                  <a:moveTo>
                    <a:pt x="4001770" y="508000"/>
                  </a:moveTo>
                  <a:lnTo>
                    <a:pt x="4510406" y="0"/>
                  </a:lnTo>
                  <a:lnTo>
                    <a:pt x="4501515" y="0"/>
                  </a:lnTo>
                  <a:lnTo>
                    <a:pt x="3992880" y="508000"/>
                  </a:lnTo>
                  <a:lnTo>
                    <a:pt x="4001770" y="508000"/>
                  </a:lnTo>
                  <a:close/>
                  <a:moveTo>
                    <a:pt x="3820160" y="508000"/>
                  </a:moveTo>
                  <a:lnTo>
                    <a:pt x="4328795" y="0"/>
                  </a:lnTo>
                  <a:lnTo>
                    <a:pt x="4319906" y="0"/>
                  </a:lnTo>
                  <a:lnTo>
                    <a:pt x="3811270" y="508000"/>
                  </a:lnTo>
                  <a:lnTo>
                    <a:pt x="3820160" y="508000"/>
                  </a:lnTo>
                  <a:close/>
                  <a:moveTo>
                    <a:pt x="2550795" y="508000"/>
                  </a:moveTo>
                  <a:lnTo>
                    <a:pt x="3058795" y="0"/>
                  </a:lnTo>
                  <a:lnTo>
                    <a:pt x="3049905" y="0"/>
                  </a:lnTo>
                  <a:lnTo>
                    <a:pt x="2541905" y="508000"/>
                  </a:lnTo>
                  <a:lnTo>
                    <a:pt x="2550795" y="508000"/>
                  </a:lnTo>
                  <a:close/>
                  <a:moveTo>
                    <a:pt x="2489835" y="508000"/>
                  </a:moveTo>
                  <a:lnTo>
                    <a:pt x="2998470" y="0"/>
                  </a:lnTo>
                  <a:lnTo>
                    <a:pt x="2989580" y="0"/>
                  </a:lnTo>
                  <a:lnTo>
                    <a:pt x="2480945" y="508000"/>
                  </a:lnTo>
                  <a:lnTo>
                    <a:pt x="2489835" y="508000"/>
                  </a:lnTo>
                  <a:close/>
                  <a:moveTo>
                    <a:pt x="2611120" y="508000"/>
                  </a:moveTo>
                  <a:lnTo>
                    <a:pt x="3119120" y="0"/>
                  </a:lnTo>
                  <a:lnTo>
                    <a:pt x="3110230" y="0"/>
                  </a:lnTo>
                  <a:lnTo>
                    <a:pt x="2602230" y="508000"/>
                  </a:lnTo>
                  <a:lnTo>
                    <a:pt x="2611120" y="508000"/>
                  </a:lnTo>
                  <a:close/>
                  <a:moveTo>
                    <a:pt x="3215640" y="508000"/>
                  </a:moveTo>
                  <a:lnTo>
                    <a:pt x="3723640" y="0"/>
                  </a:lnTo>
                  <a:lnTo>
                    <a:pt x="3714750" y="0"/>
                  </a:lnTo>
                  <a:lnTo>
                    <a:pt x="3206750" y="508000"/>
                  </a:lnTo>
                  <a:lnTo>
                    <a:pt x="3215640" y="508000"/>
                  </a:lnTo>
                  <a:close/>
                  <a:moveTo>
                    <a:pt x="2127250" y="508000"/>
                  </a:moveTo>
                  <a:lnTo>
                    <a:pt x="2635250" y="0"/>
                  </a:lnTo>
                  <a:lnTo>
                    <a:pt x="2626360" y="0"/>
                  </a:lnTo>
                  <a:lnTo>
                    <a:pt x="2118360" y="508000"/>
                  </a:lnTo>
                  <a:lnTo>
                    <a:pt x="2127250" y="508000"/>
                  </a:lnTo>
                  <a:close/>
                  <a:moveTo>
                    <a:pt x="2369185" y="508000"/>
                  </a:moveTo>
                  <a:lnTo>
                    <a:pt x="2877185" y="0"/>
                  </a:lnTo>
                  <a:lnTo>
                    <a:pt x="2868295" y="0"/>
                  </a:lnTo>
                  <a:lnTo>
                    <a:pt x="2360295" y="508000"/>
                  </a:lnTo>
                  <a:lnTo>
                    <a:pt x="2369185" y="508000"/>
                  </a:lnTo>
                  <a:close/>
                  <a:moveTo>
                    <a:pt x="2187575" y="508000"/>
                  </a:moveTo>
                  <a:lnTo>
                    <a:pt x="2696210" y="0"/>
                  </a:lnTo>
                  <a:lnTo>
                    <a:pt x="2687320" y="0"/>
                  </a:lnTo>
                  <a:lnTo>
                    <a:pt x="2178685" y="508000"/>
                  </a:lnTo>
                  <a:lnTo>
                    <a:pt x="2187575" y="508000"/>
                  </a:lnTo>
                  <a:close/>
                  <a:moveTo>
                    <a:pt x="2308860" y="508000"/>
                  </a:moveTo>
                  <a:lnTo>
                    <a:pt x="2816860" y="0"/>
                  </a:lnTo>
                  <a:lnTo>
                    <a:pt x="2807970" y="0"/>
                  </a:lnTo>
                  <a:lnTo>
                    <a:pt x="2299970" y="508000"/>
                  </a:lnTo>
                  <a:lnTo>
                    <a:pt x="2308860" y="508000"/>
                  </a:lnTo>
                  <a:close/>
                  <a:moveTo>
                    <a:pt x="2247900" y="508000"/>
                  </a:moveTo>
                  <a:lnTo>
                    <a:pt x="2756535" y="0"/>
                  </a:lnTo>
                  <a:lnTo>
                    <a:pt x="2747645" y="0"/>
                  </a:lnTo>
                  <a:lnTo>
                    <a:pt x="2239010" y="508000"/>
                  </a:lnTo>
                  <a:lnTo>
                    <a:pt x="2247900" y="508000"/>
                  </a:lnTo>
                  <a:close/>
                  <a:moveTo>
                    <a:pt x="2429510" y="508000"/>
                  </a:moveTo>
                  <a:lnTo>
                    <a:pt x="2937510" y="0"/>
                  </a:lnTo>
                  <a:lnTo>
                    <a:pt x="2928620" y="0"/>
                  </a:lnTo>
                  <a:lnTo>
                    <a:pt x="2420620" y="508000"/>
                  </a:lnTo>
                  <a:lnTo>
                    <a:pt x="2429510" y="508000"/>
                  </a:lnTo>
                  <a:close/>
                  <a:moveTo>
                    <a:pt x="3034030" y="508000"/>
                  </a:moveTo>
                  <a:lnTo>
                    <a:pt x="3542665" y="0"/>
                  </a:lnTo>
                  <a:lnTo>
                    <a:pt x="3533775" y="0"/>
                  </a:lnTo>
                  <a:lnTo>
                    <a:pt x="3025140" y="508000"/>
                  </a:lnTo>
                  <a:lnTo>
                    <a:pt x="3034030" y="508000"/>
                  </a:lnTo>
                  <a:close/>
                  <a:moveTo>
                    <a:pt x="2973705" y="508000"/>
                  </a:moveTo>
                  <a:lnTo>
                    <a:pt x="3482340" y="0"/>
                  </a:lnTo>
                  <a:lnTo>
                    <a:pt x="3473450" y="0"/>
                  </a:lnTo>
                  <a:lnTo>
                    <a:pt x="2964815" y="508000"/>
                  </a:lnTo>
                  <a:lnTo>
                    <a:pt x="2973705" y="508000"/>
                  </a:lnTo>
                  <a:close/>
                  <a:moveTo>
                    <a:pt x="3094990" y="508000"/>
                  </a:moveTo>
                  <a:lnTo>
                    <a:pt x="3602990" y="0"/>
                  </a:lnTo>
                  <a:lnTo>
                    <a:pt x="3594100" y="0"/>
                  </a:lnTo>
                  <a:lnTo>
                    <a:pt x="3086100" y="508000"/>
                  </a:lnTo>
                  <a:lnTo>
                    <a:pt x="3094990" y="508000"/>
                  </a:lnTo>
                  <a:close/>
                  <a:moveTo>
                    <a:pt x="3155315" y="508000"/>
                  </a:moveTo>
                  <a:lnTo>
                    <a:pt x="3663315" y="0"/>
                  </a:lnTo>
                  <a:lnTo>
                    <a:pt x="3654425" y="0"/>
                  </a:lnTo>
                  <a:lnTo>
                    <a:pt x="3146425" y="508000"/>
                  </a:lnTo>
                  <a:lnTo>
                    <a:pt x="3155315" y="508000"/>
                  </a:lnTo>
                  <a:close/>
                  <a:moveTo>
                    <a:pt x="2731770" y="508000"/>
                  </a:moveTo>
                  <a:lnTo>
                    <a:pt x="3240405" y="0"/>
                  </a:lnTo>
                  <a:lnTo>
                    <a:pt x="3231515" y="0"/>
                  </a:lnTo>
                  <a:lnTo>
                    <a:pt x="2722880" y="508000"/>
                  </a:lnTo>
                  <a:lnTo>
                    <a:pt x="2731770" y="508000"/>
                  </a:lnTo>
                  <a:close/>
                  <a:moveTo>
                    <a:pt x="2913380" y="508000"/>
                  </a:moveTo>
                  <a:lnTo>
                    <a:pt x="3421380" y="0"/>
                  </a:lnTo>
                  <a:lnTo>
                    <a:pt x="3412490" y="0"/>
                  </a:lnTo>
                  <a:lnTo>
                    <a:pt x="2904490" y="508000"/>
                  </a:lnTo>
                  <a:lnTo>
                    <a:pt x="2913380" y="508000"/>
                  </a:lnTo>
                  <a:close/>
                  <a:moveTo>
                    <a:pt x="2671445" y="508000"/>
                  </a:moveTo>
                  <a:lnTo>
                    <a:pt x="3179445" y="0"/>
                  </a:lnTo>
                  <a:lnTo>
                    <a:pt x="3170555" y="0"/>
                  </a:lnTo>
                  <a:lnTo>
                    <a:pt x="2662555" y="508000"/>
                  </a:lnTo>
                  <a:lnTo>
                    <a:pt x="2671445" y="508000"/>
                  </a:lnTo>
                  <a:close/>
                  <a:moveTo>
                    <a:pt x="2792730" y="508000"/>
                  </a:moveTo>
                  <a:lnTo>
                    <a:pt x="3300730" y="0"/>
                  </a:lnTo>
                  <a:lnTo>
                    <a:pt x="3291840" y="0"/>
                  </a:lnTo>
                  <a:lnTo>
                    <a:pt x="2783840" y="508000"/>
                  </a:lnTo>
                  <a:lnTo>
                    <a:pt x="2792730" y="508000"/>
                  </a:lnTo>
                  <a:close/>
                </a:path>
              </a:pathLst>
            </a:custGeom>
            <a:solidFill>
              <a:srgbClr val="BEC0C1"/>
            </a:solidFill>
            <a:ln>
              <a:noFill/>
            </a:ln>
          </p:spPr>
          <p:txBody>
            <a:bodyPr spcFirstLastPara="1" wrap="square" lIns="45725" tIns="22850" rIns="45725" bIns="2285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2" name="Google Shape;602;p29"/>
            <p:cNvGrpSpPr/>
            <p:nvPr/>
          </p:nvGrpSpPr>
          <p:grpSpPr>
            <a:xfrm>
              <a:off x="3574732" y="3288030"/>
              <a:ext cx="327661" cy="327659"/>
              <a:chOff x="4766309" y="4159250"/>
              <a:chExt cx="436881" cy="436879"/>
            </a:xfrm>
          </p:grpSpPr>
          <p:sp>
            <p:nvSpPr>
              <p:cNvPr id="603" name="Google Shape;603;p29"/>
              <p:cNvSpPr/>
              <p:nvPr/>
            </p:nvSpPr>
            <p:spPr>
              <a:xfrm>
                <a:off x="4914900" y="430784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 extrusionOk="0">
                    <a:moveTo>
                      <a:pt x="69850" y="139700"/>
                    </a:moveTo>
                    <a:cubicBezTo>
                      <a:pt x="31750" y="139700"/>
                      <a:pt x="0" y="108585"/>
                      <a:pt x="0" y="69850"/>
                    </a:cubicBezTo>
                    <a:cubicBezTo>
                      <a:pt x="0" y="31750"/>
                      <a:pt x="31115" y="0"/>
                      <a:pt x="69850" y="0"/>
                    </a:cubicBezTo>
                    <a:cubicBezTo>
                      <a:pt x="108585" y="0"/>
                      <a:pt x="139700" y="31115"/>
                      <a:pt x="139700" y="69850"/>
                    </a:cubicBezTo>
                    <a:cubicBezTo>
                      <a:pt x="139700" y="107950"/>
                      <a:pt x="107950" y="139700"/>
                      <a:pt x="69850" y="139700"/>
                    </a:cubicBezTo>
                    <a:close/>
                    <a:moveTo>
                      <a:pt x="69850" y="17780"/>
                    </a:moveTo>
                    <a:cubicBezTo>
                      <a:pt x="41275" y="17780"/>
                      <a:pt x="17780" y="41275"/>
                      <a:pt x="17780" y="69850"/>
                    </a:cubicBezTo>
                    <a:cubicBezTo>
                      <a:pt x="17780" y="98425"/>
                      <a:pt x="41275" y="121920"/>
                      <a:pt x="69850" y="121920"/>
                    </a:cubicBezTo>
                    <a:cubicBezTo>
                      <a:pt x="98425" y="121920"/>
                      <a:pt x="121920" y="98425"/>
                      <a:pt x="121920" y="69850"/>
                    </a:cubicBezTo>
                    <a:cubicBezTo>
                      <a:pt x="121920" y="41275"/>
                      <a:pt x="98425" y="17780"/>
                      <a:pt x="69850" y="17780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4" name="Google Shape;604;p29"/>
              <p:cNvGrpSpPr/>
              <p:nvPr/>
            </p:nvGrpSpPr>
            <p:grpSpPr>
              <a:xfrm>
                <a:off x="4766309" y="4159250"/>
                <a:ext cx="436881" cy="436879"/>
                <a:chOff x="4766309" y="4159250"/>
                <a:chExt cx="436881" cy="436879"/>
              </a:xfrm>
            </p:grpSpPr>
            <p:sp>
              <p:nvSpPr>
                <p:cNvPr id="605" name="Google Shape;605;p29"/>
                <p:cNvSpPr/>
                <p:nvPr/>
              </p:nvSpPr>
              <p:spPr>
                <a:xfrm>
                  <a:off x="4939665" y="4159250"/>
                  <a:ext cx="90804" cy="132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04" h="132715" extrusionOk="0">
                      <a:moveTo>
                        <a:pt x="81280" y="0"/>
                      </a:move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36830" y="90170"/>
                      </a:lnTo>
                      <a:lnTo>
                        <a:pt x="36830" y="132715"/>
                      </a:lnTo>
                      <a:lnTo>
                        <a:pt x="53975" y="132715"/>
                      </a:lnTo>
                      <a:lnTo>
                        <a:pt x="53975" y="90170"/>
                      </a:lnTo>
                      <a:lnTo>
                        <a:pt x="81915" y="90170"/>
                      </a:lnTo>
                      <a:cubicBezTo>
                        <a:pt x="86995" y="90170"/>
                        <a:pt x="90805" y="86360"/>
                        <a:pt x="90805" y="81280"/>
                      </a:cubicBezTo>
                      <a:lnTo>
                        <a:pt x="90805" y="8890"/>
                      </a:lnTo>
                      <a:cubicBezTo>
                        <a:pt x="90170" y="3810"/>
                        <a:pt x="86360" y="0"/>
                        <a:pt x="81280" y="0"/>
                      </a:cubicBezTo>
                      <a:close/>
                      <a:moveTo>
                        <a:pt x="73025" y="72390"/>
                      </a:moveTo>
                      <a:lnTo>
                        <a:pt x="17780" y="72390"/>
                      </a:lnTo>
                      <a:lnTo>
                        <a:pt x="17780" y="17145"/>
                      </a:lnTo>
                      <a:lnTo>
                        <a:pt x="73025" y="17145"/>
                      </a:lnTo>
                      <a:lnTo>
                        <a:pt x="7302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29"/>
                <p:cNvSpPr/>
                <p:nvPr/>
              </p:nvSpPr>
              <p:spPr>
                <a:xfrm>
                  <a:off x="4766309" y="4332604"/>
                  <a:ext cx="132715" cy="90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170" extrusionOk="0">
                      <a:moveTo>
                        <a:pt x="90170" y="8890"/>
                      </a:moveTo>
                      <a:cubicBezTo>
                        <a:pt x="90170" y="3810"/>
                        <a:pt x="86360" y="0"/>
                        <a:pt x="81280" y="0"/>
                      </a:cubicBezTo>
                      <a:lnTo>
                        <a:pt x="8890" y="0"/>
                      </a:lnTo>
                      <a:cubicBezTo>
                        <a:pt x="3810" y="0"/>
                        <a:pt x="0" y="3810"/>
                        <a:pt x="0" y="8890"/>
                      </a:cubicBezTo>
                      <a:lnTo>
                        <a:pt x="0" y="81280"/>
                      </a:lnTo>
                      <a:cubicBezTo>
                        <a:pt x="0" y="86360"/>
                        <a:pt x="3810" y="90170"/>
                        <a:pt x="8890" y="90170"/>
                      </a:cubicBezTo>
                      <a:lnTo>
                        <a:pt x="81280" y="90170"/>
                      </a:lnTo>
                      <a:cubicBezTo>
                        <a:pt x="86360" y="90170"/>
                        <a:pt x="90170" y="86360"/>
                        <a:pt x="90170" y="81280"/>
                      </a:cubicBezTo>
                      <a:lnTo>
                        <a:pt x="90170" y="53340"/>
                      </a:lnTo>
                      <a:lnTo>
                        <a:pt x="132715" y="53340"/>
                      </a:lnTo>
                      <a:lnTo>
                        <a:pt x="132715" y="36195"/>
                      </a:lnTo>
                      <a:lnTo>
                        <a:pt x="90170" y="36195"/>
                      </a:lnTo>
                      <a:lnTo>
                        <a:pt x="90170" y="8890"/>
                      </a:lnTo>
                      <a:lnTo>
                        <a:pt x="90170" y="8890"/>
                      </a:lnTo>
                      <a:close/>
                      <a:moveTo>
                        <a:pt x="73025" y="72390"/>
                      </a:moveTo>
                      <a:lnTo>
                        <a:pt x="17780" y="72390"/>
                      </a:lnTo>
                      <a:lnTo>
                        <a:pt x="17780" y="17145"/>
                      </a:lnTo>
                      <a:lnTo>
                        <a:pt x="73025" y="17145"/>
                      </a:lnTo>
                      <a:lnTo>
                        <a:pt x="73025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29"/>
                <p:cNvSpPr/>
                <p:nvPr/>
              </p:nvSpPr>
              <p:spPr>
                <a:xfrm>
                  <a:off x="4939029" y="4463415"/>
                  <a:ext cx="90239" cy="13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239" h="132714" extrusionOk="0">
                      <a:moveTo>
                        <a:pt x="81915" y="42545"/>
                      </a:moveTo>
                      <a:lnTo>
                        <a:pt x="53975" y="42545"/>
                      </a:lnTo>
                      <a:lnTo>
                        <a:pt x="53975" y="0"/>
                      </a:lnTo>
                      <a:lnTo>
                        <a:pt x="36830" y="0"/>
                      </a:lnTo>
                      <a:lnTo>
                        <a:pt x="36830" y="42545"/>
                      </a:lnTo>
                      <a:lnTo>
                        <a:pt x="8890" y="42545"/>
                      </a:lnTo>
                      <a:cubicBezTo>
                        <a:pt x="3810" y="42545"/>
                        <a:pt x="0" y="46355"/>
                        <a:pt x="0" y="51435"/>
                      </a:cubicBezTo>
                      <a:lnTo>
                        <a:pt x="0" y="123825"/>
                      </a:lnTo>
                      <a:cubicBezTo>
                        <a:pt x="0" y="128905"/>
                        <a:pt x="3810" y="132715"/>
                        <a:pt x="8890" y="132715"/>
                      </a:cubicBezTo>
                      <a:lnTo>
                        <a:pt x="81280" y="132715"/>
                      </a:lnTo>
                      <a:cubicBezTo>
                        <a:pt x="86360" y="132715"/>
                        <a:pt x="90170" y="128905"/>
                        <a:pt x="90170" y="123825"/>
                      </a:cubicBezTo>
                      <a:lnTo>
                        <a:pt x="90170" y="51435"/>
                      </a:lnTo>
                      <a:cubicBezTo>
                        <a:pt x="90805" y="46355"/>
                        <a:pt x="86995" y="42545"/>
                        <a:pt x="81915" y="42545"/>
                      </a:cubicBezTo>
                      <a:close/>
                      <a:moveTo>
                        <a:pt x="73660" y="114935"/>
                      </a:moveTo>
                      <a:lnTo>
                        <a:pt x="18415" y="114935"/>
                      </a:lnTo>
                      <a:lnTo>
                        <a:pt x="18415" y="59690"/>
                      </a:lnTo>
                      <a:lnTo>
                        <a:pt x="73660" y="59690"/>
                      </a:lnTo>
                      <a:lnTo>
                        <a:pt x="73660" y="114935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29"/>
                <p:cNvSpPr/>
                <p:nvPr/>
              </p:nvSpPr>
              <p:spPr>
                <a:xfrm>
                  <a:off x="5070475" y="4332604"/>
                  <a:ext cx="132715" cy="90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715" h="90804" extrusionOk="0">
                      <a:moveTo>
                        <a:pt x="123825" y="0"/>
                      </a:moveTo>
                      <a:lnTo>
                        <a:pt x="51435" y="0"/>
                      </a:lnTo>
                      <a:cubicBezTo>
                        <a:pt x="46355" y="0"/>
                        <a:pt x="42545" y="3810"/>
                        <a:pt x="42545" y="8890"/>
                      </a:cubicBezTo>
                      <a:lnTo>
                        <a:pt x="42545" y="36830"/>
                      </a:lnTo>
                      <a:lnTo>
                        <a:pt x="0" y="36830"/>
                      </a:lnTo>
                      <a:lnTo>
                        <a:pt x="0" y="53975"/>
                      </a:lnTo>
                      <a:lnTo>
                        <a:pt x="42545" y="53975"/>
                      </a:lnTo>
                      <a:lnTo>
                        <a:pt x="42545" y="81915"/>
                      </a:lnTo>
                      <a:cubicBezTo>
                        <a:pt x="42545" y="86995"/>
                        <a:pt x="46355" y="90805"/>
                        <a:pt x="51435" y="90805"/>
                      </a:cubicBezTo>
                      <a:lnTo>
                        <a:pt x="123825" y="90805"/>
                      </a:lnTo>
                      <a:cubicBezTo>
                        <a:pt x="128905" y="90805"/>
                        <a:pt x="132715" y="86995"/>
                        <a:pt x="132715" y="81915"/>
                      </a:cubicBezTo>
                      <a:lnTo>
                        <a:pt x="132715" y="9525"/>
                      </a:lnTo>
                      <a:cubicBezTo>
                        <a:pt x="132715" y="3810"/>
                        <a:pt x="128905" y="0"/>
                        <a:pt x="123825" y="0"/>
                      </a:cubicBezTo>
                      <a:close/>
                      <a:moveTo>
                        <a:pt x="115570" y="72390"/>
                      </a:moveTo>
                      <a:lnTo>
                        <a:pt x="60325" y="72390"/>
                      </a:lnTo>
                      <a:lnTo>
                        <a:pt x="60325" y="17145"/>
                      </a:lnTo>
                      <a:lnTo>
                        <a:pt x="115570" y="17145"/>
                      </a:lnTo>
                      <a:lnTo>
                        <a:pt x="115570" y="7239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9" name="Google Shape;609;p29"/>
            <p:cNvGrpSpPr/>
            <p:nvPr/>
          </p:nvGrpSpPr>
          <p:grpSpPr>
            <a:xfrm>
              <a:off x="3175159" y="1832609"/>
              <a:ext cx="3440905" cy="357188"/>
              <a:chOff x="6350317" y="3665219"/>
              <a:chExt cx="6881811" cy="714375"/>
            </a:xfrm>
          </p:grpSpPr>
          <p:grpSp>
            <p:nvGrpSpPr>
              <p:cNvPr id="610" name="Google Shape;610;p29"/>
              <p:cNvGrpSpPr/>
              <p:nvPr/>
            </p:nvGrpSpPr>
            <p:grpSpPr>
              <a:xfrm>
                <a:off x="12578714" y="3717606"/>
                <a:ext cx="653414" cy="586740"/>
                <a:chOff x="8385809" y="2253614"/>
                <a:chExt cx="435609" cy="391160"/>
              </a:xfrm>
            </p:grpSpPr>
            <p:sp>
              <p:nvSpPr>
                <p:cNvPr id="611" name="Google Shape;611;p29"/>
                <p:cNvSpPr/>
                <p:nvPr/>
              </p:nvSpPr>
              <p:spPr>
                <a:xfrm>
                  <a:off x="8504555" y="2253614"/>
                  <a:ext cx="168275" cy="107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75" h="107314" extrusionOk="0">
                      <a:moveTo>
                        <a:pt x="159385" y="107315"/>
                      </a:moveTo>
                      <a:lnTo>
                        <a:pt x="8889" y="107315"/>
                      </a:lnTo>
                      <a:cubicBezTo>
                        <a:pt x="3810" y="107315"/>
                        <a:pt x="0" y="103505"/>
                        <a:pt x="0" y="98425"/>
                      </a:cubicBezTo>
                      <a:lnTo>
                        <a:pt x="0" y="8890"/>
                      </a:lnTo>
                      <a:cubicBezTo>
                        <a:pt x="0" y="3810"/>
                        <a:pt x="3810" y="0"/>
                        <a:pt x="8889" y="0"/>
                      </a:cubicBezTo>
                      <a:lnTo>
                        <a:pt x="159385" y="0"/>
                      </a:lnTo>
                      <a:cubicBezTo>
                        <a:pt x="164464" y="0"/>
                        <a:pt x="168275" y="3810"/>
                        <a:pt x="168275" y="8890"/>
                      </a:cubicBezTo>
                      <a:lnTo>
                        <a:pt x="168275" y="98425"/>
                      </a:lnTo>
                      <a:cubicBezTo>
                        <a:pt x="168275" y="103505"/>
                        <a:pt x="164464" y="107315"/>
                        <a:pt x="159385" y="107315"/>
                      </a:cubicBezTo>
                      <a:close/>
                      <a:moveTo>
                        <a:pt x="17145" y="90170"/>
                      </a:moveTo>
                      <a:lnTo>
                        <a:pt x="150495" y="90170"/>
                      </a:lnTo>
                      <a:lnTo>
                        <a:pt x="150495" y="17780"/>
                      </a:lnTo>
                      <a:lnTo>
                        <a:pt x="17145" y="17780"/>
                      </a:lnTo>
                      <a:lnTo>
                        <a:pt x="17145" y="90170"/>
                      </a:ln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9"/>
                <p:cNvSpPr/>
                <p:nvPr/>
              </p:nvSpPr>
              <p:spPr>
                <a:xfrm>
                  <a:off x="8573769" y="2395854"/>
                  <a:ext cx="168275" cy="1073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75" h="107315" extrusionOk="0">
                      <a:moveTo>
                        <a:pt x="159386" y="107315"/>
                      </a:moveTo>
                      <a:lnTo>
                        <a:pt x="8890" y="107315"/>
                      </a:lnTo>
                      <a:cubicBezTo>
                        <a:pt x="3811" y="107315"/>
                        <a:pt x="0" y="103505"/>
                        <a:pt x="0" y="98425"/>
                      </a:cubicBezTo>
                      <a:lnTo>
                        <a:pt x="0" y="8890"/>
                      </a:lnTo>
                      <a:cubicBezTo>
                        <a:pt x="0" y="3810"/>
                        <a:pt x="3811" y="0"/>
                        <a:pt x="8890" y="0"/>
                      </a:cubicBezTo>
                      <a:lnTo>
                        <a:pt x="159386" y="0"/>
                      </a:lnTo>
                      <a:cubicBezTo>
                        <a:pt x="164465" y="0"/>
                        <a:pt x="168275" y="3810"/>
                        <a:pt x="168275" y="8890"/>
                      </a:cubicBezTo>
                      <a:lnTo>
                        <a:pt x="168275" y="98425"/>
                      </a:lnTo>
                      <a:cubicBezTo>
                        <a:pt x="167640" y="103505"/>
                        <a:pt x="163830" y="107315"/>
                        <a:pt x="159386" y="107315"/>
                      </a:cubicBezTo>
                      <a:close/>
                      <a:moveTo>
                        <a:pt x="17145" y="89535"/>
                      </a:moveTo>
                      <a:lnTo>
                        <a:pt x="150495" y="89535"/>
                      </a:lnTo>
                      <a:lnTo>
                        <a:pt x="150495" y="17145"/>
                      </a:lnTo>
                      <a:lnTo>
                        <a:pt x="17145" y="17145"/>
                      </a:lnTo>
                      <a:lnTo>
                        <a:pt x="17145" y="89535"/>
                      </a:ln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9"/>
                <p:cNvSpPr/>
                <p:nvPr/>
              </p:nvSpPr>
              <p:spPr>
                <a:xfrm>
                  <a:off x="8504555" y="2537460"/>
                  <a:ext cx="168275" cy="107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75" h="107314" extrusionOk="0">
                      <a:moveTo>
                        <a:pt x="159385" y="107315"/>
                      </a:moveTo>
                      <a:lnTo>
                        <a:pt x="8889" y="107315"/>
                      </a:lnTo>
                      <a:cubicBezTo>
                        <a:pt x="3810" y="107315"/>
                        <a:pt x="0" y="103505"/>
                        <a:pt x="0" y="98425"/>
                      </a:cubicBezTo>
                      <a:lnTo>
                        <a:pt x="0" y="8890"/>
                      </a:lnTo>
                      <a:cubicBezTo>
                        <a:pt x="0" y="3810"/>
                        <a:pt x="3810" y="0"/>
                        <a:pt x="8889" y="0"/>
                      </a:cubicBezTo>
                      <a:lnTo>
                        <a:pt x="159385" y="0"/>
                      </a:lnTo>
                      <a:cubicBezTo>
                        <a:pt x="164464" y="0"/>
                        <a:pt x="168275" y="3810"/>
                        <a:pt x="168275" y="8890"/>
                      </a:cubicBezTo>
                      <a:lnTo>
                        <a:pt x="168275" y="98425"/>
                      </a:lnTo>
                      <a:cubicBezTo>
                        <a:pt x="168275" y="103505"/>
                        <a:pt x="164464" y="107315"/>
                        <a:pt x="159385" y="107315"/>
                      </a:cubicBezTo>
                      <a:close/>
                      <a:moveTo>
                        <a:pt x="17145" y="90170"/>
                      </a:moveTo>
                      <a:lnTo>
                        <a:pt x="150495" y="90170"/>
                      </a:lnTo>
                      <a:lnTo>
                        <a:pt x="150495" y="17780"/>
                      </a:lnTo>
                      <a:lnTo>
                        <a:pt x="17145" y="17780"/>
                      </a:lnTo>
                      <a:lnTo>
                        <a:pt x="17145" y="90170"/>
                      </a:ln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29"/>
                <p:cNvSpPr/>
                <p:nvPr/>
              </p:nvSpPr>
              <p:spPr>
                <a:xfrm>
                  <a:off x="8385809" y="2298700"/>
                  <a:ext cx="168275" cy="202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275" h="202564" extrusionOk="0">
                      <a:moveTo>
                        <a:pt x="116205" y="99060"/>
                      </a:moveTo>
                      <a:lnTo>
                        <a:pt x="104140" y="111125"/>
                      </a:lnTo>
                      <a:lnTo>
                        <a:pt x="135255" y="142240"/>
                      </a:lnTo>
                      <a:lnTo>
                        <a:pt x="49530" y="142240"/>
                      </a:lnTo>
                      <a:cubicBezTo>
                        <a:pt x="31750" y="142240"/>
                        <a:pt x="17145" y="127635"/>
                        <a:pt x="17145" y="109855"/>
                      </a:cubicBezTo>
                      <a:lnTo>
                        <a:pt x="17145" y="49530"/>
                      </a:lnTo>
                      <a:cubicBezTo>
                        <a:pt x="17145" y="31750"/>
                        <a:pt x="31750" y="17145"/>
                        <a:pt x="49530" y="17145"/>
                      </a:cubicBezTo>
                      <a:lnTo>
                        <a:pt x="95885" y="17145"/>
                      </a:lnTo>
                      <a:lnTo>
                        <a:pt x="95885" y="0"/>
                      </a:lnTo>
                      <a:lnTo>
                        <a:pt x="49530" y="0"/>
                      </a:lnTo>
                      <a:cubicBezTo>
                        <a:pt x="22225" y="0"/>
                        <a:pt x="0" y="22225"/>
                        <a:pt x="0" y="49530"/>
                      </a:cubicBezTo>
                      <a:lnTo>
                        <a:pt x="0" y="109855"/>
                      </a:lnTo>
                      <a:cubicBezTo>
                        <a:pt x="0" y="137160"/>
                        <a:pt x="22225" y="159385"/>
                        <a:pt x="49530" y="159385"/>
                      </a:cubicBezTo>
                      <a:lnTo>
                        <a:pt x="135255" y="159385"/>
                      </a:lnTo>
                      <a:lnTo>
                        <a:pt x="104140" y="190500"/>
                      </a:lnTo>
                      <a:lnTo>
                        <a:pt x="116205" y="202565"/>
                      </a:lnTo>
                      <a:lnTo>
                        <a:pt x="168275" y="150495"/>
                      </a:lnTo>
                      <a:lnTo>
                        <a:pt x="116205" y="9906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29"/>
                <p:cNvSpPr/>
                <p:nvPr/>
              </p:nvSpPr>
              <p:spPr>
                <a:xfrm>
                  <a:off x="8692515" y="2256154"/>
                  <a:ext cx="128904" cy="344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904" h="344170" extrusionOk="0">
                      <a:moveTo>
                        <a:pt x="52070" y="103505"/>
                      </a:moveTo>
                      <a:lnTo>
                        <a:pt x="64135" y="91440"/>
                      </a:lnTo>
                      <a:lnTo>
                        <a:pt x="33020" y="60325"/>
                      </a:lnTo>
                      <a:lnTo>
                        <a:pt x="79375" y="60325"/>
                      </a:lnTo>
                      <a:cubicBezTo>
                        <a:pt x="97155" y="60325"/>
                        <a:pt x="111760" y="74930"/>
                        <a:pt x="111760" y="92710"/>
                      </a:cubicBezTo>
                      <a:lnTo>
                        <a:pt x="111760" y="294640"/>
                      </a:lnTo>
                      <a:cubicBezTo>
                        <a:pt x="111760" y="312420"/>
                        <a:pt x="97155" y="327025"/>
                        <a:pt x="79375" y="327025"/>
                      </a:cubicBezTo>
                      <a:lnTo>
                        <a:pt x="3175" y="327025"/>
                      </a:lnTo>
                      <a:lnTo>
                        <a:pt x="3175" y="344170"/>
                      </a:lnTo>
                      <a:lnTo>
                        <a:pt x="79375" y="344170"/>
                      </a:lnTo>
                      <a:cubicBezTo>
                        <a:pt x="106680" y="344170"/>
                        <a:pt x="128905" y="321945"/>
                        <a:pt x="128905" y="294640"/>
                      </a:cubicBezTo>
                      <a:lnTo>
                        <a:pt x="128905" y="92710"/>
                      </a:lnTo>
                      <a:cubicBezTo>
                        <a:pt x="128905" y="65405"/>
                        <a:pt x="106680" y="43180"/>
                        <a:pt x="79375" y="43180"/>
                      </a:cubicBezTo>
                      <a:lnTo>
                        <a:pt x="33020" y="43180"/>
                      </a:lnTo>
                      <a:lnTo>
                        <a:pt x="64135" y="12065"/>
                      </a:lnTo>
                      <a:lnTo>
                        <a:pt x="52070" y="0"/>
                      </a:lnTo>
                      <a:lnTo>
                        <a:pt x="0" y="52070"/>
                      </a:lnTo>
                      <a:lnTo>
                        <a:pt x="52070" y="103505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6" name="Google Shape;616;p29"/>
              <p:cNvGrpSpPr/>
              <p:nvPr/>
            </p:nvGrpSpPr>
            <p:grpSpPr>
              <a:xfrm>
                <a:off x="9413405" y="3719035"/>
                <a:ext cx="614664" cy="660558"/>
                <a:chOff x="6226074" y="2254567"/>
                <a:chExt cx="409776" cy="440372"/>
              </a:xfrm>
            </p:grpSpPr>
            <p:sp>
              <p:nvSpPr>
                <p:cNvPr id="617" name="Google Shape;617;p29"/>
                <p:cNvSpPr/>
                <p:nvPr/>
              </p:nvSpPr>
              <p:spPr>
                <a:xfrm>
                  <a:off x="6271259" y="2350770"/>
                  <a:ext cx="213360" cy="252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60" h="252729" extrusionOk="0">
                      <a:moveTo>
                        <a:pt x="97790" y="234950"/>
                      </a:moveTo>
                      <a:cubicBezTo>
                        <a:pt x="45720" y="233045"/>
                        <a:pt x="17780" y="217805"/>
                        <a:pt x="17780" y="209550"/>
                      </a:cubicBezTo>
                      <a:lnTo>
                        <a:pt x="17780" y="178435"/>
                      </a:lnTo>
                      <a:cubicBezTo>
                        <a:pt x="36195" y="189230"/>
                        <a:pt x="66675" y="195580"/>
                        <a:pt x="97790" y="196850"/>
                      </a:cubicBezTo>
                      <a:lnTo>
                        <a:pt x="97790" y="179705"/>
                      </a:lnTo>
                      <a:cubicBezTo>
                        <a:pt x="45720" y="177800"/>
                        <a:pt x="17780" y="162560"/>
                        <a:pt x="17780" y="154305"/>
                      </a:cubicBezTo>
                      <a:lnTo>
                        <a:pt x="17780" y="123190"/>
                      </a:lnTo>
                      <a:cubicBezTo>
                        <a:pt x="36195" y="133985"/>
                        <a:pt x="66675" y="140335"/>
                        <a:pt x="97790" y="141605"/>
                      </a:cubicBezTo>
                      <a:lnTo>
                        <a:pt x="97790" y="134620"/>
                      </a:lnTo>
                      <a:cubicBezTo>
                        <a:pt x="97790" y="130810"/>
                        <a:pt x="98425" y="127635"/>
                        <a:pt x="100330" y="123825"/>
                      </a:cubicBezTo>
                      <a:cubicBezTo>
                        <a:pt x="46990" y="122555"/>
                        <a:pt x="17780" y="106680"/>
                        <a:pt x="17780" y="98425"/>
                      </a:cubicBezTo>
                      <a:lnTo>
                        <a:pt x="17780" y="67310"/>
                      </a:lnTo>
                      <a:cubicBezTo>
                        <a:pt x="38100" y="79375"/>
                        <a:pt x="72390" y="85725"/>
                        <a:pt x="106680" y="85725"/>
                      </a:cubicBezTo>
                      <a:cubicBezTo>
                        <a:pt x="140970" y="85725"/>
                        <a:pt x="175895" y="79375"/>
                        <a:pt x="195580" y="67310"/>
                      </a:cubicBezTo>
                      <a:lnTo>
                        <a:pt x="195580" y="91440"/>
                      </a:lnTo>
                      <a:cubicBezTo>
                        <a:pt x="198755" y="91440"/>
                        <a:pt x="201295" y="91440"/>
                        <a:pt x="204470" y="91440"/>
                      </a:cubicBezTo>
                      <a:cubicBezTo>
                        <a:pt x="207645" y="91440"/>
                        <a:pt x="210185" y="91440"/>
                        <a:pt x="213360" y="91440"/>
                      </a:cubicBezTo>
                      <a:lnTo>
                        <a:pt x="213360" y="42545"/>
                      </a:lnTo>
                      <a:cubicBezTo>
                        <a:pt x="213360" y="14605"/>
                        <a:pt x="160020" y="0"/>
                        <a:pt x="106680" y="0"/>
                      </a:cubicBezTo>
                      <a:cubicBezTo>
                        <a:pt x="53340" y="0"/>
                        <a:pt x="0" y="14605"/>
                        <a:pt x="0" y="42545"/>
                      </a:cubicBezTo>
                      <a:lnTo>
                        <a:pt x="0" y="210185"/>
                      </a:lnTo>
                      <a:cubicBezTo>
                        <a:pt x="0" y="236855"/>
                        <a:pt x="47625" y="251460"/>
                        <a:pt x="97155" y="252730"/>
                      </a:cubicBezTo>
                      <a:lnTo>
                        <a:pt x="97790" y="234950"/>
                      </a:lnTo>
                      <a:lnTo>
                        <a:pt x="97790" y="234950"/>
                      </a:lnTo>
                      <a:close/>
                      <a:moveTo>
                        <a:pt x="107315" y="16510"/>
                      </a:moveTo>
                      <a:cubicBezTo>
                        <a:pt x="165100" y="16510"/>
                        <a:pt x="196215" y="33020"/>
                        <a:pt x="196215" y="41910"/>
                      </a:cubicBezTo>
                      <a:cubicBezTo>
                        <a:pt x="196215" y="50800"/>
                        <a:pt x="165100" y="67310"/>
                        <a:pt x="107315" y="67310"/>
                      </a:cubicBezTo>
                      <a:cubicBezTo>
                        <a:pt x="49530" y="67310"/>
                        <a:pt x="18415" y="50800"/>
                        <a:pt x="18415" y="41910"/>
                      </a:cubicBezTo>
                      <a:cubicBezTo>
                        <a:pt x="18415" y="33020"/>
                        <a:pt x="49530" y="16510"/>
                        <a:pt x="107315" y="16510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9"/>
                <p:cNvSpPr/>
                <p:nvPr/>
              </p:nvSpPr>
              <p:spPr>
                <a:xfrm>
                  <a:off x="6226074" y="2254567"/>
                  <a:ext cx="409776" cy="105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76" h="105828" extrusionOk="0">
                      <a:moveTo>
                        <a:pt x="8991" y="105728"/>
                      </a:moveTo>
                      <a:cubicBezTo>
                        <a:pt x="5816" y="105728"/>
                        <a:pt x="2641" y="103822"/>
                        <a:pt x="736" y="100647"/>
                      </a:cubicBezTo>
                      <a:cubicBezTo>
                        <a:pt x="-1169" y="96203"/>
                        <a:pt x="736" y="91122"/>
                        <a:pt x="5181" y="89218"/>
                      </a:cubicBezTo>
                      <a:lnTo>
                        <a:pt x="201396" y="953"/>
                      </a:lnTo>
                      <a:cubicBezTo>
                        <a:pt x="203936" y="-318"/>
                        <a:pt x="206476" y="-318"/>
                        <a:pt x="208381" y="953"/>
                      </a:cubicBezTo>
                      <a:lnTo>
                        <a:pt x="404595" y="89218"/>
                      </a:lnTo>
                      <a:cubicBezTo>
                        <a:pt x="409041" y="91122"/>
                        <a:pt x="410945" y="96203"/>
                        <a:pt x="409041" y="100647"/>
                      </a:cubicBezTo>
                      <a:cubicBezTo>
                        <a:pt x="407136" y="105093"/>
                        <a:pt x="402056" y="106997"/>
                        <a:pt x="397611" y="105093"/>
                      </a:cubicBezTo>
                      <a:lnTo>
                        <a:pt x="205206" y="18097"/>
                      </a:lnTo>
                      <a:lnTo>
                        <a:pt x="12801" y="105093"/>
                      </a:lnTo>
                      <a:cubicBezTo>
                        <a:pt x="11531" y="105093"/>
                        <a:pt x="10261" y="105728"/>
                        <a:pt x="8991" y="105728"/>
                      </a:cubicBez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" name="Google Shape;619;p29"/>
                <p:cNvSpPr/>
                <p:nvPr/>
              </p:nvSpPr>
              <p:spPr>
                <a:xfrm>
                  <a:off x="6369684" y="2440939"/>
                  <a:ext cx="213359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359" h="254000" extrusionOk="0">
                      <a:moveTo>
                        <a:pt x="106680" y="0"/>
                      </a:moveTo>
                      <a:cubicBezTo>
                        <a:pt x="53340" y="0"/>
                        <a:pt x="0" y="14605"/>
                        <a:pt x="0" y="43180"/>
                      </a:cubicBezTo>
                      <a:lnTo>
                        <a:pt x="0" y="210820"/>
                      </a:lnTo>
                      <a:cubicBezTo>
                        <a:pt x="0" y="239395"/>
                        <a:pt x="53975" y="254000"/>
                        <a:pt x="106680" y="254000"/>
                      </a:cubicBezTo>
                      <a:cubicBezTo>
                        <a:pt x="159385" y="254000"/>
                        <a:pt x="213360" y="239395"/>
                        <a:pt x="213360" y="210820"/>
                      </a:cubicBezTo>
                      <a:lnTo>
                        <a:pt x="213360" y="43180"/>
                      </a:lnTo>
                      <a:cubicBezTo>
                        <a:pt x="213360" y="15240"/>
                        <a:pt x="159385" y="0"/>
                        <a:pt x="106680" y="0"/>
                      </a:cubicBezTo>
                      <a:close/>
                      <a:moveTo>
                        <a:pt x="106680" y="18415"/>
                      </a:moveTo>
                      <a:cubicBezTo>
                        <a:pt x="163830" y="18415"/>
                        <a:pt x="195580" y="34925"/>
                        <a:pt x="195580" y="43180"/>
                      </a:cubicBezTo>
                      <a:cubicBezTo>
                        <a:pt x="195580" y="51435"/>
                        <a:pt x="164465" y="67945"/>
                        <a:pt x="106680" y="67945"/>
                      </a:cubicBezTo>
                      <a:cubicBezTo>
                        <a:pt x="48895" y="67945"/>
                        <a:pt x="17780" y="51435"/>
                        <a:pt x="17780" y="43180"/>
                      </a:cubicBezTo>
                      <a:cubicBezTo>
                        <a:pt x="17780" y="34925"/>
                        <a:pt x="48895" y="18415"/>
                        <a:pt x="106680" y="18415"/>
                      </a:cubicBezTo>
                      <a:close/>
                      <a:moveTo>
                        <a:pt x="106680" y="236220"/>
                      </a:moveTo>
                      <a:cubicBezTo>
                        <a:pt x="49530" y="236220"/>
                        <a:pt x="17780" y="219710"/>
                        <a:pt x="17780" y="211455"/>
                      </a:cubicBezTo>
                      <a:lnTo>
                        <a:pt x="17780" y="180975"/>
                      </a:lnTo>
                      <a:cubicBezTo>
                        <a:pt x="38100" y="193040"/>
                        <a:pt x="72390" y="198755"/>
                        <a:pt x="106680" y="198755"/>
                      </a:cubicBezTo>
                      <a:cubicBezTo>
                        <a:pt x="140970" y="198755"/>
                        <a:pt x="175260" y="192405"/>
                        <a:pt x="195580" y="180975"/>
                      </a:cubicBezTo>
                      <a:lnTo>
                        <a:pt x="195580" y="211455"/>
                      </a:lnTo>
                      <a:cubicBezTo>
                        <a:pt x="194945" y="219710"/>
                        <a:pt x="163830" y="236220"/>
                        <a:pt x="106680" y="236220"/>
                      </a:cubicBezTo>
                      <a:close/>
                      <a:moveTo>
                        <a:pt x="106680" y="180340"/>
                      </a:moveTo>
                      <a:cubicBezTo>
                        <a:pt x="49530" y="180340"/>
                        <a:pt x="17780" y="163830"/>
                        <a:pt x="17780" y="155575"/>
                      </a:cubicBezTo>
                      <a:lnTo>
                        <a:pt x="17780" y="124460"/>
                      </a:lnTo>
                      <a:cubicBezTo>
                        <a:pt x="38100" y="136525"/>
                        <a:pt x="72390" y="142240"/>
                        <a:pt x="106680" y="142240"/>
                      </a:cubicBezTo>
                      <a:cubicBezTo>
                        <a:pt x="140970" y="142240"/>
                        <a:pt x="175260" y="135890"/>
                        <a:pt x="195580" y="124460"/>
                      </a:cubicBezTo>
                      <a:lnTo>
                        <a:pt x="195580" y="154940"/>
                      </a:lnTo>
                      <a:cubicBezTo>
                        <a:pt x="194945" y="163830"/>
                        <a:pt x="163830" y="180340"/>
                        <a:pt x="106680" y="180340"/>
                      </a:cubicBezTo>
                      <a:close/>
                      <a:moveTo>
                        <a:pt x="106680" y="124460"/>
                      </a:moveTo>
                      <a:cubicBezTo>
                        <a:pt x="49530" y="124460"/>
                        <a:pt x="17780" y="107950"/>
                        <a:pt x="17780" y="99695"/>
                      </a:cubicBezTo>
                      <a:lnTo>
                        <a:pt x="17780" y="69215"/>
                      </a:lnTo>
                      <a:cubicBezTo>
                        <a:pt x="38100" y="81280"/>
                        <a:pt x="72390" y="86995"/>
                        <a:pt x="106680" y="86995"/>
                      </a:cubicBezTo>
                      <a:cubicBezTo>
                        <a:pt x="140970" y="86995"/>
                        <a:pt x="175260" y="80645"/>
                        <a:pt x="195580" y="69215"/>
                      </a:cubicBezTo>
                      <a:lnTo>
                        <a:pt x="195580" y="99695"/>
                      </a:lnTo>
                      <a:cubicBezTo>
                        <a:pt x="194945" y="107950"/>
                        <a:pt x="163830" y="124460"/>
                        <a:pt x="106680" y="124460"/>
                      </a:cubicBez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0" name="Google Shape;620;p29"/>
              <p:cNvGrpSpPr/>
              <p:nvPr/>
            </p:nvGrpSpPr>
            <p:grpSpPr>
              <a:xfrm>
                <a:off x="7880909" y="3706177"/>
                <a:ext cx="509586" cy="640079"/>
                <a:chOff x="5203825" y="2245995"/>
                <a:chExt cx="339724" cy="426719"/>
              </a:xfrm>
            </p:grpSpPr>
            <p:sp>
              <p:nvSpPr>
                <p:cNvPr id="621" name="Google Shape;621;p29"/>
                <p:cNvSpPr/>
                <p:nvPr/>
              </p:nvSpPr>
              <p:spPr>
                <a:xfrm>
                  <a:off x="5203825" y="2412364"/>
                  <a:ext cx="231140" cy="26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40" h="260350" extrusionOk="0">
                      <a:moveTo>
                        <a:pt x="213995" y="99695"/>
                      </a:moveTo>
                      <a:cubicBezTo>
                        <a:pt x="212725" y="106045"/>
                        <a:pt x="178435" y="121285"/>
                        <a:pt x="116205" y="121285"/>
                      </a:cubicBezTo>
                      <a:cubicBezTo>
                        <a:pt x="52705" y="121285"/>
                        <a:pt x="18415" y="106045"/>
                        <a:pt x="18415" y="99695"/>
                      </a:cubicBezTo>
                      <a:lnTo>
                        <a:pt x="18415" y="61595"/>
                      </a:lnTo>
                      <a:cubicBezTo>
                        <a:pt x="40005" y="73025"/>
                        <a:pt x="79375" y="78740"/>
                        <a:pt x="116205" y="78740"/>
                      </a:cubicBezTo>
                      <a:cubicBezTo>
                        <a:pt x="144780" y="78740"/>
                        <a:pt x="174625" y="75565"/>
                        <a:pt x="196215" y="68580"/>
                      </a:cubicBezTo>
                      <a:lnTo>
                        <a:pt x="195580" y="50165"/>
                      </a:lnTo>
                      <a:cubicBezTo>
                        <a:pt x="179705" y="55880"/>
                        <a:pt x="153670" y="60960"/>
                        <a:pt x="115570" y="60960"/>
                      </a:cubicBezTo>
                      <a:cubicBezTo>
                        <a:pt x="48260" y="60960"/>
                        <a:pt x="17780" y="44450"/>
                        <a:pt x="17780" y="39370"/>
                      </a:cubicBezTo>
                      <a:cubicBezTo>
                        <a:pt x="17780" y="34290"/>
                        <a:pt x="48260" y="17780"/>
                        <a:pt x="115570" y="17780"/>
                      </a:cubicBezTo>
                      <a:cubicBezTo>
                        <a:pt x="116840" y="17780"/>
                        <a:pt x="118110" y="17780"/>
                        <a:pt x="120015" y="17780"/>
                      </a:cubicBezTo>
                      <a:lnTo>
                        <a:pt x="135890" y="635"/>
                      </a:lnTo>
                      <a:cubicBezTo>
                        <a:pt x="128905" y="0"/>
                        <a:pt x="121920" y="0"/>
                        <a:pt x="115570" y="0"/>
                      </a:cubicBezTo>
                      <a:cubicBezTo>
                        <a:pt x="59690" y="0"/>
                        <a:pt x="0" y="12065"/>
                        <a:pt x="0" y="39370"/>
                      </a:cubicBezTo>
                      <a:lnTo>
                        <a:pt x="0" y="220980"/>
                      </a:lnTo>
                      <a:cubicBezTo>
                        <a:pt x="0" y="248285"/>
                        <a:pt x="59690" y="260350"/>
                        <a:pt x="115570" y="260350"/>
                      </a:cubicBezTo>
                      <a:cubicBezTo>
                        <a:pt x="158750" y="260350"/>
                        <a:pt x="231140" y="252095"/>
                        <a:pt x="231140" y="220980"/>
                      </a:cubicBezTo>
                      <a:lnTo>
                        <a:pt x="231140" y="71120"/>
                      </a:lnTo>
                      <a:lnTo>
                        <a:pt x="213360" y="71120"/>
                      </a:lnTo>
                      <a:lnTo>
                        <a:pt x="213995" y="99695"/>
                      </a:lnTo>
                      <a:lnTo>
                        <a:pt x="213995" y="99695"/>
                      </a:lnTo>
                      <a:close/>
                      <a:moveTo>
                        <a:pt x="213995" y="220980"/>
                      </a:moveTo>
                      <a:cubicBezTo>
                        <a:pt x="213995" y="227330"/>
                        <a:pt x="179705" y="242570"/>
                        <a:pt x="116205" y="242570"/>
                      </a:cubicBezTo>
                      <a:cubicBezTo>
                        <a:pt x="53975" y="242570"/>
                        <a:pt x="19685" y="227330"/>
                        <a:pt x="18415" y="220980"/>
                      </a:cubicBezTo>
                      <a:lnTo>
                        <a:pt x="18415" y="182880"/>
                      </a:lnTo>
                      <a:cubicBezTo>
                        <a:pt x="42545" y="195580"/>
                        <a:pt x="86360" y="199390"/>
                        <a:pt x="116205" y="199390"/>
                      </a:cubicBezTo>
                      <a:cubicBezTo>
                        <a:pt x="153035" y="199390"/>
                        <a:pt x="192405" y="193675"/>
                        <a:pt x="213995" y="182245"/>
                      </a:cubicBezTo>
                      <a:lnTo>
                        <a:pt x="213995" y="220980"/>
                      </a:lnTo>
                      <a:close/>
                      <a:moveTo>
                        <a:pt x="213995" y="160020"/>
                      </a:moveTo>
                      <a:cubicBezTo>
                        <a:pt x="212725" y="166370"/>
                        <a:pt x="178435" y="181610"/>
                        <a:pt x="116205" y="181610"/>
                      </a:cubicBezTo>
                      <a:cubicBezTo>
                        <a:pt x="52705" y="181610"/>
                        <a:pt x="18415" y="166370"/>
                        <a:pt x="18415" y="160020"/>
                      </a:cubicBezTo>
                      <a:lnTo>
                        <a:pt x="18415" y="122555"/>
                      </a:lnTo>
                      <a:cubicBezTo>
                        <a:pt x="42545" y="135255"/>
                        <a:pt x="86360" y="139065"/>
                        <a:pt x="116205" y="139065"/>
                      </a:cubicBezTo>
                      <a:cubicBezTo>
                        <a:pt x="153035" y="139065"/>
                        <a:pt x="192405" y="133350"/>
                        <a:pt x="213995" y="121920"/>
                      </a:cubicBezTo>
                      <a:lnTo>
                        <a:pt x="213995" y="16002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29"/>
                <p:cNvSpPr/>
                <p:nvPr/>
              </p:nvSpPr>
              <p:spPr>
                <a:xfrm>
                  <a:off x="5306059" y="2245995"/>
                  <a:ext cx="237490" cy="237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490" h="237489" extrusionOk="0">
                      <a:moveTo>
                        <a:pt x="142875" y="237490"/>
                      </a:moveTo>
                      <a:lnTo>
                        <a:pt x="94615" y="237490"/>
                      </a:lnTo>
                      <a:lnTo>
                        <a:pt x="93980" y="206375"/>
                      </a:lnTo>
                      <a:cubicBezTo>
                        <a:pt x="87630" y="204470"/>
                        <a:pt x="81280" y="201930"/>
                        <a:pt x="74930" y="198120"/>
                      </a:cubicBezTo>
                      <a:lnTo>
                        <a:pt x="52070" y="219710"/>
                      </a:lnTo>
                      <a:lnTo>
                        <a:pt x="17780" y="185420"/>
                      </a:lnTo>
                      <a:lnTo>
                        <a:pt x="39370" y="162560"/>
                      </a:lnTo>
                      <a:cubicBezTo>
                        <a:pt x="35560" y="156210"/>
                        <a:pt x="33020" y="149860"/>
                        <a:pt x="31115" y="143510"/>
                      </a:cubicBezTo>
                      <a:lnTo>
                        <a:pt x="0" y="142875"/>
                      </a:lnTo>
                      <a:lnTo>
                        <a:pt x="0" y="94615"/>
                      </a:lnTo>
                      <a:lnTo>
                        <a:pt x="31115" y="93980"/>
                      </a:lnTo>
                      <a:cubicBezTo>
                        <a:pt x="33020" y="87630"/>
                        <a:pt x="35560" y="81280"/>
                        <a:pt x="39370" y="74930"/>
                      </a:cubicBezTo>
                      <a:lnTo>
                        <a:pt x="17780" y="52070"/>
                      </a:lnTo>
                      <a:lnTo>
                        <a:pt x="52070" y="17780"/>
                      </a:lnTo>
                      <a:lnTo>
                        <a:pt x="74930" y="39370"/>
                      </a:lnTo>
                      <a:cubicBezTo>
                        <a:pt x="81280" y="35560"/>
                        <a:pt x="87630" y="33020"/>
                        <a:pt x="93980" y="31115"/>
                      </a:cubicBezTo>
                      <a:lnTo>
                        <a:pt x="94615" y="0"/>
                      </a:lnTo>
                      <a:lnTo>
                        <a:pt x="142875" y="0"/>
                      </a:lnTo>
                      <a:lnTo>
                        <a:pt x="143510" y="31115"/>
                      </a:lnTo>
                      <a:cubicBezTo>
                        <a:pt x="149860" y="33020"/>
                        <a:pt x="156210" y="35560"/>
                        <a:pt x="162560" y="39370"/>
                      </a:cubicBezTo>
                      <a:lnTo>
                        <a:pt x="185420" y="17780"/>
                      </a:lnTo>
                      <a:lnTo>
                        <a:pt x="219710" y="52070"/>
                      </a:lnTo>
                      <a:lnTo>
                        <a:pt x="198120" y="74930"/>
                      </a:lnTo>
                      <a:cubicBezTo>
                        <a:pt x="201930" y="81280"/>
                        <a:pt x="204470" y="87630"/>
                        <a:pt x="206375" y="93980"/>
                      </a:cubicBezTo>
                      <a:lnTo>
                        <a:pt x="237490" y="94615"/>
                      </a:lnTo>
                      <a:lnTo>
                        <a:pt x="237490" y="142875"/>
                      </a:lnTo>
                      <a:lnTo>
                        <a:pt x="206375" y="143510"/>
                      </a:lnTo>
                      <a:cubicBezTo>
                        <a:pt x="204470" y="149860"/>
                        <a:pt x="201930" y="156210"/>
                        <a:pt x="198120" y="162560"/>
                      </a:cubicBezTo>
                      <a:lnTo>
                        <a:pt x="219710" y="185420"/>
                      </a:lnTo>
                      <a:lnTo>
                        <a:pt x="185420" y="219710"/>
                      </a:lnTo>
                      <a:lnTo>
                        <a:pt x="162560" y="198120"/>
                      </a:lnTo>
                      <a:cubicBezTo>
                        <a:pt x="156210" y="201930"/>
                        <a:pt x="149860" y="204470"/>
                        <a:pt x="143510" y="206375"/>
                      </a:cubicBezTo>
                      <a:lnTo>
                        <a:pt x="142875" y="237490"/>
                      </a:lnTo>
                      <a:close/>
                      <a:moveTo>
                        <a:pt x="111760" y="219710"/>
                      </a:moveTo>
                      <a:lnTo>
                        <a:pt x="125730" y="219710"/>
                      </a:lnTo>
                      <a:lnTo>
                        <a:pt x="126365" y="191770"/>
                      </a:lnTo>
                      <a:lnTo>
                        <a:pt x="133350" y="190500"/>
                      </a:lnTo>
                      <a:cubicBezTo>
                        <a:pt x="142240" y="189230"/>
                        <a:pt x="150495" y="185420"/>
                        <a:pt x="159385" y="179705"/>
                      </a:cubicBezTo>
                      <a:lnTo>
                        <a:pt x="165100" y="175895"/>
                      </a:lnTo>
                      <a:lnTo>
                        <a:pt x="185420" y="194945"/>
                      </a:lnTo>
                      <a:lnTo>
                        <a:pt x="195580" y="184785"/>
                      </a:lnTo>
                      <a:lnTo>
                        <a:pt x="176530" y="164465"/>
                      </a:lnTo>
                      <a:lnTo>
                        <a:pt x="180340" y="158750"/>
                      </a:lnTo>
                      <a:cubicBezTo>
                        <a:pt x="186055" y="149860"/>
                        <a:pt x="189865" y="141605"/>
                        <a:pt x="191135" y="132715"/>
                      </a:cubicBezTo>
                      <a:lnTo>
                        <a:pt x="192405" y="125730"/>
                      </a:lnTo>
                      <a:lnTo>
                        <a:pt x="220345" y="125095"/>
                      </a:lnTo>
                      <a:lnTo>
                        <a:pt x="220345" y="111125"/>
                      </a:lnTo>
                      <a:lnTo>
                        <a:pt x="192405" y="110490"/>
                      </a:lnTo>
                      <a:lnTo>
                        <a:pt x="191135" y="103505"/>
                      </a:lnTo>
                      <a:cubicBezTo>
                        <a:pt x="189865" y="94615"/>
                        <a:pt x="186055" y="86360"/>
                        <a:pt x="180340" y="77470"/>
                      </a:cubicBezTo>
                      <a:lnTo>
                        <a:pt x="176530" y="71755"/>
                      </a:lnTo>
                      <a:lnTo>
                        <a:pt x="195580" y="51435"/>
                      </a:lnTo>
                      <a:lnTo>
                        <a:pt x="185420" y="41275"/>
                      </a:lnTo>
                      <a:lnTo>
                        <a:pt x="165100" y="60325"/>
                      </a:lnTo>
                      <a:lnTo>
                        <a:pt x="159385" y="56515"/>
                      </a:lnTo>
                      <a:cubicBezTo>
                        <a:pt x="150495" y="50800"/>
                        <a:pt x="142240" y="46990"/>
                        <a:pt x="133350" y="45720"/>
                      </a:cubicBezTo>
                      <a:lnTo>
                        <a:pt x="126365" y="44450"/>
                      </a:lnTo>
                      <a:lnTo>
                        <a:pt x="125730" y="16510"/>
                      </a:lnTo>
                      <a:lnTo>
                        <a:pt x="111760" y="16510"/>
                      </a:lnTo>
                      <a:lnTo>
                        <a:pt x="111125" y="44450"/>
                      </a:lnTo>
                      <a:lnTo>
                        <a:pt x="104140" y="45720"/>
                      </a:lnTo>
                      <a:cubicBezTo>
                        <a:pt x="95250" y="46990"/>
                        <a:pt x="86995" y="50800"/>
                        <a:pt x="78105" y="56515"/>
                      </a:cubicBezTo>
                      <a:lnTo>
                        <a:pt x="72390" y="60325"/>
                      </a:lnTo>
                      <a:lnTo>
                        <a:pt x="52070" y="41275"/>
                      </a:lnTo>
                      <a:lnTo>
                        <a:pt x="41910" y="51435"/>
                      </a:lnTo>
                      <a:lnTo>
                        <a:pt x="60960" y="71755"/>
                      </a:lnTo>
                      <a:lnTo>
                        <a:pt x="57150" y="77470"/>
                      </a:lnTo>
                      <a:cubicBezTo>
                        <a:pt x="51435" y="86360"/>
                        <a:pt x="47625" y="94615"/>
                        <a:pt x="46355" y="103505"/>
                      </a:cubicBezTo>
                      <a:lnTo>
                        <a:pt x="45085" y="110490"/>
                      </a:lnTo>
                      <a:lnTo>
                        <a:pt x="17145" y="111125"/>
                      </a:lnTo>
                      <a:lnTo>
                        <a:pt x="17145" y="125095"/>
                      </a:lnTo>
                      <a:lnTo>
                        <a:pt x="45085" y="125730"/>
                      </a:lnTo>
                      <a:lnTo>
                        <a:pt x="46355" y="132715"/>
                      </a:lnTo>
                      <a:cubicBezTo>
                        <a:pt x="47625" y="141605"/>
                        <a:pt x="51435" y="149860"/>
                        <a:pt x="57150" y="158750"/>
                      </a:cubicBezTo>
                      <a:lnTo>
                        <a:pt x="60960" y="164465"/>
                      </a:lnTo>
                      <a:lnTo>
                        <a:pt x="41910" y="184785"/>
                      </a:lnTo>
                      <a:lnTo>
                        <a:pt x="52070" y="194945"/>
                      </a:lnTo>
                      <a:lnTo>
                        <a:pt x="72390" y="175895"/>
                      </a:lnTo>
                      <a:lnTo>
                        <a:pt x="78105" y="179705"/>
                      </a:lnTo>
                      <a:cubicBezTo>
                        <a:pt x="86995" y="185420"/>
                        <a:pt x="95250" y="189230"/>
                        <a:pt x="104140" y="190500"/>
                      </a:cubicBezTo>
                      <a:lnTo>
                        <a:pt x="111125" y="191770"/>
                      </a:lnTo>
                      <a:lnTo>
                        <a:pt x="111760" y="219710"/>
                      </a:lnTo>
                      <a:close/>
                      <a:moveTo>
                        <a:pt x="228600" y="133985"/>
                      </a:moveTo>
                      <a:lnTo>
                        <a:pt x="228600" y="133985"/>
                      </a:lnTo>
                      <a:lnTo>
                        <a:pt x="228600" y="133985"/>
                      </a:ln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29"/>
                <p:cNvSpPr/>
                <p:nvPr/>
              </p:nvSpPr>
              <p:spPr>
                <a:xfrm>
                  <a:off x="5368925" y="2308860"/>
                  <a:ext cx="110490" cy="110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" h="110489" extrusionOk="0">
                      <a:moveTo>
                        <a:pt x="55245" y="110490"/>
                      </a:moveTo>
                      <a:cubicBezTo>
                        <a:pt x="24765" y="110490"/>
                        <a:pt x="0" y="85725"/>
                        <a:pt x="0" y="55245"/>
                      </a:cubicBezTo>
                      <a:cubicBezTo>
                        <a:pt x="0" y="24765"/>
                        <a:pt x="24765" y="0"/>
                        <a:pt x="55245" y="0"/>
                      </a:cubicBezTo>
                      <a:cubicBezTo>
                        <a:pt x="85725" y="0"/>
                        <a:pt x="110490" y="24765"/>
                        <a:pt x="110490" y="55245"/>
                      </a:cubicBezTo>
                      <a:cubicBezTo>
                        <a:pt x="110490" y="85725"/>
                        <a:pt x="85725" y="110490"/>
                        <a:pt x="55245" y="110490"/>
                      </a:cubicBezTo>
                      <a:close/>
                      <a:moveTo>
                        <a:pt x="55245" y="17780"/>
                      </a:moveTo>
                      <a:cubicBezTo>
                        <a:pt x="34290" y="17780"/>
                        <a:pt x="17780" y="34925"/>
                        <a:pt x="17780" y="55245"/>
                      </a:cubicBezTo>
                      <a:cubicBezTo>
                        <a:pt x="17780" y="76200"/>
                        <a:pt x="34925" y="92710"/>
                        <a:pt x="55245" y="92710"/>
                      </a:cubicBezTo>
                      <a:cubicBezTo>
                        <a:pt x="76200" y="92710"/>
                        <a:pt x="92710" y="75565"/>
                        <a:pt x="92710" y="55245"/>
                      </a:cubicBezTo>
                      <a:cubicBezTo>
                        <a:pt x="92710" y="34290"/>
                        <a:pt x="76200" y="17780"/>
                        <a:pt x="55245" y="17780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4" name="Google Shape;624;p29"/>
              <p:cNvGrpSpPr/>
              <p:nvPr/>
            </p:nvGrpSpPr>
            <p:grpSpPr>
              <a:xfrm>
                <a:off x="11203379" y="3665219"/>
                <a:ext cx="504825" cy="638175"/>
                <a:chOff x="7424419" y="2218689"/>
                <a:chExt cx="336550" cy="425450"/>
              </a:xfrm>
            </p:grpSpPr>
            <p:sp>
              <p:nvSpPr>
                <p:cNvPr id="625" name="Google Shape;625;p29"/>
                <p:cNvSpPr/>
                <p:nvPr/>
              </p:nvSpPr>
              <p:spPr>
                <a:xfrm>
                  <a:off x="7424419" y="2383789"/>
                  <a:ext cx="231140" cy="26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40" h="260350" extrusionOk="0">
                      <a:moveTo>
                        <a:pt x="213361" y="67945"/>
                      </a:moveTo>
                      <a:lnTo>
                        <a:pt x="213361" y="99695"/>
                      </a:lnTo>
                      <a:cubicBezTo>
                        <a:pt x="212090" y="106045"/>
                        <a:pt x="177800" y="121285"/>
                        <a:pt x="115570" y="121285"/>
                      </a:cubicBezTo>
                      <a:cubicBezTo>
                        <a:pt x="52070" y="121285"/>
                        <a:pt x="17780" y="106045"/>
                        <a:pt x="17780" y="99695"/>
                      </a:cubicBezTo>
                      <a:lnTo>
                        <a:pt x="17780" y="61595"/>
                      </a:lnTo>
                      <a:cubicBezTo>
                        <a:pt x="39370" y="73025"/>
                        <a:pt x="78740" y="78740"/>
                        <a:pt x="115570" y="78740"/>
                      </a:cubicBezTo>
                      <a:cubicBezTo>
                        <a:pt x="146686" y="78740"/>
                        <a:pt x="178436" y="74930"/>
                        <a:pt x="200661" y="66675"/>
                      </a:cubicBezTo>
                      <a:cubicBezTo>
                        <a:pt x="189230" y="64770"/>
                        <a:pt x="178436" y="61595"/>
                        <a:pt x="168911" y="56515"/>
                      </a:cubicBezTo>
                      <a:cubicBezTo>
                        <a:pt x="154940" y="59055"/>
                        <a:pt x="137161" y="60960"/>
                        <a:pt x="115570" y="60960"/>
                      </a:cubicBezTo>
                      <a:cubicBezTo>
                        <a:pt x="48261" y="60960"/>
                        <a:pt x="17780" y="44450"/>
                        <a:pt x="17780" y="39370"/>
                      </a:cubicBezTo>
                      <a:cubicBezTo>
                        <a:pt x="17780" y="34290"/>
                        <a:pt x="48261" y="17780"/>
                        <a:pt x="115570" y="17780"/>
                      </a:cubicBezTo>
                      <a:cubicBezTo>
                        <a:pt x="118111" y="17780"/>
                        <a:pt x="120650" y="17780"/>
                        <a:pt x="123825" y="17780"/>
                      </a:cubicBezTo>
                      <a:cubicBezTo>
                        <a:pt x="120015" y="12065"/>
                        <a:pt x="116840" y="6350"/>
                        <a:pt x="113665" y="0"/>
                      </a:cubicBezTo>
                      <a:cubicBezTo>
                        <a:pt x="58420" y="0"/>
                        <a:pt x="0" y="12700"/>
                        <a:pt x="0" y="39370"/>
                      </a:cubicBezTo>
                      <a:lnTo>
                        <a:pt x="0" y="220980"/>
                      </a:lnTo>
                      <a:cubicBezTo>
                        <a:pt x="0" y="248285"/>
                        <a:pt x="59690" y="260350"/>
                        <a:pt x="115570" y="260350"/>
                      </a:cubicBezTo>
                      <a:cubicBezTo>
                        <a:pt x="158750" y="260350"/>
                        <a:pt x="231140" y="252095"/>
                        <a:pt x="231140" y="220980"/>
                      </a:cubicBezTo>
                      <a:lnTo>
                        <a:pt x="231140" y="67945"/>
                      </a:lnTo>
                      <a:cubicBezTo>
                        <a:pt x="227330" y="68580"/>
                        <a:pt x="223520" y="68580"/>
                        <a:pt x="219711" y="68580"/>
                      </a:cubicBezTo>
                      <a:cubicBezTo>
                        <a:pt x="217805" y="68580"/>
                        <a:pt x="215265" y="68580"/>
                        <a:pt x="213361" y="67945"/>
                      </a:cubicBezTo>
                      <a:close/>
                      <a:moveTo>
                        <a:pt x="213361" y="220980"/>
                      </a:moveTo>
                      <a:cubicBezTo>
                        <a:pt x="213361" y="227330"/>
                        <a:pt x="179070" y="242570"/>
                        <a:pt x="115570" y="242570"/>
                      </a:cubicBezTo>
                      <a:cubicBezTo>
                        <a:pt x="53340" y="242570"/>
                        <a:pt x="19050" y="227330"/>
                        <a:pt x="17780" y="220980"/>
                      </a:cubicBezTo>
                      <a:lnTo>
                        <a:pt x="17780" y="182880"/>
                      </a:lnTo>
                      <a:cubicBezTo>
                        <a:pt x="41911" y="195580"/>
                        <a:pt x="85725" y="199390"/>
                        <a:pt x="115570" y="199390"/>
                      </a:cubicBezTo>
                      <a:cubicBezTo>
                        <a:pt x="152400" y="199390"/>
                        <a:pt x="191770" y="193675"/>
                        <a:pt x="213361" y="182245"/>
                      </a:cubicBezTo>
                      <a:lnTo>
                        <a:pt x="213361" y="220980"/>
                      </a:lnTo>
                      <a:close/>
                      <a:moveTo>
                        <a:pt x="213361" y="160020"/>
                      </a:moveTo>
                      <a:cubicBezTo>
                        <a:pt x="212090" y="166370"/>
                        <a:pt x="177800" y="181610"/>
                        <a:pt x="115570" y="181610"/>
                      </a:cubicBezTo>
                      <a:cubicBezTo>
                        <a:pt x="52070" y="181610"/>
                        <a:pt x="17780" y="166370"/>
                        <a:pt x="17780" y="160020"/>
                      </a:cubicBezTo>
                      <a:lnTo>
                        <a:pt x="17780" y="122555"/>
                      </a:lnTo>
                      <a:cubicBezTo>
                        <a:pt x="41911" y="135255"/>
                        <a:pt x="85725" y="139065"/>
                        <a:pt x="115570" y="139065"/>
                      </a:cubicBezTo>
                      <a:cubicBezTo>
                        <a:pt x="152400" y="139065"/>
                        <a:pt x="191770" y="133350"/>
                        <a:pt x="213361" y="121920"/>
                      </a:cubicBezTo>
                      <a:lnTo>
                        <a:pt x="213361" y="160020"/>
                      </a:ln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26" name="Google Shape;626;p29"/>
                <p:cNvGrpSpPr/>
                <p:nvPr/>
              </p:nvGrpSpPr>
              <p:grpSpPr>
                <a:xfrm>
                  <a:off x="7527290" y="2218689"/>
                  <a:ext cx="233679" cy="233680"/>
                  <a:chOff x="7527290" y="2218689"/>
                  <a:chExt cx="233679" cy="233680"/>
                </a:xfrm>
              </p:grpSpPr>
              <p:sp>
                <p:nvSpPr>
                  <p:cNvPr id="627" name="Google Shape;627;p29"/>
                  <p:cNvSpPr/>
                  <p:nvPr/>
                </p:nvSpPr>
                <p:spPr>
                  <a:xfrm>
                    <a:off x="7527290" y="2218689"/>
                    <a:ext cx="233679" cy="2336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3679" h="233680" extrusionOk="0">
                        <a:moveTo>
                          <a:pt x="116840" y="233680"/>
                        </a:moveTo>
                        <a:cubicBezTo>
                          <a:pt x="52705" y="233680"/>
                          <a:pt x="0" y="180975"/>
                          <a:pt x="0" y="116840"/>
                        </a:cubicBezTo>
                        <a:cubicBezTo>
                          <a:pt x="0" y="52705"/>
                          <a:pt x="52705" y="0"/>
                          <a:pt x="116840" y="0"/>
                        </a:cubicBezTo>
                        <a:cubicBezTo>
                          <a:pt x="180975" y="0"/>
                          <a:pt x="233680" y="52705"/>
                          <a:pt x="233680" y="116840"/>
                        </a:cubicBezTo>
                        <a:cubicBezTo>
                          <a:pt x="233680" y="180975"/>
                          <a:pt x="180975" y="233680"/>
                          <a:pt x="116840" y="233680"/>
                        </a:cubicBezTo>
                        <a:close/>
                        <a:moveTo>
                          <a:pt x="116840" y="17780"/>
                        </a:moveTo>
                        <a:cubicBezTo>
                          <a:pt x="62230" y="17780"/>
                          <a:pt x="17780" y="62230"/>
                          <a:pt x="17780" y="116840"/>
                        </a:cubicBezTo>
                        <a:cubicBezTo>
                          <a:pt x="17780" y="171450"/>
                          <a:pt x="62230" y="215900"/>
                          <a:pt x="116840" y="215900"/>
                        </a:cubicBezTo>
                        <a:cubicBezTo>
                          <a:pt x="171450" y="215900"/>
                          <a:pt x="215900" y="171450"/>
                          <a:pt x="215900" y="116840"/>
                        </a:cubicBezTo>
                        <a:cubicBezTo>
                          <a:pt x="215900" y="62230"/>
                          <a:pt x="171450" y="17780"/>
                          <a:pt x="116840" y="17780"/>
                        </a:cubicBezTo>
                        <a:close/>
                      </a:path>
                    </a:pathLst>
                  </a:custGeom>
                  <a:solidFill>
                    <a:srgbClr val="00A3AF"/>
                  </a:solidFill>
                  <a:ln>
                    <a:noFill/>
                  </a:ln>
                </p:spPr>
                <p:txBody>
                  <a:bodyPr spcFirstLastPara="1" wrap="square" lIns="45725" tIns="22850" rIns="45725" bIns="2285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" name="Google Shape;628;p29"/>
                  <p:cNvSpPr/>
                  <p:nvPr/>
                </p:nvSpPr>
                <p:spPr>
                  <a:xfrm>
                    <a:off x="7627619" y="2248535"/>
                    <a:ext cx="69850" cy="1035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850" h="103504" extrusionOk="0">
                        <a:moveTo>
                          <a:pt x="60961" y="78105"/>
                        </a:moveTo>
                        <a:lnTo>
                          <a:pt x="30480" y="78105"/>
                        </a:lnTo>
                        <a:cubicBezTo>
                          <a:pt x="29211" y="76200"/>
                          <a:pt x="27305" y="74295"/>
                          <a:pt x="25400" y="73025"/>
                        </a:cubicBezTo>
                        <a:lnTo>
                          <a:pt x="25400" y="8890"/>
                        </a:lnTo>
                        <a:cubicBezTo>
                          <a:pt x="25400" y="3810"/>
                          <a:pt x="21590" y="0"/>
                          <a:pt x="16511" y="0"/>
                        </a:cubicBezTo>
                        <a:cubicBezTo>
                          <a:pt x="11430" y="0"/>
                          <a:pt x="7620" y="3810"/>
                          <a:pt x="7620" y="8890"/>
                        </a:cubicBezTo>
                        <a:lnTo>
                          <a:pt x="7620" y="73025"/>
                        </a:lnTo>
                        <a:cubicBezTo>
                          <a:pt x="3175" y="76200"/>
                          <a:pt x="0" y="81280"/>
                          <a:pt x="0" y="86995"/>
                        </a:cubicBezTo>
                        <a:cubicBezTo>
                          <a:pt x="0" y="95885"/>
                          <a:pt x="7620" y="103505"/>
                          <a:pt x="16511" y="103505"/>
                        </a:cubicBezTo>
                        <a:cubicBezTo>
                          <a:pt x="22225" y="103505"/>
                          <a:pt x="27305" y="100330"/>
                          <a:pt x="30480" y="95885"/>
                        </a:cubicBezTo>
                        <a:lnTo>
                          <a:pt x="60961" y="95885"/>
                        </a:lnTo>
                        <a:cubicBezTo>
                          <a:pt x="66040" y="95885"/>
                          <a:pt x="69850" y="92075"/>
                          <a:pt x="69850" y="86995"/>
                        </a:cubicBezTo>
                        <a:cubicBezTo>
                          <a:pt x="69850" y="81915"/>
                          <a:pt x="66040" y="78105"/>
                          <a:pt x="60961" y="78105"/>
                        </a:cubicBezTo>
                        <a:close/>
                      </a:path>
                    </a:pathLst>
                  </a:custGeom>
                  <a:solidFill>
                    <a:srgbClr val="00A3AF"/>
                  </a:solidFill>
                  <a:ln>
                    <a:noFill/>
                  </a:ln>
                </p:spPr>
                <p:txBody>
                  <a:bodyPr spcFirstLastPara="1" wrap="square" lIns="45725" tIns="22850" rIns="45725" bIns="2285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9" name="Google Shape;629;p29"/>
                  <p:cNvSpPr/>
                  <p:nvPr/>
                </p:nvSpPr>
                <p:spPr>
                  <a:xfrm>
                    <a:off x="7633970" y="2399029"/>
                    <a:ext cx="20319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19" h="20320" extrusionOk="0">
                        <a:moveTo>
                          <a:pt x="20320" y="10160"/>
                        </a:moveTo>
                        <a:cubicBezTo>
                          <a:pt x="20320" y="15771"/>
                          <a:pt x="15772" y="20320"/>
                          <a:pt x="10160" y="20320"/>
                        </a:cubicBezTo>
                        <a:cubicBezTo>
                          <a:pt x="4549" y="20320"/>
                          <a:pt x="0" y="15771"/>
                          <a:pt x="0" y="10160"/>
                        </a:cubicBezTo>
                        <a:cubicBezTo>
                          <a:pt x="0" y="4549"/>
                          <a:pt x="4549" y="0"/>
                          <a:pt x="10160" y="0"/>
                        </a:cubicBezTo>
                        <a:cubicBezTo>
                          <a:pt x="15772" y="0"/>
                          <a:pt x="20320" y="4549"/>
                          <a:pt x="20320" y="10160"/>
                        </a:cubicBezTo>
                        <a:close/>
                      </a:path>
                    </a:pathLst>
                  </a:custGeom>
                  <a:solidFill>
                    <a:srgbClr val="00A3AF"/>
                  </a:solidFill>
                  <a:ln>
                    <a:noFill/>
                  </a:ln>
                </p:spPr>
                <p:txBody>
                  <a:bodyPr spcFirstLastPara="1" wrap="square" lIns="45725" tIns="22850" rIns="45725" bIns="2285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0" name="Google Shape;630;p29"/>
                  <p:cNvSpPr/>
                  <p:nvPr/>
                </p:nvSpPr>
                <p:spPr>
                  <a:xfrm>
                    <a:off x="7560945" y="2325370"/>
                    <a:ext cx="20319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19" h="20320" extrusionOk="0">
                        <a:moveTo>
                          <a:pt x="20320" y="10160"/>
                        </a:moveTo>
                        <a:cubicBezTo>
                          <a:pt x="20320" y="15771"/>
                          <a:pt x="15772" y="20320"/>
                          <a:pt x="10160" y="20320"/>
                        </a:cubicBezTo>
                        <a:cubicBezTo>
                          <a:pt x="4549" y="20320"/>
                          <a:pt x="0" y="15771"/>
                          <a:pt x="0" y="10160"/>
                        </a:cubicBezTo>
                        <a:cubicBezTo>
                          <a:pt x="0" y="4549"/>
                          <a:pt x="4549" y="0"/>
                          <a:pt x="10160" y="0"/>
                        </a:cubicBezTo>
                        <a:cubicBezTo>
                          <a:pt x="15772" y="0"/>
                          <a:pt x="20320" y="4549"/>
                          <a:pt x="20320" y="10160"/>
                        </a:cubicBezTo>
                        <a:close/>
                      </a:path>
                    </a:pathLst>
                  </a:custGeom>
                  <a:solidFill>
                    <a:srgbClr val="00A3AF"/>
                  </a:solidFill>
                  <a:ln>
                    <a:noFill/>
                  </a:ln>
                </p:spPr>
                <p:txBody>
                  <a:bodyPr spcFirstLastPara="1" wrap="square" lIns="45725" tIns="22850" rIns="45725" bIns="2285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1" name="Google Shape;631;p29"/>
                  <p:cNvSpPr/>
                  <p:nvPr/>
                </p:nvSpPr>
                <p:spPr>
                  <a:xfrm>
                    <a:off x="7707630" y="2325370"/>
                    <a:ext cx="20319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319" h="20320" extrusionOk="0">
                        <a:moveTo>
                          <a:pt x="20320" y="10160"/>
                        </a:moveTo>
                        <a:cubicBezTo>
                          <a:pt x="20320" y="15771"/>
                          <a:pt x="15771" y="20320"/>
                          <a:pt x="10160" y="20320"/>
                        </a:cubicBezTo>
                        <a:cubicBezTo>
                          <a:pt x="4549" y="20320"/>
                          <a:pt x="0" y="15771"/>
                          <a:pt x="0" y="10160"/>
                        </a:cubicBezTo>
                        <a:cubicBezTo>
                          <a:pt x="0" y="4549"/>
                          <a:pt x="4549" y="0"/>
                          <a:pt x="10160" y="0"/>
                        </a:cubicBezTo>
                        <a:cubicBezTo>
                          <a:pt x="15771" y="0"/>
                          <a:pt x="20320" y="4549"/>
                          <a:pt x="20320" y="10160"/>
                        </a:cubicBezTo>
                        <a:close/>
                      </a:path>
                    </a:pathLst>
                  </a:custGeom>
                  <a:solidFill>
                    <a:srgbClr val="00A3AF"/>
                  </a:solidFill>
                  <a:ln>
                    <a:noFill/>
                  </a:ln>
                </p:spPr>
                <p:txBody>
                  <a:bodyPr spcFirstLastPara="1" wrap="square" lIns="45725" tIns="22850" rIns="45725" bIns="2285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9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32" name="Google Shape;632;p29"/>
              <p:cNvGrpSpPr/>
              <p:nvPr/>
            </p:nvGrpSpPr>
            <p:grpSpPr>
              <a:xfrm>
                <a:off x="6350317" y="3744173"/>
                <a:ext cx="507681" cy="620181"/>
                <a:chOff x="4233545" y="2271325"/>
                <a:chExt cx="338454" cy="413454"/>
              </a:xfrm>
            </p:grpSpPr>
            <p:sp>
              <p:nvSpPr>
                <p:cNvPr id="633" name="Google Shape;633;p29"/>
                <p:cNvSpPr/>
                <p:nvPr/>
              </p:nvSpPr>
              <p:spPr>
                <a:xfrm>
                  <a:off x="4237354" y="2271325"/>
                  <a:ext cx="334645" cy="158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645" h="158819" extrusionOk="0">
                      <a:moveTo>
                        <a:pt x="330835" y="72459"/>
                      </a:moveTo>
                      <a:lnTo>
                        <a:pt x="334645" y="65474"/>
                      </a:lnTo>
                      <a:lnTo>
                        <a:pt x="244475" y="16579"/>
                      </a:lnTo>
                      <a:cubicBezTo>
                        <a:pt x="240030" y="14039"/>
                        <a:pt x="234315" y="15944"/>
                        <a:pt x="231775" y="20389"/>
                      </a:cubicBezTo>
                      <a:cubicBezTo>
                        <a:pt x="229235" y="24834"/>
                        <a:pt x="231140" y="30549"/>
                        <a:pt x="235585" y="33089"/>
                      </a:cubicBezTo>
                      <a:lnTo>
                        <a:pt x="302260" y="69284"/>
                      </a:lnTo>
                      <a:cubicBezTo>
                        <a:pt x="296545" y="71824"/>
                        <a:pt x="290195" y="73729"/>
                        <a:pt x="284480" y="74999"/>
                      </a:cubicBezTo>
                      <a:cubicBezTo>
                        <a:pt x="266700" y="79444"/>
                        <a:pt x="250190" y="82619"/>
                        <a:pt x="234315" y="84524"/>
                      </a:cubicBezTo>
                      <a:cubicBezTo>
                        <a:pt x="214630" y="86429"/>
                        <a:pt x="193675" y="88334"/>
                        <a:pt x="171450" y="88334"/>
                      </a:cubicBezTo>
                      <a:cubicBezTo>
                        <a:pt x="149225" y="88334"/>
                        <a:pt x="128270" y="87064"/>
                        <a:pt x="109220" y="84524"/>
                      </a:cubicBezTo>
                      <a:cubicBezTo>
                        <a:pt x="90170" y="81984"/>
                        <a:pt x="73025" y="78809"/>
                        <a:pt x="59055" y="74999"/>
                      </a:cubicBezTo>
                      <a:cubicBezTo>
                        <a:pt x="45720" y="71189"/>
                        <a:pt x="34290" y="66744"/>
                        <a:pt x="27305" y="61664"/>
                      </a:cubicBezTo>
                      <a:cubicBezTo>
                        <a:pt x="21590" y="57854"/>
                        <a:pt x="18415" y="54044"/>
                        <a:pt x="18415" y="51504"/>
                      </a:cubicBezTo>
                      <a:cubicBezTo>
                        <a:pt x="18415" y="48964"/>
                        <a:pt x="21590" y="45154"/>
                        <a:pt x="27305" y="41344"/>
                      </a:cubicBezTo>
                      <a:cubicBezTo>
                        <a:pt x="35560" y="35629"/>
                        <a:pt x="48260" y="31819"/>
                        <a:pt x="59055" y="28009"/>
                      </a:cubicBezTo>
                      <a:cubicBezTo>
                        <a:pt x="76835" y="23564"/>
                        <a:pt x="93345" y="20389"/>
                        <a:pt x="109220" y="18484"/>
                      </a:cubicBezTo>
                      <a:cubicBezTo>
                        <a:pt x="114300" y="17849"/>
                        <a:pt x="118110" y="13404"/>
                        <a:pt x="117475" y="8324"/>
                      </a:cubicBezTo>
                      <a:cubicBezTo>
                        <a:pt x="116840" y="3244"/>
                        <a:pt x="112395" y="-566"/>
                        <a:pt x="107315" y="69"/>
                      </a:cubicBezTo>
                      <a:cubicBezTo>
                        <a:pt x="90805" y="1974"/>
                        <a:pt x="73025" y="5149"/>
                        <a:pt x="53975" y="10229"/>
                      </a:cubicBezTo>
                      <a:cubicBezTo>
                        <a:pt x="41275" y="14039"/>
                        <a:pt x="26670" y="19119"/>
                        <a:pt x="16510" y="26104"/>
                      </a:cubicBezTo>
                      <a:cubicBezTo>
                        <a:pt x="12065" y="29279"/>
                        <a:pt x="0" y="37534"/>
                        <a:pt x="0" y="51504"/>
                      </a:cubicBezTo>
                      <a:cubicBezTo>
                        <a:pt x="0" y="65474"/>
                        <a:pt x="12700" y="74364"/>
                        <a:pt x="16510" y="76904"/>
                      </a:cubicBezTo>
                      <a:cubicBezTo>
                        <a:pt x="26035" y="83254"/>
                        <a:pt x="38735" y="88969"/>
                        <a:pt x="54610" y="92779"/>
                      </a:cubicBezTo>
                      <a:cubicBezTo>
                        <a:pt x="69850" y="96589"/>
                        <a:pt x="86995" y="99764"/>
                        <a:pt x="107315" y="102304"/>
                      </a:cubicBezTo>
                      <a:cubicBezTo>
                        <a:pt x="127635" y="104844"/>
                        <a:pt x="149225" y="106114"/>
                        <a:pt x="172085" y="106114"/>
                      </a:cubicBezTo>
                      <a:cubicBezTo>
                        <a:pt x="194945" y="106114"/>
                        <a:pt x="216535" y="104209"/>
                        <a:pt x="236220" y="102304"/>
                      </a:cubicBezTo>
                      <a:cubicBezTo>
                        <a:pt x="252730" y="100399"/>
                        <a:pt x="270510" y="97224"/>
                        <a:pt x="289560" y="92144"/>
                      </a:cubicBezTo>
                      <a:cubicBezTo>
                        <a:pt x="293370" y="90874"/>
                        <a:pt x="296545" y="90239"/>
                        <a:pt x="299085" y="88969"/>
                      </a:cubicBezTo>
                      <a:lnTo>
                        <a:pt x="268605" y="144849"/>
                      </a:lnTo>
                      <a:cubicBezTo>
                        <a:pt x="266065" y="149294"/>
                        <a:pt x="267970" y="155009"/>
                        <a:pt x="272415" y="157549"/>
                      </a:cubicBezTo>
                      <a:cubicBezTo>
                        <a:pt x="273685" y="158184"/>
                        <a:pt x="275590" y="158819"/>
                        <a:pt x="276860" y="158819"/>
                      </a:cubicBezTo>
                      <a:cubicBezTo>
                        <a:pt x="280035" y="158819"/>
                        <a:pt x="283210" y="156914"/>
                        <a:pt x="285115" y="153739"/>
                      </a:cubicBezTo>
                      <a:lnTo>
                        <a:pt x="328295" y="74364"/>
                      </a:lnTo>
                      <a:cubicBezTo>
                        <a:pt x="330200" y="74999"/>
                        <a:pt x="330835" y="73729"/>
                        <a:pt x="330835" y="72459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29"/>
                <p:cNvSpPr/>
                <p:nvPr/>
              </p:nvSpPr>
              <p:spPr>
                <a:xfrm>
                  <a:off x="4237496" y="2540132"/>
                  <a:ext cx="334503" cy="144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503" h="144647" extrusionOk="0">
                      <a:moveTo>
                        <a:pt x="330694" y="57018"/>
                      </a:moveTo>
                      <a:lnTo>
                        <a:pt x="334504" y="50033"/>
                      </a:lnTo>
                      <a:lnTo>
                        <a:pt x="244334" y="1138"/>
                      </a:lnTo>
                      <a:cubicBezTo>
                        <a:pt x="239889" y="-1402"/>
                        <a:pt x="234174" y="503"/>
                        <a:pt x="231634" y="4948"/>
                      </a:cubicBezTo>
                      <a:cubicBezTo>
                        <a:pt x="229094" y="9393"/>
                        <a:pt x="230999" y="15108"/>
                        <a:pt x="235444" y="17648"/>
                      </a:cubicBezTo>
                      <a:lnTo>
                        <a:pt x="301484" y="53843"/>
                      </a:lnTo>
                      <a:cubicBezTo>
                        <a:pt x="296404" y="55748"/>
                        <a:pt x="290054" y="57653"/>
                        <a:pt x="283069" y="60193"/>
                      </a:cubicBezTo>
                      <a:cubicBezTo>
                        <a:pt x="268464" y="64638"/>
                        <a:pt x="251319" y="67178"/>
                        <a:pt x="230364" y="69718"/>
                      </a:cubicBezTo>
                      <a:cubicBezTo>
                        <a:pt x="210679" y="72258"/>
                        <a:pt x="188454" y="73528"/>
                        <a:pt x="165594" y="73528"/>
                      </a:cubicBezTo>
                      <a:cubicBezTo>
                        <a:pt x="142099" y="73528"/>
                        <a:pt x="120509" y="72258"/>
                        <a:pt x="100824" y="69718"/>
                      </a:cubicBezTo>
                      <a:cubicBezTo>
                        <a:pt x="79869" y="67178"/>
                        <a:pt x="62089" y="64003"/>
                        <a:pt x="48119" y="60193"/>
                      </a:cubicBezTo>
                      <a:cubicBezTo>
                        <a:pt x="34149" y="56383"/>
                        <a:pt x="22084" y="51938"/>
                        <a:pt x="15099" y="46858"/>
                      </a:cubicBezTo>
                      <a:cubicBezTo>
                        <a:pt x="10654" y="43683"/>
                        <a:pt x="4939" y="44953"/>
                        <a:pt x="1764" y="49398"/>
                      </a:cubicBezTo>
                      <a:cubicBezTo>
                        <a:pt x="-1411" y="53843"/>
                        <a:pt x="-141" y="59558"/>
                        <a:pt x="4304" y="62733"/>
                      </a:cubicBezTo>
                      <a:cubicBezTo>
                        <a:pt x="13194" y="69083"/>
                        <a:pt x="27164" y="74798"/>
                        <a:pt x="43674" y="78608"/>
                      </a:cubicBezTo>
                      <a:cubicBezTo>
                        <a:pt x="58914" y="82418"/>
                        <a:pt x="77329" y="85593"/>
                        <a:pt x="98919" y="88133"/>
                      </a:cubicBezTo>
                      <a:cubicBezTo>
                        <a:pt x="119239" y="90673"/>
                        <a:pt x="142099" y="91943"/>
                        <a:pt x="166229" y="91943"/>
                      </a:cubicBezTo>
                      <a:cubicBezTo>
                        <a:pt x="190359" y="91943"/>
                        <a:pt x="212584" y="90673"/>
                        <a:pt x="232904" y="88133"/>
                      </a:cubicBezTo>
                      <a:cubicBezTo>
                        <a:pt x="254494" y="86228"/>
                        <a:pt x="272909" y="83053"/>
                        <a:pt x="288784" y="77973"/>
                      </a:cubicBezTo>
                      <a:cubicBezTo>
                        <a:pt x="293229" y="76703"/>
                        <a:pt x="296404" y="75433"/>
                        <a:pt x="300214" y="74163"/>
                      </a:cubicBezTo>
                      <a:lnTo>
                        <a:pt x="269734" y="130678"/>
                      </a:lnTo>
                      <a:cubicBezTo>
                        <a:pt x="267194" y="135123"/>
                        <a:pt x="269099" y="140838"/>
                        <a:pt x="273544" y="143378"/>
                      </a:cubicBezTo>
                      <a:cubicBezTo>
                        <a:pt x="274814" y="144013"/>
                        <a:pt x="276719" y="144648"/>
                        <a:pt x="277989" y="144648"/>
                      </a:cubicBezTo>
                      <a:cubicBezTo>
                        <a:pt x="281164" y="144648"/>
                        <a:pt x="284339" y="142743"/>
                        <a:pt x="286244" y="139568"/>
                      </a:cubicBezTo>
                      <a:lnTo>
                        <a:pt x="329424" y="60193"/>
                      </a:lnTo>
                      <a:cubicBezTo>
                        <a:pt x="330059" y="59558"/>
                        <a:pt x="330694" y="58288"/>
                        <a:pt x="330694" y="57018"/>
                      </a:cubicBezTo>
                      <a:close/>
                    </a:path>
                  </a:pathLst>
                </a:custGeom>
                <a:solidFill>
                  <a:srgbClr val="00A3AF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29"/>
                <p:cNvSpPr/>
                <p:nvPr/>
              </p:nvSpPr>
              <p:spPr>
                <a:xfrm>
                  <a:off x="4233545" y="2413767"/>
                  <a:ext cx="334539" cy="145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539" h="145282" extrusionOk="0">
                      <a:moveTo>
                        <a:pt x="332740" y="48763"/>
                      </a:moveTo>
                      <a:cubicBezTo>
                        <a:pt x="329565" y="44318"/>
                        <a:pt x="323850" y="43048"/>
                        <a:pt x="319405" y="46223"/>
                      </a:cubicBezTo>
                      <a:cubicBezTo>
                        <a:pt x="312420" y="51303"/>
                        <a:pt x="300355" y="55748"/>
                        <a:pt x="286385" y="59558"/>
                      </a:cubicBezTo>
                      <a:cubicBezTo>
                        <a:pt x="271780" y="63368"/>
                        <a:pt x="254000" y="66543"/>
                        <a:pt x="233680" y="69083"/>
                      </a:cubicBezTo>
                      <a:cubicBezTo>
                        <a:pt x="213995" y="71623"/>
                        <a:pt x="191770" y="72893"/>
                        <a:pt x="168910" y="72893"/>
                      </a:cubicBezTo>
                      <a:cubicBezTo>
                        <a:pt x="145415" y="72893"/>
                        <a:pt x="123825" y="71623"/>
                        <a:pt x="103505" y="69083"/>
                      </a:cubicBezTo>
                      <a:cubicBezTo>
                        <a:pt x="86995" y="67813"/>
                        <a:pt x="69850" y="64638"/>
                        <a:pt x="51435" y="60193"/>
                      </a:cubicBezTo>
                      <a:cubicBezTo>
                        <a:pt x="43815" y="58288"/>
                        <a:pt x="38100" y="55748"/>
                        <a:pt x="33020" y="53843"/>
                      </a:cubicBezTo>
                      <a:lnTo>
                        <a:pt x="99060" y="17648"/>
                      </a:lnTo>
                      <a:cubicBezTo>
                        <a:pt x="103505" y="15108"/>
                        <a:pt x="105410" y="9393"/>
                        <a:pt x="102870" y="4948"/>
                      </a:cubicBezTo>
                      <a:cubicBezTo>
                        <a:pt x="100330" y="503"/>
                        <a:pt x="94615" y="-1402"/>
                        <a:pt x="90170" y="1138"/>
                      </a:cubicBezTo>
                      <a:lnTo>
                        <a:pt x="0" y="50033"/>
                      </a:lnTo>
                      <a:lnTo>
                        <a:pt x="3810" y="57018"/>
                      </a:lnTo>
                      <a:cubicBezTo>
                        <a:pt x="4445" y="58288"/>
                        <a:pt x="5080" y="59558"/>
                        <a:pt x="5715" y="60828"/>
                      </a:cubicBezTo>
                      <a:lnTo>
                        <a:pt x="49530" y="140203"/>
                      </a:lnTo>
                      <a:cubicBezTo>
                        <a:pt x="51435" y="143378"/>
                        <a:pt x="54610" y="145283"/>
                        <a:pt x="57785" y="145283"/>
                      </a:cubicBezTo>
                      <a:cubicBezTo>
                        <a:pt x="59055" y="145283"/>
                        <a:pt x="60960" y="144648"/>
                        <a:pt x="62230" y="144013"/>
                      </a:cubicBezTo>
                      <a:cubicBezTo>
                        <a:pt x="66675" y="141473"/>
                        <a:pt x="68580" y="135758"/>
                        <a:pt x="66040" y="131313"/>
                      </a:cubicBezTo>
                      <a:lnTo>
                        <a:pt x="34925" y="74798"/>
                      </a:lnTo>
                      <a:cubicBezTo>
                        <a:pt x="38735" y="76068"/>
                        <a:pt x="42545" y="77338"/>
                        <a:pt x="46355" y="78608"/>
                      </a:cubicBezTo>
                      <a:cubicBezTo>
                        <a:pt x="66040" y="83688"/>
                        <a:pt x="84455" y="86863"/>
                        <a:pt x="101600" y="88133"/>
                      </a:cubicBezTo>
                      <a:cubicBezTo>
                        <a:pt x="121920" y="90673"/>
                        <a:pt x="144780" y="91943"/>
                        <a:pt x="168910" y="91943"/>
                      </a:cubicBezTo>
                      <a:cubicBezTo>
                        <a:pt x="193040" y="91943"/>
                        <a:pt x="215265" y="90673"/>
                        <a:pt x="236220" y="88133"/>
                      </a:cubicBezTo>
                      <a:cubicBezTo>
                        <a:pt x="257810" y="85593"/>
                        <a:pt x="276225" y="82418"/>
                        <a:pt x="291465" y="78608"/>
                      </a:cubicBezTo>
                      <a:cubicBezTo>
                        <a:pt x="307975" y="74163"/>
                        <a:pt x="321310" y="69083"/>
                        <a:pt x="330835" y="62733"/>
                      </a:cubicBezTo>
                      <a:cubicBezTo>
                        <a:pt x="334645" y="59558"/>
                        <a:pt x="335915" y="53208"/>
                        <a:pt x="332740" y="48763"/>
                      </a:cubicBezTo>
                      <a:close/>
                    </a:path>
                  </a:pathLst>
                </a:custGeom>
                <a:solidFill>
                  <a:srgbClr val="FF8400"/>
                </a:solidFill>
                <a:ln>
                  <a:noFill/>
                </a:ln>
              </p:spPr>
              <p:txBody>
                <a:bodyPr spcFirstLastPara="1" wrap="square" lIns="45725" tIns="22850" rIns="45725" bIns="2285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36" name="Google Shape;636;p29"/>
            <p:cNvGrpSpPr/>
            <p:nvPr/>
          </p:nvGrpSpPr>
          <p:grpSpPr>
            <a:xfrm>
              <a:off x="2628900" y="2787491"/>
              <a:ext cx="453390" cy="237707"/>
              <a:chOff x="3302000" y="3491865"/>
              <a:chExt cx="604520" cy="316943"/>
            </a:xfrm>
          </p:grpSpPr>
          <p:sp>
            <p:nvSpPr>
              <p:cNvPr id="637" name="Google Shape;637;p29"/>
              <p:cNvSpPr/>
              <p:nvPr/>
            </p:nvSpPr>
            <p:spPr>
              <a:xfrm>
                <a:off x="3307079" y="3491865"/>
                <a:ext cx="587375" cy="72389"/>
              </a:xfrm>
              <a:custGeom>
                <a:avLst/>
                <a:gdLst/>
                <a:ahLst/>
                <a:cxnLst/>
                <a:rect l="l" t="t" r="r" b="b"/>
                <a:pathLst>
                  <a:path w="587375" h="72389" extrusionOk="0">
                    <a:moveTo>
                      <a:pt x="371475" y="1905"/>
                    </a:moveTo>
                    <a:lnTo>
                      <a:pt x="431165" y="1905"/>
                    </a:lnTo>
                    <a:lnTo>
                      <a:pt x="431165" y="15875"/>
                    </a:lnTo>
                    <a:lnTo>
                      <a:pt x="381000" y="15875"/>
                    </a:lnTo>
                    <a:cubicBezTo>
                      <a:pt x="379095" y="10795"/>
                      <a:pt x="375920" y="6350"/>
                      <a:pt x="371475" y="1905"/>
                    </a:cubicBezTo>
                    <a:moveTo>
                      <a:pt x="423545" y="43180"/>
                    </a:moveTo>
                    <a:lnTo>
                      <a:pt x="423545" y="29210"/>
                    </a:lnTo>
                    <a:lnTo>
                      <a:pt x="385445" y="29210"/>
                    </a:lnTo>
                    <a:cubicBezTo>
                      <a:pt x="386080" y="31750"/>
                      <a:pt x="386080" y="34290"/>
                      <a:pt x="386080" y="36830"/>
                    </a:cubicBezTo>
                    <a:cubicBezTo>
                      <a:pt x="386080" y="39370"/>
                      <a:pt x="386080" y="41275"/>
                      <a:pt x="385445" y="43180"/>
                    </a:cubicBezTo>
                    <a:lnTo>
                      <a:pt x="423545" y="43180"/>
                    </a:lnTo>
                    <a:close/>
                    <a:moveTo>
                      <a:pt x="372745" y="70485"/>
                    </a:moveTo>
                    <a:lnTo>
                      <a:pt x="431800" y="70485"/>
                    </a:lnTo>
                    <a:lnTo>
                      <a:pt x="431800" y="56515"/>
                    </a:lnTo>
                    <a:lnTo>
                      <a:pt x="381635" y="56515"/>
                    </a:lnTo>
                    <a:cubicBezTo>
                      <a:pt x="379730" y="61595"/>
                      <a:pt x="376555" y="66675"/>
                      <a:pt x="372745" y="70485"/>
                    </a:cubicBezTo>
                    <a:moveTo>
                      <a:pt x="203200" y="36830"/>
                    </a:moveTo>
                    <a:cubicBezTo>
                      <a:pt x="203200" y="57150"/>
                      <a:pt x="187960" y="72390"/>
                      <a:pt x="167005" y="72390"/>
                    </a:cubicBezTo>
                    <a:cubicBezTo>
                      <a:pt x="146050" y="72390"/>
                      <a:pt x="130810" y="56515"/>
                      <a:pt x="130810" y="36830"/>
                    </a:cubicBezTo>
                    <a:cubicBezTo>
                      <a:pt x="130810" y="16510"/>
                      <a:pt x="146050" y="635"/>
                      <a:pt x="167005" y="635"/>
                    </a:cubicBezTo>
                    <a:cubicBezTo>
                      <a:pt x="187960" y="635"/>
                      <a:pt x="203200" y="16510"/>
                      <a:pt x="203200" y="36830"/>
                    </a:cubicBezTo>
                    <a:moveTo>
                      <a:pt x="186690" y="36830"/>
                    </a:moveTo>
                    <a:cubicBezTo>
                      <a:pt x="186690" y="24130"/>
                      <a:pt x="178435" y="15240"/>
                      <a:pt x="167005" y="15240"/>
                    </a:cubicBezTo>
                    <a:cubicBezTo>
                      <a:pt x="155575" y="15240"/>
                      <a:pt x="147320" y="24130"/>
                      <a:pt x="147320" y="36830"/>
                    </a:cubicBezTo>
                    <a:cubicBezTo>
                      <a:pt x="147320" y="48895"/>
                      <a:pt x="155575" y="58420"/>
                      <a:pt x="167005" y="58420"/>
                    </a:cubicBezTo>
                    <a:cubicBezTo>
                      <a:pt x="178435" y="57785"/>
                      <a:pt x="186690" y="48895"/>
                      <a:pt x="186690" y="36830"/>
                    </a:cubicBezTo>
                    <a:moveTo>
                      <a:pt x="365125" y="36195"/>
                    </a:moveTo>
                    <a:cubicBezTo>
                      <a:pt x="365125" y="56515"/>
                      <a:pt x="349885" y="70485"/>
                      <a:pt x="327660" y="70485"/>
                    </a:cubicBezTo>
                    <a:lnTo>
                      <a:pt x="300355" y="70485"/>
                    </a:lnTo>
                    <a:lnTo>
                      <a:pt x="300355" y="1905"/>
                    </a:lnTo>
                    <a:lnTo>
                      <a:pt x="327025" y="1905"/>
                    </a:lnTo>
                    <a:cubicBezTo>
                      <a:pt x="349250" y="1905"/>
                      <a:pt x="365125" y="15875"/>
                      <a:pt x="365125" y="36195"/>
                    </a:cubicBezTo>
                    <a:moveTo>
                      <a:pt x="348615" y="36195"/>
                    </a:moveTo>
                    <a:cubicBezTo>
                      <a:pt x="348615" y="24130"/>
                      <a:pt x="339725" y="15875"/>
                      <a:pt x="326390" y="15875"/>
                    </a:cubicBezTo>
                    <a:lnTo>
                      <a:pt x="316230" y="15875"/>
                    </a:lnTo>
                    <a:lnTo>
                      <a:pt x="316230" y="57150"/>
                    </a:lnTo>
                    <a:lnTo>
                      <a:pt x="326390" y="57150"/>
                    </a:lnTo>
                    <a:cubicBezTo>
                      <a:pt x="339725" y="57150"/>
                      <a:pt x="348615" y="48895"/>
                      <a:pt x="348615" y="36195"/>
                    </a:cubicBezTo>
                    <a:moveTo>
                      <a:pt x="36195" y="57785"/>
                    </a:moveTo>
                    <a:cubicBezTo>
                      <a:pt x="24765" y="57785"/>
                      <a:pt x="15875" y="48260"/>
                      <a:pt x="15875" y="36195"/>
                    </a:cubicBezTo>
                    <a:cubicBezTo>
                      <a:pt x="15875" y="24130"/>
                      <a:pt x="24130" y="14605"/>
                      <a:pt x="36195" y="14605"/>
                    </a:cubicBezTo>
                    <a:cubicBezTo>
                      <a:pt x="41910" y="14605"/>
                      <a:pt x="46355" y="16510"/>
                      <a:pt x="50800" y="20320"/>
                    </a:cubicBezTo>
                    <a:lnTo>
                      <a:pt x="60960" y="10160"/>
                    </a:lnTo>
                    <a:cubicBezTo>
                      <a:pt x="54610" y="3810"/>
                      <a:pt x="46355" y="0"/>
                      <a:pt x="36195" y="0"/>
                    </a:cubicBezTo>
                    <a:cubicBezTo>
                      <a:pt x="15875" y="0"/>
                      <a:pt x="0" y="15875"/>
                      <a:pt x="0" y="35560"/>
                    </a:cubicBezTo>
                    <a:cubicBezTo>
                      <a:pt x="0" y="55880"/>
                      <a:pt x="15875" y="71120"/>
                      <a:pt x="36195" y="71120"/>
                    </a:cubicBezTo>
                    <a:cubicBezTo>
                      <a:pt x="46355" y="71120"/>
                      <a:pt x="55880" y="66675"/>
                      <a:pt x="62230" y="59690"/>
                    </a:cubicBezTo>
                    <a:lnTo>
                      <a:pt x="52070" y="49530"/>
                    </a:lnTo>
                    <a:cubicBezTo>
                      <a:pt x="47625" y="55245"/>
                      <a:pt x="42545" y="57785"/>
                      <a:pt x="36195" y="57785"/>
                    </a:cubicBezTo>
                    <a:moveTo>
                      <a:pt x="92710" y="1905"/>
                    </a:moveTo>
                    <a:lnTo>
                      <a:pt x="77470" y="1905"/>
                    </a:lnTo>
                    <a:lnTo>
                      <a:pt x="77470" y="70485"/>
                    </a:lnTo>
                    <a:lnTo>
                      <a:pt x="125730" y="70485"/>
                    </a:lnTo>
                    <a:lnTo>
                      <a:pt x="125730" y="56515"/>
                    </a:lnTo>
                    <a:lnTo>
                      <a:pt x="93345" y="56515"/>
                    </a:lnTo>
                    <a:lnTo>
                      <a:pt x="92710" y="1905"/>
                    </a:lnTo>
                    <a:lnTo>
                      <a:pt x="92710" y="1905"/>
                    </a:lnTo>
                    <a:close/>
                    <a:moveTo>
                      <a:pt x="491490" y="47625"/>
                    </a:moveTo>
                    <a:lnTo>
                      <a:pt x="511175" y="70485"/>
                    </a:lnTo>
                    <a:lnTo>
                      <a:pt x="492760" y="70485"/>
                    </a:lnTo>
                    <a:lnTo>
                      <a:pt x="474345" y="48895"/>
                    </a:lnTo>
                    <a:lnTo>
                      <a:pt x="465455" y="48895"/>
                    </a:lnTo>
                    <a:lnTo>
                      <a:pt x="465455" y="70485"/>
                    </a:lnTo>
                    <a:lnTo>
                      <a:pt x="450215" y="70485"/>
                    </a:lnTo>
                    <a:lnTo>
                      <a:pt x="450215" y="1905"/>
                    </a:lnTo>
                    <a:lnTo>
                      <a:pt x="481965" y="1905"/>
                    </a:lnTo>
                    <a:cubicBezTo>
                      <a:pt x="490855" y="1905"/>
                      <a:pt x="497205" y="3810"/>
                      <a:pt x="501650" y="8255"/>
                    </a:cubicBezTo>
                    <a:cubicBezTo>
                      <a:pt x="506095" y="12065"/>
                      <a:pt x="509270" y="18415"/>
                      <a:pt x="509270" y="25400"/>
                    </a:cubicBezTo>
                    <a:cubicBezTo>
                      <a:pt x="509270" y="34925"/>
                      <a:pt x="505460" y="43815"/>
                      <a:pt x="491490" y="47625"/>
                    </a:cubicBezTo>
                    <a:moveTo>
                      <a:pt x="493395" y="26035"/>
                    </a:moveTo>
                    <a:cubicBezTo>
                      <a:pt x="493395" y="22860"/>
                      <a:pt x="492125" y="20320"/>
                      <a:pt x="490220" y="18415"/>
                    </a:cubicBezTo>
                    <a:cubicBezTo>
                      <a:pt x="488315" y="16510"/>
                      <a:pt x="485140" y="15875"/>
                      <a:pt x="480695" y="15875"/>
                    </a:cubicBezTo>
                    <a:lnTo>
                      <a:pt x="465455" y="15875"/>
                    </a:lnTo>
                    <a:lnTo>
                      <a:pt x="465455" y="36195"/>
                    </a:lnTo>
                    <a:lnTo>
                      <a:pt x="480695" y="36195"/>
                    </a:lnTo>
                    <a:cubicBezTo>
                      <a:pt x="484505" y="36195"/>
                      <a:pt x="487680" y="35560"/>
                      <a:pt x="489585" y="33655"/>
                    </a:cubicBezTo>
                    <a:cubicBezTo>
                      <a:pt x="492125" y="31750"/>
                      <a:pt x="493395" y="29210"/>
                      <a:pt x="493395" y="26035"/>
                    </a:cubicBezTo>
                    <a:moveTo>
                      <a:pt x="587375" y="70485"/>
                    </a:moveTo>
                    <a:lnTo>
                      <a:pt x="571500" y="70485"/>
                    </a:lnTo>
                    <a:lnTo>
                      <a:pt x="565785" y="56515"/>
                    </a:lnTo>
                    <a:lnTo>
                      <a:pt x="536575" y="56515"/>
                    </a:lnTo>
                    <a:lnTo>
                      <a:pt x="530860" y="70485"/>
                    </a:lnTo>
                    <a:lnTo>
                      <a:pt x="514985" y="70485"/>
                    </a:lnTo>
                    <a:lnTo>
                      <a:pt x="544195" y="1905"/>
                    </a:lnTo>
                    <a:lnTo>
                      <a:pt x="558165" y="1905"/>
                    </a:lnTo>
                    <a:lnTo>
                      <a:pt x="587375" y="70485"/>
                    </a:lnTo>
                    <a:close/>
                    <a:moveTo>
                      <a:pt x="560705" y="43815"/>
                    </a:moveTo>
                    <a:lnTo>
                      <a:pt x="551180" y="19685"/>
                    </a:lnTo>
                    <a:lnTo>
                      <a:pt x="541655" y="43815"/>
                    </a:lnTo>
                    <a:lnTo>
                      <a:pt x="560705" y="43815"/>
                    </a:lnTo>
                    <a:close/>
                    <a:moveTo>
                      <a:pt x="264795" y="40640"/>
                    </a:moveTo>
                    <a:cubicBezTo>
                      <a:pt x="264795" y="51435"/>
                      <a:pt x="258445" y="57785"/>
                      <a:pt x="249555" y="57785"/>
                    </a:cubicBezTo>
                    <a:cubicBezTo>
                      <a:pt x="240665" y="57785"/>
                      <a:pt x="234315" y="51435"/>
                      <a:pt x="234315" y="40640"/>
                    </a:cubicBezTo>
                    <a:lnTo>
                      <a:pt x="234315" y="2540"/>
                    </a:lnTo>
                    <a:lnTo>
                      <a:pt x="218440" y="2540"/>
                    </a:lnTo>
                    <a:lnTo>
                      <a:pt x="218440" y="40005"/>
                    </a:lnTo>
                    <a:cubicBezTo>
                      <a:pt x="218440" y="59690"/>
                      <a:pt x="231140" y="72390"/>
                      <a:pt x="249555" y="72390"/>
                    </a:cubicBezTo>
                    <a:cubicBezTo>
                      <a:pt x="267970" y="72390"/>
                      <a:pt x="280670" y="59690"/>
                      <a:pt x="280670" y="40005"/>
                    </a:cubicBezTo>
                    <a:lnTo>
                      <a:pt x="280670" y="2540"/>
                    </a:lnTo>
                    <a:lnTo>
                      <a:pt x="264795" y="2540"/>
                    </a:lnTo>
                    <a:lnTo>
                      <a:pt x="264795" y="40640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9"/>
              <p:cNvSpPr/>
              <p:nvPr/>
            </p:nvSpPr>
            <p:spPr>
              <a:xfrm>
                <a:off x="3302000" y="3597909"/>
                <a:ext cx="187959" cy="210899"/>
              </a:xfrm>
              <a:custGeom>
                <a:avLst/>
                <a:gdLst/>
                <a:ahLst/>
                <a:cxnLst/>
                <a:rect l="l" t="t" r="r" b="b"/>
                <a:pathLst>
                  <a:path w="187959" h="210899" extrusionOk="0">
                    <a:moveTo>
                      <a:pt x="5715" y="170815"/>
                    </a:moveTo>
                    <a:cubicBezTo>
                      <a:pt x="1905" y="162560"/>
                      <a:pt x="0" y="153035"/>
                      <a:pt x="0" y="142240"/>
                    </a:cubicBezTo>
                    <a:lnTo>
                      <a:pt x="48260" y="142240"/>
                    </a:lnTo>
                    <a:cubicBezTo>
                      <a:pt x="48260" y="147955"/>
                      <a:pt x="49530" y="153035"/>
                      <a:pt x="51435" y="158115"/>
                    </a:cubicBezTo>
                    <a:cubicBezTo>
                      <a:pt x="57150" y="171450"/>
                      <a:pt x="73660" y="177800"/>
                      <a:pt x="95885" y="177800"/>
                    </a:cubicBezTo>
                    <a:cubicBezTo>
                      <a:pt x="115570" y="177800"/>
                      <a:pt x="131445" y="172720"/>
                      <a:pt x="136525" y="161925"/>
                    </a:cubicBezTo>
                    <a:cubicBezTo>
                      <a:pt x="137795" y="158750"/>
                      <a:pt x="138430" y="155575"/>
                      <a:pt x="138430" y="152400"/>
                    </a:cubicBezTo>
                    <a:cubicBezTo>
                      <a:pt x="138430" y="149225"/>
                      <a:pt x="137795" y="146050"/>
                      <a:pt x="136525" y="143510"/>
                    </a:cubicBezTo>
                    <a:cubicBezTo>
                      <a:pt x="129540" y="127635"/>
                      <a:pt x="99060" y="124460"/>
                      <a:pt x="70485" y="118110"/>
                    </a:cubicBezTo>
                    <a:cubicBezTo>
                      <a:pt x="41275" y="111760"/>
                      <a:pt x="18415" y="102235"/>
                      <a:pt x="8890" y="81915"/>
                    </a:cubicBezTo>
                    <a:cubicBezTo>
                      <a:pt x="6350" y="76200"/>
                      <a:pt x="5080" y="69215"/>
                      <a:pt x="5080" y="60960"/>
                    </a:cubicBezTo>
                    <a:cubicBezTo>
                      <a:pt x="5080" y="52705"/>
                      <a:pt x="6985" y="45085"/>
                      <a:pt x="9525" y="38735"/>
                    </a:cubicBezTo>
                    <a:cubicBezTo>
                      <a:pt x="20320" y="13970"/>
                      <a:pt x="53340" y="0"/>
                      <a:pt x="92710" y="0"/>
                    </a:cubicBezTo>
                    <a:cubicBezTo>
                      <a:pt x="132080" y="0"/>
                      <a:pt x="163830" y="13335"/>
                      <a:pt x="175895" y="39370"/>
                    </a:cubicBezTo>
                    <a:cubicBezTo>
                      <a:pt x="179070" y="46990"/>
                      <a:pt x="180975" y="55880"/>
                      <a:pt x="180975" y="66040"/>
                    </a:cubicBezTo>
                    <a:lnTo>
                      <a:pt x="133350" y="66040"/>
                    </a:lnTo>
                    <a:cubicBezTo>
                      <a:pt x="133350" y="60325"/>
                      <a:pt x="132080" y="55245"/>
                      <a:pt x="130175" y="50800"/>
                    </a:cubicBezTo>
                    <a:cubicBezTo>
                      <a:pt x="124460" y="38100"/>
                      <a:pt x="111125" y="32385"/>
                      <a:pt x="91440" y="32385"/>
                    </a:cubicBezTo>
                    <a:cubicBezTo>
                      <a:pt x="74295" y="32385"/>
                      <a:pt x="58420" y="37465"/>
                      <a:pt x="53975" y="47625"/>
                    </a:cubicBezTo>
                    <a:cubicBezTo>
                      <a:pt x="52705" y="50165"/>
                      <a:pt x="52705" y="52705"/>
                      <a:pt x="52705" y="55245"/>
                    </a:cubicBezTo>
                    <a:cubicBezTo>
                      <a:pt x="52705" y="57785"/>
                      <a:pt x="52705" y="60325"/>
                      <a:pt x="53975" y="62865"/>
                    </a:cubicBezTo>
                    <a:cubicBezTo>
                      <a:pt x="60325" y="76835"/>
                      <a:pt x="86995" y="80010"/>
                      <a:pt x="114935" y="86360"/>
                    </a:cubicBezTo>
                    <a:cubicBezTo>
                      <a:pt x="145415" y="92710"/>
                      <a:pt x="172720" y="101600"/>
                      <a:pt x="183515" y="124460"/>
                    </a:cubicBezTo>
                    <a:cubicBezTo>
                      <a:pt x="186055" y="130810"/>
                      <a:pt x="187960" y="138430"/>
                      <a:pt x="187960" y="147320"/>
                    </a:cubicBezTo>
                    <a:cubicBezTo>
                      <a:pt x="187960" y="156210"/>
                      <a:pt x="186055" y="164465"/>
                      <a:pt x="182880" y="171450"/>
                    </a:cubicBezTo>
                    <a:cubicBezTo>
                      <a:pt x="170815" y="198120"/>
                      <a:pt x="137160" y="210820"/>
                      <a:pt x="94615" y="210820"/>
                    </a:cubicBezTo>
                    <a:cubicBezTo>
                      <a:pt x="49530" y="212090"/>
                      <a:pt x="17780" y="198120"/>
                      <a:pt x="5715" y="170815"/>
                    </a:cubicBezTo>
                  </a:path>
                </a:pathLst>
              </a:custGeom>
              <a:solidFill>
                <a:srgbClr val="646464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9"/>
              <p:cNvSpPr/>
              <p:nvPr/>
            </p:nvSpPr>
            <p:spPr>
              <a:xfrm>
                <a:off x="3516629" y="3604259"/>
                <a:ext cx="189229" cy="199390"/>
              </a:xfrm>
              <a:custGeom>
                <a:avLst/>
                <a:gdLst/>
                <a:ahLst/>
                <a:cxnLst/>
                <a:rect l="l" t="t" r="r" b="b"/>
                <a:pathLst>
                  <a:path w="189229" h="199390" extrusionOk="0">
                    <a:moveTo>
                      <a:pt x="0" y="0"/>
                    </a:moveTo>
                    <a:lnTo>
                      <a:pt x="80645" y="0"/>
                    </a:lnTo>
                    <a:cubicBezTo>
                      <a:pt x="130175" y="0"/>
                      <a:pt x="165100" y="18415"/>
                      <a:pt x="180340" y="52705"/>
                    </a:cubicBezTo>
                    <a:cubicBezTo>
                      <a:pt x="186055" y="66040"/>
                      <a:pt x="189230" y="81280"/>
                      <a:pt x="189230" y="99695"/>
                    </a:cubicBezTo>
                    <a:cubicBezTo>
                      <a:pt x="189230" y="118110"/>
                      <a:pt x="186690" y="133985"/>
                      <a:pt x="180340" y="147320"/>
                    </a:cubicBezTo>
                    <a:cubicBezTo>
                      <a:pt x="164465" y="181610"/>
                      <a:pt x="130175" y="199390"/>
                      <a:pt x="80645" y="199390"/>
                    </a:cubicBezTo>
                    <a:lnTo>
                      <a:pt x="0" y="199390"/>
                    </a:lnTo>
                    <a:lnTo>
                      <a:pt x="0" y="0"/>
                    </a:lnTo>
                    <a:close/>
                    <a:moveTo>
                      <a:pt x="75565" y="161925"/>
                    </a:moveTo>
                    <a:cubicBezTo>
                      <a:pt x="106680" y="161925"/>
                      <a:pt x="125730" y="151765"/>
                      <a:pt x="135255" y="131445"/>
                    </a:cubicBezTo>
                    <a:cubicBezTo>
                      <a:pt x="139065" y="123190"/>
                      <a:pt x="140970" y="113030"/>
                      <a:pt x="140970" y="99695"/>
                    </a:cubicBezTo>
                    <a:cubicBezTo>
                      <a:pt x="140970" y="86360"/>
                      <a:pt x="139065" y="76200"/>
                      <a:pt x="135255" y="67945"/>
                    </a:cubicBezTo>
                    <a:cubicBezTo>
                      <a:pt x="126365" y="48260"/>
                      <a:pt x="106680" y="38100"/>
                      <a:pt x="75565" y="38100"/>
                    </a:cubicBezTo>
                    <a:lnTo>
                      <a:pt x="45720" y="38100"/>
                    </a:lnTo>
                    <a:lnTo>
                      <a:pt x="45720" y="161925"/>
                    </a:lnTo>
                    <a:lnTo>
                      <a:pt x="75565" y="161925"/>
                    </a:lnTo>
                    <a:close/>
                  </a:path>
                </a:pathLst>
              </a:custGeom>
              <a:solidFill>
                <a:srgbClr val="646464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9"/>
              <p:cNvSpPr/>
              <p:nvPr/>
            </p:nvSpPr>
            <p:spPr>
              <a:xfrm>
                <a:off x="3695700" y="3604259"/>
                <a:ext cx="21082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0820" h="200025" extrusionOk="0">
                    <a:moveTo>
                      <a:pt x="133350" y="97790"/>
                    </a:moveTo>
                    <a:lnTo>
                      <a:pt x="207010" y="0"/>
                    </a:lnTo>
                    <a:lnTo>
                      <a:pt x="151130" y="0"/>
                    </a:lnTo>
                    <a:lnTo>
                      <a:pt x="105410" y="60960"/>
                    </a:lnTo>
                    <a:lnTo>
                      <a:pt x="59055" y="0"/>
                    </a:lnTo>
                    <a:lnTo>
                      <a:pt x="3810" y="0"/>
                    </a:lnTo>
                    <a:lnTo>
                      <a:pt x="49530" y="60960"/>
                    </a:lnTo>
                    <a:lnTo>
                      <a:pt x="105410" y="60960"/>
                    </a:lnTo>
                    <a:lnTo>
                      <a:pt x="77470" y="97790"/>
                    </a:lnTo>
                    <a:lnTo>
                      <a:pt x="0" y="200025"/>
                    </a:lnTo>
                    <a:lnTo>
                      <a:pt x="55880" y="200025"/>
                    </a:lnTo>
                    <a:lnTo>
                      <a:pt x="105410" y="134620"/>
                    </a:lnTo>
                    <a:lnTo>
                      <a:pt x="154940" y="200025"/>
                    </a:lnTo>
                    <a:lnTo>
                      <a:pt x="210820" y="200025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45725" tIns="22850" rIns="45725" bIns="2285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1" name="Google Shape;641;p29"/>
            <p:cNvSpPr txBox="1"/>
            <p:nvPr/>
          </p:nvSpPr>
          <p:spPr>
            <a:xfrm>
              <a:off x="2286000" y="1097275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PUBLIC CLOUD</a:t>
              </a:r>
              <a:endParaRPr sz="9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2" name="Google Shape;642;p29"/>
            <p:cNvSpPr txBox="1"/>
            <p:nvPr/>
          </p:nvSpPr>
          <p:spPr>
            <a:xfrm>
              <a:off x="2428875" y="1383025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MANAGEMENT CONSOLE | DATA CATALOG | REPLICATION MANAGER | OBSERVABILITY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3" name="Google Shape;643;p29"/>
            <p:cNvSpPr txBox="1"/>
            <p:nvPr/>
          </p:nvSpPr>
          <p:spPr>
            <a:xfrm>
              <a:off x="2476500" y="2002155"/>
              <a:ext cx="6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SERVICES</a:t>
              </a:r>
              <a:endParaRPr sz="7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4" name="Google Shape;644;p29"/>
            <p:cNvSpPr txBox="1"/>
            <p:nvPr/>
          </p:nvSpPr>
          <p:spPr>
            <a:xfrm>
              <a:off x="3651133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ENGINEERING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5" name="Google Shape;645;p29"/>
            <p:cNvSpPr txBox="1"/>
            <p:nvPr/>
          </p:nvSpPr>
          <p:spPr>
            <a:xfrm>
              <a:off x="4514991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WAREHOUSE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6" name="Google Shape;646;p29"/>
            <p:cNvSpPr txBox="1"/>
            <p:nvPr/>
          </p:nvSpPr>
          <p:spPr>
            <a:xfrm>
              <a:off x="6090306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MACHINE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LEARNING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7" name="Google Shape;647;p29"/>
            <p:cNvSpPr txBox="1"/>
            <p:nvPr/>
          </p:nvSpPr>
          <p:spPr>
            <a:xfrm>
              <a:off x="5133069" y="3430900"/>
              <a:ext cx="112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OBJECT STORAGE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S3 | ADLS | GCS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8" name="Google Shape;648;p29"/>
            <p:cNvSpPr txBox="1"/>
            <p:nvPr/>
          </p:nvSpPr>
          <p:spPr>
            <a:xfrm>
              <a:off x="3212063" y="2764393"/>
              <a:ext cx="3284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METADATA | SECURITY | ENCRYPTION | CONTROL | GOVERNANCE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9" name="Google Shape;649;p29"/>
            <p:cNvSpPr txBox="1"/>
            <p:nvPr/>
          </p:nvSpPr>
          <p:spPr>
            <a:xfrm>
              <a:off x="5302648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OPERATIONAL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0" name="Google Shape;650;p29"/>
            <p:cNvSpPr txBox="1"/>
            <p:nvPr/>
          </p:nvSpPr>
          <p:spPr>
            <a:xfrm>
              <a:off x="2939675" y="2202180"/>
              <a:ext cx="72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rgbClr val="F96702"/>
                  </a:solidFill>
                  <a:latin typeface="Lato"/>
                  <a:ea typeface="Lato"/>
                  <a:cs typeface="Lato"/>
                  <a:sym typeface="Lato"/>
                </a:rPr>
                <a:t>FLOW</a:t>
              </a:r>
              <a:endParaRPr sz="600" b="1">
                <a:solidFill>
                  <a:srgbClr val="F9670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1" name="Google Shape;651;p29"/>
            <p:cNvSpPr txBox="1"/>
            <p:nvPr/>
          </p:nvSpPr>
          <p:spPr>
            <a:xfrm>
              <a:off x="2476500" y="3430905"/>
              <a:ext cx="6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b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7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CLUSTERS</a:t>
              </a:r>
              <a:endParaRPr sz="7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2" name="Google Shape;652;p29"/>
            <p:cNvSpPr txBox="1"/>
            <p:nvPr/>
          </p:nvSpPr>
          <p:spPr>
            <a:xfrm>
              <a:off x="3179892" y="3642356"/>
              <a:ext cx="1113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25" rIns="0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NiFi*, Kafka, Flink, Spark,</a:t>
              </a:r>
              <a:b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" sz="6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Impala, Hive, HBase, Phoenix</a:t>
              </a:r>
              <a:endParaRPr sz="600" b="1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54" name="Google Shape;654;p29"/>
            <p:cNvSpPr txBox="1"/>
            <p:nvPr/>
          </p:nvSpPr>
          <p:spPr>
            <a:xfrm>
              <a:off x="2428875" y="3954788"/>
              <a:ext cx="42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7F7F7F"/>
                  </a:solidFill>
                  <a:latin typeface="Lato"/>
                  <a:ea typeface="Lato"/>
                  <a:cs typeface="Lato"/>
                  <a:sym typeface="Lato"/>
                </a:rPr>
                <a:t>CDP DATA HUB</a:t>
              </a:r>
              <a:endParaRPr sz="700" b="1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A0A0CDB-EF8C-1C06-B4BE-7A938B1F47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20532CB-E22D-0275-11B9-3F75ECA397ED}"/>
              </a:ext>
            </a:extLst>
          </p:cNvPr>
          <p:cNvGrpSpPr/>
          <p:nvPr/>
        </p:nvGrpSpPr>
        <p:grpSpPr>
          <a:xfrm>
            <a:off x="454128" y="739048"/>
            <a:ext cx="8235744" cy="2943769"/>
            <a:chOff x="249050" y="527823"/>
            <a:chExt cx="8608500" cy="2967902"/>
          </a:xfrm>
        </p:grpSpPr>
        <p:sp>
          <p:nvSpPr>
            <p:cNvPr id="8" name="Google Shape;1686;g27ea198d36a_0_6486">
              <a:extLst>
                <a:ext uri="{FF2B5EF4-FFF2-40B4-BE49-F238E27FC236}">
                  <a16:creationId xmlns:a16="http://schemas.microsoft.com/office/drawing/2014/main" id="{DBDD70B7-9F10-390D-9758-BC12F6FC7858}"/>
                </a:ext>
              </a:extLst>
            </p:cNvPr>
            <p:cNvSpPr txBox="1">
              <a:spLocks/>
            </p:cNvSpPr>
            <p:nvPr/>
          </p:nvSpPr>
          <p:spPr>
            <a:xfrm>
              <a:off x="249050" y="2103125"/>
              <a:ext cx="8608500" cy="13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5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ctr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1500"/>
                <a:buFont typeface="Arial"/>
                <a:buNone/>
                <a:defRPr sz="1800" b="0" i="0" u="none" strike="noStrike" cap="none">
                  <a:solidFill>
                    <a:srgbClr val="A5A5A5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2286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BFBFBF"/>
                </a:buClr>
                <a:buSzPts val="1300"/>
                <a:buFont typeface="Roboto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300"/>
                <a:buFont typeface="Arial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300"/>
                <a:buFont typeface="Roboto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300"/>
                <a:buFont typeface="Arial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1500"/>
                <a:buFont typeface="Arial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Introducing the Open Data Lakehouse for private cloud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15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1500"/>
                <a:buFont typeface="Arial"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  <a:extLst>
                    <a:ext uri="http://customooxmlschemas.google.com/">
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  </a:ext>
                  </a:extLst>
                </a:rPr>
                <a:t>rusted analytics and enterprise AI with trusted data at scale 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1500"/>
                <a:buFont typeface="Arial"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  <a:extLst>
                    <a:ext uri="http://customooxmlschemas.google.com/">
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  </a:ext>
                  </a:extLst>
                </a:rPr>
                <a:t>Available for your data 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  <a:extLst>
                    <a:ext uri="http://customooxmlschemas.google.com/">
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  </a:ext>
                  </a:extLst>
                </a:rPr>
                <a:t>cent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re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; ready for hybrid cloud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1500"/>
                <a:buFont typeface="Arial"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1687;g27ea198d36a_0_6486">
              <a:extLst>
                <a:ext uri="{FF2B5EF4-FFF2-40B4-BE49-F238E27FC236}">
                  <a16:creationId xmlns:a16="http://schemas.microsoft.com/office/drawing/2014/main" id="{3AF9AD2A-FB2B-7244-9A6F-89B4ABBA373A}"/>
                </a:ext>
              </a:extLst>
            </p:cNvPr>
            <p:cNvSpPr txBox="1">
              <a:spLocks/>
            </p:cNvSpPr>
            <p:nvPr/>
          </p:nvSpPr>
          <p:spPr>
            <a:xfrm>
              <a:off x="777240" y="527823"/>
              <a:ext cx="7589400" cy="1575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82875" rIns="0" bIns="18287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ctr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2900"/>
                <a:buFont typeface="Arial"/>
                <a:buNone/>
                <a:defRPr sz="36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Roboto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Roboto"/>
                <a:buChar char="–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400"/>
                <a:buFont typeface="Roboto"/>
                <a:buChar char="•"/>
                <a:defRPr sz="1800" b="0" i="0" u="none" strike="noStrike" cap="none">
                  <a:solidFill>
                    <a:srgbClr val="7F7F7F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BFBFBF"/>
                </a:buClr>
                <a:buSzPts val="2900"/>
                <a:buFont typeface="Arial"/>
                <a:buNone/>
                <a:tabLst/>
                <a:defRPr/>
              </a:pPr>
              <a:r>
                <a:rPr kumimoji="0" lang="en-US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Lato"/>
                  <a:ea typeface="Lato"/>
                  <a:cs typeface="Lato"/>
                  <a:sym typeface="Lato"/>
                </a:rPr>
                <a:t>CDP PRIVATE CLOUD BASE 7.3.1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246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42393A-99FA-B67B-CE4C-39B8C6CB7AF2}"/>
              </a:ext>
            </a:extLst>
          </p:cNvPr>
          <p:cNvGrpSpPr/>
          <p:nvPr/>
        </p:nvGrpSpPr>
        <p:grpSpPr>
          <a:xfrm>
            <a:off x="454241" y="564994"/>
            <a:ext cx="8087593" cy="3702206"/>
            <a:chOff x="419100" y="457200"/>
            <a:chExt cx="8517125" cy="4132969"/>
          </a:xfrm>
        </p:grpSpPr>
        <p:sp>
          <p:nvSpPr>
            <p:cNvPr id="3" name="Google Shape;1692;g27ea198d36a_0_6581">
              <a:extLst>
                <a:ext uri="{FF2B5EF4-FFF2-40B4-BE49-F238E27FC236}">
                  <a16:creationId xmlns:a16="http://schemas.microsoft.com/office/drawing/2014/main" id="{AA942DBC-8C27-45F2-EAC8-C9A1B3184538}"/>
                </a:ext>
              </a:extLst>
            </p:cNvPr>
            <p:cNvSpPr txBox="1"/>
            <p:nvPr/>
          </p:nvSpPr>
          <p:spPr>
            <a:xfrm>
              <a:off x="419100" y="457200"/>
              <a:ext cx="83058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/>
            <a:p>
              <a:pPr>
                <a:lnSpc>
                  <a:spcPct val="80000"/>
                </a:lnSpc>
                <a:buClr>
                  <a:srgbClr val="000000"/>
                </a:buClr>
                <a:buFont typeface="Arial"/>
                <a:buNone/>
              </a:pPr>
              <a:r>
                <a:rPr lang="en" sz="2200" kern="0" dirty="0">
                  <a:solidFill>
                    <a:srgbClr val="305868"/>
                  </a:solidFill>
                  <a:latin typeface="Lato"/>
                  <a:ea typeface="Lato"/>
                  <a:cs typeface="Lato"/>
                  <a:sym typeface="Lato"/>
                </a:rPr>
                <a:t>RELEASE IN A NUTSHELL </a:t>
              </a:r>
              <a:endParaRPr sz="2200" kern="0" dirty="0">
                <a:solidFill>
                  <a:srgbClr val="30586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" name="Google Shape;1693;g27ea198d36a_0_6581">
              <a:extLst>
                <a:ext uri="{FF2B5EF4-FFF2-40B4-BE49-F238E27FC236}">
                  <a16:creationId xmlns:a16="http://schemas.microsoft.com/office/drawing/2014/main" id="{CAF0E624-FFE0-7018-0AA5-5831B5F60E14}"/>
                </a:ext>
              </a:extLst>
            </p:cNvPr>
            <p:cNvGrpSpPr/>
            <p:nvPr/>
          </p:nvGrpSpPr>
          <p:grpSpPr>
            <a:xfrm>
              <a:off x="5591573" y="1438800"/>
              <a:ext cx="3142683" cy="179700"/>
              <a:chOff x="5667575" y="1362600"/>
              <a:chExt cx="3186013" cy="179700"/>
            </a:xfrm>
          </p:grpSpPr>
          <p:cxnSp>
            <p:nvCxnSpPr>
              <p:cNvPr id="112" name="Google Shape;1694;g27ea198d36a_0_6581">
                <a:extLst>
                  <a:ext uri="{FF2B5EF4-FFF2-40B4-BE49-F238E27FC236}">
                    <a16:creationId xmlns:a16="http://schemas.microsoft.com/office/drawing/2014/main" id="{359C0944-98B6-43BF-9477-0C3D8BC91978}"/>
                  </a:ext>
                </a:extLst>
              </p:cNvPr>
              <p:cNvCxnSpPr/>
              <p:nvPr/>
            </p:nvCxnSpPr>
            <p:spPr>
              <a:xfrm rot="10800000" flipH="1">
                <a:off x="5667575" y="1362600"/>
                <a:ext cx="172200" cy="179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A3A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" name="Google Shape;1695;g27ea198d36a_0_6581">
                <a:extLst>
                  <a:ext uri="{FF2B5EF4-FFF2-40B4-BE49-F238E27FC236}">
                    <a16:creationId xmlns:a16="http://schemas.microsoft.com/office/drawing/2014/main" id="{870BD680-5C67-C6C3-088D-5ADBC5670378}"/>
                  </a:ext>
                </a:extLst>
              </p:cNvPr>
              <p:cNvCxnSpPr/>
              <p:nvPr/>
            </p:nvCxnSpPr>
            <p:spPr>
              <a:xfrm>
                <a:off x="5839788" y="1362625"/>
                <a:ext cx="3013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A3A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" name="Google Shape;1696;g27ea198d36a_0_6581">
              <a:extLst>
                <a:ext uri="{FF2B5EF4-FFF2-40B4-BE49-F238E27FC236}">
                  <a16:creationId xmlns:a16="http://schemas.microsoft.com/office/drawing/2014/main" id="{645FDFF9-E5A3-3289-F313-08F454ACE662}"/>
                </a:ext>
              </a:extLst>
            </p:cNvPr>
            <p:cNvGrpSpPr/>
            <p:nvPr/>
          </p:nvGrpSpPr>
          <p:grpSpPr>
            <a:xfrm flipH="1">
              <a:off x="419399" y="1438800"/>
              <a:ext cx="3109867" cy="179700"/>
              <a:chOff x="5667575" y="1362600"/>
              <a:chExt cx="3186013" cy="179700"/>
            </a:xfrm>
          </p:grpSpPr>
          <p:cxnSp>
            <p:nvCxnSpPr>
              <p:cNvPr id="110" name="Google Shape;1697;g27ea198d36a_0_6581">
                <a:extLst>
                  <a:ext uri="{FF2B5EF4-FFF2-40B4-BE49-F238E27FC236}">
                    <a16:creationId xmlns:a16="http://schemas.microsoft.com/office/drawing/2014/main" id="{B572DC12-0183-C8B7-A895-EE8BDCE48B00}"/>
                  </a:ext>
                </a:extLst>
              </p:cNvPr>
              <p:cNvCxnSpPr/>
              <p:nvPr/>
            </p:nvCxnSpPr>
            <p:spPr>
              <a:xfrm rot="10800000" flipH="1">
                <a:off x="5667575" y="1362600"/>
                <a:ext cx="172200" cy="179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586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698;g27ea198d36a_0_6581">
                <a:extLst>
                  <a:ext uri="{FF2B5EF4-FFF2-40B4-BE49-F238E27FC236}">
                    <a16:creationId xmlns:a16="http://schemas.microsoft.com/office/drawing/2014/main" id="{8D04F905-2883-F22C-64A3-58CA8CE25566}"/>
                  </a:ext>
                </a:extLst>
              </p:cNvPr>
              <p:cNvCxnSpPr/>
              <p:nvPr/>
            </p:nvCxnSpPr>
            <p:spPr>
              <a:xfrm>
                <a:off x="5839788" y="1362625"/>
                <a:ext cx="3013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30586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" name="Google Shape;1699;g27ea198d36a_0_6581">
              <a:extLst>
                <a:ext uri="{FF2B5EF4-FFF2-40B4-BE49-F238E27FC236}">
                  <a16:creationId xmlns:a16="http://schemas.microsoft.com/office/drawing/2014/main" id="{4A3B8BAB-B8D5-B57C-8EFC-9C7D7FDD2A2E}"/>
                </a:ext>
              </a:extLst>
            </p:cNvPr>
            <p:cNvGrpSpPr/>
            <p:nvPr/>
          </p:nvGrpSpPr>
          <p:grpSpPr>
            <a:xfrm rot="10800000" flipH="1">
              <a:off x="5591573" y="4208975"/>
              <a:ext cx="3142683" cy="179700"/>
              <a:chOff x="5667575" y="1362600"/>
              <a:chExt cx="3186013" cy="179700"/>
            </a:xfrm>
          </p:grpSpPr>
          <p:cxnSp>
            <p:nvCxnSpPr>
              <p:cNvPr id="108" name="Google Shape;1700;g27ea198d36a_0_6581">
                <a:extLst>
                  <a:ext uri="{FF2B5EF4-FFF2-40B4-BE49-F238E27FC236}">
                    <a16:creationId xmlns:a16="http://schemas.microsoft.com/office/drawing/2014/main" id="{4DF05CB9-AF73-D191-54F8-C0F08E449F21}"/>
                  </a:ext>
                </a:extLst>
              </p:cNvPr>
              <p:cNvCxnSpPr/>
              <p:nvPr/>
            </p:nvCxnSpPr>
            <p:spPr>
              <a:xfrm rot="10800000" flipH="1">
                <a:off x="5667575" y="1362600"/>
                <a:ext cx="172200" cy="179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8C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" name="Google Shape;1701;g27ea198d36a_0_6581">
                <a:extLst>
                  <a:ext uri="{FF2B5EF4-FFF2-40B4-BE49-F238E27FC236}">
                    <a16:creationId xmlns:a16="http://schemas.microsoft.com/office/drawing/2014/main" id="{CB688762-269A-3C2E-64D7-19F36882A3DF}"/>
                  </a:ext>
                </a:extLst>
              </p:cNvPr>
              <p:cNvCxnSpPr/>
              <p:nvPr/>
            </p:nvCxnSpPr>
            <p:spPr>
              <a:xfrm>
                <a:off x="5839788" y="1362625"/>
                <a:ext cx="3013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8C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" name="Google Shape;1702;g27ea198d36a_0_6581">
              <a:extLst>
                <a:ext uri="{FF2B5EF4-FFF2-40B4-BE49-F238E27FC236}">
                  <a16:creationId xmlns:a16="http://schemas.microsoft.com/office/drawing/2014/main" id="{DD92A993-584B-B4B1-1E07-C3AEBB9AC12E}"/>
                </a:ext>
              </a:extLst>
            </p:cNvPr>
            <p:cNvGrpSpPr/>
            <p:nvPr/>
          </p:nvGrpSpPr>
          <p:grpSpPr>
            <a:xfrm rot="10800000">
              <a:off x="419399" y="4208975"/>
              <a:ext cx="3109867" cy="179700"/>
              <a:chOff x="5667575" y="1362600"/>
              <a:chExt cx="3186013" cy="179700"/>
            </a:xfrm>
          </p:grpSpPr>
          <p:cxnSp>
            <p:nvCxnSpPr>
              <p:cNvPr id="106" name="Google Shape;1703;g27ea198d36a_0_6581">
                <a:extLst>
                  <a:ext uri="{FF2B5EF4-FFF2-40B4-BE49-F238E27FC236}">
                    <a16:creationId xmlns:a16="http://schemas.microsoft.com/office/drawing/2014/main" id="{278A59CF-404A-9B68-6581-C3C5A3CC2D02}"/>
                  </a:ext>
                </a:extLst>
              </p:cNvPr>
              <p:cNvCxnSpPr/>
              <p:nvPr/>
            </p:nvCxnSpPr>
            <p:spPr>
              <a:xfrm rot="10800000" flipH="1">
                <a:off x="5667575" y="1362600"/>
                <a:ext cx="172200" cy="1797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4D65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704;g27ea198d36a_0_6581">
                <a:extLst>
                  <a:ext uri="{FF2B5EF4-FFF2-40B4-BE49-F238E27FC236}">
                    <a16:creationId xmlns:a16="http://schemas.microsoft.com/office/drawing/2014/main" id="{41263076-646E-0D30-8A2C-802E2A5C81DA}"/>
                  </a:ext>
                </a:extLst>
              </p:cNvPr>
              <p:cNvCxnSpPr/>
              <p:nvPr/>
            </p:nvCxnSpPr>
            <p:spPr>
              <a:xfrm>
                <a:off x="5839788" y="1362625"/>
                <a:ext cx="3013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A4D65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" name="Google Shape;1705;g27ea198d36a_0_6581">
              <a:extLst>
                <a:ext uri="{FF2B5EF4-FFF2-40B4-BE49-F238E27FC236}">
                  <a16:creationId xmlns:a16="http://schemas.microsoft.com/office/drawing/2014/main" id="{CC97D24F-C17C-018D-44F0-51A305F6111E}"/>
                </a:ext>
              </a:extLst>
            </p:cNvPr>
            <p:cNvSpPr txBox="1"/>
            <p:nvPr/>
          </p:nvSpPr>
          <p:spPr>
            <a:xfrm>
              <a:off x="419399" y="1496054"/>
              <a:ext cx="2927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" sz="1400" b="1" kern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rPr>
                <a:t>ENTERPRISE READINESS</a:t>
              </a:r>
              <a:endParaRPr sz="1400" b="1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" name="Google Shape;1706;g27ea198d36a_0_6581">
              <a:extLst>
                <a:ext uri="{FF2B5EF4-FFF2-40B4-BE49-F238E27FC236}">
                  <a16:creationId xmlns:a16="http://schemas.microsoft.com/office/drawing/2014/main" id="{08E9008E-18A4-639F-67B7-DFDC7A53158F}"/>
                </a:ext>
              </a:extLst>
            </p:cNvPr>
            <p:cNvSpPr txBox="1"/>
            <p:nvPr/>
          </p:nvSpPr>
          <p:spPr>
            <a:xfrm>
              <a:off x="6105425" y="1499654"/>
              <a:ext cx="25026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" sz="1400" b="1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OPEN DATA LAKEHOUSE</a:t>
              </a:r>
              <a:endParaRPr sz="1400" b="1" kern="0">
                <a:solidFill>
                  <a:srgbClr val="00A3A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1707;g27ea198d36a_0_6581">
              <a:extLst>
                <a:ext uri="{FF2B5EF4-FFF2-40B4-BE49-F238E27FC236}">
                  <a16:creationId xmlns:a16="http://schemas.microsoft.com/office/drawing/2014/main" id="{607818E0-537F-708A-ACDC-A9FE20396193}"/>
                </a:ext>
              </a:extLst>
            </p:cNvPr>
            <p:cNvSpPr txBox="1"/>
            <p:nvPr/>
          </p:nvSpPr>
          <p:spPr>
            <a:xfrm>
              <a:off x="419399" y="3906640"/>
              <a:ext cx="29274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" sz="1400" b="1" kern="0" dirty="0">
                  <a:solidFill>
                    <a:srgbClr val="7FB72E"/>
                  </a:solidFill>
                  <a:latin typeface="Roboto"/>
                  <a:ea typeface="Roboto"/>
                  <a:cs typeface="Roboto"/>
                  <a:sym typeface="Roboto"/>
                </a:rPr>
                <a:t>DATA VOLUME &amp; GROWTH</a:t>
              </a:r>
              <a:endParaRPr sz="1400" b="1" kern="0" dirty="0">
                <a:solidFill>
                  <a:srgbClr val="7FB72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1708;g27ea198d36a_0_6581">
              <a:extLst>
                <a:ext uri="{FF2B5EF4-FFF2-40B4-BE49-F238E27FC236}">
                  <a16:creationId xmlns:a16="http://schemas.microsoft.com/office/drawing/2014/main" id="{5E18F783-3932-BCE9-38DF-BD424C8AF623}"/>
                </a:ext>
              </a:extLst>
            </p:cNvPr>
            <p:cNvSpPr txBox="1"/>
            <p:nvPr/>
          </p:nvSpPr>
          <p:spPr>
            <a:xfrm>
              <a:off x="6105425" y="3908440"/>
              <a:ext cx="2502600" cy="2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" sz="1400" b="1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PLATFORM SUPPORT</a:t>
              </a:r>
              <a:endParaRPr sz="1400" b="1" kern="0">
                <a:solidFill>
                  <a:srgbClr val="008C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1709;g27ea198d36a_0_6581">
              <a:extLst>
                <a:ext uri="{FF2B5EF4-FFF2-40B4-BE49-F238E27FC236}">
                  <a16:creationId xmlns:a16="http://schemas.microsoft.com/office/drawing/2014/main" id="{9D415362-2733-3F94-3710-3C68FAC061FF}"/>
                </a:ext>
              </a:extLst>
            </p:cNvPr>
            <p:cNvSpPr txBox="1">
              <a:spLocks/>
            </p:cNvSpPr>
            <p:nvPr/>
          </p:nvSpPr>
          <p:spPr>
            <a:xfrm>
              <a:off x="419100" y="784935"/>
              <a:ext cx="83058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50" rIns="0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BFBFBF"/>
                </a:buClr>
                <a:buSzPts val="1280"/>
                <a:buFont typeface="Arial"/>
                <a:buNone/>
                <a:defRPr sz="1600" b="0" i="0" u="none" strike="noStrike" cap="none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defRPr>
              </a:lvl1pPr>
              <a:lvl2pPr marL="914400" marR="0" lvl="1" indent="-228600" algn="l" rtl="0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BFBFBF"/>
                </a:buClr>
                <a:buSzPts val="1280"/>
                <a:buFont typeface="Roboto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2pPr>
              <a:lvl3pPr marL="1371600" marR="0" lvl="2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280"/>
                <a:buFont typeface="Arial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3pPr>
              <a:lvl4pPr marL="1828800" marR="0" lvl="3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280"/>
                <a:buFont typeface="Roboto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4pPr>
              <a:lvl5pPr marL="2286000" marR="0" lvl="4" indent="-22860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BFBFBF"/>
                </a:buClr>
                <a:buSzPts val="1280"/>
                <a:buFont typeface="Arial"/>
                <a:buNone/>
                <a:defRPr sz="1600" b="0" i="0" u="none" strike="noStrike" cap="none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BFBFBF"/>
                </a:buClr>
                <a:buSzPts val="1280"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A3AF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Revolutionising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A3AF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your on-prem data experience for trusted analytics and AI at scale</a:t>
              </a:r>
            </a:p>
          </p:txBody>
        </p:sp>
        <p:sp>
          <p:nvSpPr>
            <p:cNvPr id="14" name="Google Shape;1710;g27ea198d36a_0_6581">
              <a:extLst>
                <a:ext uri="{FF2B5EF4-FFF2-40B4-BE49-F238E27FC236}">
                  <a16:creationId xmlns:a16="http://schemas.microsoft.com/office/drawing/2014/main" id="{14CE3003-BA8F-A4B5-C3ED-0B869B59C084}"/>
                </a:ext>
              </a:extLst>
            </p:cNvPr>
            <p:cNvSpPr txBox="1"/>
            <p:nvPr/>
          </p:nvSpPr>
          <p:spPr>
            <a:xfrm>
              <a:off x="419399" y="1701675"/>
              <a:ext cx="2868636" cy="252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spcBef>
                  <a:spcPts val="300"/>
                </a:spcBef>
                <a:buClr>
                  <a:srgbClr val="000000"/>
                </a:buClr>
                <a:buFont typeface="Arial"/>
                <a:buNone/>
              </a:pPr>
              <a:r>
                <a:rPr lang="en" sz="1100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rPr>
                <a:t>Deploy critical workloads with confidence</a:t>
              </a:r>
              <a:endParaRPr sz="1200" kern="0" dirty="0">
                <a:solidFill>
                  <a:srgbClr val="828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1711;g27ea198d36a_0_6581">
              <a:extLst>
                <a:ext uri="{FF2B5EF4-FFF2-40B4-BE49-F238E27FC236}">
                  <a16:creationId xmlns:a16="http://schemas.microsoft.com/office/drawing/2014/main" id="{9D2A424A-779C-07EB-571C-D65AC9098CD8}"/>
                </a:ext>
              </a:extLst>
            </p:cNvPr>
            <p:cNvSpPr txBox="1"/>
            <p:nvPr/>
          </p:nvSpPr>
          <p:spPr>
            <a:xfrm>
              <a:off x="419399" y="4126167"/>
              <a:ext cx="2614800" cy="18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spcBef>
                  <a:spcPts val="300"/>
                </a:spcBef>
                <a:buClr>
                  <a:srgbClr val="000000"/>
                </a:buClr>
                <a:buFont typeface="Arial"/>
                <a:buNone/>
              </a:pPr>
              <a:r>
                <a:rPr lang="en" sz="1100" kern="0" dirty="0">
                  <a:solidFill>
                    <a:srgbClr val="7FB72E"/>
                  </a:solidFill>
                  <a:latin typeface="Roboto"/>
                  <a:ea typeface="Roboto"/>
                  <a:cs typeface="Roboto"/>
                  <a:sym typeface="Roboto"/>
                </a:rPr>
                <a:t>Highly scalable, performant object store</a:t>
              </a:r>
              <a:endParaRPr sz="1200" kern="0" dirty="0">
                <a:solidFill>
                  <a:srgbClr val="7FB72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1712;g27ea198d36a_0_6581">
              <a:extLst>
                <a:ext uri="{FF2B5EF4-FFF2-40B4-BE49-F238E27FC236}">
                  <a16:creationId xmlns:a16="http://schemas.microsoft.com/office/drawing/2014/main" id="{C9E1EC97-41D7-7EA2-72A6-09DF581D60BB}"/>
                </a:ext>
              </a:extLst>
            </p:cNvPr>
            <p:cNvSpPr txBox="1"/>
            <p:nvPr/>
          </p:nvSpPr>
          <p:spPr>
            <a:xfrm>
              <a:off x="6105425" y="1701675"/>
              <a:ext cx="2830800" cy="18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spcBef>
                  <a:spcPts val="300"/>
                </a:spcBef>
                <a:buClr>
                  <a:srgbClr val="000000"/>
                </a:buClr>
                <a:buFont typeface="Arial"/>
                <a:buNone/>
              </a:pPr>
              <a:r>
                <a:rPr lang="en" sz="1100" kern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rPr>
                <a:t>Unify data with engine agnostic architecture</a:t>
              </a:r>
              <a:endParaRPr sz="1200" kern="0">
                <a:solidFill>
                  <a:srgbClr val="828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1713;g27ea198d36a_0_6581">
              <a:extLst>
                <a:ext uri="{FF2B5EF4-FFF2-40B4-BE49-F238E27FC236}">
                  <a16:creationId xmlns:a16="http://schemas.microsoft.com/office/drawing/2014/main" id="{EDAEF512-F169-742C-65EF-F7FB2A935864}"/>
                </a:ext>
              </a:extLst>
            </p:cNvPr>
            <p:cNvSpPr txBox="1"/>
            <p:nvPr/>
          </p:nvSpPr>
          <p:spPr>
            <a:xfrm>
              <a:off x="6102300" y="4129825"/>
              <a:ext cx="2830800" cy="18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25" tIns="9125" rIns="9125" bIns="9125" anchor="t" anchorCtr="0">
              <a:spAutoFit/>
            </a:bodyPr>
            <a:lstStyle/>
            <a:p>
              <a:pPr>
                <a:spcBef>
                  <a:spcPts val="300"/>
                </a:spcBef>
                <a:buClr>
                  <a:srgbClr val="000000"/>
                </a:buClr>
                <a:buFont typeface="Arial"/>
                <a:buNone/>
              </a:pPr>
              <a:r>
                <a:rPr lang="en" sz="1100" kern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rPr>
                <a:t>Expanded support for more integrations</a:t>
              </a:r>
              <a:endParaRPr sz="1200" kern="0">
                <a:solidFill>
                  <a:srgbClr val="828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" name="Google Shape;1714;g27ea198d36a_0_6581">
              <a:extLst>
                <a:ext uri="{FF2B5EF4-FFF2-40B4-BE49-F238E27FC236}">
                  <a16:creationId xmlns:a16="http://schemas.microsoft.com/office/drawing/2014/main" id="{610BB14A-7950-85AD-0C55-DABB689D10D3}"/>
                </a:ext>
              </a:extLst>
            </p:cNvPr>
            <p:cNvGrpSpPr/>
            <p:nvPr/>
          </p:nvGrpSpPr>
          <p:grpSpPr>
            <a:xfrm>
              <a:off x="3116209" y="1417051"/>
              <a:ext cx="2911593" cy="2919384"/>
              <a:chOff x="3116209" y="1417051"/>
              <a:chExt cx="2911593" cy="2919384"/>
            </a:xfrm>
          </p:grpSpPr>
          <p:sp>
            <p:nvSpPr>
              <p:cNvPr id="42" name="Google Shape;1715;g27ea198d36a_0_6581">
                <a:extLst>
                  <a:ext uri="{FF2B5EF4-FFF2-40B4-BE49-F238E27FC236}">
                    <a16:creationId xmlns:a16="http://schemas.microsoft.com/office/drawing/2014/main" id="{13031327-93B9-914D-AB4F-D19132885ED1}"/>
                  </a:ext>
                </a:extLst>
              </p:cNvPr>
              <p:cNvSpPr/>
              <p:nvPr/>
            </p:nvSpPr>
            <p:spPr>
              <a:xfrm rot="-5399980">
                <a:off x="4504508" y="1333209"/>
                <a:ext cx="1421413" cy="1589109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85" extrusionOk="0">
                    <a:moveTo>
                      <a:pt x="53" y="133"/>
                    </a:moveTo>
                    <a:cubicBezTo>
                      <a:pt x="37" y="142"/>
                      <a:pt x="18" y="148"/>
                      <a:pt x="0" y="149"/>
                    </a:cubicBezTo>
                    <a:cubicBezTo>
                      <a:pt x="1" y="198"/>
                      <a:pt x="14" y="244"/>
                      <a:pt x="36" y="285"/>
                    </a:cubicBezTo>
                    <a:cubicBezTo>
                      <a:pt x="159" y="264"/>
                      <a:pt x="254" y="157"/>
                      <a:pt x="254" y="27"/>
                    </a:cubicBezTo>
                    <a:cubicBezTo>
                      <a:pt x="254" y="18"/>
                      <a:pt x="253" y="9"/>
                      <a:pt x="252" y="0"/>
                    </a:cubicBezTo>
                    <a:cubicBezTo>
                      <a:pt x="211" y="21"/>
                      <a:pt x="164" y="34"/>
                      <a:pt x="114" y="34"/>
                    </a:cubicBezTo>
                    <a:cubicBezTo>
                      <a:pt x="112" y="74"/>
                      <a:pt x="90" y="111"/>
                      <a:pt x="53" y="133"/>
                    </a:cubicBezTo>
                    <a:close/>
                  </a:path>
                </a:pathLst>
              </a:custGeom>
              <a:solidFill>
                <a:srgbClr val="00A3A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1716;g27ea198d36a_0_6581">
                <a:extLst>
                  <a:ext uri="{FF2B5EF4-FFF2-40B4-BE49-F238E27FC236}">
                    <a16:creationId xmlns:a16="http://schemas.microsoft.com/office/drawing/2014/main" id="{F6A25152-DA4D-4FC0-708D-805F6E13B7CF}"/>
                  </a:ext>
                </a:extLst>
              </p:cNvPr>
              <p:cNvSpPr/>
              <p:nvPr/>
            </p:nvSpPr>
            <p:spPr>
              <a:xfrm rot="-5400023">
                <a:off x="4525797" y="2807800"/>
                <a:ext cx="1587840" cy="141616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54" extrusionOk="0">
                    <a:moveTo>
                      <a:pt x="152" y="54"/>
                    </a:moveTo>
                    <a:cubicBezTo>
                      <a:pt x="142" y="37"/>
                      <a:pt x="137" y="19"/>
                      <a:pt x="136" y="0"/>
                    </a:cubicBezTo>
                    <a:cubicBezTo>
                      <a:pt x="86" y="1"/>
                      <a:pt x="40" y="14"/>
                      <a:pt x="0" y="36"/>
                    </a:cubicBezTo>
                    <a:cubicBezTo>
                      <a:pt x="20" y="160"/>
                      <a:pt x="127" y="254"/>
                      <a:pt x="257" y="254"/>
                    </a:cubicBezTo>
                    <a:cubicBezTo>
                      <a:pt x="266" y="254"/>
                      <a:pt x="276" y="254"/>
                      <a:pt x="285" y="253"/>
                    </a:cubicBezTo>
                    <a:cubicBezTo>
                      <a:pt x="263" y="211"/>
                      <a:pt x="251" y="164"/>
                      <a:pt x="250" y="115"/>
                    </a:cubicBezTo>
                    <a:cubicBezTo>
                      <a:pt x="210" y="112"/>
                      <a:pt x="173" y="91"/>
                      <a:pt x="152" y="54"/>
                    </a:cubicBezTo>
                    <a:close/>
                  </a:path>
                </a:pathLst>
              </a:custGeom>
              <a:solidFill>
                <a:srgbClr val="008CF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44" name="Google Shape;1717;g27ea198d36a_0_6581">
                <a:extLst>
                  <a:ext uri="{FF2B5EF4-FFF2-40B4-BE49-F238E27FC236}">
                    <a16:creationId xmlns:a16="http://schemas.microsoft.com/office/drawing/2014/main" id="{F11991B2-EF0A-9B63-0F6D-67FF4922244C}"/>
                  </a:ext>
                </a:extLst>
              </p:cNvPr>
              <p:cNvGrpSpPr/>
              <p:nvPr/>
            </p:nvGrpSpPr>
            <p:grpSpPr>
              <a:xfrm>
                <a:off x="5221191" y="1941451"/>
                <a:ext cx="375514" cy="372618"/>
                <a:chOff x="5768975" y="2234656"/>
                <a:chExt cx="762000" cy="761999"/>
              </a:xfrm>
            </p:grpSpPr>
            <p:grpSp>
              <p:nvGrpSpPr>
                <p:cNvPr id="88" name="Google Shape;1718;g27ea198d36a_0_6581">
                  <a:extLst>
                    <a:ext uri="{FF2B5EF4-FFF2-40B4-BE49-F238E27FC236}">
                      <a16:creationId xmlns:a16="http://schemas.microsoft.com/office/drawing/2014/main" id="{E716990F-1937-BFD2-F10B-359D537C81BF}"/>
                    </a:ext>
                  </a:extLst>
                </p:cNvPr>
                <p:cNvGrpSpPr/>
                <p:nvPr/>
              </p:nvGrpSpPr>
              <p:grpSpPr>
                <a:xfrm>
                  <a:off x="5768975" y="2234656"/>
                  <a:ext cx="762000" cy="761999"/>
                  <a:chOff x="5768975" y="2234656"/>
                  <a:chExt cx="762000" cy="761999"/>
                </a:xfrm>
              </p:grpSpPr>
              <p:sp>
                <p:nvSpPr>
                  <p:cNvPr id="98" name="Google Shape;1719;g27ea198d36a_0_6581">
                    <a:extLst>
                      <a:ext uri="{FF2B5EF4-FFF2-40B4-BE49-F238E27FC236}">
                        <a16:creationId xmlns:a16="http://schemas.microsoft.com/office/drawing/2014/main" id="{AB0BD479-AD61-FE46-C90C-698DED4FD7F4}"/>
                      </a:ext>
                    </a:extLst>
                  </p:cNvPr>
                  <p:cNvSpPr/>
                  <p:nvPr/>
                </p:nvSpPr>
                <p:spPr>
                  <a:xfrm>
                    <a:off x="5959475" y="25013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9" name="Google Shape;1720;g27ea198d36a_0_6581">
                    <a:extLst>
                      <a:ext uri="{FF2B5EF4-FFF2-40B4-BE49-F238E27FC236}">
                        <a16:creationId xmlns:a16="http://schemas.microsoft.com/office/drawing/2014/main" id="{9FDEC91B-BC65-8CC0-8936-5F7FD5037079}"/>
                      </a:ext>
                    </a:extLst>
                  </p:cNvPr>
                  <p:cNvSpPr/>
                  <p:nvPr/>
                </p:nvSpPr>
                <p:spPr>
                  <a:xfrm>
                    <a:off x="5959475" y="28061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100" name="Google Shape;1721;g27ea198d36a_0_6581">
                    <a:extLst>
                      <a:ext uri="{FF2B5EF4-FFF2-40B4-BE49-F238E27FC236}">
                        <a16:creationId xmlns:a16="http://schemas.microsoft.com/office/drawing/2014/main" id="{ECFB9710-8C0A-8E42-4C2E-C80B711EFECE}"/>
                      </a:ext>
                    </a:extLst>
                  </p:cNvPr>
                  <p:cNvSpPr/>
                  <p:nvPr/>
                </p:nvSpPr>
                <p:spPr>
                  <a:xfrm>
                    <a:off x="6102350" y="22346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101" name="Google Shape;1722;g27ea198d36a_0_6581">
                    <a:extLst>
                      <a:ext uri="{FF2B5EF4-FFF2-40B4-BE49-F238E27FC236}">
                        <a16:creationId xmlns:a16="http://schemas.microsoft.com/office/drawing/2014/main" id="{4737AC1B-D1CC-6498-2329-C789CF92863A}"/>
                      </a:ext>
                    </a:extLst>
                  </p:cNvPr>
                  <p:cNvSpPr/>
                  <p:nvPr/>
                </p:nvSpPr>
                <p:spPr>
                  <a:xfrm>
                    <a:off x="5959475" y="26537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47625" y="19050"/>
                        </a:moveTo>
                        <a:cubicBezTo>
                          <a:pt x="63341" y="19050"/>
                          <a:pt x="76200" y="31909"/>
                          <a:pt x="76200" y="47625"/>
                        </a:cubicBezTo>
                        <a:cubicBezTo>
                          <a:pt x="76200" y="63341"/>
                          <a:pt x="63341" y="76200"/>
                          <a:pt x="47625" y="76200"/>
                        </a:cubicBezTo>
                        <a:cubicBezTo>
                          <a:pt x="31909" y="76200"/>
                          <a:pt x="19050" y="63341"/>
                          <a:pt x="19050" y="47625"/>
                        </a:cubicBezTo>
                        <a:cubicBezTo>
                          <a:pt x="19050" y="31909"/>
                          <a:pt x="31909" y="19050"/>
                          <a:pt x="47625" y="19050"/>
                        </a:cubicBezTo>
                        <a:moveTo>
                          <a:pt x="47625" y="0"/>
                        </a:moveTo>
                        <a:cubicBezTo>
                          <a:pt x="21336" y="0"/>
                          <a:pt x="0" y="21336"/>
                          <a:pt x="0" y="47625"/>
                        </a:cubicBezTo>
                        <a:cubicBezTo>
                          <a:pt x="0" y="73914"/>
                          <a:pt x="21336" y="95250"/>
                          <a:pt x="47625" y="95250"/>
                        </a:cubicBezTo>
                        <a:cubicBezTo>
                          <a:pt x="73914" y="95250"/>
                          <a:pt x="95250" y="73914"/>
                          <a:pt x="95250" y="47625"/>
                        </a:cubicBezTo>
                        <a:cubicBezTo>
                          <a:pt x="95250" y="21336"/>
                          <a:pt x="73914" y="0"/>
                          <a:pt x="476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102" name="Google Shape;1723;g27ea198d36a_0_6581">
                    <a:extLst>
                      <a:ext uri="{FF2B5EF4-FFF2-40B4-BE49-F238E27FC236}">
                        <a16:creationId xmlns:a16="http://schemas.microsoft.com/office/drawing/2014/main" id="{8A5CFE58-D97C-4734-9427-13AF07776485}"/>
                      </a:ext>
                    </a:extLst>
                  </p:cNvPr>
                  <p:cNvSpPr/>
                  <p:nvPr/>
                </p:nvSpPr>
                <p:spPr>
                  <a:xfrm>
                    <a:off x="5768975" y="2415631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47625" y="19050"/>
                        </a:moveTo>
                        <a:cubicBezTo>
                          <a:pt x="63341" y="19050"/>
                          <a:pt x="76200" y="31909"/>
                          <a:pt x="76200" y="47625"/>
                        </a:cubicBezTo>
                        <a:cubicBezTo>
                          <a:pt x="76200" y="63341"/>
                          <a:pt x="63341" y="76200"/>
                          <a:pt x="47625" y="76200"/>
                        </a:cubicBezTo>
                        <a:cubicBezTo>
                          <a:pt x="31909" y="76200"/>
                          <a:pt x="19050" y="63341"/>
                          <a:pt x="19050" y="47625"/>
                        </a:cubicBezTo>
                        <a:cubicBezTo>
                          <a:pt x="19050" y="31909"/>
                          <a:pt x="31909" y="19050"/>
                          <a:pt x="47625" y="19050"/>
                        </a:cubicBezTo>
                        <a:moveTo>
                          <a:pt x="47625" y="0"/>
                        </a:moveTo>
                        <a:cubicBezTo>
                          <a:pt x="21336" y="0"/>
                          <a:pt x="0" y="21336"/>
                          <a:pt x="0" y="47625"/>
                        </a:cubicBezTo>
                        <a:cubicBezTo>
                          <a:pt x="0" y="73914"/>
                          <a:pt x="21336" y="95250"/>
                          <a:pt x="47625" y="95250"/>
                        </a:cubicBezTo>
                        <a:cubicBezTo>
                          <a:pt x="73914" y="95250"/>
                          <a:pt x="95250" y="73914"/>
                          <a:pt x="95250" y="47625"/>
                        </a:cubicBezTo>
                        <a:cubicBezTo>
                          <a:pt x="95250" y="21336"/>
                          <a:pt x="73914" y="0"/>
                          <a:pt x="476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103" name="Google Shape;1724;g27ea198d36a_0_6581">
                    <a:extLst>
                      <a:ext uri="{FF2B5EF4-FFF2-40B4-BE49-F238E27FC236}">
                        <a16:creationId xmlns:a16="http://schemas.microsoft.com/office/drawing/2014/main" id="{F6A867CB-B5E3-CF70-97C6-4ED8BDD70981}"/>
                      </a:ext>
                    </a:extLst>
                  </p:cNvPr>
                  <p:cNvSpPr/>
                  <p:nvPr/>
                </p:nvSpPr>
                <p:spPr>
                  <a:xfrm>
                    <a:off x="6435725" y="2415631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47625" y="19050"/>
                        </a:moveTo>
                        <a:cubicBezTo>
                          <a:pt x="63341" y="19050"/>
                          <a:pt x="76200" y="31909"/>
                          <a:pt x="76200" y="47625"/>
                        </a:cubicBezTo>
                        <a:cubicBezTo>
                          <a:pt x="76200" y="63341"/>
                          <a:pt x="63341" y="76200"/>
                          <a:pt x="47625" y="76200"/>
                        </a:cubicBezTo>
                        <a:cubicBezTo>
                          <a:pt x="31909" y="76200"/>
                          <a:pt x="19050" y="63341"/>
                          <a:pt x="19050" y="47625"/>
                        </a:cubicBezTo>
                        <a:cubicBezTo>
                          <a:pt x="19050" y="31909"/>
                          <a:pt x="31909" y="19050"/>
                          <a:pt x="47625" y="19050"/>
                        </a:cubicBezTo>
                        <a:moveTo>
                          <a:pt x="47625" y="0"/>
                        </a:moveTo>
                        <a:cubicBezTo>
                          <a:pt x="21336" y="0"/>
                          <a:pt x="0" y="21336"/>
                          <a:pt x="0" y="47625"/>
                        </a:cubicBezTo>
                        <a:cubicBezTo>
                          <a:pt x="0" y="73914"/>
                          <a:pt x="21336" y="95250"/>
                          <a:pt x="47625" y="95250"/>
                        </a:cubicBezTo>
                        <a:cubicBezTo>
                          <a:pt x="73914" y="95250"/>
                          <a:pt x="95250" y="73914"/>
                          <a:pt x="95250" y="47625"/>
                        </a:cubicBezTo>
                        <a:cubicBezTo>
                          <a:pt x="95250" y="21336"/>
                          <a:pt x="73914" y="0"/>
                          <a:pt x="476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104" name="Google Shape;1725;g27ea198d36a_0_6581">
                    <a:extLst>
                      <a:ext uri="{FF2B5EF4-FFF2-40B4-BE49-F238E27FC236}">
                        <a16:creationId xmlns:a16="http://schemas.microsoft.com/office/drawing/2014/main" id="{AAFE18D0-9D61-E3D6-1D67-EFF7D942C357}"/>
                      </a:ext>
                    </a:extLst>
                  </p:cNvPr>
                  <p:cNvSpPr/>
                  <p:nvPr/>
                </p:nvSpPr>
                <p:spPr>
                  <a:xfrm>
                    <a:off x="5768975" y="2458493"/>
                    <a:ext cx="762000" cy="538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0" h="538162" extrusionOk="0">
                        <a:moveTo>
                          <a:pt x="742950" y="455486"/>
                        </a:moveTo>
                        <a:cubicBezTo>
                          <a:pt x="742950" y="490538"/>
                          <a:pt x="713899" y="519113"/>
                          <a:pt x="678180" y="519113"/>
                        </a:cubicBezTo>
                        <a:cubicBezTo>
                          <a:pt x="642461" y="519113"/>
                          <a:pt x="613410" y="490538"/>
                          <a:pt x="613410" y="455486"/>
                        </a:cubicBezTo>
                        <a:lnTo>
                          <a:pt x="613220" y="455486"/>
                        </a:lnTo>
                        <a:cubicBezTo>
                          <a:pt x="613220" y="454438"/>
                          <a:pt x="613410" y="453485"/>
                          <a:pt x="613410" y="452438"/>
                        </a:cubicBezTo>
                        <a:lnTo>
                          <a:pt x="613410" y="0"/>
                        </a:lnTo>
                        <a:lnTo>
                          <a:pt x="148590" y="0"/>
                        </a:lnTo>
                        <a:lnTo>
                          <a:pt x="148590" y="452438"/>
                        </a:lnTo>
                        <a:cubicBezTo>
                          <a:pt x="148590" y="453485"/>
                          <a:pt x="148685" y="454533"/>
                          <a:pt x="148781" y="455486"/>
                        </a:cubicBezTo>
                        <a:lnTo>
                          <a:pt x="148590" y="455486"/>
                        </a:lnTo>
                        <a:cubicBezTo>
                          <a:pt x="148590" y="490538"/>
                          <a:pt x="119539" y="519113"/>
                          <a:pt x="83820" y="519113"/>
                        </a:cubicBezTo>
                        <a:cubicBezTo>
                          <a:pt x="48101" y="519113"/>
                          <a:pt x="19050" y="490538"/>
                          <a:pt x="19050" y="455486"/>
                        </a:cubicBezTo>
                        <a:lnTo>
                          <a:pt x="0" y="455486"/>
                        </a:lnTo>
                        <a:cubicBezTo>
                          <a:pt x="0" y="501015"/>
                          <a:pt x="37624" y="538163"/>
                          <a:pt x="83820" y="538163"/>
                        </a:cubicBezTo>
                        <a:cubicBezTo>
                          <a:pt x="116395" y="538163"/>
                          <a:pt x="144685" y="519684"/>
                          <a:pt x="158496" y="492823"/>
                        </a:cubicBezTo>
                        <a:cubicBezTo>
                          <a:pt x="172593" y="519779"/>
                          <a:pt x="200406" y="538163"/>
                          <a:pt x="232410" y="538163"/>
                        </a:cubicBezTo>
                        <a:cubicBezTo>
                          <a:pt x="264414" y="538163"/>
                          <a:pt x="292703" y="519398"/>
                          <a:pt x="306705" y="491966"/>
                        </a:cubicBezTo>
                        <a:cubicBezTo>
                          <a:pt x="320707" y="519398"/>
                          <a:pt x="348710" y="538163"/>
                          <a:pt x="381000" y="538163"/>
                        </a:cubicBezTo>
                        <a:cubicBezTo>
                          <a:pt x="413290" y="538163"/>
                          <a:pt x="441293" y="519398"/>
                          <a:pt x="455295" y="491966"/>
                        </a:cubicBezTo>
                        <a:cubicBezTo>
                          <a:pt x="469297" y="519398"/>
                          <a:pt x="497300" y="538163"/>
                          <a:pt x="529590" y="538163"/>
                        </a:cubicBezTo>
                        <a:cubicBezTo>
                          <a:pt x="561880" y="538163"/>
                          <a:pt x="589312" y="519779"/>
                          <a:pt x="603504" y="492823"/>
                        </a:cubicBezTo>
                        <a:cubicBezTo>
                          <a:pt x="617315" y="519684"/>
                          <a:pt x="645605" y="538163"/>
                          <a:pt x="678180" y="538163"/>
                        </a:cubicBezTo>
                        <a:cubicBezTo>
                          <a:pt x="724376" y="538163"/>
                          <a:pt x="762000" y="501110"/>
                          <a:pt x="762000" y="455486"/>
                        </a:cubicBezTo>
                        <a:lnTo>
                          <a:pt x="742950" y="455486"/>
                        </a:lnTo>
                        <a:close/>
                        <a:moveTo>
                          <a:pt x="594360" y="309563"/>
                        </a:moveTo>
                        <a:lnTo>
                          <a:pt x="167640" y="309563"/>
                        </a:lnTo>
                        <a:lnTo>
                          <a:pt x="167640" y="176213"/>
                        </a:lnTo>
                        <a:lnTo>
                          <a:pt x="594360" y="176213"/>
                        </a:lnTo>
                        <a:lnTo>
                          <a:pt x="594360" y="309563"/>
                        </a:lnTo>
                        <a:close/>
                        <a:moveTo>
                          <a:pt x="594360" y="19050"/>
                        </a:moveTo>
                        <a:lnTo>
                          <a:pt x="594360" y="157163"/>
                        </a:lnTo>
                        <a:lnTo>
                          <a:pt x="167640" y="157163"/>
                        </a:lnTo>
                        <a:lnTo>
                          <a:pt x="167640" y="19050"/>
                        </a:lnTo>
                        <a:lnTo>
                          <a:pt x="594360" y="19050"/>
                        </a:lnTo>
                        <a:close/>
                        <a:moveTo>
                          <a:pt x="529590" y="519113"/>
                        </a:moveTo>
                        <a:cubicBezTo>
                          <a:pt x="493871" y="519113"/>
                          <a:pt x="464820" y="489204"/>
                          <a:pt x="464820" y="452438"/>
                        </a:cubicBezTo>
                        <a:lnTo>
                          <a:pt x="445770" y="452438"/>
                        </a:lnTo>
                        <a:cubicBezTo>
                          <a:pt x="445770" y="489204"/>
                          <a:pt x="416719" y="519113"/>
                          <a:pt x="381000" y="519113"/>
                        </a:cubicBezTo>
                        <a:cubicBezTo>
                          <a:pt x="345281" y="519113"/>
                          <a:pt x="316230" y="489204"/>
                          <a:pt x="316230" y="452438"/>
                        </a:cubicBezTo>
                        <a:lnTo>
                          <a:pt x="297180" y="452438"/>
                        </a:lnTo>
                        <a:cubicBezTo>
                          <a:pt x="297180" y="489204"/>
                          <a:pt x="268129" y="519113"/>
                          <a:pt x="232410" y="519113"/>
                        </a:cubicBezTo>
                        <a:cubicBezTo>
                          <a:pt x="196691" y="519113"/>
                          <a:pt x="167640" y="489204"/>
                          <a:pt x="167640" y="452438"/>
                        </a:cubicBezTo>
                        <a:lnTo>
                          <a:pt x="167640" y="328613"/>
                        </a:lnTo>
                        <a:lnTo>
                          <a:pt x="594360" y="328613"/>
                        </a:lnTo>
                        <a:lnTo>
                          <a:pt x="594360" y="452438"/>
                        </a:lnTo>
                        <a:cubicBezTo>
                          <a:pt x="594360" y="489204"/>
                          <a:pt x="565309" y="519113"/>
                          <a:pt x="529590" y="51911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105" name="Google Shape;1726;g27ea198d36a_0_6581">
                    <a:extLst>
                      <a:ext uri="{FF2B5EF4-FFF2-40B4-BE49-F238E27FC236}">
                        <a16:creationId xmlns:a16="http://schemas.microsoft.com/office/drawing/2014/main" id="{5B554DE5-B6B5-DC95-16B6-F583990857A0}"/>
                      </a:ext>
                    </a:extLst>
                  </p:cNvPr>
                  <p:cNvSpPr/>
                  <p:nvPr/>
                </p:nvSpPr>
                <p:spPr>
                  <a:xfrm>
                    <a:off x="5850128" y="2271423"/>
                    <a:ext cx="599694" cy="1811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694" h="181165" extrusionOk="0">
                        <a:moveTo>
                          <a:pt x="299847" y="21717"/>
                        </a:moveTo>
                        <a:lnTo>
                          <a:pt x="590550" y="181166"/>
                        </a:lnTo>
                        <a:lnTo>
                          <a:pt x="599694" y="164402"/>
                        </a:lnTo>
                        <a:lnTo>
                          <a:pt x="299847" y="0"/>
                        </a:lnTo>
                        <a:lnTo>
                          <a:pt x="0" y="164402"/>
                        </a:lnTo>
                        <a:lnTo>
                          <a:pt x="9144" y="181166"/>
                        </a:lnTo>
                        <a:lnTo>
                          <a:pt x="299847" y="2171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grpSp>
              <p:nvGrpSpPr>
                <p:cNvPr id="89" name="Google Shape;1727;g27ea198d36a_0_6581">
                  <a:extLst>
                    <a:ext uri="{FF2B5EF4-FFF2-40B4-BE49-F238E27FC236}">
                      <a16:creationId xmlns:a16="http://schemas.microsoft.com/office/drawing/2014/main" id="{5A72F1D8-1360-43B7-D1B9-BC38E204E555}"/>
                    </a:ext>
                  </a:extLst>
                </p:cNvPr>
                <p:cNvGrpSpPr/>
                <p:nvPr/>
              </p:nvGrpSpPr>
              <p:grpSpPr>
                <a:xfrm>
                  <a:off x="5768975" y="2234656"/>
                  <a:ext cx="762000" cy="761999"/>
                  <a:chOff x="5768975" y="2234656"/>
                  <a:chExt cx="762000" cy="761999"/>
                </a:xfrm>
              </p:grpSpPr>
              <p:sp>
                <p:nvSpPr>
                  <p:cNvPr id="90" name="Google Shape;1728;g27ea198d36a_0_6581">
                    <a:extLst>
                      <a:ext uri="{FF2B5EF4-FFF2-40B4-BE49-F238E27FC236}">
                        <a16:creationId xmlns:a16="http://schemas.microsoft.com/office/drawing/2014/main" id="{58B33F6E-EA5A-6518-918C-F13B3E7E7E0D}"/>
                      </a:ext>
                    </a:extLst>
                  </p:cNvPr>
                  <p:cNvSpPr/>
                  <p:nvPr/>
                </p:nvSpPr>
                <p:spPr>
                  <a:xfrm>
                    <a:off x="5959475" y="25013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1" name="Google Shape;1729;g27ea198d36a_0_6581">
                    <a:extLst>
                      <a:ext uri="{FF2B5EF4-FFF2-40B4-BE49-F238E27FC236}">
                        <a16:creationId xmlns:a16="http://schemas.microsoft.com/office/drawing/2014/main" id="{A79FDFCC-71E9-EB2A-C53D-B7D44FA132C6}"/>
                      </a:ext>
                    </a:extLst>
                  </p:cNvPr>
                  <p:cNvSpPr/>
                  <p:nvPr/>
                </p:nvSpPr>
                <p:spPr>
                  <a:xfrm>
                    <a:off x="5959475" y="28061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2" name="Google Shape;1730;g27ea198d36a_0_6581">
                    <a:extLst>
                      <a:ext uri="{FF2B5EF4-FFF2-40B4-BE49-F238E27FC236}">
                        <a16:creationId xmlns:a16="http://schemas.microsoft.com/office/drawing/2014/main" id="{B5CA68DA-4653-6C62-CA8A-3CBE416EF4F9}"/>
                      </a:ext>
                    </a:extLst>
                  </p:cNvPr>
                  <p:cNvSpPr/>
                  <p:nvPr/>
                </p:nvSpPr>
                <p:spPr>
                  <a:xfrm>
                    <a:off x="6102350" y="22346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3" name="Google Shape;1731;g27ea198d36a_0_6581">
                    <a:extLst>
                      <a:ext uri="{FF2B5EF4-FFF2-40B4-BE49-F238E27FC236}">
                        <a16:creationId xmlns:a16="http://schemas.microsoft.com/office/drawing/2014/main" id="{0EFB09D0-2C00-7B72-313E-3F89419D4DB3}"/>
                      </a:ext>
                    </a:extLst>
                  </p:cNvPr>
                  <p:cNvSpPr/>
                  <p:nvPr/>
                </p:nvSpPr>
                <p:spPr>
                  <a:xfrm>
                    <a:off x="5959475" y="2653756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47625" y="19050"/>
                        </a:moveTo>
                        <a:cubicBezTo>
                          <a:pt x="63341" y="19050"/>
                          <a:pt x="76200" y="31909"/>
                          <a:pt x="76200" y="47625"/>
                        </a:cubicBezTo>
                        <a:cubicBezTo>
                          <a:pt x="76200" y="63341"/>
                          <a:pt x="63341" y="76200"/>
                          <a:pt x="47625" y="76200"/>
                        </a:cubicBezTo>
                        <a:cubicBezTo>
                          <a:pt x="31909" y="76200"/>
                          <a:pt x="19050" y="63341"/>
                          <a:pt x="19050" y="47625"/>
                        </a:cubicBezTo>
                        <a:cubicBezTo>
                          <a:pt x="19050" y="31909"/>
                          <a:pt x="31909" y="19050"/>
                          <a:pt x="47625" y="19050"/>
                        </a:cubicBezTo>
                        <a:moveTo>
                          <a:pt x="47625" y="0"/>
                        </a:moveTo>
                        <a:cubicBezTo>
                          <a:pt x="21336" y="0"/>
                          <a:pt x="0" y="21336"/>
                          <a:pt x="0" y="47625"/>
                        </a:cubicBezTo>
                        <a:cubicBezTo>
                          <a:pt x="0" y="73914"/>
                          <a:pt x="21336" y="95250"/>
                          <a:pt x="47625" y="95250"/>
                        </a:cubicBezTo>
                        <a:cubicBezTo>
                          <a:pt x="73914" y="95250"/>
                          <a:pt x="95250" y="73914"/>
                          <a:pt x="95250" y="47625"/>
                        </a:cubicBezTo>
                        <a:cubicBezTo>
                          <a:pt x="95250" y="21336"/>
                          <a:pt x="73914" y="0"/>
                          <a:pt x="476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4" name="Google Shape;1732;g27ea198d36a_0_6581">
                    <a:extLst>
                      <a:ext uri="{FF2B5EF4-FFF2-40B4-BE49-F238E27FC236}">
                        <a16:creationId xmlns:a16="http://schemas.microsoft.com/office/drawing/2014/main" id="{4AD9B59C-611C-A185-7750-CDEFB46B82BD}"/>
                      </a:ext>
                    </a:extLst>
                  </p:cNvPr>
                  <p:cNvSpPr/>
                  <p:nvPr/>
                </p:nvSpPr>
                <p:spPr>
                  <a:xfrm>
                    <a:off x="5768975" y="2415631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47625" y="19050"/>
                        </a:moveTo>
                        <a:cubicBezTo>
                          <a:pt x="63341" y="19050"/>
                          <a:pt x="76200" y="31909"/>
                          <a:pt x="76200" y="47625"/>
                        </a:cubicBezTo>
                        <a:cubicBezTo>
                          <a:pt x="76200" y="63341"/>
                          <a:pt x="63341" y="76200"/>
                          <a:pt x="47625" y="76200"/>
                        </a:cubicBezTo>
                        <a:cubicBezTo>
                          <a:pt x="31909" y="76200"/>
                          <a:pt x="19050" y="63341"/>
                          <a:pt x="19050" y="47625"/>
                        </a:cubicBezTo>
                        <a:cubicBezTo>
                          <a:pt x="19050" y="31909"/>
                          <a:pt x="31909" y="19050"/>
                          <a:pt x="47625" y="19050"/>
                        </a:cubicBezTo>
                        <a:moveTo>
                          <a:pt x="47625" y="0"/>
                        </a:moveTo>
                        <a:cubicBezTo>
                          <a:pt x="21336" y="0"/>
                          <a:pt x="0" y="21336"/>
                          <a:pt x="0" y="47625"/>
                        </a:cubicBezTo>
                        <a:cubicBezTo>
                          <a:pt x="0" y="73914"/>
                          <a:pt x="21336" y="95250"/>
                          <a:pt x="47625" y="95250"/>
                        </a:cubicBezTo>
                        <a:cubicBezTo>
                          <a:pt x="73914" y="95250"/>
                          <a:pt x="95250" y="73914"/>
                          <a:pt x="95250" y="47625"/>
                        </a:cubicBezTo>
                        <a:cubicBezTo>
                          <a:pt x="95250" y="21336"/>
                          <a:pt x="73914" y="0"/>
                          <a:pt x="476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5" name="Google Shape;1733;g27ea198d36a_0_6581">
                    <a:extLst>
                      <a:ext uri="{FF2B5EF4-FFF2-40B4-BE49-F238E27FC236}">
                        <a16:creationId xmlns:a16="http://schemas.microsoft.com/office/drawing/2014/main" id="{0BF7A6B0-BA9C-A423-8D02-83458A5E7ECB}"/>
                      </a:ext>
                    </a:extLst>
                  </p:cNvPr>
                  <p:cNvSpPr/>
                  <p:nvPr/>
                </p:nvSpPr>
                <p:spPr>
                  <a:xfrm>
                    <a:off x="6435725" y="2415631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 extrusionOk="0">
                        <a:moveTo>
                          <a:pt x="47625" y="19050"/>
                        </a:moveTo>
                        <a:cubicBezTo>
                          <a:pt x="63341" y="19050"/>
                          <a:pt x="76200" y="31909"/>
                          <a:pt x="76200" y="47625"/>
                        </a:cubicBezTo>
                        <a:cubicBezTo>
                          <a:pt x="76200" y="63341"/>
                          <a:pt x="63341" y="76200"/>
                          <a:pt x="47625" y="76200"/>
                        </a:cubicBezTo>
                        <a:cubicBezTo>
                          <a:pt x="31909" y="76200"/>
                          <a:pt x="19050" y="63341"/>
                          <a:pt x="19050" y="47625"/>
                        </a:cubicBezTo>
                        <a:cubicBezTo>
                          <a:pt x="19050" y="31909"/>
                          <a:pt x="31909" y="19050"/>
                          <a:pt x="47625" y="19050"/>
                        </a:cubicBezTo>
                        <a:moveTo>
                          <a:pt x="47625" y="0"/>
                        </a:moveTo>
                        <a:cubicBezTo>
                          <a:pt x="21336" y="0"/>
                          <a:pt x="0" y="21336"/>
                          <a:pt x="0" y="47625"/>
                        </a:cubicBezTo>
                        <a:cubicBezTo>
                          <a:pt x="0" y="73914"/>
                          <a:pt x="21336" y="95250"/>
                          <a:pt x="47625" y="95250"/>
                        </a:cubicBezTo>
                        <a:cubicBezTo>
                          <a:pt x="73914" y="95250"/>
                          <a:pt x="95250" y="73914"/>
                          <a:pt x="95250" y="47625"/>
                        </a:cubicBezTo>
                        <a:cubicBezTo>
                          <a:pt x="95250" y="21336"/>
                          <a:pt x="73914" y="0"/>
                          <a:pt x="4762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6" name="Google Shape;1734;g27ea198d36a_0_6581">
                    <a:extLst>
                      <a:ext uri="{FF2B5EF4-FFF2-40B4-BE49-F238E27FC236}">
                        <a16:creationId xmlns:a16="http://schemas.microsoft.com/office/drawing/2014/main" id="{43A389B8-C90E-A32C-5325-D760AD6D643E}"/>
                      </a:ext>
                    </a:extLst>
                  </p:cNvPr>
                  <p:cNvSpPr/>
                  <p:nvPr/>
                </p:nvSpPr>
                <p:spPr>
                  <a:xfrm>
                    <a:off x="5768975" y="2458493"/>
                    <a:ext cx="762000" cy="5381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0" h="538162" extrusionOk="0">
                        <a:moveTo>
                          <a:pt x="742950" y="455486"/>
                        </a:moveTo>
                        <a:cubicBezTo>
                          <a:pt x="742950" y="490538"/>
                          <a:pt x="713899" y="519113"/>
                          <a:pt x="678180" y="519113"/>
                        </a:cubicBezTo>
                        <a:cubicBezTo>
                          <a:pt x="642461" y="519113"/>
                          <a:pt x="613410" y="490538"/>
                          <a:pt x="613410" y="455486"/>
                        </a:cubicBezTo>
                        <a:lnTo>
                          <a:pt x="613220" y="455486"/>
                        </a:lnTo>
                        <a:cubicBezTo>
                          <a:pt x="613220" y="454438"/>
                          <a:pt x="613410" y="453485"/>
                          <a:pt x="613410" y="452438"/>
                        </a:cubicBezTo>
                        <a:lnTo>
                          <a:pt x="613410" y="0"/>
                        </a:lnTo>
                        <a:lnTo>
                          <a:pt x="148590" y="0"/>
                        </a:lnTo>
                        <a:lnTo>
                          <a:pt x="148590" y="452438"/>
                        </a:lnTo>
                        <a:cubicBezTo>
                          <a:pt x="148590" y="453485"/>
                          <a:pt x="148685" y="454533"/>
                          <a:pt x="148781" y="455486"/>
                        </a:cubicBezTo>
                        <a:lnTo>
                          <a:pt x="148590" y="455486"/>
                        </a:lnTo>
                        <a:cubicBezTo>
                          <a:pt x="148590" y="490538"/>
                          <a:pt x="119539" y="519113"/>
                          <a:pt x="83820" y="519113"/>
                        </a:cubicBezTo>
                        <a:cubicBezTo>
                          <a:pt x="48101" y="519113"/>
                          <a:pt x="19050" y="490538"/>
                          <a:pt x="19050" y="455486"/>
                        </a:cubicBezTo>
                        <a:lnTo>
                          <a:pt x="0" y="455486"/>
                        </a:lnTo>
                        <a:cubicBezTo>
                          <a:pt x="0" y="501015"/>
                          <a:pt x="37624" y="538163"/>
                          <a:pt x="83820" y="538163"/>
                        </a:cubicBezTo>
                        <a:cubicBezTo>
                          <a:pt x="116395" y="538163"/>
                          <a:pt x="144685" y="519684"/>
                          <a:pt x="158496" y="492823"/>
                        </a:cubicBezTo>
                        <a:cubicBezTo>
                          <a:pt x="172593" y="519779"/>
                          <a:pt x="200406" y="538163"/>
                          <a:pt x="232410" y="538163"/>
                        </a:cubicBezTo>
                        <a:cubicBezTo>
                          <a:pt x="264414" y="538163"/>
                          <a:pt x="292703" y="519398"/>
                          <a:pt x="306705" y="491966"/>
                        </a:cubicBezTo>
                        <a:cubicBezTo>
                          <a:pt x="320707" y="519398"/>
                          <a:pt x="348710" y="538163"/>
                          <a:pt x="381000" y="538163"/>
                        </a:cubicBezTo>
                        <a:cubicBezTo>
                          <a:pt x="413290" y="538163"/>
                          <a:pt x="441293" y="519398"/>
                          <a:pt x="455295" y="491966"/>
                        </a:cubicBezTo>
                        <a:cubicBezTo>
                          <a:pt x="469297" y="519398"/>
                          <a:pt x="497300" y="538163"/>
                          <a:pt x="529590" y="538163"/>
                        </a:cubicBezTo>
                        <a:cubicBezTo>
                          <a:pt x="561880" y="538163"/>
                          <a:pt x="589312" y="519779"/>
                          <a:pt x="603504" y="492823"/>
                        </a:cubicBezTo>
                        <a:cubicBezTo>
                          <a:pt x="617315" y="519684"/>
                          <a:pt x="645605" y="538163"/>
                          <a:pt x="678180" y="538163"/>
                        </a:cubicBezTo>
                        <a:cubicBezTo>
                          <a:pt x="724376" y="538163"/>
                          <a:pt x="762000" y="501110"/>
                          <a:pt x="762000" y="455486"/>
                        </a:cubicBezTo>
                        <a:lnTo>
                          <a:pt x="742950" y="455486"/>
                        </a:lnTo>
                        <a:close/>
                        <a:moveTo>
                          <a:pt x="594360" y="309563"/>
                        </a:moveTo>
                        <a:lnTo>
                          <a:pt x="167640" y="309563"/>
                        </a:lnTo>
                        <a:lnTo>
                          <a:pt x="167640" y="176213"/>
                        </a:lnTo>
                        <a:lnTo>
                          <a:pt x="594360" y="176213"/>
                        </a:lnTo>
                        <a:lnTo>
                          <a:pt x="594360" y="309563"/>
                        </a:lnTo>
                        <a:close/>
                        <a:moveTo>
                          <a:pt x="594360" y="19050"/>
                        </a:moveTo>
                        <a:lnTo>
                          <a:pt x="594360" y="157163"/>
                        </a:lnTo>
                        <a:lnTo>
                          <a:pt x="167640" y="157163"/>
                        </a:lnTo>
                        <a:lnTo>
                          <a:pt x="167640" y="19050"/>
                        </a:lnTo>
                        <a:lnTo>
                          <a:pt x="594360" y="19050"/>
                        </a:lnTo>
                        <a:close/>
                        <a:moveTo>
                          <a:pt x="529590" y="519113"/>
                        </a:moveTo>
                        <a:cubicBezTo>
                          <a:pt x="493871" y="519113"/>
                          <a:pt x="464820" y="489204"/>
                          <a:pt x="464820" y="452438"/>
                        </a:cubicBezTo>
                        <a:lnTo>
                          <a:pt x="445770" y="452438"/>
                        </a:lnTo>
                        <a:cubicBezTo>
                          <a:pt x="445770" y="489204"/>
                          <a:pt x="416719" y="519113"/>
                          <a:pt x="381000" y="519113"/>
                        </a:cubicBezTo>
                        <a:cubicBezTo>
                          <a:pt x="345281" y="519113"/>
                          <a:pt x="316230" y="489204"/>
                          <a:pt x="316230" y="452438"/>
                        </a:cubicBezTo>
                        <a:lnTo>
                          <a:pt x="297180" y="452438"/>
                        </a:lnTo>
                        <a:cubicBezTo>
                          <a:pt x="297180" y="489204"/>
                          <a:pt x="268129" y="519113"/>
                          <a:pt x="232410" y="519113"/>
                        </a:cubicBezTo>
                        <a:cubicBezTo>
                          <a:pt x="196691" y="519113"/>
                          <a:pt x="167640" y="489204"/>
                          <a:pt x="167640" y="452438"/>
                        </a:cubicBezTo>
                        <a:lnTo>
                          <a:pt x="167640" y="328613"/>
                        </a:lnTo>
                        <a:lnTo>
                          <a:pt x="594360" y="328613"/>
                        </a:lnTo>
                        <a:lnTo>
                          <a:pt x="594360" y="452438"/>
                        </a:lnTo>
                        <a:cubicBezTo>
                          <a:pt x="594360" y="489204"/>
                          <a:pt x="565309" y="519113"/>
                          <a:pt x="529590" y="519113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97" name="Google Shape;1735;g27ea198d36a_0_6581">
                    <a:extLst>
                      <a:ext uri="{FF2B5EF4-FFF2-40B4-BE49-F238E27FC236}">
                        <a16:creationId xmlns:a16="http://schemas.microsoft.com/office/drawing/2014/main" id="{09D1A7F9-C41F-D7AE-3AFD-43E6C72B5243}"/>
                      </a:ext>
                    </a:extLst>
                  </p:cNvPr>
                  <p:cNvSpPr/>
                  <p:nvPr/>
                </p:nvSpPr>
                <p:spPr>
                  <a:xfrm>
                    <a:off x="5850128" y="2271423"/>
                    <a:ext cx="599694" cy="1811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9694" h="181165" extrusionOk="0">
                        <a:moveTo>
                          <a:pt x="299847" y="21717"/>
                        </a:moveTo>
                        <a:lnTo>
                          <a:pt x="590550" y="181166"/>
                        </a:lnTo>
                        <a:lnTo>
                          <a:pt x="599694" y="164402"/>
                        </a:lnTo>
                        <a:lnTo>
                          <a:pt x="299847" y="0"/>
                        </a:lnTo>
                        <a:lnTo>
                          <a:pt x="0" y="164402"/>
                        </a:lnTo>
                        <a:lnTo>
                          <a:pt x="9144" y="181166"/>
                        </a:lnTo>
                        <a:lnTo>
                          <a:pt x="299847" y="2171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05868"/>
                      </a:buClr>
                      <a:buSzPts val="1013"/>
                      <a:buFont typeface="Roboto"/>
                      <a:buNone/>
                      <a:tabLst/>
                      <a:defRPr/>
                    </a:pPr>
                    <a:endParaRPr kumimoji="0" sz="1013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305868"/>
                      </a:solidFill>
                      <a:effectLst/>
                      <a:uLnTx/>
                      <a:uFillTx/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</p:grpSp>
          <p:grpSp>
            <p:nvGrpSpPr>
              <p:cNvPr id="45" name="Google Shape;1736;g27ea198d36a_0_6581">
                <a:extLst>
                  <a:ext uri="{FF2B5EF4-FFF2-40B4-BE49-F238E27FC236}">
                    <a16:creationId xmlns:a16="http://schemas.microsoft.com/office/drawing/2014/main" id="{2B4A7FEF-CA42-BD4A-C416-36A34849B4D2}"/>
                  </a:ext>
                </a:extLst>
              </p:cNvPr>
              <p:cNvGrpSpPr/>
              <p:nvPr/>
            </p:nvGrpSpPr>
            <p:grpSpPr>
              <a:xfrm>
                <a:off x="5251557" y="3429772"/>
                <a:ext cx="314801" cy="405765"/>
                <a:chOff x="5856605" y="3021329"/>
                <a:chExt cx="419735" cy="541020"/>
              </a:xfrm>
            </p:grpSpPr>
            <p:sp>
              <p:nvSpPr>
                <p:cNvPr id="75" name="Google Shape;1737;g27ea198d36a_0_6581">
                  <a:extLst>
                    <a:ext uri="{FF2B5EF4-FFF2-40B4-BE49-F238E27FC236}">
                      <a16:creationId xmlns:a16="http://schemas.microsoft.com/office/drawing/2014/main" id="{CCEC34A1-72AA-4459-2CE4-3903BCBEA876}"/>
                    </a:ext>
                  </a:extLst>
                </p:cNvPr>
                <p:cNvSpPr/>
                <p:nvPr/>
              </p:nvSpPr>
              <p:spPr>
                <a:xfrm>
                  <a:off x="5940425" y="3515360"/>
                  <a:ext cx="2095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" h="13335" extrusionOk="0">
                      <a:moveTo>
                        <a:pt x="0" y="0"/>
                      </a:moveTo>
                      <a:lnTo>
                        <a:pt x="20955" y="0"/>
                      </a:lnTo>
                      <a:lnTo>
                        <a:pt x="2095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1738;g27ea198d36a_0_6581">
                  <a:extLst>
                    <a:ext uri="{FF2B5EF4-FFF2-40B4-BE49-F238E27FC236}">
                      <a16:creationId xmlns:a16="http://schemas.microsoft.com/office/drawing/2014/main" id="{3D367BF6-96A8-C74B-DBC6-D0AC01C1134E}"/>
                    </a:ext>
                  </a:extLst>
                </p:cNvPr>
                <p:cNvSpPr/>
                <p:nvPr/>
              </p:nvSpPr>
              <p:spPr>
                <a:xfrm>
                  <a:off x="5856605" y="3515360"/>
                  <a:ext cx="2095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" h="13335" extrusionOk="0">
                      <a:moveTo>
                        <a:pt x="0" y="0"/>
                      </a:moveTo>
                      <a:lnTo>
                        <a:pt x="20955" y="0"/>
                      </a:lnTo>
                      <a:lnTo>
                        <a:pt x="2095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1739;g27ea198d36a_0_6581">
                  <a:extLst>
                    <a:ext uri="{FF2B5EF4-FFF2-40B4-BE49-F238E27FC236}">
                      <a16:creationId xmlns:a16="http://schemas.microsoft.com/office/drawing/2014/main" id="{FE663CD2-8816-1772-2111-E5F0905A5C17}"/>
                    </a:ext>
                  </a:extLst>
                </p:cNvPr>
                <p:cNvSpPr/>
                <p:nvPr/>
              </p:nvSpPr>
              <p:spPr>
                <a:xfrm>
                  <a:off x="5898515" y="3515360"/>
                  <a:ext cx="2095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" h="13335" extrusionOk="0">
                      <a:moveTo>
                        <a:pt x="0" y="0"/>
                      </a:moveTo>
                      <a:lnTo>
                        <a:pt x="20955" y="0"/>
                      </a:lnTo>
                      <a:lnTo>
                        <a:pt x="2095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1740;g27ea198d36a_0_6581">
                  <a:extLst>
                    <a:ext uri="{FF2B5EF4-FFF2-40B4-BE49-F238E27FC236}">
                      <a16:creationId xmlns:a16="http://schemas.microsoft.com/office/drawing/2014/main" id="{EDA4B865-B1CF-79A1-31DE-0C23411BD2E4}"/>
                    </a:ext>
                  </a:extLst>
                </p:cNvPr>
                <p:cNvSpPr/>
                <p:nvPr/>
              </p:nvSpPr>
              <p:spPr>
                <a:xfrm>
                  <a:off x="6191885" y="3515360"/>
                  <a:ext cx="2095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" h="13335" extrusionOk="0">
                      <a:moveTo>
                        <a:pt x="0" y="0"/>
                      </a:moveTo>
                      <a:lnTo>
                        <a:pt x="20955" y="0"/>
                      </a:lnTo>
                      <a:lnTo>
                        <a:pt x="2095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1741;g27ea198d36a_0_6581">
                  <a:extLst>
                    <a:ext uri="{FF2B5EF4-FFF2-40B4-BE49-F238E27FC236}">
                      <a16:creationId xmlns:a16="http://schemas.microsoft.com/office/drawing/2014/main" id="{051E27E4-C387-1A36-56A7-B9E79FB80853}"/>
                    </a:ext>
                  </a:extLst>
                </p:cNvPr>
                <p:cNvSpPr/>
                <p:nvPr/>
              </p:nvSpPr>
              <p:spPr>
                <a:xfrm>
                  <a:off x="6149975" y="3515360"/>
                  <a:ext cx="2095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" h="13335" extrusionOk="0">
                      <a:moveTo>
                        <a:pt x="0" y="0"/>
                      </a:moveTo>
                      <a:lnTo>
                        <a:pt x="20955" y="0"/>
                      </a:lnTo>
                      <a:lnTo>
                        <a:pt x="2095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1742;g27ea198d36a_0_6581">
                  <a:extLst>
                    <a:ext uri="{FF2B5EF4-FFF2-40B4-BE49-F238E27FC236}">
                      <a16:creationId xmlns:a16="http://schemas.microsoft.com/office/drawing/2014/main" id="{9849AE82-B6B0-B6BA-D20C-4BE3BB61EF7D}"/>
                    </a:ext>
                  </a:extLst>
                </p:cNvPr>
                <p:cNvSpPr/>
                <p:nvPr/>
              </p:nvSpPr>
              <p:spPr>
                <a:xfrm>
                  <a:off x="6108065" y="3515360"/>
                  <a:ext cx="2095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4" h="13335" extrusionOk="0">
                      <a:moveTo>
                        <a:pt x="0" y="0"/>
                      </a:moveTo>
                      <a:lnTo>
                        <a:pt x="20955" y="0"/>
                      </a:lnTo>
                      <a:lnTo>
                        <a:pt x="2095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1743;g27ea198d36a_0_6581">
                  <a:extLst>
                    <a:ext uri="{FF2B5EF4-FFF2-40B4-BE49-F238E27FC236}">
                      <a16:creationId xmlns:a16="http://schemas.microsoft.com/office/drawing/2014/main" id="{18E2D930-E561-B902-472C-C68A009520C1}"/>
                    </a:ext>
                  </a:extLst>
                </p:cNvPr>
                <p:cNvSpPr/>
                <p:nvPr/>
              </p:nvSpPr>
              <p:spPr>
                <a:xfrm>
                  <a:off x="5861050" y="3021329"/>
                  <a:ext cx="415290" cy="541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90" h="541020" extrusionOk="0">
                      <a:moveTo>
                        <a:pt x="414655" y="0"/>
                      </a:moveTo>
                      <a:lnTo>
                        <a:pt x="69850" y="0"/>
                      </a:lnTo>
                      <a:lnTo>
                        <a:pt x="69850" y="31115"/>
                      </a:lnTo>
                      <a:lnTo>
                        <a:pt x="34925" y="31115"/>
                      </a:lnTo>
                      <a:lnTo>
                        <a:pt x="34925" y="62230"/>
                      </a:lnTo>
                      <a:lnTo>
                        <a:pt x="0" y="62230"/>
                      </a:lnTo>
                      <a:lnTo>
                        <a:pt x="0" y="448945"/>
                      </a:lnTo>
                      <a:lnTo>
                        <a:pt x="167005" y="448945"/>
                      </a:lnTo>
                      <a:lnTo>
                        <a:pt x="167005" y="461010"/>
                      </a:lnTo>
                      <a:cubicBezTo>
                        <a:pt x="149860" y="463550"/>
                        <a:pt x="136525" y="476885"/>
                        <a:pt x="133985" y="494030"/>
                      </a:cubicBezTo>
                      <a:lnTo>
                        <a:pt x="121285" y="494030"/>
                      </a:lnTo>
                      <a:lnTo>
                        <a:pt x="121285" y="507365"/>
                      </a:lnTo>
                      <a:lnTo>
                        <a:pt x="133985" y="507365"/>
                      </a:lnTo>
                      <a:cubicBezTo>
                        <a:pt x="137160" y="526415"/>
                        <a:pt x="153670" y="541020"/>
                        <a:pt x="173990" y="541020"/>
                      </a:cubicBezTo>
                      <a:cubicBezTo>
                        <a:pt x="194310" y="541020"/>
                        <a:pt x="210820" y="526415"/>
                        <a:pt x="213995" y="507365"/>
                      </a:cubicBezTo>
                      <a:lnTo>
                        <a:pt x="226695" y="507365"/>
                      </a:lnTo>
                      <a:lnTo>
                        <a:pt x="226695" y="494030"/>
                      </a:lnTo>
                      <a:lnTo>
                        <a:pt x="213995" y="494030"/>
                      </a:lnTo>
                      <a:cubicBezTo>
                        <a:pt x="211455" y="476885"/>
                        <a:pt x="198120" y="463550"/>
                        <a:pt x="180975" y="461010"/>
                      </a:cubicBezTo>
                      <a:lnTo>
                        <a:pt x="180975" y="448945"/>
                      </a:lnTo>
                      <a:lnTo>
                        <a:pt x="345440" y="448945"/>
                      </a:lnTo>
                      <a:lnTo>
                        <a:pt x="345440" y="417830"/>
                      </a:lnTo>
                      <a:lnTo>
                        <a:pt x="380365" y="417830"/>
                      </a:lnTo>
                      <a:lnTo>
                        <a:pt x="380365" y="386715"/>
                      </a:lnTo>
                      <a:lnTo>
                        <a:pt x="415290" y="386715"/>
                      </a:lnTo>
                      <a:lnTo>
                        <a:pt x="414655" y="0"/>
                      </a:lnTo>
                      <a:lnTo>
                        <a:pt x="414655" y="0"/>
                      </a:lnTo>
                      <a:close/>
                      <a:moveTo>
                        <a:pt x="200660" y="501015"/>
                      </a:moveTo>
                      <a:cubicBezTo>
                        <a:pt x="200660" y="515620"/>
                        <a:pt x="188595" y="527685"/>
                        <a:pt x="173990" y="527685"/>
                      </a:cubicBezTo>
                      <a:cubicBezTo>
                        <a:pt x="159385" y="527685"/>
                        <a:pt x="147320" y="515620"/>
                        <a:pt x="147320" y="501015"/>
                      </a:cubicBezTo>
                      <a:cubicBezTo>
                        <a:pt x="147320" y="486410"/>
                        <a:pt x="159385" y="474345"/>
                        <a:pt x="173990" y="474345"/>
                      </a:cubicBezTo>
                      <a:cubicBezTo>
                        <a:pt x="188595" y="473710"/>
                        <a:pt x="200660" y="485775"/>
                        <a:pt x="200660" y="501015"/>
                      </a:cubicBezTo>
                      <a:close/>
                      <a:moveTo>
                        <a:pt x="330835" y="75565"/>
                      </a:moveTo>
                      <a:lnTo>
                        <a:pt x="330835" y="186055"/>
                      </a:lnTo>
                      <a:lnTo>
                        <a:pt x="12700" y="186055"/>
                      </a:lnTo>
                      <a:lnTo>
                        <a:pt x="12700" y="75565"/>
                      </a:lnTo>
                      <a:lnTo>
                        <a:pt x="330835" y="75565"/>
                      </a:lnTo>
                      <a:close/>
                      <a:moveTo>
                        <a:pt x="330835" y="310515"/>
                      </a:moveTo>
                      <a:lnTo>
                        <a:pt x="12700" y="310515"/>
                      </a:lnTo>
                      <a:lnTo>
                        <a:pt x="12700" y="200025"/>
                      </a:lnTo>
                      <a:lnTo>
                        <a:pt x="330835" y="200025"/>
                      </a:lnTo>
                      <a:lnTo>
                        <a:pt x="330835" y="310515"/>
                      </a:lnTo>
                      <a:close/>
                      <a:moveTo>
                        <a:pt x="13335" y="434975"/>
                      </a:moveTo>
                      <a:lnTo>
                        <a:pt x="13335" y="324485"/>
                      </a:lnTo>
                      <a:lnTo>
                        <a:pt x="331470" y="324485"/>
                      </a:lnTo>
                      <a:lnTo>
                        <a:pt x="331470" y="434975"/>
                      </a:lnTo>
                      <a:lnTo>
                        <a:pt x="13335" y="434975"/>
                      </a:lnTo>
                      <a:close/>
                      <a:moveTo>
                        <a:pt x="365760" y="403860"/>
                      </a:moveTo>
                      <a:lnTo>
                        <a:pt x="344170" y="403860"/>
                      </a:lnTo>
                      <a:lnTo>
                        <a:pt x="344170" y="62230"/>
                      </a:lnTo>
                      <a:lnTo>
                        <a:pt x="47625" y="62230"/>
                      </a:lnTo>
                      <a:lnTo>
                        <a:pt x="47625" y="44450"/>
                      </a:lnTo>
                      <a:lnTo>
                        <a:pt x="365760" y="44450"/>
                      </a:lnTo>
                      <a:lnTo>
                        <a:pt x="365760" y="403860"/>
                      </a:lnTo>
                      <a:close/>
                      <a:moveTo>
                        <a:pt x="401320" y="372745"/>
                      </a:moveTo>
                      <a:lnTo>
                        <a:pt x="379730" y="372745"/>
                      </a:lnTo>
                      <a:lnTo>
                        <a:pt x="379730" y="31115"/>
                      </a:lnTo>
                      <a:lnTo>
                        <a:pt x="83185" y="31115"/>
                      </a:lnTo>
                      <a:lnTo>
                        <a:pt x="83185" y="13335"/>
                      </a:lnTo>
                      <a:lnTo>
                        <a:pt x="401320" y="13335"/>
                      </a:lnTo>
                      <a:lnTo>
                        <a:pt x="401320" y="372745"/>
                      </a:lnTo>
                      <a:lnTo>
                        <a:pt x="401320" y="3727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1744;g27ea198d36a_0_6581">
                  <a:extLst>
                    <a:ext uri="{FF2B5EF4-FFF2-40B4-BE49-F238E27FC236}">
                      <a16:creationId xmlns:a16="http://schemas.microsoft.com/office/drawing/2014/main" id="{D08BDEAE-BCB6-9860-6B9B-08BAD6DA5627}"/>
                    </a:ext>
                  </a:extLst>
                </p:cNvPr>
                <p:cNvSpPr/>
                <p:nvPr/>
              </p:nvSpPr>
              <p:spPr>
                <a:xfrm>
                  <a:off x="5906135" y="3149600"/>
                  <a:ext cx="16446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64" h="13335" extrusionOk="0">
                      <a:moveTo>
                        <a:pt x="0" y="0"/>
                      </a:moveTo>
                      <a:lnTo>
                        <a:pt x="164465" y="0"/>
                      </a:lnTo>
                      <a:lnTo>
                        <a:pt x="16446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1745;g27ea198d36a_0_6581">
                  <a:extLst>
                    <a:ext uri="{FF2B5EF4-FFF2-40B4-BE49-F238E27FC236}">
                      <a16:creationId xmlns:a16="http://schemas.microsoft.com/office/drawing/2014/main" id="{34E93F53-FCED-C426-6C1B-B43802C2A262}"/>
                    </a:ext>
                  </a:extLst>
                </p:cNvPr>
                <p:cNvSpPr/>
                <p:nvPr/>
              </p:nvSpPr>
              <p:spPr>
                <a:xfrm>
                  <a:off x="5906135" y="3269615"/>
                  <a:ext cx="16446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64" h="13335" extrusionOk="0">
                      <a:moveTo>
                        <a:pt x="0" y="0"/>
                      </a:moveTo>
                      <a:lnTo>
                        <a:pt x="164465" y="0"/>
                      </a:lnTo>
                      <a:lnTo>
                        <a:pt x="16446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1746;g27ea198d36a_0_6581">
                  <a:extLst>
                    <a:ext uri="{FF2B5EF4-FFF2-40B4-BE49-F238E27FC236}">
                      <a16:creationId xmlns:a16="http://schemas.microsoft.com/office/drawing/2014/main" id="{1B9C95FE-F0EE-CAFA-A79D-4269F19162B5}"/>
                    </a:ext>
                  </a:extLst>
                </p:cNvPr>
                <p:cNvSpPr/>
                <p:nvPr/>
              </p:nvSpPr>
              <p:spPr>
                <a:xfrm>
                  <a:off x="5906135" y="3391535"/>
                  <a:ext cx="164464" cy="13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464" h="13335" extrusionOk="0">
                      <a:moveTo>
                        <a:pt x="0" y="0"/>
                      </a:moveTo>
                      <a:lnTo>
                        <a:pt x="164465" y="0"/>
                      </a:lnTo>
                      <a:lnTo>
                        <a:pt x="164465" y="13335"/>
                      </a:lnTo>
                      <a:lnTo>
                        <a:pt x="0" y="133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1747;g27ea198d36a_0_6581">
                  <a:extLst>
                    <a:ext uri="{FF2B5EF4-FFF2-40B4-BE49-F238E27FC236}">
                      <a16:creationId xmlns:a16="http://schemas.microsoft.com/office/drawing/2014/main" id="{3676777E-CC21-71F4-1615-A9DD0B2BD657}"/>
                    </a:ext>
                  </a:extLst>
                </p:cNvPr>
                <p:cNvSpPr/>
                <p:nvPr/>
              </p:nvSpPr>
              <p:spPr>
                <a:xfrm>
                  <a:off x="6097246" y="3250564"/>
                  <a:ext cx="53363" cy="53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63" h="53339" extrusionOk="0">
                      <a:moveTo>
                        <a:pt x="26694" y="53340"/>
                      </a:moveTo>
                      <a:cubicBezTo>
                        <a:pt x="41299" y="53340"/>
                        <a:pt x="53364" y="41275"/>
                        <a:pt x="53364" y="26670"/>
                      </a:cubicBezTo>
                      <a:cubicBezTo>
                        <a:pt x="53364" y="12065"/>
                        <a:pt x="41299" y="0"/>
                        <a:pt x="26694" y="0"/>
                      </a:cubicBezTo>
                      <a:cubicBezTo>
                        <a:pt x="12089" y="0"/>
                        <a:pt x="24" y="12065"/>
                        <a:pt x="24" y="26670"/>
                      </a:cubicBezTo>
                      <a:cubicBezTo>
                        <a:pt x="-611" y="41910"/>
                        <a:pt x="11454" y="53340"/>
                        <a:pt x="26694" y="533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1748;g27ea198d36a_0_6581">
                  <a:extLst>
                    <a:ext uri="{FF2B5EF4-FFF2-40B4-BE49-F238E27FC236}">
                      <a16:creationId xmlns:a16="http://schemas.microsoft.com/office/drawing/2014/main" id="{B56AC3B8-392C-9D9C-CC2B-82E7FDE7881C}"/>
                    </a:ext>
                  </a:extLst>
                </p:cNvPr>
                <p:cNvSpPr/>
                <p:nvPr/>
              </p:nvSpPr>
              <p:spPr>
                <a:xfrm>
                  <a:off x="6097246" y="3129914"/>
                  <a:ext cx="53363" cy="53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63" h="53339" extrusionOk="0">
                      <a:moveTo>
                        <a:pt x="26694" y="53340"/>
                      </a:moveTo>
                      <a:cubicBezTo>
                        <a:pt x="41299" y="53340"/>
                        <a:pt x="53364" y="41275"/>
                        <a:pt x="53364" y="26670"/>
                      </a:cubicBezTo>
                      <a:cubicBezTo>
                        <a:pt x="53364" y="12065"/>
                        <a:pt x="41299" y="0"/>
                        <a:pt x="26694" y="0"/>
                      </a:cubicBezTo>
                      <a:cubicBezTo>
                        <a:pt x="12089" y="0"/>
                        <a:pt x="24" y="12065"/>
                        <a:pt x="24" y="26670"/>
                      </a:cubicBezTo>
                      <a:cubicBezTo>
                        <a:pt x="-611" y="41275"/>
                        <a:pt x="11454" y="53340"/>
                        <a:pt x="26694" y="53340"/>
                      </a:cubicBezTo>
                      <a:close/>
                      <a:moveTo>
                        <a:pt x="26694" y="12700"/>
                      </a:moveTo>
                      <a:cubicBezTo>
                        <a:pt x="34314" y="12700"/>
                        <a:pt x="40029" y="18415"/>
                        <a:pt x="40029" y="26035"/>
                      </a:cubicBezTo>
                      <a:cubicBezTo>
                        <a:pt x="40029" y="33655"/>
                        <a:pt x="34314" y="39370"/>
                        <a:pt x="26694" y="39370"/>
                      </a:cubicBezTo>
                      <a:cubicBezTo>
                        <a:pt x="19074" y="39370"/>
                        <a:pt x="13359" y="33655"/>
                        <a:pt x="13359" y="26035"/>
                      </a:cubicBezTo>
                      <a:cubicBezTo>
                        <a:pt x="13359" y="19050"/>
                        <a:pt x="19074" y="12700"/>
                        <a:pt x="26694" y="1270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1749;g27ea198d36a_0_6581">
                  <a:extLst>
                    <a:ext uri="{FF2B5EF4-FFF2-40B4-BE49-F238E27FC236}">
                      <a16:creationId xmlns:a16="http://schemas.microsoft.com/office/drawing/2014/main" id="{0841B063-5C26-4C8D-5053-36C6A8689525}"/>
                    </a:ext>
                  </a:extLst>
                </p:cNvPr>
                <p:cNvSpPr/>
                <p:nvPr/>
              </p:nvSpPr>
              <p:spPr>
                <a:xfrm>
                  <a:off x="6097270" y="3371850"/>
                  <a:ext cx="53339" cy="53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339" h="53340" extrusionOk="0">
                      <a:moveTo>
                        <a:pt x="26670" y="0"/>
                      </a:moveTo>
                      <a:cubicBezTo>
                        <a:pt x="12065" y="0"/>
                        <a:pt x="0" y="12065"/>
                        <a:pt x="0" y="26670"/>
                      </a:cubicBezTo>
                      <a:cubicBezTo>
                        <a:pt x="0" y="41275"/>
                        <a:pt x="12065" y="53340"/>
                        <a:pt x="26670" y="53340"/>
                      </a:cubicBezTo>
                      <a:cubicBezTo>
                        <a:pt x="41275" y="53340"/>
                        <a:pt x="53340" y="41275"/>
                        <a:pt x="53340" y="26670"/>
                      </a:cubicBezTo>
                      <a:cubicBezTo>
                        <a:pt x="53340" y="12065"/>
                        <a:pt x="41275" y="0"/>
                        <a:pt x="26670" y="0"/>
                      </a:cubicBezTo>
                      <a:close/>
                      <a:moveTo>
                        <a:pt x="26670" y="40005"/>
                      </a:moveTo>
                      <a:cubicBezTo>
                        <a:pt x="19050" y="40005"/>
                        <a:pt x="13335" y="34290"/>
                        <a:pt x="13335" y="26670"/>
                      </a:cubicBezTo>
                      <a:cubicBezTo>
                        <a:pt x="13335" y="19050"/>
                        <a:pt x="19050" y="13335"/>
                        <a:pt x="26670" y="13335"/>
                      </a:cubicBezTo>
                      <a:cubicBezTo>
                        <a:pt x="34290" y="13335"/>
                        <a:pt x="40005" y="19050"/>
                        <a:pt x="40005" y="26670"/>
                      </a:cubicBezTo>
                      <a:cubicBezTo>
                        <a:pt x="40005" y="34290"/>
                        <a:pt x="33655" y="40005"/>
                        <a:pt x="26670" y="400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" name="Google Shape;1750;g27ea198d36a_0_6581">
                <a:extLst>
                  <a:ext uri="{FF2B5EF4-FFF2-40B4-BE49-F238E27FC236}">
                    <a16:creationId xmlns:a16="http://schemas.microsoft.com/office/drawing/2014/main" id="{5C348810-A0F8-0EA0-43C6-3F5F4DED4697}"/>
                  </a:ext>
                </a:extLst>
              </p:cNvPr>
              <p:cNvSpPr/>
              <p:nvPr/>
            </p:nvSpPr>
            <p:spPr>
              <a:xfrm rot="-5412154">
                <a:off x="3974249" y="2288472"/>
                <a:ext cx="1188007" cy="1185902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1751;g27ea198d36a_0_6581">
                <a:extLst>
                  <a:ext uri="{FF2B5EF4-FFF2-40B4-BE49-F238E27FC236}">
                    <a16:creationId xmlns:a16="http://schemas.microsoft.com/office/drawing/2014/main" id="{5C5AA24E-DE98-F73B-4C8C-6E55472CEFD3}"/>
                  </a:ext>
                </a:extLst>
              </p:cNvPr>
              <p:cNvSpPr/>
              <p:nvPr/>
            </p:nvSpPr>
            <p:spPr>
              <a:xfrm rot="-5399968">
                <a:off x="3221552" y="2831024"/>
                <a:ext cx="1418095" cy="1592727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85" extrusionOk="0">
                    <a:moveTo>
                      <a:pt x="200" y="153"/>
                    </a:moveTo>
                    <a:cubicBezTo>
                      <a:pt x="217" y="143"/>
                      <a:pt x="236" y="137"/>
                      <a:pt x="254" y="136"/>
                    </a:cubicBezTo>
                    <a:cubicBezTo>
                      <a:pt x="253" y="87"/>
                      <a:pt x="240" y="41"/>
                      <a:pt x="218" y="0"/>
                    </a:cubicBezTo>
                    <a:cubicBezTo>
                      <a:pt x="95" y="20"/>
                      <a:pt x="0" y="128"/>
                      <a:pt x="0" y="257"/>
                    </a:cubicBezTo>
                    <a:cubicBezTo>
                      <a:pt x="0" y="267"/>
                      <a:pt x="1" y="276"/>
                      <a:pt x="1" y="285"/>
                    </a:cubicBezTo>
                    <a:cubicBezTo>
                      <a:pt x="43" y="263"/>
                      <a:pt x="90" y="251"/>
                      <a:pt x="140" y="250"/>
                    </a:cubicBezTo>
                    <a:cubicBezTo>
                      <a:pt x="142" y="211"/>
                      <a:pt x="164" y="174"/>
                      <a:pt x="200" y="153"/>
                    </a:cubicBezTo>
                    <a:close/>
                  </a:path>
                </a:pathLst>
              </a:custGeom>
              <a:solidFill>
                <a:srgbClr val="A4D65D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1752;g27ea198d36a_0_6581">
                <a:extLst>
                  <a:ext uri="{FF2B5EF4-FFF2-40B4-BE49-F238E27FC236}">
                    <a16:creationId xmlns:a16="http://schemas.microsoft.com/office/drawing/2014/main" id="{033AB32F-189B-075F-F0D1-5CB77D6586AF}"/>
                  </a:ext>
                </a:extLst>
              </p:cNvPr>
              <p:cNvSpPr/>
              <p:nvPr/>
            </p:nvSpPr>
            <p:spPr>
              <a:xfrm rot="-5399991">
                <a:off x="3028695" y="1531198"/>
                <a:ext cx="1591180" cy="1416148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53" extrusionOk="0">
                    <a:moveTo>
                      <a:pt x="28" y="0"/>
                    </a:moveTo>
                    <a:cubicBezTo>
                      <a:pt x="19" y="0"/>
                      <a:pt x="9" y="0"/>
                      <a:pt x="0" y="1"/>
                    </a:cubicBezTo>
                    <a:cubicBezTo>
                      <a:pt x="22" y="43"/>
                      <a:pt x="34" y="90"/>
                      <a:pt x="35" y="140"/>
                    </a:cubicBezTo>
                    <a:cubicBezTo>
                      <a:pt x="74" y="142"/>
                      <a:pt x="112" y="163"/>
                      <a:pt x="133" y="200"/>
                    </a:cubicBezTo>
                    <a:cubicBezTo>
                      <a:pt x="143" y="217"/>
                      <a:pt x="148" y="235"/>
                      <a:pt x="149" y="253"/>
                    </a:cubicBezTo>
                    <a:cubicBezTo>
                      <a:pt x="198" y="252"/>
                      <a:pt x="244" y="239"/>
                      <a:pt x="285" y="217"/>
                    </a:cubicBezTo>
                    <a:cubicBezTo>
                      <a:pt x="264" y="94"/>
                      <a:pt x="157" y="0"/>
                      <a:pt x="28" y="0"/>
                    </a:cubicBezTo>
                    <a:close/>
                  </a:path>
                </a:pathLst>
              </a:custGeom>
              <a:solidFill>
                <a:srgbClr val="305868"/>
              </a:soli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5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1753;g27ea198d36a_0_6581">
                <a:extLst>
                  <a:ext uri="{FF2B5EF4-FFF2-40B4-BE49-F238E27FC236}">
                    <a16:creationId xmlns:a16="http://schemas.microsoft.com/office/drawing/2014/main" id="{9358A940-CBE7-2860-BE48-B5E2B44D5B23}"/>
                  </a:ext>
                </a:extLst>
              </p:cNvPr>
              <p:cNvSpPr/>
              <p:nvPr/>
            </p:nvSpPr>
            <p:spPr>
              <a:xfrm>
                <a:off x="4191067" y="2552776"/>
                <a:ext cx="0" cy="9189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113864" extrusionOk="0">
                    <a:moveTo>
                      <a:pt x="5789292" y="24288"/>
                    </a:moveTo>
                    <a:lnTo>
                      <a:pt x="6718852" y="24288"/>
                    </a:lnTo>
                    <a:lnTo>
                      <a:pt x="6718852" y="244431"/>
                    </a:lnTo>
                    <a:lnTo>
                      <a:pt x="5942904" y="244431"/>
                    </a:lnTo>
                    <a:cubicBezTo>
                      <a:pt x="5906241" y="160891"/>
                      <a:pt x="5853800" y="87253"/>
                      <a:pt x="5789292" y="24288"/>
                    </a:cubicBezTo>
                    <a:close/>
                    <a:moveTo>
                      <a:pt x="6592622" y="662440"/>
                    </a:moveTo>
                    <a:lnTo>
                      <a:pt x="6592622" y="444463"/>
                    </a:lnTo>
                    <a:lnTo>
                      <a:pt x="5997511" y="444463"/>
                    </a:lnTo>
                    <a:cubicBezTo>
                      <a:pt x="6002616" y="481746"/>
                      <a:pt x="6006174" y="519803"/>
                      <a:pt x="6006174" y="559407"/>
                    </a:cubicBezTo>
                    <a:cubicBezTo>
                      <a:pt x="6006027" y="593854"/>
                      <a:pt x="6003806" y="628260"/>
                      <a:pt x="5999522" y="662440"/>
                    </a:cubicBezTo>
                    <a:close/>
                    <a:moveTo>
                      <a:pt x="5801049" y="1089576"/>
                    </a:moveTo>
                    <a:lnTo>
                      <a:pt x="6723803" y="1089576"/>
                    </a:lnTo>
                    <a:lnTo>
                      <a:pt x="6723803" y="869433"/>
                    </a:lnTo>
                    <a:lnTo>
                      <a:pt x="5946926" y="869433"/>
                    </a:lnTo>
                    <a:cubicBezTo>
                      <a:pt x="5912876" y="951495"/>
                      <a:pt x="5863350" y="1026236"/>
                      <a:pt x="5801049" y="1089576"/>
                    </a:cubicBezTo>
                    <a:close/>
                    <a:moveTo>
                      <a:pt x="3168146" y="558634"/>
                    </a:moveTo>
                    <a:cubicBezTo>
                      <a:pt x="3168146" y="869897"/>
                      <a:pt x="2932237" y="1113864"/>
                      <a:pt x="2605522" y="1113864"/>
                    </a:cubicBezTo>
                    <a:cubicBezTo>
                      <a:pt x="2278807" y="1113864"/>
                      <a:pt x="2043052" y="869897"/>
                      <a:pt x="2043052" y="558634"/>
                    </a:cubicBezTo>
                    <a:cubicBezTo>
                      <a:pt x="2043052" y="247371"/>
                      <a:pt x="2278807" y="0"/>
                      <a:pt x="2605522" y="0"/>
                    </a:cubicBezTo>
                    <a:cubicBezTo>
                      <a:pt x="2932237" y="0"/>
                      <a:pt x="3168146" y="245360"/>
                      <a:pt x="3168146" y="558634"/>
                    </a:cubicBezTo>
                    <a:close/>
                    <a:moveTo>
                      <a:pt x="2912127" y="558634"/>
                    </a:moveTo>
                    <a:cubicBezTo>
                      <a:pt x="2912127" y="364326"/>
                      <a:pt x="2784813" y="223392"/>
                      <a:pt x="2605522" y="223392"/>
                    </a:cubicBezTo>
                    <a:cubicBezTo>
                      <a:pt x="2426231" y="223392"/>
                      <a:pt x="2299072" y="364326"/>
                      <a:pt x="2299072" y="558634"/>
                    </a:cubicBezTo>
                    <a:cubicBezTo>
                      <a:pt x="2299072" y="752941"/>
                      <a:pt x="2426231" y="890472"/>
                      <a:pt x="2605522" y="890472"/>
                    </a:cubicBezTo>
                    <a:cubicBezTo>
                      <a:pt x="2784813" y="890472"/>
                      <a:pt x="2912127" y="750930"/>
                      <a:pt x="2912127" y="558634"/>
                    </a:cubicBezTo>
                    <a:close/>
                    <a:moveTo>
                      <a:pt x="5688896" y="556932"/>
                    </a:moveTo>
                    <a:cubicBezTo>
                      <a:pt x="5688896" y="875466"/>
                      <a:pt x="5453915" y="1089576"/>
                      <a:pt x="5104305" y="1089576"/>
                    </a:cubicBezTo>
                    <a:lnTo>
                      <a:pt x="4677502" y="1089576"/>
                    </a:lnTo>
                    <a:lnTo>
                      <a:pt x="4677502" y="24288"/>
                    </a:lnTo>
                    <a:lnTo>
                      <a:pt x="5094095" y="24288"/>
                    </a:lnTo>
                    <a:cubicBezTo>
                      <a:pt x="5443550" y="24288"/>
                      <a:pt x="5688896" y="238398"/>
                      <a:pt x="5688896" y="556932"/>
                    </a:cubicBezTo>
                    <a:close/>
                    <a:moveTo>
                      <a:pt x="5432876" y="556932"/>
                    </a:moveTo>
                    <a:cubicBezTo>
                      <a:pt x="5432876" y="364636"/>
                      <a:pt x="5293806" y="237315"/>
                      <a:pt x="5086979" y="237315"/>
                    </a:cubicBezTo>
                    <a:lnTo>
                      <a:pt x="4924240" y="237315"/>
                    </a:lnTo>
                    <a:lnTo>
                      <a:pt x="4924240" y="876704"/>
                    </a:lnTo>
                    <a:lnTo>
                      <a:pt x="5086979" y="876704"/>
                    </a:lnTo>
                    <a:cubicBezTo>
                      <a:pt x="5293806" y="876704"/>
                      <a:pt x="5432876" y="749228"/>
                      <a:pt x="5432876" y="556932"/>
                    </a:cubicBezTo>
                    <a:close/>
                    <a:moveTo>
                      <a:pt x="570359" y="888925"/>
                    </a:moveTo>
                    <a:cubicBezTo>
                      <a:pt x="388129" y="888925"/>
                      <a:pt x="256020" y="745051"/>
                      <a:pt x="256020" y="556777"/>
                    </a:cubicBezTo>
                    <a:cubicBezTo>
                      <a:pt x="256020" y="368503"/>
                      <a:pt x="388129" y="225093"/>
                      <a:pt x="570359" y="225093"/>
                    </a:cubicBezTo>
                    <a:cubicBezTo>
                      <a:pt x="657916" y="225093"/>
                      <a:pt x="730468" y="256343"/>
                      <a:pt x="793738" y="316214"/>
                    </a:cubicBezTo>
                    <a:lnTo>
                      <a:pt x="952764" y="157179"/>
                    </a:lnTo>
                    <a:cubicBezTo>
                      <a:pt x="856544" y="58168"/>
                      <a:pt x="722579" y="0"/>
                      <a:pt x="567729" y="0"/>
                    </a:cubicBezTo>
                    <a:cubicBezTo>
                      <a:pt x="247047" y="0"/>
                      <a:pt x="0" y="244586"/>
                      <a:pt x="0" y="556932"/>
                    </a:cubicBezTo>
                    <a:cubicBezTo>
                      <a:pt x="0" y="869278"/>
                      <a:pt x="247047" y="1113864"/>
                      <a:pt x="567729" y="1113864"/>
                    </a:cubicBezTo>
                    <a:cubicBezTo>
                      <a:pt x="729540" y="1113864"/>
                      <a:pt x="871395" y="1048425"/>
                      <a:pt x="968079" y="938585"/>
                    </a:cubicBezTo>
                    <a:lnTo>
                      <a:pt x="809826" y="780324"/>
                    </a:lnTo>
                    <a:cubicBezTo>
                      <a:pt x="746092" y="850868"/>
                      <a:pt x="669828" y="888925"/>
                      <a:pt x="570359" y="888925"/>
                    </a:cubicBezTo>
                    <a:close/>
                    <a:moveTo>
                      <a:pt x="1453047" y="24288"/>
                    </a:moveTo>
                    <a:lnTo>
                      <a:pt x="1206309" y="24288"/>
                    </a:lnTo>
                    <a:lnTo>
                      <a:pt x="1206309" y="1089576"/>
                    </a:lnTo>
                    <a:lnTo>
                      <a:pt x="1952711" y="1089576"/>
                    </a:lnTo>
                    <a:lnTo>
                      <a:pt x="1952711" y="872836"/>
                    </a:lnTo>
                    <a:lnTo>
                      <a:pt x="1453047" y="872836"/>
                    </a:lnTo>
                    <a:close/>
                    <a:moveTo>
                      <a:pt x="7656766" y="731128"/>
                    </a:moveTo>
                    <a:lnTo>
                      <a:pt x="7960741" y="1089576"/>
                    </a:lnTo>
                    <a:lnTo>
                      <a:pt x="7673473" y="1089576"/>
                    </a:lnTo>
                    <a:lnTo>
                      <a:pt x="7390382" y="753251"/>
                    </a:lnTo>
                    <a:lnTo>
                      <a:pt x="7254560" y="753251"/>
                    </a:lnTo>
                    <a:lnTo>
                      <a:pt x="7254560" y="1089576"/>
                    </a:lnTo>
                    <a:lnTo>
                      <a:pt x="7012772" y="1089576"/>
                    </a:lnTo>
                    <a:lnTo>
                      <a:pt x="7012772" y="24288"/>
                    </a:lnTo>
                    <a:lnTo>
                      <a:pt x="7503927" y="24288"/>
                    </a:lnTo>
                    <a:cubicBezTo>
                      <a:pt x="7640987" y="24288"/>
                      <a:pt x="7741539" y="57704"/>
                      <a:pt x="7813626" y="119276"/>
                    </a:cubicBezTo>
                    <a:cubicBezTo>
                      <a:pt x="7885714" y="180848"/>
                      <a:pt x="7927637" y="275681"/>
                      <a:pt x="7927637" y="388305"/>
                    </a:cubicBezTo>
                    <a:cubicBezTo>
                      <a:pt x="7927637" y="529550"/>
                      <a:pt x="7867615" y="676054"/>
                      <a:pt x="7656766" y="731128"/>
                    </a:cubicBezTo>
                    <a:close/>
                    <a:moveTo>
                      <a:pt x="7681053" y="391709"/>
                    </a:moveTo>
                    <a:cubicBezTo>
                      <a:pt x="7681053" y="344679"/>
                      <a:pt x="7662180" y="300743"/>
                      <a:pt x="7633717" y="275527"/>
                    </a:cubicBezTo>
                    <a:cubicBezTo>
                      <a:pt x="7601385" y="247216"/>
                      <a:pt x="7554977" y="232364"/>
                      <a:pt x="7490469" y="232364"/>
                    </a:cubicBezTo>
                    <a:lnTo>
                      <a:pt x="7254560" y="232364"/>
                    </a:lnTo>
                    <a:lnTo>
                      <a:pt x="7254560" y="552291"/>
                    </a:lnTo>
                    <a:lnTo>
                      <a:pt x="7491088" y="552291"/>
                    </a:lnTo>
                    <a:cubicBezTo>
                      <a:pt x="7554513" y="552291"/>
                      <a:pt x="7599529" y="537904"/>
                      <a:pt x="7631396" y="510521"/>
                    </a:cubicBezTo>
                    <a:cubicBezTo>
                      <a:pt x="7663263" y="483139"/>
                      <a:pt x="7681053" y="440131"/>
                      <a:pt x="7681053" y="391709"/>
                    </a:cubicBezTo>
                    <a:close/>
                    <a:moveTo>
                      <a:pt x="9144619" y="1089576"/>
                    </a:moveTo>
                    <a:lnTo>
                      <a:pt x="8894942" y="1089576"/>
                    </a:lnTo>
                    <a:lnTo>
                      <a:pt x="8808622" y="872063"/>
                    </a:lnTo>
                    <a:lnTo>
                      <a:pt x="8355212" y="872063"/>
                    </a:lnTo>
                    <a:lnTo>
                      <a:pt x="8268738" y="1089576"/>
                    </a:lnTo>
                    <a:lnTo>
                      <a:pt x="8019215" y="1089576"/>
                    </a:lnTo>
                    <a:lnTo>
                      <a:pt x="8468913" y="24288"/>
                    </a:lnTo>
                    <a:lnTo>
                      <a:pt x="8689971" y="24288"/>
                    </a:lnTo>
                    <a:close/>
                    <a:moveTo>
                      <a:pt x="8730192" y="674507"/>
                    </a:moveTo>
                    <a:lnTo>
                      <a:pt x="8581840" y="301207"/>
                    </a:lnTo>
                    <a:lnTo>
                      <a:pt x="8433642" y="674507"/>
                    </a:lnTo>
                    <a:close/>
                    <a:moveTo>
                      <a:pt x="4123231" y="619896"/>
                    </a:moveTo>
                    <a:cubicBezTo>
                      <a:pt x="4123231" y="788678"/>
                      <a:pt x="4026237" y="890472"/>
                      <a:pt x="3890106" y="890472"/>
                    </a:cubicBezTo>
                    <a:cubicBezTo>
                      <a:pt x="3753975" y="890472"/>
                      <a:pt x="3656827" y="788678"/>
                      <a:pt x="3656827" y="619896"/>
                    </a:cubicBezTo>
                    <a:lnTo>
                      <a:pt x="3656827" y="24288"/>
                    </a:lnTo>
                    <a:lnTo>
                      <a:pt x="3410243" y="24288"/>
                    </a:lnTo>
                    <a:lnTo>
                      <a:pt x="3410243" y="610459"/>
                    </a:lnTo>
                    <a:cubicBezTo>
                      <a:pt x="3410243" y="918938"/>
                      <a:pt x="3603921" y="1113864"/>
                      <a:pt x="3890106" y="1113864"/>
                    </a:cubicBezTo>
                    <a:cubicBezTo>
                      <a:pt x="4176291" y="1113864"/>
                      <a:pt x="4369969" y="918938"/>
                      <a:pt x="4369969" y="610459"/>
                    </a:cubicBezTo>
                    <a:lnTo>
                      <a:pt x="4369969" y="24288"/>
                    </a:lnTo>
                    <a:lnTo>
                      <a:pt x="4123231" y="24288"/>
                    </a:lnTo>
                    <a:close/>
                  </a:path>
                </a:pathLst>
              </a:custGeom>
              <a:solidFill>
                <a:srgbClr val="F9670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13"/>
                  <a:buFont typeface="Arial"/>
                  <a:buNone/>
                  <a:tabLst/>
                  <a:defRPr/>
                </a:pPr>
                <a:endParaRPr kumimoji="0" sz="1013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50" name="Google Shape;1754;g27ea198d36a_0_6581">
                <a:extLst>
                  <a:ext uri="{FF2B5EF4-FFF2-40B4-BE49-F238E27FC236}">
                    <a16:creationId xmlns:a16="http://schemas.microsoft.com/office/drawing/2014/main" id="{31ABC907-2B71-8A19-B186-2CA163888454}"/>
                  </a:ext>
                </a:extLst>
              </p:cNvPr>
              <p:cNvSpPr txBox="1"/>
              <p:nvPr/>
            </p:nvSpPr>
            <p:spPr>
              <a:xfrm>
                <a:off x="4228797" y="2594033"/>
                <a:ext cx="678900" cy="57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25" tIns="9125" rIns="9125" bIns="9125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83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Base</a:t>
                </a:r>
                <a:r>
                  <a:rPr kumimoji="0" lang="e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83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7.3.1</a:t>
                </a:r>
                <a:endParaRPr kumimoji="0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83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51" name="Google Shape;1755;g27ea198d36a_0_6581">
                <a:extLst>
                  <a:ext uri="{FF2B5EF4-FFF2-40B4-BE49-F238E27FC236}">
                    <a16:creationId xmlns:a16="http://schemas.microsoft.com/office/drawing/2014/main" id="{869D87BC-48AD-C3F1-64E6-35A12A9D71AB}"/>
                  </a:ext>
                </a:extLst>
              </p:cNvPr>
              <p:cNvGrpSpPr/>
              <p:nvPr/>
            </p:nvGrpSpPr>
            <p:grpSpPr>
              <a:xfrm>
                <a:off x="3608391" y="1925115"/>
                <a:ext cx="375761" cy="405289"/>
                <a:chOff x="6675119" y="3021329"/>
                <a:chExt cx="501015" cy="540385"/>
              </a:xfrm>
            </p:grpSpPr>
            <p:sp>
              <p:nvSpPr>
                <p:cNvPr id="65" name="Google Shape;1756;g27ea198d36a_0_6581">
                  <a:extLst>
                    <a:ext uri="{FF2B5EF4-FFF2-40B4-BE49-F238E27FC236}">
                      <a16:creationId xmlns:a16="http://schemas.microsoft.com/office/drawing/2014/main" id="{6080E268-8352-85D0-1512-AD73D94D2C8D}"/>
                    </a:ext>
                  </a:extLst>
                </p:cNvPr>
                <p:cNvSpPr/>
                <p:nvPr/>
              </p:nvSpPr>
              <p:spPr>
                <a:xfrm>
                  <a:off x="6675119" y="3021329"/>
                  <a:ext cx="501015" cy="540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1015" h="540385" extrusionOk="0">
                      <a:moveTo>
                        <a:pt x="379095" y="256540"/>
                      </a:moveTo>
                      <a:lnTo>
                        <a:pt x="379095" y="161925"/>
                      </a:lnTo>
                      <a:lnTo>
                        <a:pt x="257175" y="161925"/>
                      </a:lnTo>
                      <a:lnTo>
                        <a:pt x="257175" y="120650"/>
                      </a:lnTo>
                      <a:cubicBezTo>
                        <a:pt x="272415" y="117475"/>
                        <a:pt x="284480" y="104140"/>
                        <a:pt x="284480" y="87630"/>
                      </a:cubicBezTo>
                      <a:cubicBezTo>
                        <a:pt x="284480" y="71120"/>
                        <a:pt x="273050" y="57785"/>
                        <a:pt x="257175" y="54610"/>
                      </a:cubicBezTo>
                      <a:lnTo>
                        <a:pt x="257175" y="0"/>
                      </a:lnTo>
                      <a:lnTo>
                        <a:pt x="243840" y="0"/>
                      </a:lnTo>
                      <a:lnTo>
                        <a:pt x="243840" y="54610"/>
                      </a:lnTo>
                      <a:cubicBezTo>
                        <a:pt x="228600" y="57785"/>
                        <a:pt x="216536" y="71120"/>
                        <a:pt x="216536" y="87630"/>
                      </a:cubicBezTo>
                      <a:cubicBezTo>
                        <a:pt x="216536" y="104140"/>
                        <a:pt x="227965" y="117475"/>
                        <a:pt x="243840" y="120650"/>
                      </a:cubicBezTo>
                      <a:lnTo>
                        <a:pt x="243840" y="161925"/>
                      </a:lnTo>
                      <a:lnTo>
                        <a:pt x="121920" y="161925"/>
                      </a:lnTo>
                      <a:lnTo>
                        <a:pt x="121920" y="351155"/>
                      </a:lnTo>
                      <a:lnTo>
                        <a:pt x="0" y="351155"/>
                      </a:lnTo>
                      <a:lnTo>
                        <a:pt x="0" y="540385"/>
                      </a:lnTo>
                      <a:lnTo>
                        <a:pt x="128270" y="540385"/>
                      </a:lnTo>
                      <a:lnTo>
                        <a:pt x="128270" y="540385"/>
                      </a:lnTo>
                      <a:lnTo>
                        <a:pt x="371475" y="540385"/>
                      </a:lnTo>
                      <a:lnTo>
                        <a:pt x="378461" y="540385"/>
                      </a:lnTo>
                      <a:lnTo>
                        <a:pt x="501015" y="540385"/>
                      </a:lnTo>
                      <a:lnTo>
                        <a:pt x="501015" y="256540"/>
                      </a:lnTo>
                      <a:lnTo>
                        <a:pt x="379095" y="256540"/>
                      </a:lnTo>
                      <a:lnTo>
                        <a:pt x="379095" y="256540"/>
                      </a:lnTo>
                      <a:close/>
                      <a:moveTo>
                        <a:pt x="230505" y="86995"/>
                      </a:moveTo>
                      <a:cubicBezTo>
                        <a:pt x="230505" y="75565"/>
                        <a:pt x="239395" y="66675"/>
                        <a:pt x="250825" y="66675"/>
                      </a:cubicBezTo>
                      <a:cubicBezTo>
                        <a:pt x="262255" y="66675"/>
                        <a:pt x="271145" y="75565"/>
                        <a:pt x="271145" y="86995"/>
                      </a:cubicBezTo>
                      <a:cubicBezTo>
                        <a:pt x="271145" y="98425"/>
                        <a:pt x="262255" y="107315"/>
                        <a:pt x="250825" y="107315"/>
                      </a:cubicBezTo>
                      <a:cubicBezTo>
                        <a:pt x="239395" y="107315"/>
                        <a:pt x="230505" y="98425"/>
                        <a:pt x="230505" y="86995"/>
                      </a:cubicBezTo>
                      <a:close/>
                      <a:moveTo>
                        <a:pt x="13970" y="364490"/>
                      </a:moveTo>
                      <a:lnTo>
                        <a:pt x="121920" y="364490"/>
                      </a:lnTo>
                      <a:lnTo>
                        <a:pt x="121920" y="527050"/>
                      </a:lnTo>
                      <a:lnTo>
                        <a:pt x="13970" y="527050"/>
                      </a:lnTo>
                      <a:lnTo>
                        <a:pt x="13970" y="364490"/>
                      </a:lnTo>
                      <a:close/>
                      <a:moveTo>
                        <a:pt x="365761" y="527050"/>
                      </a:moveTo>
                      <a:lnTo>
                        <a:pt x="135890" y="527050"/>
                      </a:lnTo>
                      <a:lnTo>
                        <a:pt x="135890" y="175260"/>
                      </a:lnTo>
                      <a:lnTo>
                        <a:pt x="243840" y="175260"/>
                      </a:lnTo>
                      <a:lnTo>
                        <a:pt x="257175" y="175260"/>
                      </a:lnTo>
                      <a:lnTo>
                        <a:pt x="365125" y="175260"/>
                      </a:lnTo>
                      <a:lnTo>
                        <a:pt x="365761" y="527050"/>
                      </a:lnTo>
                      <a:lnTo>
                        <a:pt x="365761" y="527050"/>
                      </a:lnTo>
                      <a:close/>
                      <a:moveTo>
                        <a:pt x="487680" y="527050"/>
                      </a:moveTo>
                      <a:lnTo>
                        <a:pt x="379730" y="527050"/>
                      </a:lnTo>
                      <a:lnTo>
                        <a:pt x="379730" y="269875"/>
                      </a:lnTo>
                      <a:lnTo>
                        <a:pt x="487680" y="269875"/>
                      </a:lnTo>
                      <a:lnTo>
                        <a:pt x="487680" y="52705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1757;g27ea198d36a_0_6581">
                  <a:extLst>
                    <a:ext uri="{FF2B5EF4-FFF2-40B4-BE49-F238E27FC236}">
                      <a16:creationId xmlns:a16="http://schemas.microsoft.com/office/drawing/2014/main" id="{C7662858-3CD1-6D55-6451-A9B8097FA47D}"/>
                    </a:ext>
                  </a:extLst>
                </p:cNvPr>
                <p:cNvSpPr/>
                <p:nvPr/>
              </p:nvSpPr>
              <p:spPr>
                <a:xfrm>
                  <a:off x="6838315" y="3223895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67310" y="33655"/>
                      </a:moveTo>
                      <a:cubicBezTo>
                        <a:pt x="67310" y="52242"/>
                        <a:pt x="52242" y="67310"/>
                        <a:pt x="33655" y="67310"/>
                      </a:cubicBezTo>
                      <a:cubicBezTo>
                        <a:pt x="15067" y="67310"/>
                        <a:pt x="-1" y="52242"/>
                        <a:pt x="-1" y="33655"/>
                      </a:cubicBezTo>
                      <a:cubicBezTo>
                        <a:pt x="-1" y="15068"/>
                        <a:pt x="15067" y="0"/>
                        <a:pt x="33655" y="0"/>
                      </a:cubicBezTo>
                      <a:cubicBezTo>
                        <a:pt x="52242" y="0"/>
                        <a:pt x="67310" y="15068"/>
                        <a:pt x="67310" y="33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1758;g27ea198d36a_0_6581">
                  <a:extLst>
                    <a:ext uri="{FF2B5EF4-FFF2-40B4-BE49-F238E27FC236}">
                      <a16:creationId xmlns:a16="http://schemas.microsoft.com/office/drawing/2014/main" id="{EEC17C6D-CE70-E03D-97DE-E70DD518501D}"/>
                    </a:ext>
                  </a:extLst>
                </p:cNvPr>
                <p:cNvSpPr/>
                <p:nvPr/>
              </p:nvSpPr>
              <p:spPr>
                <a:xfrm>
                  <a:off x="6946265" y="3223895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33655" y="67310"/>
                      </a:moveTo>
                      <a:cubicBezTo>
                        <a:pt x="52070" y="67310"/>
                        <a:pt x="67310" y="52070"/>
                        <a:pt x="67310" y="33655"/>
                      </a:cubicBezTo>
                      <a:cubicBezTo>
                        <a:pt x="67310" y="15240"/>
                        <a:pt x="52070" y="0"/>
                        <a:pt x="33655" y="0"/>
                      </a:cubicBezTo>
                      <a:cubicBezTo>
                        <a:pt x="15240" y="0"/>
                        <a:pt x="0" y="15240"/>
                        <a:pt x="0" y="33655"/>
                      </a:cubicBezTo>
                      <a:cubicBezTo>
                        <a:pt x="0" y="52070"/>
                        <a:pt x="15240" y="67310"/>
                        <a:pt x="33655" y="67310"/>
                      </a:cubicBezTo>
                      <a:close/>
                      <a:moveTo>
                        <a:pt x="33655" y="13335"/>
                      </a:moveTo>
                      <a:cubicBezTo>
                        <a:pt x="45085" y="13335"/>
                        <a:pt x="53975" y="22225"/>
                        <a:pt x="53975" y="33655"/>
                      </a:cubicBezTo>
                      <a:cubicBezTo>
                        <a:pt x="53975" y="45085"/>
                        <a:pt x="45085" y="53975"/>
                        <a:pt x="33655" y="53975"/>
                      </a:cubicBezTo>
                      <a:cubicBezTo>
                        <a:pt x="22225" y="53975"/>
                        <a:pt x="13335" y="45085"/>
                        <a:pt x="13335" y="33655"/>
                      </a:cubicBezTo>
                      <a:cubicBezTo>
                        <a:pt x="13335" y="22225"/>
                        <a:pt x="22860" y="13335"/>
                        <a:pt x="33655" y="133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1759;g27ea198d36a_0_6581">
                  <a:extLst>
                    <a:ext uri="{FF2B5EF4-FFF2-40B4-BE49-F238E27FC236}">
                      <a16:creationId xmlns:a16="http://schemas.microsoft.com/office/drawing/2014/main" id="{AC3F16D1-D741-1507-D514-859630497CB6}"/>
                    </a:ext>
                  </a:extLst>
                </p:cNvPr>
                <p:cNvSpPr/>
                <p:nvPr/>
              </p:nvSpPr>
              <p:spPr>
                <a:xfrm>
                  <a:off x="6838315" y="3318510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67310" y="33655"/>
                      </a:moveTo>
                      <a:cubicBezTo>
                        <a:pt x="67310" y="52242"/>
                        <a:pt x="52242" y="67310"/>
                        <a:pt x="33655" y="67310"/>
                      </a:cubicBezTo>
                      <a:cubicBezTo>
                        <a:pt x="15067" y="67310"/>
                        <a:pt x="-1" y="52242"/>
                        <a:pt x="-1" y="33655"/>
                      </a:cubicBezTo>
                      <a:cubicBezTo>
                        <a:pt x="-1" y="15068"/>
                        <a:pt x="15067" y="0"/>
                        <a:pt x="33655" y="0"/>
                      </a:cubicBezTo>
                      <a:cubicBezTo>
                        <a:pt x="52242" y="0"/>
                        <a:pt x="67310" y="15068"/>
                        <a:pt x="67310" y="33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1760;g27ea198d36a_0_6581">
                  <a:extLst>
                    <a:ext uri="{FF2B5EF4-FFF2-40B4-BE49-F238E27FC236}">
                      <a16:creationId xmlns:a16="http://schemas.microsoft.com/office/drawing/2014/main" id="{2541845F-1BC7-5335-FE03-207583F042AC}"/>
                    </a:ext>
                  </a:extLst>
                </p:cNvPr>
                <p:cNvSpPr/>
                <p:nvPr/>
              </p:nvSpPr>
              <p:spPr>
                <a:xfrm>
                  <a:off x="6838315" y="3413125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33655" y="0"/>
                      </a:moveTo>
                      <a:cubicBezTo>
                        <a:pt x="15240" y="0"/>
                        <a:pt x="0" y="15240"/>
                        <a:pt x="0" y="33655"/>
                      </a:cubicBezTo>
                      <a:cubicBezTo>
                        <a:pt x="0" y="52070"/>
                        <a:pt x="15240" y="67310"/>
                        <a:pt x="33655" y="67310"/>
                      </a:cubicBezTo>
                      <a:cubicBezTo>
                        <a:pt x="52070" y="67310"/>
                        <a:pt x="67310" y="52070"/>
                        <a:pt x="67310" y="33655"/>
                      </a:cubicBezTo>
                      <a:cubicBezTo>
                        <a:pt x="67310" y="15240"/>
                        <a:pt x="52070" y="0"/>
                        <a:pt x="33655" y="0"/>
                      </a:cubicBezTo>
                      <a:close/>
                      <a:moveTo>
                        <a:pt x="33655" y="53975"/>
                      </a:moveTo>
                      <a:cubicBezTo>
                        <a:pt x="22225" y="53975"/>
                        <a:pt x="13335" y="45085"/>
                        <a:pt x="13335" y="33655"/>
                      </a:cubicBezTo>
                      <a:cubicBezTo>
                        <a:pt x="13335" y="22225"/>
                        <a:pt x="22225" y="13335"/>
                        <a:pt x="33655" y="13335"/>
                      </a:cubicBezTo>
                      <a:cubicBezTo>
                        <a:pt x="45085" y="13335"/>
                        <a:pt x="53975" y="22225"/>
                        <a:pt x="53975" y="33655"/>
                      </a:cubicBezTo>
                      <a:cubicBezTo>
                        <a:pt x="53975" y="45085"/>
                        <a:pt x="44450" y="53975"/>
                        <a:pt x="33655" y="539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1761;g27ea198d36a_0_6581">
                  <a:extLst>
                    <a:ext uri="{FF2B5EF4-FFF2-40B4-BE49-F238E27FC236}">
                      <a16:creationId xmlns:a16="http://schemas.microsoft.com/office/drawing/2014/main" id="{585F1482-3CB2-10D6-0166-D46502EE5317}"/>
                    </a:ext>
                  </a:extLst>
                </p:cNvPr>
                <p:cNvSpPr/>
                <p:nvPr/>
              </p:nvSpPr>
              <p:spPr>
                <a:xfrm>
                  <a:off x="6946265" y="3318510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67310" y="33655"/>
                      </a:moveTo>
                      <a:cubicBezTo>
                        <a:pt x="67310" y="52242"/>
                        <a:pt x="52242" y="67310"/>
                        <a:pt x="33655" y="67310"/>
                      </a:cubicBezTo>
                      <a:cubicBezTo>
                        <a:pt x="15067" y="67310"/>
                        <a:pt x="-1" y="52242"/>
                        <a:pt x="-1" y="33655"/>
                      </a:cubicBezTo>
                      <a:cubicBezTo>
                        <a:pt x="-1" y="15068"/>
                        <a:pt x="15067" y="0"/>
                        <a:pt x="33655" y="0"/>
                      </a:cubicBezTo>
                      <a:cubicBezTo>
                        <a:pt x="52242" y="0"/>
                        <a:pt x="67310" y="15068"/>
                        <a:pt x="67310" y="33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1762;g27ea198d36a_0_6581">
                  <a:extLst>
                    <a:ext uri="{FF2B5EF4-FFF2-40B4-BE49-F238E27FC236}">
                      <a16:creationId xmlns:a16="http://schemas.microsoft.com/office/drawing/2014/main" id="{ED50C72B-0ED3-FE11-2BCC-1F01AB1F4CF1}"/>
                    </a:ext>
                  </a:extLst>
                </p:cNvPr>
                <p:cNvSpPr/>
                <p:nvPr/>
              </p:nvSpPr>
              <p:spPr>
                <a:xfrm>
                  <a:off x="6946265" y="3413125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67310" y="33655"/>
                      </a:moveTo>
                      <a:cubicBezTo>
                        <a:pt x="67310" y="52242"/>
                        <a:pt x="52242" y="67310"/>
                        <a:pt x="33655" y="67310"/>
                      </a:cubicBezTo>
                      <a:cubicBezTo>
                        <a:pt x="15067" y="67310"/>
                        <a:pt x="-1" y="52242"/>
                        <a:pt x="-1" y="33655"/>
                      </a:cubicBezTo>
                      <a:cubicBezTo>
                        <a:pt x="-1" y="15068"/>
                        <a:pt x="15067" y="0"/>
                        <a:pt x="33655" y="0"/>
                      </a:cubicBezTo>
                      <a:cubicBezTo>
                        <a:pt x="52242" y="0"/>
                        <a:pt x="67310" y="15068"/>
                        <a:pt x="67310" y="33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1763;g27ea198d36a_0_6581">
                  <a:extLst>
                    <a:ext uri="{FF2B5EF4-FFF2-40B4-BE49-F238E27FC236}">
                      <a16:creationId xmlns:a16="http://schemas.microsoft.com/office/drawing/2014/main" id="{DEEB13CF-0C4D-3788-DA6E-A957DAD15E7B}"/>
                    </a:ext>
                  </a:extLst>
                </p:cNvPr>
                <p:cNvSpPr/>
                <p:nvPr/>
              </p:nvSpPr>
              <p:spPr>
                <a:xfrm>
                  <a:off x="7075150" y="3318509"/>
                  <a:ext cx="67329" cy="6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29" h="67310" extrusionOk="0">
                      <a:moveTo>
                        <a:pt x="33674" y="67310"/>
                      </a:moveTo>
                      <a:cubicBezTo>
                        <a:pt x="52090" y="67310"/>
                        <a:pt x="67330" y="52070"/>
                        <a:pt x="67330" y="33655"/>
                      </a:cubicBezTo>
                      <a:cubicBezTo>
                        <a:pt x="67330" y="15240"/>
                        <a:pt x="52090" y="0"/>
                        <a:pt x="33674" y="0"/>
                      </a:cubicBezTo>
                      <a:cubicBezTo>
                        <a:pt x="15259" y="0"/>
                        <a:pt x="19" y="15240"/>
                        <a:pt x="19" y="33655"/>
                      </a:cubicBezTo>
                      <a:cubicBezTo>
                        <a:pt x="-616" y="52070"/>
                        <a:pt x="14624" y="67310"/>
                        <a:pt x="33674" y="67310"/>
                      </a:cubicBezTo>
                      <a:close/>
                      <a:moveTo>
                        <a:pt x="33674" y="13335"/>
                      </a:moveTo>
                      <a:cubicBezTo>
                        <a:pt x="45105" y="13335"/>
                        <a:pt x="53994" y="22225"/>
                        <a:pt x="53994" y="33655"/>
                      </a:cubicBezTo>
                      <a:cubicBezTo>
                        <a:pt x="53994" y="45085"/>
                        <a:pt x="45105" y="53975"/>
                        <a:pt x="33674" y="53975"/>
                      </a:cubicBezTo>
                      <a:cubicBezTo>
                        <a:pt x="22244" y="53975"/>
                        <a:pt x="13355" y="45085"/>
                        <a:pt x="13355" y="33655"/>
                      </a:cubicBezTo>
                      <a:cubicBezTo>
                        <a:pt x="13355" y="22225"/>
                        <a:pt x="22244" y="13335"/>
                        <a:pt x="33674" y="133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1764;g27ea198d36a_0_6581">
                  <a:extLst>
                    <a:ext uri="{FF2B5EF4-FFF2-40B4-BE49-F238E27FC236}">
                      <a16:creationId xmlns:a16="http://schemas.microsoft.com/office/drawing/2014/main" id="{39F01446-4279-C8BD-1413-EC2297691642}"/>
                    </a:ext>
                  </a:extLst>
                </p:cNvPr>
                <p:cNvSpPr/>
                <p:nvPr/>
              </p:nvSpPr>
              <p:spPr>
                <a:xfrm>
                  <a:off x="7075170" y="3413125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67310" y="33655"/>
                      </a:moveTo>
                      <a:cubicBezTo>
                        <a:pt x="67310" y="52242"/>
                        <a:pt x="52242" y="67310"/>
                        <a:pt x="33655" y="67310"/>
                      </a:cubicBezTo>
                      <a:cubicBezTo>
                        <a:pt x="15068" y="67310"/>
                        <a:pt x="0" y="52242"/>
                        <a:pt x="0" y="33655"/>
                      </a:cubicBezTo>
                      <a:cubicBezTo>
                        <a:pt x="0" y="15068"/>
                        <a:pt x="15068" y="0"/>
                        <a:pt x="33655" y="0"/>
                      </a:cubicBezTo>
                      <a:cubicBezTo>
                        <a:pt x="52242" y="0"/>
                        <a:pt x="67310" y="15068"/>
                        <a:pt x="67310" y="33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1765;g27ea198d36a_0_6581">
                  <a:extLst>
                    <a:ext uri="{FF2B5EF4-FFF2-40B4-BE49-F238E27FC236}">
                      <a16:creationId xmlns:a16="http://schemas.microsoft.com/office/drawing/2014/main" id="{C56F06A2-673D-4866-BE8C-170B8060D481}"/>
                    </a:ext>
                  </a:extLst>
                </p:cNvPr>
                <p:cNvSpPr/>
                <p:nvPr/>
              </p:nvSpPr>
              <p:spPr>
                <a:xfrm>
                  <a:off x="6709410" y="3413125"/>
                  <a:ext cx="67309" cy="6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309" h="67309" extrusionOk="0">
                      <a:moveTo>
                        <a:pt x="67310" y="33655"/>
                      </a:moveTo>
                      <a:cubicBezTo>
                        <a:pt x="67310" y="52242"/>
                        <a:pt x="52242" y="67310"/>
                        <a:pt x="33654" y="67310"/>
                      </a:cubicBezTo>
                      <a:cubicBezTo>
                        <a:pt x="15067" y="67310"/>
                        <a:pt x="-1" y="52242"/>
                        <a:pt x="-1" y="33655"/>
                      </a:cubicBezTo>
                      <a:cubicBezTo>
                        <a:pt x="-1" y="15068"/>
                        <a:pt x="15067" y="0"/>
                        <a:pt x="33654" y="0"/>
                      </a:cubicBezTo>
                      <a:cubicBezTo>
                        <a:pt x="52242" y="0"/>
                        <a:pt x="67310" y="15068"/>
                        <a:pt x="67310" y="3365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" name="Google Shape;1766;g27ea198d36a_0_6581">
                <a:extLst>
                  <a:ext uri="{FF2B5EF4-FFF2-40B4-BE49-F238E27FC236}">
                    <a16:creationId xmlns:a16="http://schemas.microsoft.com/office/drawing/2014/main" id="{E5CD26D6-184A-3961-1486-F0CDCDB1FBFA}"/>
                  </a:ext>
                </a:extLst>
              </p:cNvPr>
              <p:cNvGrpSpPr/>
              <p:nvPr/>
            </p:nvGrpSpPr>
            <p:grpSpPr>
              <a:xfrm>
                <a:off x="3608403" y="3444773"/>
                <a:ext cx="375751" cy="375752"/>
                <a:chOff x="1506855" y="4075429"/>
                <a:chExt cx="486409" cy="486410"/>
              </a:xfrm>
            </p:grpSpPr>
            <p:sp>
              <p:nvSpPr>
                <p:cNvPr id="53" name="Google Shape;1767;g27ea198d36a_0_6581">
                  <a:extLst>
                    <a:ext uri="{FF2B5EF4-FFF2-40B4-BE49-F238E27FC236}">
                      <a16:creationId xmlns:a16="http://schemas.microsoft.com/office/drawing/2014/main" id="{721B7770-2CFC-071D-98F9-1986DCECD080}"/>
                    </a:ext>
                  </a:extLst>
                </p:cNvPr>
                <p:cNvSpPr/>
                <p:nvPr/>
              </p:nvSpPr>
              <p:spPr>
                <a:xfrm>
                  <a:off x="1668145" y="4088765"/>
                  <a:ext cx="162559" cy="459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559" h="459739" extrusionOk="0">
                      <a:moveTo>
                        <a:pt x="110490" y="390525"/>
                      </a:moveTo>
                      <a:cubicBezTo>
                        <a:pt x="104140" y="384175"/>
                        <a:pt x="96520" y="380365"/>
                        <a:pt x="88265" y="379095"/>
                      </a:cubicBezTo>
                      <a:lnTo>
                        <a:pt x="88265" y="182245"/>
                      </a:lnTo>
                      <a:cubicBezTo>
                        <a:pt x="91440" y="182245"/>
                        <a:pt x="93980" y="182880"/>
                        <a:pt x="97155" y="182880"/>
                      </a:cubicBezTo>
                      <a:lnTo>
                        <a:pt x="98425" y="169545"/>
                      </a:lnTo>
                      <a:cubicBezTo>
                        <a:pt x="95250" y="168910"/>
                        <a:pt x="91440" y="168910"/>
                        <a:pt x="88265" y="168910"/>
                      </a:cubicBezTo>
                      <a:lnTo>
                        <a:pt x="88265" y="26035"/>
                      </a:lnTo>
                      <a:lnTo>
                        <a:pt x="153035" y="90805"/>
                      </a:lnTo>
                      <a:lnTo>
                        <a:pt x="162560" y="81280"/>
                      </a:lnTo>
                      <a:lnTo>
                        <a:pt x="81280" y="0"/>
                      </a:lnTo>
                      <a:lnTo>
                        <a:pt x="0" y="81280"/>
                      </a:lnTo>
                      <a:lnTo>
                        <a:pt x="9525" y="90805"/>
                      </a:lnTo>
                      <a:lnTo>
                        <a:pt x="74295" y="26035"/>
                      </a:lnTo>
                      <a:lnTo>
                        <a:pt x="74295" y="168910"/>
                      </a:lnTo>
                      <a:cubicBezTo>
                        <a:pt x="70485" y="168910"/>
                        <a:pt x="66675" y="169545"/>
                        <a:pt x="62865" y="169545"/>
                      </a:cubicBezTo>
                      <a:lnTo>
                        <a:pt x="64770" y="182880"/>
                      </a:lnTo>
                      <a:cubicBezTo>
                        <a:pt x="67945" y="182245"/>
                        <a:pt x="71755" y="182245"/>
                        <a:pt x="74930" y="182245"/>
                      </a:cubicBezTo>
                      <a:lnTo>
                        <a:pt x="74930" y="379095"/>
                      </a:lnTo>
                      <a:cubicBezTo>
                        <a:pt x="66675" y="380365"/>
                        <a:pt x="59055" y="384175"/>
                        <a:pt x="52705" y="390525"/>
                      </a:cubicBezTo>
                      <a:cubicBezTo>
                        <a:pt x="36830" y="406400"/>
                        <a:pt x="36830" y="431800"/>
                        <a:pt x="52705" y="447675"/>
                      </a:cubicBezTo>
                      <a:cubicBezTo>
                        <a:pt x="60325" y="455295"/>
                        <a:pt x="71120" y="459740"/>
                        <a:pt x="81280" y="459740"/>
                      </a:cubicBezTo>
                      <a:cubicBezTo>
                        <a:pt x="91440" y="459740"/>
                        <a:pt x="102235" y="455930"/>
                        <a:pt x="109855" y="447675"/>
                      </a:cubicBezTo>
                      <a:cubicBezTo>
                        <a:pt x="126365" y="432435"/>
                        <a:pt x="126365" y="406400"/>
                        <a:pt x="110490" y="390525"/>
                      </a:cubicBezTo>
                      <a:close/>
                      <a:moveTo>
                        <a:pt x="81915" y="19685"/>
                      </a:moveTo>
                      <a:lnTo>
                        <a:pt x="82550" y="20320"/>
                      </a:lnTo>
                      <a:lnTo>
                        <a:pt x="81280" y="20320"/>
                      </a:lnTo>
                      <a:lnTo>
                        <a:pt x="81915" y="19685"/>
                      </a:lnTo>
                      <a:close/>
                      <a:moveTo>
                        <a:pt x="100965" y="438150"/>
                      </a:moveTo>
                      <a:cubicBezTo>
                        <a:pt x="95885" y="443230"/>
                        <a:pt x="88900" y="445770"/>
                        <a:pt x="81915" y="445770"/>
                      </a:cubicBezTo>
                      <a:cubicBezTo>
                        <a:pt x="74930" y="445770"/>
                        <a:pt x="67945" y="443230"/>
                        <a:pt x="62865" y="438150"/>
                      </a:cubicBezTo>
                      <a:cubicBezTo>
                        <a:pt x="57785" y="433070"/>
                        <a:pt x="55245" y="426085"/>
                        <a:pt x="55245" y="419100"/>
                      </a:cubicBezTo>
                      <a:cubicBezTo>
                        <a:pt x="55245" y="412115"/>
                        <a:pt x="57785" y="405130"/>
                        <a:pt x="62865" y="400050"/>
                      </a:cubicBezTo>
                      <a:cubicBezTo>
                        <a:pt x="67945" y="394970"/>
                        <a:pt x="74930" y="392430"/>
                        <a:pt x="81915" y="392430"/>
                      </a:cubicBezTo>
                      <a:cubicBezTo>
                        <a:pt x="88900" y="392430"/>
                        <a:pt x="95885" y="394970"/>
                        <a:pt x="100965" y="400050"/>
                      </a:cubicBezTo>
                      <a:cubicBezTo>
                        <a:pt x="106045" y="405130"/>
                        <a:pt x="108585" y="412115"/>
                        <a:pt x="108585" y="419100"/>
                      </a:cubicBezTo>
                      <a:cubicBezTo>
                        <a:pt x="108585" y="426085"/>
                        <a:pt x="106045" y="433070"/>
                        <a:pt x="100965" y="43815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1768;g27ea198d36a_0_6581">
                  <a:extLst>
                    <a:ext uri="{FF2B5EF4-FFF2-40B4-BE49-F238E27FC236}">
                      <a16:creationId xmlns:a16="http://schemas.microsoft.com/office/drawing/2014/main" id="{11C9BF27-B2AA-BA77-BDE9-06C8B6E60820}"/>
                    </a:ext>
                  </a:extLst>
                </p:cNvPr>
                <p:cNvSpPr/>
                <p:nvPr/>
              </p:nvSpPr>
              <p:spPr>
                <a:xfrm>
                  <a:off x="1506855" y="4075429"/>
                  <a:ext cx="486409" cy="486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09" h="486410" extrusionOk="0">
                      <a:moveTo>
                        <a:pt x="243205" y="0"/>
                      </a:moveTo>
                      <a:cubicBezTo>
                        <a:pt x="108585" y="0"/>
                        <a:pt x="0" y="109220"/>
                        <a:pt x="0" y="243205"/>
                      </a:cubicBezTo>
                      <a:cubicBezTo>
                        <a:pt x="0" y="377190"/>
                        <a:pt x="109220" y="486410"/>
                        <a:pt x="243205" y="486410"/>
                      </a:cubicBezTo>
                      <a:cubicBezTo>
                        <a:pt x="377825" y="486410"/>
                        <a:pt x="486410" y="377190"/>
                        <a:pt x="486410" y="243205"/>
                      </a:cubicBezTo>
                      <a:cubicBezTo>
                        <a:pt x="486410" y="109220"/>
                        <a:pt x="377825" y="0"/>
                        <a:pt x="243205" y="0"/>
                      </a:cubicBezTo>
                      <a:close/>
                      <a:moveTo>
                        <a:pt x="351155" y="446405"/>
                      </a:moveTo>
                      <a:lnTo>
                        <a:pt x="343535" y="438785"/>
                      </a:lnTo>
                      <a:cubicBezTo>
                        <a:pt x="333375" y="448945"/>
                        <a:pt x="322580" y="457200"/>
                        <a:pt x="311150" y="463550"/>
                      </a:cubicBezTo>
                      <a:cubicBezTo>
                        <a:pt x="289560" y="470535"/>
                        <a:pt x="266700" y="473710"/>
                        <a:pt x="242570" y="473710"/>
                      </a:cubicBezTo>
                      <a:cubicBezTo>
                        <a:pt x="219075" y="473710"/>
                        <a:pt x="195580" y="469900"/>
                        <a:pt x="173990" y="463550"/>
                      </a:cubicBezTo>
                      <a:cubicBezTo>
                        <a:pt x="162560" y="457200"/>
                        <a:pt x="152400" y="449580"/>
                        <a:pt x="141605" y="438785"/>
                      </a:cubicBezTo>
                      <a:lnTo>
                        <a:pt x="133985" y="446405"/>
                      </a:lnTo>
                      <a:cubicBezTo>
                        <a:pt x="61595" y="407670"/>
                        <a:pt x="12065" y="331470"/>
                        <a:pt x="12065" y="243840"/>
                      </a:cubicBezTo>
                      <a:cubicBezTo>
                        <a:pt x="12065" y="116840"/>
                        <a:pt x="114935" y="13970"/>
                        <a:pt x="241935" y="13970"/>
                      </a:cubicBezTo>
                      <a:cubicBezTo>
                        <a:pt x="368935" y="13970"/>
                        <a:pt x="471805" y="116840"/>
                        <a:pt x="471805" y="243840"/>
                      </a:cubicBezTo>
                      <a:cubicBezTo>
                        <a:pt x="473075" y="330835"/>
                        <a:pt x="423545" y="407035"/>
                        <a:pt x="351155" y="4464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1769;g27ea198d36a_0_6581">
                  <a:extLst>
                    <a:ext uri="{FF2B5EF4-FFF2-40B4-BE49-F238E27FC236}">
                      <a16:creationId xmlns:a16="http://schemas.microsoft.com/office/drawing/2014/main" id="{EB2A3D91-FBD0-B82E-D508-D69368226CAB}"/>
                    </a:ext>
                  </a:extLst>
                </p:cNvPr>
                <p:cNvSpPr/>
                <p:nvPr/>
              </p:nvSpPr>
              <p:spPr>
                <a:xfrm>
                  <a:off x="1597660" y="4345304"/>
                  <a:ext cx="24129" cy="36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29" h="36829" extrusionOk="0">
                      <a:moveTo>
                        <a:pt x="20320" y="14605"/>
                      </a:moveTo>
                      <a:cubicBezTo>
                        <a:pt x="21590" y="11430"/>
                        <a:pt x="22860" y="8890"/>
                        <a:pt x="24130" y="5715"/>
                      </a:cubicBezTo>
                      <a:lnTo>
                        <a:pt x="12065" y="0"/>
                      </a:lnTo>
                      <a:cubicBezTo>
                        <a:pt x="10795" y="3175"/>
                        <a:pt x="8890" y="6350"/>
                        <a:pt x="7620" y="9525"/>
                      </a:cubicBezTo>
                      <a:cubicBezTo>
                        <a:pt x="4445" y="17145"/>
                        <a:pt x="1905" y="25400"/>
                        <a:pt x="0" y="33655"/>
                      </a:cubicBezTo>
                      <a:lnTo>
                        <a:pt x="13335" y="36830"/>
                      </a:lnTo>
                      <a:cubicBezTo>
                        <a:pt x="15240" y="29210"/>
                        <a:pt x="17780" y="21590"/>
                        <a:pt x="20320" y="1460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" name="Google Shape;1770;g27ea198d36a_0_6581">
                  <a:extLst>
                    <a:ext uri="{FF2B5EF4-FFF2-40B4-BE49-F238E27FC236}">
                      <a16:creationId xmlns:a16="http://schemas.microsoft.com/office/drawing/2014/main" id="{D8C06B74-E200-665D-55AB-AA68E0E0B100}"/>
                    </a:ext>
                  </a:extLst>
                </p:cNvPr>
                <p:cNvSpPr/>
                <p:nvPr/>
              </p:nvSpPr>
              <p:spPr>
                <a:xfrm>
                  <a:off x="1671954" y="4265295"/>
                  <a:ext cx="3619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" h="25400" extrusionOk="0">
                      <a:moveTo>
                        <a:pt x="24765" y="16510"/>
                      </a:moveTo>
                      <a:cubicBezTo>
                        <a:pt x="28575" y="15240"/>
                        <a:pt x="32385" y="13335"/>
                        <a:pt x="36195" y="12700"/>
                      </a:cubicBezTo>
                      <a:lnTo>
                        <a:pt x="32385" y="0"/>
                      </a:lnTo>
                      <a:cubicBezTo>
                        <a:pt x="27940" y="1270"/>
                        <a:pt x="24130" y="2540"/>
                        <a:pt x="19685" y="4445"/>
                      </a:cubicBezTo>
                      <a:cubicBezTo>
                        <a:pt x="12700" y="6985"/>
                        <a:pt x="6350" y="10795"/>
                        <a:pt x="0" y="13970"/>
                      </a:cubicBezTo>
                      <a:lnTo>
                        <a:pt x="6985" y="25400"/>
                      </a:lnTo>
                      <a:cubicBezTo>
                        <a:pt x="12065" y="22225"/>
                        <a:pt x="18415" y="19050"/>
                        <a:pt x="24765" y="165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1771;g27ea198d36a_0_6581">
                  <a:extLst>
                    <a:ext uri="{FF2B5EF4-FFF2-40B4-BE49-F238E27FC236}">
                      <a16:creationId xmlns:a16="http://schemas.microsoft.com/office/drawing/2014/main" id="{A22A5849-A8BA-BEB3-FC97-5BD712CC4409}"/>
                    </a:ext>
                  </a:extLst>
                </p:cNvPr>
                <p:cNvSpPr/>
                <p:nvPr/>
              </p:nvSpPr>
              <p:spPr>
                <a:xfrm>
                  <a:off x="1594485" y="4406265"/>
                  <a:ext cx="1587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34925" extrusionOk="0">
                      <a:moveTo>
                        <a:pt x="13335" y="6985"/>
                      </a:moveTo>
                      <a:cubicBezTo>
                        <a:pt x="13335" y="5080"/>
                        <a:pt x="13335" y="3175"/>
                        <a:pt x="13335" y="635"/>
                      </a:cubicBezTo>
                      <a:lnTo>
                        <a:pt x="0" y="0"/>
                      </a:lnTo>
                      <a:cubicBezTo>
                        <a:pt x="0" y="1905"/>
                        <a:pt x="0" y="4445"/>
                        <a:pt x="0" y="6350"/>
                      </a:cubicBezTo>
                      <a:cubicBezTo>
                        <a:pt x="0" y="15875"/>
                        <a:pt x="635" y="25400"/>
                        <a:pt x="2540" y="34925"/>
                      </a:cubicBezTo>
                      <a:lnTo>
                        <a:pt x="15875" y="32385"/>
                      </a:lnTo>
                      <a:cubicBezTo>
                        <a:pt x="13970" y="24765"/>
                        <a:pt x="13335" y="15875"/>
                        <a:pt x="13335" y="69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1772;g27ea198d36a_0_6581">
                  <a:extLst>
                    <a:ext uri="{FF2B5EF4-FFF2-40B4-BE49-F238E27FC236}">
                      <a16:creationId xmlns:a16="http://schemas.microsoft.com/office/drawing/2014/main" id="{4995DAD5-0691-52C5-6B8D-2AF0FCB5F38C}"/>
                    </a:ext>
                  </a:extLst>
                </p:cNvPr>
                <p:cNvSpPr/>
                <p:nvPr/>
              </p:nvSpPr>
              <p:spPr>
                <a:xfrm>
                  <a:off x="1868804" y="4462779"/>
                  <a:ext cx="27305" cy="3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05" h="36195" extrusionOk="0">
                      <a:moveTo>
                        <a:pt x="12700" y="3810"/>
                      </a:moveTo>
                      <a:cubicBezTo>
                        <a:pt x="8890" y="12700"/>
                        <a:pt x="5080" y="20955"/>
                        <a:pt x="0" y="28575"/>
                      </a:cubicBezTo>
                      <a:lnTo>
                        <a:pt x="11430" y="36195"/>
                      </a:lnTo>
                      <a:cubicBezTo>
                        <a:pt x="17145" y="27940"/>
                        <a:pt x="21590" y="18415"/>
                        <a:pt x="25400" y="8890"/>
                      </a:cubicBezTo>
                      <a:cubicBezTo>
                        <a:pt x="26035" y="7620"/>
                        <a:pt x="26670" y="5715"/>
                        <a:pt x="27305" y="4445"/>
                      </a:cubicBezTo>
                      <a:lnTo>
                        <a:pt x="14605" y="0"/>
                      </a:lnTo>
                      <a:cubicBezTo>
                        <a:pt x="13970" y="1270"/>
                        <a:pt x="13335" y="2540"/>
                        <a:pt x="12700" y="381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1773;g27ea198d36a_0_6581">
                  <a:extLst>
                    <a:ext uri="{FF2B5EF4-FFF2-40B4-BE49-F238E27FC236}">
                      <a16:creationId xmlns:a16="http://schemas.microsoft.com/office/drawing/2014/main" id="{DF8E70D9-51C4-E5E6-7572-52E729E3FDD3}"/>
                    </a:ext>
                  </a:extLst>
                </p:cNvPr>
                <p:cNvSpPr/>
                <p:nvPr/>
              </p:nvSpPr>
              <p:spPr>
                <a:xfrm>
                  <a:off x="1840864" y="4294504"/>
                  <a:ext cx="33020" cy="33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0" h="33654" extrusionOk="0">
                      <a:moveTo>
                        <a:pt x="19050" y="8890"/>
                      </a:moveTo>
                      <a:cubicBezTo>
                        <a:pt x="15875" y="5715"/>
                        <a:pt x="12700" y="2540"/>
                        <a:pt x="8890" y="0"/>
                      </a:cubicBezTo>
                      <a:lnTo>
                        <a:pt x="0" y="10160"/>
                      </a:lnTo>
                      <a:cubicBezTo>
                        <a:pt x="3175" y="12700"/>
                        <a:pt x="6350" y="15875"/>
                        <a:pt x="8890" y="18415"/>
                      </a:cubicBezTo>
                      <a:cubicBezTo>
                        <a:pt x="13335" y="22860"/>
                        <a:pt x="17780" y="27940"/>
                        <a:pt x="22225" y="33655"/>
                      </a:cubicBezTo>
                      <a:lnTo>
                        <a:pt x="33020" y="25400"/>
                      </a:lnTo>
                      <a:cubicBezTo>
                        <a:pt x="29210" y="19685"/>
                        <a:pt x="24130" y="13970"/>
                        <a:pt x="19050" y="889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1774;g27ea198d36a_0_6581">
                  <a:extLst>
                    <a:ext uri="{FF2B5EF4-FFF2-40B4-BE49-F238E27FC236}">
                      <a16:creationId xmlns:a16="http://schemas.microsoft.com/office/drawing/2014/main" id="{D87B3A34-C7A2-75FA-6951-4063B24CBF6E}"/>
                    </a:ext>
                  </a:extLst>
                </p:cNvPr>
                <p:cNvSpPr/>
                <p:nvPr/>
              </p:nvSpPr>
              <p:spPr>
                <a:xfrm>
                  <a:off x="1877060" y="4344034"/>
                  <a:ext cx="24129" cy="3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29" h="36195" extrusionOk="0">
                      <a:moveTo>
                        <a:pt x="10795" y="36195"/>
                      </a:moveTo>
                      <a:lnTo>
                        <a:pt x="24130" y="33020"/>
                      </a:lnTo>
                      <a:cubicBezTo>
                        <a:pt x="22225" y="25400"/>
                        <a:pt x="19685" y="17780"/>
                        <a:pt x="17145" y="10795"/>
                      </a:cubicBezTo>
                      <a:cubicBezTo>
                        <a:pt x="15875" y="6985"/>
                        <a:pt x="13970" y="3175"/>
                        <a:pt x="12065" y="0"/>
                      </a:cubicBezTo>
                      <a:lnTo>
                        <a:pt x="0" y="6350"/>
                      </a:lnTo>
                      <a:cubicBezTo>
                        <a:pt x="1905" y="9525"/>
                        <a:pt x="3175" y="12700"/>
                        <a:pt x="4445" y="16510"/>
                      </a:cubicBezTo>
                      <a:cubicBezTo>
                        <a:pt x="6985" y="22225"/>
                        <a:pt x="9525" y="29210"/>
                        <a:pt x="10795" y="3619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1775;g27ea198d36a_0_6581">
                  <a:extLst>
                    <a:ext uri="{FF2B5EF4-FFF2-40B4-BE49-F238E27FC236}">
                      <a16:creationId xmlns:a16="http://schemas.microsoft.com/office/drawing/2014/main" id="{2A1FA82A-DC83-2D65-1ACF-617A8FF9CCA8}"/>
                    </a:ext>
                  </a:extLst>
                </p:cNvPr>
                <p:cNvSpPr/>
                <p:nvPr/>
              </p:nvSpPr>
              <p:spPr>
                <a:xfrm>
                  <a:off x="1889760" y="4405629"/>
                  <a:ext cx="1587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34925" extrusionOk="0">
                      <a:moveTo>
                        <a:pt x="1905" y="0"/>
                      </a:moveTo>
                      <a:cubicBezTo>
                        <a:pt x="1905" y="2540"/>
                        <a:pt x="1905" y="5080"/>
                        <a:pt x="1905" y="7620"/>
                      </a:cubicBezTo>
                      <a:cubicBezTo>
                        <a:pt x="1905" y="15875"/>
                        <a:pt x="1270" y="24130"/>
                        <a:pt x="0" y="32385"/>
                      </a:cubicBezTo>
                      <a:lnTo>
                        <a:pt x="13335" y="34925"/>
                      </a:lnTo>
                      <a:cubicBezTo>
                        <a:pt x="14605" y="26035"/>
                        <a:pt x="15875" y="17145"/>
                        <a:pt x="15875" y="8255"/>
                      </a:cubicBezTo>
                      <a:cubicBezTo>
                        <a:pt x="15875" y="5715"/>
                        <a:pt x="15875" y="2540"/>
                        <a:pt x="15875" y="0"/>
                      </a:cubicBezTo>
                      <a:lnTo>
                        <a:pt x="190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1776;g27ea198d36a_0_6581">
                  <a:extLst>
                    <a:ext uri="{FF2B5EF4-FFF2-40B4-BE49-F238E27FC236}">
                      <a16:creationId xmlns:a16="http://schemas.microsoft.com/office/drawing/2014/main" id="{2F44A58E-3C02-73B9-1543-37578B84B784}"/>
                    </a:ext>
                  </a:extLst>
                </p:cNvPr>
                <p:cNvSpPr/>
                <p:nvPr/>
              </p:nvSpPr>
              <p:spPr>
                <a:xfrm>
                  <a:off x="1604644" y="4464050"/>
                  <a:ext cx="26669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69" h="34925" extrusionOk="0">
                      <a:moveTo>
                        <a:pt x="12700" y="0"/>
                      </a:moveTo>
                      <a:lnTo>
                        <a:pt x="0" y="5080"/>
                      </a:lnTo>
                      <a:lnTo>
                        <a:pt x="1270" y="7620"/>
                      </a:lnTo>
                      <a:cubicBezTo>
                        <a:pt x="5080" y="17145"/>
                        <a:pt x="10160" y="26035"/>
                        <a:pt x="15240" y="34925"/>
                      </a:cubicBezTo>
                      <a:lnTo>
                        <a:pt x="26670" y="27305"/>
                      </a:lnTo>
                      <a:cubicBezTo>
                        <a:pt x="21590" y="19685"/>
                        <a:pt x="17145" y="11430"/>
                        <a:pt x="13970" y="2540"/>
                      </a:cubicBezTo>
                      <a:lnTo>
                        <a:pt x="1270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1777;g27ea198d36a_0_6581">
                  <a:extLst>
                    <a:ext uri="{FF2B5EF4-FFF2-40B4-BE49-F238E27FC236}">
                      <a16:creationId xmlns:a16="http://schemas.microsoft.com/office/drawing/2014/main" id="{18793374-E373-4FC7-964B-48DE8D28825D}"/>
                    </a:ext>
                  </a:extLst>
                </p:cNvPr>
                <p:cNvSpPr/>
                <p:nvPr/>
              </p:nvSpPr>
              <p:spPr>
                <a:xfrm>
                  <a:off x="1790700" y="4264025"/>
                  <a:ext cx="3619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95" h="25400" extrusionOk="0">
                      <a:moveTo>
                        <a:pt x="3810" y="0"/>
                      </a:moveTo>
                      <a:lnTo>
                        <a:pt x="0" y="12700"/>
                      </a:lnTo>
                      <a:cubicBezTo>
                        <a:pt x="4445" y="13970"/>
                        <a:pt x="8890" y="15240"/>
                        <a:pt x="12700" y="17145"/>
                      </a:cubicBezTo>
                      <a:cubicBezTo>
                        <a:pt x="18415" y="19685"/>
                        <a:pt x="24130" y="22225"/>
                        <a:pt x="29210" y="25400"/>
                      </a:cubicBezTo>
                      <a:lnTo>
                        <a:pt x="36195" y="13335"/>
                      </a:lnTo>
                      <a:cubicBezTo>
                        <a:pt x="30480" y="10160"/>
                        <a:pt x="24130" y="6985"/>
                        <a:pt x="17780" y="4445"/>
                      </a:cubicBezTo>
                      <a:cubicBezTo>
                        <a:pt x="13335" y="3175"/>
                        <a:pt x="8255" y="1905"/>
                        <a:pt x="38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1778;g27ea198d36a_0_6581">
                  <a:extLst>
                    <a:ext uri="{FF2B5EF4-FFF2-40B4-BE49-F238E27FC236}">
                      <a16:creationId xmlns:a16="http://schemas.microsoft.com/office/drawing/2014/main" id="{DA197581-2436-070B-AF9D-9DA2E7F3D026}"/>
                    </a:ext>
                  </a:extLst>
                </p:cNvPr>
                <p:cNvSpPr/>
                <p:nvPr/>
              </p:nvSpPr>
              <p:spPr>
                <a:xfrm>
                  <a:off x="1624964" y="4295775"/>
                  <a:ext cx="32385" cy="336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" h="33654" extrusionOk="0">
                      <a:moveTo>
                        <a:pt x="15240" y="7620"/>
                      </a:moveTo>
                      <a:cubicBezTo>
                        <a:pt x="9525" y="13335"/>
                        <a:pt x="4445" y="19050"/>
                        <a:pt x="0" y="25400"/>
                      </a:cubicBezTo>
                      <a:lnTo>
                        <a:pt x="10795" y="33655"/>
                      </a:lnTo>
                      <a:cubicBezTo>
                        <a:pt x="15240" y="27940"/>
                        <a:pt x="19685" y="22225"/>
                        <a:pt x="24765" y="17145"/>
                      </a:cubicBezTo>
                      <a:cubicBezTo>
                        <a:pt x="27305" y="14605"/>
                        <a:pt x="29845" y="12065"/>
                        <a:pt x="32385" y="10160"/>
                      </a:cubicBezTo>
                      <a:lnTo>
                        <a:pt x="23495" y="0"/>
                      </a:lnTo>
                      <a:cubicBezTo>
                        <a:pt x="20320" y="1905"/>
                        <a:pt x="17780" y="5080"/>
                        <a:pt x="15240" y="762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305868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" name="Google Shape;1779;g27ea198d36a_0_6581">
              <a:extLst>
                <a:ext uri="{FF2B5EF4-FFF2-40B4-BE49-F238E27FC236}">
                  <a16:creationId xmlns:a16="http://schemas.microsoft.com/office/drawing/2014/main" id="{280712B6-D2B6-7504-4043-4FAF0A63745B}"/>
                </a:ext>
              </a:extLst>
            </p:cNvPr>
            <p:cNvGrpSpPr/>
            <p:nvPr/>
          </p:nvGrpSpPr>
          <p:grpSpPr>
            <a:xfrm>
              <a:off x="477075" y="1964275"/>
              <a:ext cx="2602125" cy="933950"/>
              <a:chOff x="477075" y="1964275"/>
              <a:chExt cx="2602125" cy="933950"/>
            </a:xfrm>
          </p:grpSpPr>
          <p:sp>
            <p:nvSpPr>
              <p:cNvPr id="37" name="Google Shape;1780;g27ea198d36a_0_6581">
                <a:extLst>
                  <a:ext uri="{FF2B5EF4-FFF2-40B4-BE49-F238E27FC236}">
                    <a16:creationId xmlns:a16="http://schemas.microsoft.com/office/drawing/2014/main" id="{8DFD0C71-C93F-3DE7-47DE-2565E7021D9A}"/>
                  </a:ext>
                </a:extLst>
              </p:cNvPr>
              <p:cNvSpPr/>
              <p:nvPr/>
            </p:nvSpPr>
            <p:spPr>
              <a:xfrm>
                <a:off x="588900" y="1964275"/>
                <a:ext cx="12972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305868"/>
                    </a:solidFill>
                    <a:latin typeface="Roboto"/>
                    <a:ea typeface="Roboto"/>
                    <a:cs typeface="Roboto"/>
                    <a:sym typeface="Roboto"/>
                  </a:rPr>
                  <a:t>Zero downtime upgrades</a:t>
                </a:r>
                <a:endParaRPr sz="800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" name="Google Shape;1781;g27ea198d36a_0_6581">
                <a:extLst>
                  <a:ext uri="{FF2B5EF4-FFF2-40B4-BE49-F238E27FC236}">
                    <a16:creationId xmlns:a16="http://schemas.microsoft.com/office/drawing/2014/main" id="{C6CB126C-59CE-009B-A20C-CCFFECBF675A}"/>
                  </a:ext>
                </a:extLst>
              </p:cNvPr>
              <p:cNvSpPr/>
              <p:nvPr/>
            </p:nvSpPr>
            <p:spPr>
              <a:xfrm>
                <a:off x="1181075" y="2314238"/>
                <a:ext cx="12972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305868"/>
                    </a:solidFill>
                    <a:latin typeface="Roboto"/>
                    <a:ea typeface="Roboto"/>
                    <a:cs typeface="Roboto"/>
                    <a:sym typeface="Roboto"/>
                  </a:rPr>
                  <a:t>Optimized data movement</a:t>
                </a:r>
                <a:endParaRPr sz="800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9" name="Google Shape;1782;g27ea198d36a_0_6581">
                <a:extLst>
                  <a:ext uri="{FF2B5EF4-FFF2-40B4-BE49-F238E27FC236}">
                    <a16:creationId xmlns:a16="http://schemas.microsoft.com/office/drawing/2014/main" id="{295F4993-3D53-E7D3-7CA6-B52210E11D0D}"/>
                  </a:ext>
                </a:extLst>
              </p:cNvPr>
              <p:cNvSpPr/>
              <p:nvPr/>
            </p:nvSpPr>
            <p:spPr>
              <a:xfrm>
                <a:off x="2116200" y="1969413"/>
                <a:ext cx="9630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305868"/>
                    </a:solidFill>
                    <a:latin typeface="Roboto"/>
                    <a:ea typeface="Roboto"/>
                    <a:cs typeface="Roboto"/>
                    <a:sym typeface="Roboto"/>
                  </a:rPr>
                  <a:t>Long term support</a:t>
                </a:r>
                <a:endParaRPr sz="800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0" name="Google Shape;1783;g27ea198d36a_0_6581">
                <a:extLst>
                  <a:ext uri="{FF2B5EF4-FFF2-40B4-BE49-F238E27FC236}">
                    <a16:creationId xmlns:a16="http://schemas.microsoft.com/office/drawing/2014/main" id="{EDB1A984-30D5-C1BF-9A98-D12510F5AFDE}"/>
                  </a:ext>
                </a:extLst>
              </p:cNvPr>
              <p:cNvSpPr/>
              <p:nvPr/>
            </p:nvSpPr>
            <p:spPr>
              <a:xfrm>
                <a:off x="477075" y="2664225"/>
                <a:ext cx="10614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305868"/>
                    </a:solidFill>
                    <a:latin typeface="Roboto"/>
                    <a:ea typeface="Roboto"/>
                    <a:cs typeface="Roboto"/>
                    <a:sym typeface="Roboto"/>
                  </a:rPr>
                  <a:t>Enhanced security</a:t>
                </a:r>
                <a:endParaRPr sz="800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41" name="Google Shape;1784;g27ea198d36a_0_6581">
                <a:extLst>
                  <a:ext uri="{FF2B5EF4-FFF2-40B4-BE49-F238E27FC236}">
                    <a16:creationId xmlns:a16="http://schemas.microsoft.com/office/drawing/2014/main" id="{64CDA176-4F35-717A-0925-8F365EF9EB16}"/>
                  </a:ext>
                </a:extLst>
              </p:cNvPr>
              <p:cNvSpPr/>
              <p:nvPr/>
            </p:nvSpPr>
            <p:spPr>
              <a:xfrm>
                <a:off x="1732250" y="2664225"/>
                <a:ext cx="11901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305868"/>
                    </a:solidFill>
                    <a:latin typeface="Roboto"/>
                    <a:ea typeface="Roboto"/>
                    <a:cs typeface="Roboto"/>
                    <a:sym typeface="Roboto"/>
                  </a:rPr>
                  <a:t>High data availability</a:t>
                </a:r>
                <a:endParaRPr sz="800" b="1" kern="0" dirty="0">
                  <a:solidFill>
                    <a:srgbClr val="3058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0" name="Google Shape;1785;g27ea198d36a_0_6581">
              <a:extLst>
                <a:ext uri="{FF2B5EF4-FFF2-40B4-BE49-F238E27FC236}">
                  <a16:creationId xmlns:a16="http://schemas.microsoft.com/office/drawing/2014/main" id="{44315886-18CC-D987-C1DB-E33E9DE32E78}"/>
                </a:ext>
              </a:extLst>
            </p:cNvPr>
            <p:cNvGrpSpPr/>
            <p:nvPr/>
          </p:nvGrpSpPr>
          <p:grpSpPr>
            <a:xfrm>
              <a:off x="477075" y="3198775"/>
              <a:ext cx="2397100" cy="592560"/>
              <a:chOff x="477075" y="3198775"/>
              <a:chExt cx="2397100" cy="592560"/>
            </a:xfrm>
          </p:grpSpPr>
          <p:sp>
            <p:nvSpPr>
              <p:cNvPr id="34" name="Google Shape;1786;g27ea198d36a_0_6581">
                <a:extLst>
                  <a:ext uri="{FF2B5EF4-FFF2-40B4-BE49-F238E27FC236}">
                    <a16:creationId xmlns:a16="http://schemas.microsoft.com/office/drawing/2014/main" id="{8EC4D53A-007A-A24B-6FC8-D969108013B7}"/>
                  </a:ext>
                </a:extLst>
              </p:cNvPr>
              <p:cNvSpPr/>
              <p:nvPr/>
            </p:nvSpPr>
            <p:spPr>
              <a:xfrm>
                <a:off x="477075" y="3198775"/>
                <a:ext cx="9090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7FB72E"/>
                    </a:solidFill>
                    <a:latin typeface="Roboto"/>
                    <a:ea typeface="Roboto"/>
                    <a:cs typeface="Roboto"/>
                    <a:sym typeface="Roboto"/>
                  </a:rPr>
                  <a:t>Ozone snapshots</a:t>
                </a:r>
                <a:endParaRPr sz="800" b="1" kern="0" dirty="0">
                  <a:solidFill>
                    <a:srgbClr val="7FB72E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" name="Google Shape;1787;g27ea198d36a_0_6581">
                <a:extLst>
                  <a:ext uri="{FF2B5EF4-FFF2-40B4-BE49-F238E27FC236}">
                    <a16:creationId xmlns:a16="http://schemas.microsoft.com/office/drawing/2014/main" id="{7FF22EEA-C427-B035-890F-C26F14350E94}"/>
                  </a:ext>
                </a:extLst>
              </p:cNvPr>
              <p:cNvSpPr/>
              <p:nvPr/>
            </p:nvSpPr>
            <p:spPr>
              <a:xfrm>
                <a:off x="1484950" y="3198775"/>
                <a:ext cx="8325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7FB72E"/>
                    </a:solidFill>
                    <a:latin typeface="Roboto"/>
                    <a:ea typeface="Roboto"/>
                    <a:cs typeface="Roboto"/>
                    <a:sym typeface="Roboto"/>
                  </a:rPr>
                  <a:t>Ozone quotas</a:t>
                </a:r>
                <a:endParaRPr sz="800" b="1" kern="0" dirty="0">
                  <a:solidFill>
                    <a:srgbClr val="7FB72E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" name="Google Shape;1788;g27ea198d36a_0_6581">
                <a:extLst>
                  <a:ext uri="{FF2B5EF4-FFF2-40B4-BE49-F238E27FC236}">
                    <a16:creationId xmlns:a16="http://schemas.microsoft.com/office/drawing/2014/main" id="{B893C08A-90CF-22F9-A6D9-5608E1A8CC25}"/>
                  </a:ext>
                </a:extLst>
              </p:cNvPr>
              <p:cNvSpPr/>
              <p:nvPr/>
            </p:nvSpPr>
            <p:spPr>
              <a:xfrm>
                <a:off x="495175" y="3557335"/>
                <a:ext cx="23790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7FB72E"/>
                    </a:solidFill>
                    <a:latin typeface="Roboto"/>
                    <a:ea typeface="Roboto"/>
                    <a:cs typeface="Roboto"/>
                    <a:sym typeface="Roboto"/>
                  </a:rPr>
                  <a:t>Ozone integration with Knox, Hue, Oozie, Hbase</a:t>
                </a:r>
                <a:endParaRPr sz="800" b="1" kern="0" dirty="0">
                  <a:solidFill>
                    <a:srgbClr val="7FB72E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1" name="Google Shape;1789;g27ea198d36a_0_6581">
              <a:extLst>
                <a:ext uri="{FF2B5EF4-FFF2-40B4-BE49-F238E27FC236}">
                  <a16:creationId xmlns:a16="http://schemas.microsoft.com/office/drawing/2014/main" id="{CEE95582-4723-383C-6088-530213631240}"/>
                </a:ext>
              </a:extLst>
            </p:cNvPr>
            <p:cNvGrpSpPr/>
            <p:nvPr/>
          </p:nvGrpSpPr>
          <p:grpSpPr>
            <a:xfrm>
              <a:off x="6090925" y="3231850"/>
              <a:ext cx="2592325" cy="600400"/>
              <a:chOff x="6090925" y="3231850"/>
              <a:chExt cx="2592325" cy="600400"/>
            </a:xfrm>
          </p:grpSpPr>
          <p:sp>
            <p:nvSpPr>
              <p:cNvPr id="29" name="Google Shape;1790;g27ea198d36a_0_6581">
                <a:extLst>
                  <a:ext uri="{FF2B5EF4-FFF2-40B4-BE49-F238E27FC236}">
                    <a16:creationId xmlns:a16="http://schemas.microsoft.com/office/drawing/2014/main" id="{E391082C-D584-2EA0-9743-98347376D089}"/>
                  </a:ext>
                </a:extLst>
              </p:cNvPr>
              <p:cNvSpPr/>
              <p:nvPr/>
            </p:nvSpPr>
            <p:spPr>
              <a:xfrm>
                <a:off x="6340476" y="3231863"/>
                <a:ext cx="7674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8CFF"/>
                    </a:solidFill>
                    <a:latin typeface="Roboto"/>
                    <a:ea typeface="Roboto"/>
                    <a:cs typeface="Roboto"/>
                    <a:sym typeface="Roboto"/>
                  </a:rPr>
                  <a:t>RHEL 9.x</a:t>
                </a:r>
                <a:endParaRPr sz="800" b="1" kern="0" dirty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0" name="Google Shape;1791;g27ea198d36a_0_6581">
                <a:extLst>
                  <a:ext uri="{FF2B5EF4-FFF2-40B4-BE49-F238E27FC236}">
                    <a16:creationId xmlns:a16="http://schemas.microsoft.com/office/drawing/2014/main" id="{5C0C40FE-A634-1B8A-20B8-D439B57BB589}"/>
                  </a:ext>
                </a:extLst>
              </p:cNvPr>
              <p:cNvSpPr/>
              <p:nvPr/>
            </p:nvSpPr>
            <p:spPr>
              <a:xfrm>
                <a:off x="7915850" y="3598250"/>
                <a:ext cx="7674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8CFF"/>
                    </a:solidFill>
                    <a:latin typeface="Roboto"/>
                    <a:ea typeface="Roboto"/>
                    <a:cs typeface="Roboto"/>
                    <a:sym typeface="Roboto"/>
                  </a:rPr>
                  <a:t>SLES 15 SP4</a:t>
                </a:r>
                <a:endParaRPr sz="800" b="1" kern="0" dirty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1" name="Google Shape;1792;g27ea198d36a_0_6581">
                <a:extLst>
                  <a:ext uri="{FF2B5EF4-FFF2-40B4-BE49-F238E27FC236}">
                    <a16:creationId xmlns:a16="http://schemas.microsoft.com/office/drawing/2014/main" id="{6C6E8C54-55D2-1BE5-3835-979FAC240445}"/>
                  </a:ext>
                </a:extLst>
              </p:cNvPr>
              <p:cNvSpPr/>
              <p:nvPr/>
            </p:nvSpPr>
            <p:spPr>
              <a:xfrm>
                <a:off x="7234464" y="3231850"/>
                <a:ext cx="9390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8CFF"/>
                    </a:solidFill>
                    <a:latin typeface="Roboto"/>
                    <a:ea typeface="Roboto"/>
                    <a:cs typeface="Roboto"/>
                    <a:sym typeface="Roboto"/>
                  </a:rPr>
                  <a:t>FIPS compliance</a:t>
                </a:r>
                <a:endParaRPr sz="800" b="1" kern="0" dirty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2" name="Google Shape;1793;g27ea198d36a_0_6581">
                <a:extLst>
                  <a:ext uri="{FF2B5EF4-FFF2-40B4-BE49-F238E27FC236}">
                    <a16:creationId xmlns:a16="http://schemas.microsoft.com/office/drawing/2014/main" id="{0E1F87EC-63B4-54CD-1AE7-56387339ECC1}"/>
                  </a:ext>
                </a:extLst>
              </p:cNvPr>
              <p:cNvSpPr/>
              <p:nvPr/>
            </p:nvSpPr>
            <p:spPr>
              <a:xfrm>
                <a:off x="6090925" y="3598250"/>
                <a:ext cx="7674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8CFF"/>
                    </a:solidFill>
                    <a:latin typeface="Roboto"/>
                    <a:ea typeface="Roboto"/>
                    <a:cs typeface="Roboto"/>
                    <a:sym typeface="Roboto"/>
                  </a:rPr>
                  <a:t>JDK 17</a:t>
                </a:r>
                <a:endParaRPr sz="800" b="1" kern="0" dirty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3" name="Google Shape;1794;g27ea198d36a_0_6581">
                <a:extLst>
                  <a:ext uri="{FF2B5EF4-FFF2-40B4-BE49-F238E27FC236}">
                    <a16:creationId xmlns:a16="http://schemas.microsoft.com/office/drawing/2014/main" id="{E993ACD6-19F3-4366-0458-1CBB1D8F669F}"/>
                  </a:ext>
                </a:extLst>
              </p:cNvPr>
              <p:cNvSpPr/>
              <p:nvPr/>
            </p:nvSpPr>
            <p:spPr>
              <a:xfrm>
                <a:off x="6997725" y="3593963"/>
                <a:ext cx="7674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8CFF"/>
                    </a:solidFill>
                    <a:latin typeface="Roboto"/>
                    <a:ea typeface="Roboto"/>
                    <a:cs typeface="Roboto"/>
                    <a:sym typeface="Roboto"/>
                  </a:rPr>
                  <a:t>Python 3.1</a:t>
                </a:r>
                <a:endParaRPr sz="800" b="1" kern="0" dirty="0">
                  <a:solidFill>
                    <a:srgbClr val="008C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2" name="Google Shape;1795;g27ea198d36a_0_6581">
              <a:extLst>
                <a:ext uri="{FF2B5EF4-FFF2-40B4-BE49-F238E27FC236}">
                  <a16:creationId xmlns:a16="http://schemas.microsoft.com/office/drawing/2014/main" id="{93C7F809-A16F-B3D5-5C96-76DB4ABF8321}"/>
                </a:ext>
              </a:extLst>
            </p:cNvPr>
            <p:cNvGrpSpPr/>
            <p:nvPr/>
          </p:nvGrpSpPr>
          <p:grpSpPr>
            <a:xfrm>
              <a:off x="6070150" y="1971815"/>
              <a:ext cx="2606725" cy="969710"/>
              <a:chOff x="6070150" y="1971815"/>
              <a:chExt cx="2606725" cy="969710"/>
            </a:xfrm>
          </p:grpSpPr>
          <p:sp>
            <p:nvSpPr>
              <p:cNvPr id="24" name="Google Shape;1796;g27ea198d36a_0_6581">
                <a:extLst>
                  <a:ext uri="{FF2B5EF4-FFF2-40B4-BE49-F238E27FC236}">
                    <a16:creationId xmlns:a16="http://schemas.microsoft.com/office/drawing/2014/main" id="{F3A7744E-7D92-5974-C2D8-E52C566E9437}"/>
                  </a:ext>
                </a:extLst>
              </p:cNvPr>
              <p:cNvSpPr/>
              <p:nvPr/>
            </p:nvSpPr>
            <p:spPr>
              <a:xfrm>
                <a:off x="6070150" y="1979721"/>
                <a:ext cx="9090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A3AF"/>
                    </a:solidFill>
                    <a:latin typeface="Roboto"/>
                    <a:ea typeface="Roboto"/>
                    <a:cs typeface="Roboto"/>
                    <a:sym typeface="Roboto"/>
                  </a:rPr>
                  <a:t>Apache Iceberg</a:t>
                </a:r>
                <a:endParaRPr sz="800" b="1" kern="0" dirty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5" name="Google Shape;1797;g27ea198d36a_0_6581">
                <a:extLst>
                  <a:ext uri="{FF2B5EF4-FFF2-40B4-BE49-F238E27FC236}">
                    <a16:creationId xmlns:a16="http://schemas.microsoft.com/office/drawing/2014/main" id="{86B9F737-323A-3602-5778-677026F24A07}"/>
                  </a:ext>
                </a:extLst>
              </p:cNvPr>
              <p:cNvSpPr/>
              <p:nvPr/>
            </p:nvSpPr>
            <p:spPr>
              <a:xfrm>
                <a:off x="6347375" y="2707525"/>
                <a:ext cx="23295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A3AF"/>
                    </a:solidFill>
                    <a:latin typeface="Roboto"/>
                    <a:ea typeface="Roboto"/>
                    <a:cs typeface="Roboto"/>
                    <a:sym typeface="Roboto"/>
                  </a:rPr>
                  <a:t>Iceberg support for Spark, Impala, Flink, Nifi, Hive*</a:t>
                </a:r>
                <a:endParaRPr sz="800" b="1" kern="0" dirty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6" name="Google Shape;1798;g27ea198d36a_0_6581">
                <a:extLst>
                  <a:ext uri="{FF2B5EF4-FFF2-40B4-BE49-F238E27FC236}">
                    <a16:creationId xmlns:a16="http://schemas.microsoft.com/office/drawing/2014/main" id="{0CF57C6C-1163-E4C0-2E5D-68DC5DCD0E75}"/>
                  </a:ext>
                </a:extLst>
              </p:cNvPr>
              <p:cNvSpPr/>
              <p:nvPr/>
            </p:nvSpPr>
            <p:spPr>
              <a:xfrm>
                <a:off x="7142395" y="1971815"/>
                <a:ext cx="9090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A3AF"/>
                    </a:solidFill>
                    <a:latin typeface="Roboto"/>
                    <a:ea typeface="Roboto"/>
                    <a:cs typeface="Roboto"/>
                    <a:sym typeface="Roboto"/>
                  </a:rPr>
                  <a:t>Iceberg catalog</a:t>
                </a:r>
                <a:endParaRPr sz="800" b="1" kern="0" dirty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7" name="Google Shape;1799;g27ea198d36a_0_6581">
                <a:extLst>
                  <a:ext uri="{FF2B5EF4-FFF2-40B4-BE49-F238E27FC236}">
                    <a16:creationId xmlns:a16="http://schemas.microsoft.com/office/drawing/2014/main" id="{CEE14478-69EF-A661-842B-3BF3762974DD}"/>
                  </a:ext>
                </a:extLst>
              </p:cNvPr>
              <p:cNvSpPr/>
              <p:nvPr/>
            </p:nvSpPr>
            <p:spPr>
              <a:xfrm>
                <a:off x="6310350" y="2333900"/>
                <a:ext cx="11472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A3AF"/>
                    </a:solidFill>
                    <a:latin typeface="Roboto"/>
                    <a:ea typeface="Roboto"/>
                    <a:cs typeface="Roboto"/>
                    <a:sym typeface="Roboto"/>
                  </a:rPr>
                  <a:t>Table maintenance</a:t>
                </a:r>
                <a:endParaRPr sz="800" b="1" kern="0" dirty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8" name="Google Shape;1800;g27ea198d36a_0_6581">
                <a:extLst>
                  <a:ext uri="{FF2B5EF4-FFF2-40B4-BE49-F238E27FC236}">
                    <a16:creationId xmlns:a16="http://schemas.microsoft.com/office/drawing/2014/main" id="{70E5E953-FD1B-E070-9F78-87C1A4AFAE59}"/>
                  </a:ext>
                </a:extLst>
              </p:cNvPr>
              <p:cNvSpPr/>
              <p:nvPr/>
            </p:nvSpPr>
            <p:spPr>
              <a:xfrm>
                <a:off x="7529550" y="2333900"/>
                <a:ext cx="1147200" cy="234000"/>
              </a:xfrm>
              <a:prstGeom prst="roundRect">
                <a:avLst>
                  <a:gd name="adj" fmla="val 16667"/>
                </a:avLst>
              </a:pr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 dirty="0">
                    <a:solidFill>
                      <a:srgbClr val="00A3AF"/>
                    </a:solidFill>
                    <a:latin typeface="Roboto"/>
                    <a:ea typeface="Roboto"/>
                    <a:cs typeface="Roboto"/>
                    <a:sym typeface="Roboto"/>
                  </a:rPr>
                  <a:t>Iceberg Replication</a:t>
                </a:r>
                <a:endParaRPr sz="800" b="1" kern="0" dirty="0">
                  <a:solidFill>
                    <a:srgbClr val="00A3A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3" name="Google Shape;1801;g27ea198d36a_0_6581">
              <a:extLst>
                <a:ext uri="{FF2B5EF4-FFF2-40B4-BE49-F238E27FC236}">
                  <a16:creationId xmlns:a16="http://schemas.microsoft.com/office/drawing/2014/main" id="{7D09225D-CABA-118A-EAC5-A63ED8B9D6F3}"/>
                </a:ext>
              </a:extLst>
            </p:cNvPr>
            <p:cNvSpPr txBox="1"/>
            <p:nvPr/>
          </p:nvSpPr>
          <p:spPr>
            <a:xfrm>
              <a:off x="7698727" y="4410469"/>
              <a:ext cx="1170900" cy="17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r>
                <a:rPr lang="en" sz="700" kern="0">
                  <a:solidFill>
                    <a:srgbClr val="828282"/>
                  </a:solidFill>
                  <a:latin typeface="Roboto"/>
                  <a:ea typeface="Roboto"/>
                  <a:cs typeface="Roboto"/>
                  <a:sym typeface="Roboto"/>
                </a:rPr>
                <a:t>*Coming in next release</a:t>
              </a:r>
              <a:endParaRPr sz="700" kern="0">
                <a:solidFill>
                  <a:srgbClr val="82828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643EE4B-D9AF-DA54-6203-E810B71ED4D3}"/>
              </a:ext>
            </a:extLst>
          </p:cNvPr>
          <p:cNvSpPr/>
          <p:nvPr/>
        </p:nvSpPr>
        <p:spPr>
          <a:xfrm>
            <a:off x="348404" y="1300977"/>
            <a:ext cx="2913178" cy="15444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D9D72DF-84ED-B9E7-201F-5EE946E9017C}"/>
              </a:ext>
            </a:extLst>
          </p:cNvPr>
          <p:cNvSpPr/>
          <p:nvPr/>
        </p:nvSpPr>
        <p:spPr>
          <a:xfrm>
            <a:off x="351870" y="2928980"/>
            <a:ext cx="2913178" cy="154445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2032677-F02A-CCF2-E717-3090B73AAC6B}"/>
              </a:ext>
            </a:extLst>
          </p:cNvPr>
          <p:cNvSpPr/>
          <p:nvPr/>
        </p:nvSpPr>
        <p:spPr>
          <a:xfrm>
            <a:off x="5666186" y="1313179"/>
            <a:ext cx="2913178" cy="1544454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B1D14CF-6FAD-5C26-192B-723CFFC30CF4}"/>
              </a:ext>
            </a:extLst>
          </p:cNvPr>
          <p:cNvSpPr/>
          <p:nvPr/>
        </p:nvSpPr>
        <p:spPr>
          <a:xfrm>
            <a:off x="5675767" y="2931542"/>
            <a:ext cx="2913178" cy="15444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898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5" grpId="0" animBg="1"/>
      <p:bldP spid="116" grpId="0" animBg="1"/>
      <p:bldP spid="1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sp>
        <p:nvSpPr>
          <p:cNvPr id="2" name="Google Shape;1836;g27ea198d36a_0_6956">
            <a:extLst>
              <a:ext uri="{FF2B5EF4-FFF2-40B4-BE49-F238E27FC236}">
                <a16:creationId xmlns:a16="http://schemas.microsoft.com/office/drawing/2014/main" id="{50E0D205-4A25-A98D-A0DB-38D856BC6CE4}"/>
              </a:ext>
            </a:extLst>
          </p:cNvPr>
          <p:cNvSpPr txBox="1">
            <a:spLocks/>
          </p:cNvSpPr>
          <p:nvPr/>
        </p:nvSpPr>
        <p:spPr>
          <a:xfrm>
            <a:off x="678517" y="387637"/>
            <a:ext cx="83058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None/>
              <a:defRPr sz="2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05868"/>
              </a:buClr>
              <a:buSzPts val="2200"/>
              <a:buFont typeface="Lato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RELEASE KEY FEATURES </a:t>
            </a:r>
          </a:p>
        </p:txBody>
      </p:sp>
      <p:sp>
        <p:nvSpPr>
          <p:cNvPr id="3" name="Google Shape;1837;g27ea198d36a_0_6956">
            <a:extLst>
              <a:ext uri="{FF2B5EF4-FFF2-40B4-BE49-F238E27FC236}">
                <a16:creationId xmlns:a16="http://schemas.microsoft.com/office/drawing/2014/main" id="{B294E34E-7CB0-4F4E-3980-9873DB773C25}"/>
              </a:ext>
            </a:extLst>
          </p:cNvPr>
          <p:cNvSpPr txBox="1">
            <a:spLocks/>
          </p:cNvSpPr>
          <p:nvPr/>
        </p:nvSpPr>
        <p:spPr>
          <a:xfrm>
            <a:off x="678517" y="753397"/>
            <a:ext cx="83058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BFBFBF"/>
              </a:buClr>
              <a:buSzPts val="1280"/>
              <a:buFont typeface="Arial"/>
              <a:buNone/>
              <a:defRPr sz="1600" b="0" i="0" u="none" strike="noStrike" cap="non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BFBFBF"/>
              </a:buClr>
              <a:buSzPts val="1280"/>
              <a:buFont typeface="Roboto"/>
              <a:buNone/>
              <a:defRPr sz="16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28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280"/>
              <a:buFont typeface="Roboto"/>
              <a:buNone/>
              <a:defRPr sz="16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280"/>
              <a:buFont typeface="Arial"/>
              <a:buNone/>
              <a:defRPr sz="16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BFBFBF"/>
              </a:buClr>
              <a:buSzPts val="128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A3A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Unblock account breakers</a:t>
            </a:r>
          </a:p>
        </p:txBody>
      </p:sp>
      <p:grpSp>
        <p:nvGrpSpPr>
          <p:cNvPr id="4" name="Google Shape;1838;g27ea198d36a_0_6956">
            <a:extLst>
              <a:ext uri="{FF2B5EF4-FFF2-40B4-BE49-F238E27FC236}">
                <a16:creationId xmlns:a16="http://schemas.microsoft.com/office/drawing/2014/main" id="{4FF62835-EFBF-664B-29FA-B35DEA184A7C}"/>
              </a:ext>
            </a:extLst>
          </p:cNvPr>
          <p:cNvGrpSpPr/>
          <p:nvPr/>
        </p:nvGrpSpPr>
        <p:grpSpPr>
          <a:xfrm>
            <a:off x="415954" y="3828296"/>
            <a:ext cx="1044300" cy="788941"/>
            <a:chOff x="263637" y="1298684"/>
            <a:chExt cx="1044300" cy="788941"/>
          </a:xfrm>
        </p:grpSpPr>
        <p:grpSp>
          <p:nvGrpSpPr>
            <p:cNvPr id="5" name="Google Shape;1839;g27ea198d36a_0_6956">
              <a:extLst>
                <a:ext uri="{FF2B5EF4-FFF2-40B4-BE49-F238E27FC236}">
                  <a16:creationId xmlns:a16="http://schemas.microsoft.com/office/drawing/2014/main" id="{C4F66349-580E-F62A-78D5-651B18E44E49}"/>
                </a:ext>
              </a:extLst>
            </p:cNvPr>
            <p:cNvGrpSpPr/>
            <p:nvPr/>
          </p:nvGrpSpPr>
          <p:grpSpPr>
            <a:xfrm>
              <a:off x="595287" y="1298684"/>
              <a:ext cx="381001" cy="381000"/>
              <a:chOff x="6671944" y="2011045"/>
              <a:chExt cx="508002" cy="508000"/>
            </a:xfrm>
          </p:grpSpPr>
          <p:sp>
            <p:nvSpPr>
              <p:cNvPr id="8" name="Google Shape;1840;g27ea198d36a_0_6956">
                <a:extLst>
                  <a:ext uri="{FF2B5EF4-FFF2-40B4-BE49-F238E27FC236}">
                    <a16:creationId xmlns:a16="http://schemas.microsoft.com/office/drawing/2014/main" id="{6F925DD2-4783-F5ED-C856-7B6E9B262B15}"/>
                  </a:ext>
                </a:extLst>
              </p:cNvPr>
              <p:cNvSpPr/>
              <p:nvPr/>
            </p:nvSpPr>
            <p:spPr>
              <a:xfrm>
                <a:off x="6671944" y="24428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1841;g27ea198d36a_0_6956">
                <a:extLst>
                  <a:ext uri="{FF2B5EF4-FFF2-40B4-BE49-F238E27FC236}">
                    <a16:creationId xmlns:a16="http://schemas.microsoft.com/office/drawing/2014/main" id="{E19CC901-7A45-47D6-B408-853650B28143}"/>
                  </a:ext>
                </a:extLst>
              </p:cNvPr>
              <p:cNvSpPr/>
              <p:nvPr/>
            </p:nvSpPr>
            <p:spPr>
              <a:xfrm>
                <a:off x="6964044" y="24428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1842;g27ea198d36a_0_6956">
                <a:extLst>
                  <a:ext uri="{FF2B5EF4-FFF2-40B4-BE49-F238E27FC236}">
                    <a16:creationId xmlns:a16="http://schemas.microsoft.com/office/drawing/2014/main" id="{54E16A2F-AC8E-00DC-DCD1-D7FCB331338B}"/>
                  </a:ext>
                </a:extLst>
              </p:cNvPr>
              <p:cNvSpPr/>
              <p:nvPr/>
            </p:nvSpPr>
            <p:spPr>
              <a:xfrm>
                <a:off x="6964044" y="21507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1843;g27ea198d36a_0_6956">
                <a:extLst>
                  <a:ext uri="{FF2B5EF4-FFF2-40B4-BE49-F238E27FC236}">
                    <a16:creationId xmlns:a16="http://schemas.microsoft.com/office/drawing/2014/main" id="{DA973F35-5279-7DF2-862B-12E915E2C316}"/>
                  </a:ext>
                </a:extLst>
              </p:cNvPr>
              <p:cNvSpPr/>
              <p:nvPr/>
            </p:nvSpPr>
            <p:spPr>
              <a:xfrm>
                <a:off x="6671944" y="21507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844;g27ea198d36a_0_6956">
                <a:extLst>
                  <a:ext uri="{FF2B5EF4-FFF2-40B4-BE49-F238E27FC236}">
                    <a16:creationId xmlns:a16="http://schemas.microsoft.com/office/drawing/2014/main" id="{008B13FD-0B29-D5C0-00B5-A194956044F1}"/>
                  </a:ext>
                </a:extLst>
              </p:cNvPr>
              <p:cNvSpPr/>
              <p:nvPr/>
            </p:nvSpPr>
            <p:spPr>
              <a:xfrm>
                <a:off x="6811645" y="23031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845;g27ea198d36a_0_6956">
                <a:extLst>
                  <a:ext uri="{FF2B5EF4-FFF2-40B4-BE49-F238E27FC236}">
                    <a16:creationId xmlns:a16="http://schemas.microsoft.com/office/drawing/2014/main" id="{207FA8F3-2922-3564-3297-15275AF43657}"/>
                  </a:ext>
                </a:extLst>
              </p:cNvPr>
              <p:cNvSpPr/>
              <p:nvPr/>
            </p:nvSpPr>
            <p:spPr>
              <a:xfrm>
                <a:off x="7103745" y="23031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846;g27ea198d36a_0_6956">
                <a:extLst>
                  <a:ext uri="{FF2B5EF4-FFF2-40B4-BE49-F238E27FC236}">
                    <a16:creationId xmlns:a16="http://schemas.microsoft.com/office/drawing/2014/main" id="{F05E6A4C-9D19-499A-2676-676C16DB0268}"/>
                  </a:ext>
                </a:extLst>
              </p:cNvPr>
              <p:cNvSpPr/>
              <p:nvPr/>
            </p:nvSpPr>
            <p:spPr>
              <a:xfrm>
                <a:off x="7103745" y="20110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847;g27ea198d36a_0_6956">
                <a:extLst>
                  <a:ext uri="{FF2B5EF4-FFF2-40B4-BE49-F238E27FC236}">
                    <a16:creationId xmlns:a16="http://schemas.microsoft.com/office/drawing/2014/main" id="{99A95341-6CF9-8F5C-5F23-834D62F5C1BC}"/>
                  </a:ext>
                </a:extLst>
              </p:cNvPr>
              <p:cNvSpPr/>
              <p:nvPr/>
            </p:nvSpPr>
            <p:spPr>
              <a:xfrm>
                <a:off x="6811645" y="201104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 extrusionOk="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848;g27ea198d36a_0_6956">
                <a:extLst>
                  <a:ext uri="{FF2B5EF4-FFF2-40B4-BE49-F238E27FC236}">
                    <a16:creationId xmlns:a16="http://schemas.microsoft.com/office/drawing/2014/main" id="{517AF7EA-439E-6B0A-2378-9EBEF7505952}"/>
                  </a:ext>
                </a:extLst>
              </p:cNvPr>
              <p:cNvSpPr/>
              <p:nvPr/>
            </p:nvSpPr>
            <p:spPr>
              <a:xfrm>
                <a:off x="6703695" y="2222500"/>
                <a:ext cx="12700" cy="233044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233044" extrusionOk="0">
                    <a:moveTo>
                      <a:pt x="0" y="0"/>
                    </a:moveTo>
                    <a:lnTo>
                      <a:pt x="12700" y="0"/>
                    </a:lnTo>
                    <a:lnTo>
                      <a:pt x="12700" y="233045"/>
                    </a:lnTo>
                    <a:lnTo>
                      <a:pt x="0" y="23304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849;g27ea198d36a_0_6956">
                <a:extLst>
                  <a:ext uri="{FF2B5EF4-FFF2-40B4-BE49-F238E27FC236}">
                    <a16:creationId xmlns:a16="http://schemas.microsoft.com/office/drawing/2014/main" id="{6391BE85-075D-4D20-07CB-E5DCCE07E802}"/>
                  </a:ext>
                </a:extLst>
              </p:cNvPr>
              <p:cNvSpPr/>
              <p:nvPr/>
            </p:nvSpPr>
            <p:spPr>
              <a:xfrm>
                <a:off x="6735445" y="2474595"/>
                <a:ext cx="2413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41300" h="12700" extrusionOk="0">
                    <a:moveTo>
                      <a:pt x="0" y="0"/>
                    </a:moveTo>
                    <a:lnTo>
                      <a:pt x="241300" y="0"/>
                    </a:lnTo>
                    <a:lnTo>
                      <a:pt x="2413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50;g27ea198d36a_0_6956">
                <a:extLst>
                  <a:ext uri="{FF2B5EF4-FFF2-40B4-BE49-F238E27FC236}">
                    <a16:creationId xmlns:a16="http://schemas.microsoft.com/office/drawing/2014/main" id="{83D727AB-BA95-0B9B-0C39-FFAA4A26C4D3}"/>
                  </a:ext>
                </a:extLst>
              </p:cNvPr>
              <p:cNvSpPr/>
              <p:nvPr/>
            </p:nvSpPr>
            <p:spPr>
              <a:xfrm>
                <a:off x="6995795" y="2214245"/>
                <a:ext cx="12700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241300" extrusionOk="0">
                    <a:moveTo>
                      <a:pt x="0" y="0"/>
                    </a:moveTo>
                    <a:lnTo>
                      <a:pt x="12700" y="0"/>
                    </a:lnTo>
                    <a:lnTo>
                      <a:pt x="12700" y="241300"/>
                    </a:lnTo>
                    <a:lnTo>
                      <a:pt x="0" y="2413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851;g27ea198d36a_0_6956">
                <a:extLst>
                  <a:ext uri="{FF2B5EF4-FFF2-40B4-BE49-F238E27FC236}">
                    <a16:creationId xmlns:a16="http://schemas.microsoft.com/office/drawing/2014/main" id="{A463273B-0402-4975-5A33-3C015C523D03}"/>
                  </a:ext>
                </a:extLst>
              </p:cNvPr>
              <p:cNvSpPr/>
              <p:nvPr/>
            </p:nvSpPr>
            <p:spPr>
              <a:xfrm>
                <a:off x="6741159" y="2182495"/>
                <a:ext cx="23495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34950" h="12700" extrusionOk="0">
                    <a:moveTo>
                      <a:pt x="0" y="0"/>
                    </a:moveTo>
                    <a:lnTo>
                      <a:pt x="234950" y="0"/>
                    </a:lnTo>
                    <a:lnTo>
                      <a:pt x="23495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852;g27ea198d36a_0_6956">
                <a:extLst>
                  <a:ext uri="{FF2B5EF4-FFF2-40B4-BE49-F238E27FC236}">
                    <a16:creationId xmlns:a16="http://schemas.microsoft.com/office/drawing/2014/main" id="{3D9AEF8A-2C01-CCAE-ACB9-CEB02A8AE72D}"/>
                  </a:ext>
                </a:extLst>
              </p:cNvPr>
              <p:cNvSpPr/>
              <p:nvPr/>
            </p:nvSpPr>
            <p:spPr>
              <a:xfrm>
                <a:off x="6843394" y="2042795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 extrusionOk="0">
                    <a:moveTo>
                      <a:pt x="266700" y="304800"/>
                    </a:moveTo>
                    <a:lnTo>
                      <a:pt x="0" y="304800"/>
                    </a:lnTo>
                    <a:lnTo>
                      <a:pt x="0" y="0"/>
                    </a:lnTo>
                    <a:lnTo>
                      <a:pt x="304800" y="0"/>
                    </a:lnTo>
                    <a:lnTo>
                      <a:pt x="304800" y="264795"/>
                    </a:lnTo>
                    <a:lnTo>
                      <a:pt x="292100" y="264795"/>
                    </a:lnTo>
                    <a:lnTo>
                      <a:pt x="292100" y="12700"/>
                    </a:lnTo>
                    <a:lnTo>
                      <a:pt x="12700" y="12700"/>
                    </a:lnTo>
                    <a:lnTo>
                      <a:pt x="12700" y="292100"/>
                    </a:lnTo>
                    <a:lnTo>
                      <a:pt x="266700" y="2921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" name="Google Shape;1853;g27ea198d36a_0_6956">
              <a:extLst>
                <a:ext uri="{FF2B5EF4-FFF2-40B4-BE49-F238E27FC236}">
                  <a16:creationId xmlns:a16="http://schemas.microsoft.com/office/drawing/2014/main" id="{9EDFC41D-72B1-1C11-3FF1-1034BAF17B92}"/>
                </a:ext>
              </a:extLst>
            </p:cNvPr>
            <p:cNvSpPr txBox="1"/>
            <p:nvPr/>
          </p:nvSpPr>
          <p:spPr>
            <a:xfrm>
              <a:off x="263637" y="1727325"/>
              <a:ext cx="1044300" cy="3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Replication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Manager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" name="Google Shape;1854;g27ea198d36a_0_6956">
            <a:extLst>
              <a:ext uri="{FF2B5EF4-FFF2-40B4-BE49-F238E27FC236}">
                <a16:creationId xmlns:a16="http://schemas.microsoft.com/office/drawing/2014/main" id="{B25B27B4-BA5D-1B7C-646D-F09D3BEA45A2}"/>
              </a:ext>
            </a:extLst>
          </p:cNvPr>
          <p:cNvSpPr txBox="1"/>
          <p:nvPr/>
        </p:nvSpPr>
        <p:spPr>
          <a:xfrm>
            <a:off x="1641892" y="3888237"/>
            <a:ext cx="2619900" cy="7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rgbClr val="305868"/>
              </a:buClr>
              <a:buSzPts val="1200"/>
              <a:buFont typeface="Lato"/>
              <a:buNone/>
            </a:pPr>
            <a:r>
              <a:rPr lang="en" sz="1200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Iceberg Replication</a:t>
            </a:r>
            <a:endParaRPr sz="1200" kern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305868"/>
              </a:buClr>
              <a:buSzPts val="1200"/>
              <a:buFont typeface="Lato"/>
              <a:buNone/>
            </a:pPr>
            <a:r>
              <a:rPr lang="en" sz="1200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Ozone Incremental Replication</a:t>
            </a:r>
            <a:endParaRPr sz="1200" kern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305868"/>
              </a:buClr>
              <a:buSzPts val="1200"/>
              <a:buFont typeface="Lato"/>
              <a:buNone/>
            </a:pPr>
            <a:r>
              <a:rPr lang="en" sz="1200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Ozone Snapshot Policies</a:t>
            </a:r>
            <a:endParaRPr sz="1200" kern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305868"/>
              </a:buClr>
              <a:buSzPts val="1200"/>
              <a:buFont typeface="Lato"/>
              <a:buNone/>
            </a:pPr>
            <a:r>
              <a:rPr lang="en" sz="1200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Ranger Replication</a:t>
            </a:r>
            <a:endParaRPr sz="1200" kern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" name="Google Shape;1855;g27ea198d36a_0_6956">
            <a:extLst>
              <a:ext uri="{FF2B5EF4-FFF2-40B4-BE49-F238E27FC236}">
                <a16:creationId xmlns:a16="http://schemas.microsoft.com/office/drawing/2014/main" id="{DDA75DD7-BE8D-A870-338D-998BBDE23BFD}"/>
              </a:ext>
            </a:extLst>
          </p:cNvPr>
          <p:cNvGrpSpPr/>
          <p:nvPr/>
        </p:nvGrpSpPr>
        <p:grpSpPr>
          <a:xfrm>
            <a:off x="415954" y="2061622"/>
            <a:ext cx="985800" cy="664865"/>
            <a:chOff x="292887" y="3841985"/>
            <a:chExt cx="985800" cy="664865"/>
          </a:xfrm>
        </p:grpSpPr>
        <p:sp>
          <p:nvSpPr>
            <p:cNvPr id="23" name="Google Shape;1856;g27ea198d36a_0_6956">
              <a:extLst>
                <a:ext uri="{FF2B5EF4-FFF2-40B4-BE49-F238E27FC236}">
                  <a16:creationId xmlns:a16="http://schemas.microsoft.com/office/drawing/2014/main" id="{5CE8D521-3338-E772-2DDB-0F83C21E33DE}"/>
                </a:ext>
              </a:extLst>
            </p:cNvPr>
            <p:cNvSpPr/>
            <p:nvPr/>
          </p:nvSpPr>
          <p:spPr>
            <a:xfrm>
              <a:off x="583343" y="3841985"/>
              <a:ext cx="404890" cy="405765"/>
            </a:xfrm>
            <a:custGeom>
              <a:avLst/>
              <a:gdLst/>
              <a:ahLst/>
              <a:cxnLst/>
              <a:rect l="l" t="t" r="r" b="b"/>
              <a:pathLst>
                <a:path w="539853" h="541020" extrusionOk="0">
                  <a:moveTo>
                    <a:pt x="487045" y="325755"/>
                  </a:moveTo>
                  <a:cubicBezTo>
                    <a:pt x="476250" y="325755"/>
                    <a:pt x="466090" y="328930"/>
                    <a:pt x="457835" y="334645"/>
                  </a:cubicBezTo>
                  <a:lnTo>
                    <a:pt x="353695" y="210820"/>
                  </a:lnTo>
                  <a:cubicBezTo>
                    <a:pt x="377190" y="188595"/>
                    <a:pt x="392430" y="156845"/>
                    <a:pt x="392430" y="121920"/>
                  </a:cubicBezTo>
                  <a:cubicBezTo>
                    <a:pt x="392430" y="54610"/>
                    <a:pt x="337820" y="0"/>
                    <a:pt x="270510" y="0"/>
                  </a:cubicBezTo>
                  <a:cubicBezTo>
                    <a:pt x="203200" y="0"/>
                    <a:pt x="148590" y="54610"/>
                    <a:pt x="148590" y="121920"/>
                  </a:cubicBezTo>
                  <a:cubicBezTo>
                    <a:pt x="148590" y="156845"/>
                    <a:pt x="163195" y="188595"/>
                    <a:pt x="187325" y="210820"/>
                  </a:cubicBezTo>
                  <a:lnTo>
                    <a:pt x="83185" y="334645"/>
                  </a:lnTo>
                  <a:cubicBezTo>
                    <a:pt x="74930" y="328930"/>
                    <a:pt x="64770" y="325755"/>
                    <a:pt x="53975" y="325755"/>
                  </a:cubicBezTo>
                  <a:cubicBezTo>
                    <a:pt x="24130" y="325755"/>
                    <a:pt x="0" y="349885"/>
                    <a:pt x="0" y="379730"/>
                  </a:cubicBezTo>
                  <a:cubicBezTo>
                    <a:pt x="0" y="409575"/>
                    <a:pt x="24130" y="433705"/>
                    <a:pt x="53975" y="433705"/>
                  </a:cubicBezTo>
                  <a:cubicBezTo>
                    <a:pt x="83820" y="433705"/>
                    <a:pt x="107950" y="409575"/>
                    <a:pt x="107950" y="379730"/>
                  </a:cubicBezTo>
                  <a:cubicBezTo>
                    <a:pt x="107950" y="365760"/>
                    <a:pt x="102235" y="352425"/>
                    <a:pt x="93345" y="342900"/>
                  </a:cubicBezTo>
                  <a:lnTo>
                    <a:pt x="197485" y="219075"/>
                  </a:lnTo>
                  <a:cubicBezTo>
                    <a:pt x="205105" y="224790"/>
                    <a:pt x="213360" y="229870"/>
                    <a:pt x="222250" y="233680"/>
                  </a:cubicBezTo>
                  <a:lnTo>
                    <a:pt x="149225" y="434340"/>
                  </a:lnTo>
                  <a:cubicBezTo>
                    <a:pt x="145415" y="433705"/>
                    <a:pt x="141605" y="433070"/>
                    <a:pt x="137160" y="433070"/>
                  </a:cubicBezTo>
                  <a:cubicBezTo>
                    <a:pt x="107315" y="433070"/>
                    <a:pt x="83185" y="457200"/>
                    <a:pt x="83185" y="487045"/>
                  </a:cubicBezTo>
                  <a:cubicBezTo>
                    <a:pt x="83185" y="516890"/>
                    <a:pt x="107315" y="541020"/>
                    <a:pt x="137160" y="541020"/>
                  </a:cubicBezTo>
                  <a:cubicBezTo>
                    <a:pt x="167005" y="541020"/>
                    <a:pt x="191135" y="516890"/>
                    <a:pt x="191135" y="487045"/>
                  </a:cubicBezTo>
                  <a:cubicBezTo>
                    <a:pt x="191135" y="466090"/>
                    <a:pt x="179070" y="447675"/>
                    <a:pt x="161925" y="438785"/>
                  </a:cubicBezTo>
                  <a:lnTo>
                    <a:pt x="234950" y="238125"/>
                  </a:lnTo>
                  <a:cubicBezTo>
                    <a:pt x="243840" y="240665"/>
                    <a:pt x="253365" y="242570"/>
                    <a:pt x="263525" y="243205"/>
                  </a:cubicBezTo>
                  <a:lnTo>
                    <a:pt x="263525" y="356870"/>
                  </a:lnTo>
                  <a:cubicBezTo>
                    <a:pt x="236855" y="360045"/>
                    <a:pt x="215900" y="382905"/>
                    <a:pt x="215900" y="410210"/>
                  </a:cubicBezTo>
                  <a:cubicBezTo>
                    <a:pt x="215900" y="440055"/>
                    <a:pt x="240030" y="464185"/>
                    <a:pt x="269875" y="464185"/>
                  </a:cubicBezTo>
                  <a:cubicBezTo>
                    <a:pt x="299720" y="464185"/>
                    <a:pt x="323850" y="440055"/>
                    <a:pt x="323850" y="410210"/>
                  </a:cubicBezTo>
                  <a:cubicBezTo>
                    <a:pt x="323850" y="382905"/>
                    <a:pt x="302895" y="360045"/>
                    <a:pt x="276225" y="356870"/>
                  </a:cubicBezTo>
                  <a:lnTo>
                    <a:pt x="276225" y="243205"/>
                  </a:lnTo>
                  <a:cubicBezTo>
                    <a:pt x="285750" y="242570"/>
                    <a:pt x="295910" y="241300"/>
                    <a:pt x="304800" y="238125"/>
                  </a:cubicBezTo>
                  <a:lnTo>
                    <a:pt x="377825" y="438785"/>
                  </a:lnTo>
                  <a:cubicBezTo>
                    <a:pt x="360680" y="447675"/>
                    <a:pt x="348615" y="466090"/>
                    <a:pt x="348615" y="487045"/>
                  </a:cubicBezTo>
                  <a:cubicBezTo>
                    <a:pt x="348615" y="516890"/>
                    <a:pt x="372745" y="541020"/>
                    <a:pt x="402590" y="541020"/>
                  </a:cubicBezTo>
                  <a:cubicBezTo>
                    <a:pt x="432435" y="541020"/>
                    <a:pt x="456565" y="516890"/>
                    <a:pt x="456565" y="487045"/>
                  </a:cubicBezTo>
                  <a:cubicBezTo>
                    <a:pt x="456565" y="457200"/>
                    <a:pt x="432435" y="433070"/>
                    <a:pt x="402590" y="433070"/>
                  </a:cubicBezTo>
                  <a:cubicBezTo>
                    <a:pt x="398780" y="433070"/>
                    <a:pt x="394335" y="433705"/>
                    <a:pt x="390525" y="434340"/>
                  </a:cubicBezTo>
                  <a:lnTo>
                    <a:pt x="317500" y="233680"/>
                  </a:lnTo>
                  <a:cubicBezTo>
                    <a:pt x="326390" y="229870"/>
                    <a:pt x="334645" y="224790"/>
                    <a:pt x="342265" y="219075"/>
                  </a:cubicBezTo>
                  <a:lnTo>
                    <a:pt x="446405" y="342900"/>
                  </a:lnTo>
                  <a:cubicBezTo>
                    <a:pt x="437515" y="352425"/>
                    <a:pt x="431800" y="365125"/>
                    <a:pt x="431800" y="379730"/>
                  </a:cubicBezTo>
                  <a:cubicBezTo>
                    <a:pt x="431800" y="409575"/>
                    <a:pt x="455930" y="433705"/>
                    <a:pt x="485775" y="433705"/>
                  </a:cubicBezTo>
                  <a:cubicBezTo>
                    <a:pt x="515620" y="433705"/>
                    <a:pt x="539750" y="409575"/>
                    <a:pt x="539750" y="379730"/>
                  </a:cubicBezTo>
                  <a:cubicBezTo>
                    <a:pt x="541655" y="349885"/>
                    <a:pt x="516890" y="325755"/>
                    <a:pt x="487045" y="325755"/>
                  </a:cubicBezTo>
                  <a:close/>
                  <a:moveTo>
                    <a:pt x="54610" y="420370"/>
                  </a:moveTo>
                  <a:cubicBezTo>
                    <a:pt x="32385" y="420370"/>
                    <a:pt x="13970" y="401955"/>
                    <a:pt x="13970" y="379730"/>
                  </a:cubicBezTo>
                  <a:cubicBezTo>
                    <a:pt x="13970" y="357505"/>
                    <a:pt x="32385" y="339090"/>
                    <a:pt x="54610" y="339090"/>
                  </a:cubicBezTo>
                  <a:cubicBezTo>
                    <a:pt x="76835" y="339090"/>
                    <a:pt x="95250" y="357505"/>
                    <a:pt x="95250" y="379730"/>
                  </a:cubicBezTo>
                  <a:cubicBezTo>
                    <a:pt x="95250" y="401955"/>
                    <a:pt x="76835" y="420370"/>
                    <a:pt x="54610" y="420370"/>
                  </a:cubicBezTo>
                  <a:close/>
                  <a:moveTo>
                    <a:pt x="444500" y="487045"/>
                  </a:moveTo>
                  <a:cubicBezTo>
                    <a:pt x="444500" y="509270"/>
                    <a:pt x="426085" y="527685"/>
                    <a:pt x="403860" y="527685"/>
                  </a:cubicBezTo>
                  <a:cubicBezTo>
                    <a:pt x="381635" y="527685"/>
                    <a:pt x="363220" y="509270"/>
                    <a:pt x="363220" y="487045"/>
                  </a:cubicBezTo>
                  <a:cubicBezTo>
                    <a:pt x="363220" y="464820"/>
                    <a:pt x="381635" y="446405"/>
                    <a:pt x="403860" y="446405"/>
                  </a:cubicBezTo>
                  <a:cubicBezTo>
                    <a:pt x="426085" y="446405"/>
                    <a:pt x="444500" y="464820"/>
                    <a:pt x="444500" y="487045"/>
                  </a:cubicBezTo>
                  <a:close/>
                  <a:moveTo>
                    <a:pt x="162560" y="121920"/>
                  </a:moveTo>
                  <a:cubicBezTo>
                    <a:pt x="162560" y="62230"/>
                    <a:pt x="210820" y="13970"/>
                    <a:pt x="270510" y="13970"/>
                  </a:cubicBezTo>
                  <a:cubicBezTo>
                    <a:pt x="330200" y="13970"/>
                    <a:pt x="378460" y="62230"/>
                    <a:pt x="378460" y="121920"/>
                  </a:cubicBezTo>
                  <a:cubicBezTo>
                    <a:pt x="378460" y="181610"/>
                    <a:pt x="330200" y="229870"/>
                    <a:pt x="270510" y="229870"/>
                  </a:cubicBezTo>
                  <a:cubicBezTo>
                    <a:pt x="210820" y="229870"/>
                    <a:pt x="162560" y="181610"/>
                    <a:pt x="162560" y="121920"/>
                  </a:cubicBezTo>
                  <a:close/>
                  <a:moveTo>
                    <a:pt x="311150" y="410845"/>
                  </a:moveTo>
                  <a:cubicBezTo>
                    <a:pt x="311150" y="433070"/>
                    <a:pt x="292735" y="451485"/>
                    <a:pt x="270510" y="451485"/>
                  </a:cubicBezTo>
                  <a:cubicBezTo>
                    <a:pt x="248285" y="451485"/>
                    <a:pt x="229870" y="433070"/>
                    <a:pt x="229870" y="410845"/>
                  </a:cubicBezTo>
                  <a:cubicBezTo>
                    <a:pt x="229870" y="388620"/>
                    <a:pt x="248285" y="370205"/>
                    <a:pt x="270510" y="370205"/>
                  </a:cubicBezTo>
                  <a:cubicBezTo>
                    <a:pt x="293370" y="370205"/>
                    <a:pt x="311150" y="387985"/>
                    <a:pt x="311150" y="410845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857;g27ea198d36a_0_6956">
              <a:extLst>
                <a:ext uri="{FF2B5EF4-FFF2-40B4-BE49-F238E27FC236}">
                  <a16:creationId xmlns:a16="http://schemas.microsoft.com/office/drawing/2014/main" id="{ACBBA75A-AFAD-208E-552F-9A82F68AA70B}"/>
                </a:ext>
              </a:extLst>
            </p:cNvPr>
            <p:cNvSpPr txBox="1"/>
            <p:nvPr/>
          </p:nvSpPr>
          <p:spPr>
            <a:xfrm>
              <a:off x="292887" y="4326850"/>
              <a:ext cx="9858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Governance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" name="Google Shape;1858;g27ea198d36a_0_6956">
            <a:extLst>
              <a:ext uri="{FF2B5EF4-FFF2-40B4-BE49-F238E27FC236}">
                <a16:creationId xmlns:a16="http://schemas.microsoft.com/office/drawing/2014/main" id="{445F393E-9098-2032-2B62-2CF8FB104099}"/>
              </a:ext>
            </a:extLst>
          </p:cNvPr>
          <p:cNvGrpSpPr/>
          <p:nvPr/>
        </p:nvGrpSpPr>
        <p:grpSpPr>
          <a:xfrm>
            <a:off x="386692" y="2852724"/>
            <a:ext cx="1044300" cy="890466"/>
            <a:chOff x="4178925" y="1271359"/>
            <a:chExt cx="1044300" cy="890466"/>
          </a:xfrm>
        </p:grpSpPr>
        <p:grpSp>
          <p:nvGrpSpPr>
            <p:cNvPr id="26" name="Google Shape;1859;g27ea198d36a_0_6956">
              <a:extLst>
                <a:ext uri="{FF2B5EF4-FFF2-40B4-BE49-F238E27FC236}">
                  <a16:creationId xmlns:a16="http://schemas.microsoft.com/office/drawing/2014/main" id="{6353B369-DDC1-CF15-BE5A-1044D4967970}"/>
                </a:ext>
              </a:extLst>
            </p:cNvPr>
            <p:cNvGrpSpPr/>
            <p:nvPr/>
          </p:nvGrpSpPr>
          <p:grpSpPr>
            <a:xfrm>
              <a:off x="4510575" y="1271359"/>
              <a:ext cx="381001" cy="381000"/>
              <a:chOff x="3247389" y="2011045"/>
              <a:chExt cx="508001" cy="508000"/>
            </a:xfrm>
          </p:grpSpPr>
          <p:sp>
            <p:nvSpPr>
              <p:cNvPr id="28" name="Google Shape;1860;g27ea198d36a_0_6956">
                <a:extLst>
                  <a:ext uri="{FF2B5EF4-FFF2-40B4-BE49-F238E27FC236}">
                    <a16:creationId xmlns:a16="http://schemas.microsoft.com/office/drawing/2014/main" id="{81D7B62A-F3A0-FF66-48DA-087FE86B8920}"/>
                  </a:ext>
                </a:extLst>
              </p:cNvPr>
              <p:cNvSpPr/>
              <p:nvPr/>
            </p:nvSpPr>
            <p:spPr>
              <a:xfrm>
                <a:off x="3474720" y="20110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50800" y="25400"/>
                    </a:moveTo>
                    <a:cubicBezTo>
                      <a:pt x="50800" y="39428"/>
                      <a:pt x="39428" y="50800"/>
                      <a:pt x="25400" y="50800"/>
                    </a:cubicBezTo>
                    <a:cubicBezTo>
                      <a:pt x="11372" y="50800"/>
                      <a:pt x="0" y="39428"/>
                      <a:pt x="0" y="25400"/>
                    </a:cubicBezTo>
                    <a:cubicBezTo>
                      <a:pt x="0" y="11372"/>
                      <a:pt x="11372" y="0"/>
                      <a:pt x="25400" y="0"/>
                    </a:cubicBezTo>
                    <a:cubicBezTo>
                      <a:pt x="39428" y="0"/>
                      <a:pt x="50800" y="11372"/>
                      <a:pt x="50800" y="254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1861;g27ea198d36a_0_6956">
                <a:extLst>
                  <a:ext uri="{FF2B5EF4-FFF2-40B4-BE49-F238E27FC236}">
                    <a16:creationId xmlns:a16="http://schemas.microsoft.com/office/drawing/2014/main" id="{06CBD773-4BC9-14B9-7799-D9714C54DAAF}"/>
                  </a:ext>
                </a:extLst>
              </p:cNvPr>
              <p:cNvSpPr/>
              <p:nvPr/>
            </p:nvSpPr>
            <p:spPr>
              <a:xfrm>
                <a:off x="3704590" y="213169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862;g27ea198d36a_0_6956">
                <a:extLst>
                  <a:ext uri="{FF2B5EF4-FFF2-40B4-BE49-F238E27FC236}">
                    <a16:creationId xmlns:a16="http://schemas.microsoft.com/office/drawing/2014/main" id="{55E7CE5E-8ECB-F6BF-BF7E-C654B37B2670}"/>
                  </a:ext>
                </a:extLst>
              </p:cNvPr>
              <p:cNvSpPr/>
              <p:nvPr/>
            </p:nvSpPr>
            <p:spPr>
              <a:xfrm>
                <a:off x="3247389" y="213169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863;g27ea198d36a_0_6956">
                <a:extLst>
                  <a:ext uri="{FF2B5EF4-FFF2-40B4-BE49-F238E27FC236}">
                    <a16:creationId xmlns:a16="http://schemas.microsoft.com/office/drawing/2014/main" id="{9691B733-A708-1B12-D935-3CA3186027BD}"/>
                  </a:ext>
                </a:extLst>
              </p:cNvPr>
              <p:cNvSpPr/>
              <p:nvPr/>
            </p:nvSpPr>
            <p:spPr>
              <a:xfrm>
                <a:off x="3360420" y="21761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864;g27ea198d36a_0_6956">
                <a:extLst>
                  <a:ext uri="{FF2B5EF4-FFF2-40B4-BE49-F238E27FC236}">
                    <a16:creationId xmlns:a16="http://schemas.microsoft.com/office/drawing/2014/main" id="{E884F263-D737-B00C-7C41-39A46A0548CC}"/>
                  </a:ext>
                </a:extLst>
              </p:cNvPr>
              <p:cNvSpPr/>
              <p:nvPr/>
            </p:nvSpPr>
            <p:spPr>
              <a:xfrm>
                <a:off x="3360420" y="22650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50800" y="25400"/>
                    </a:moveTo>
                    <a:cubicBezTo>
                      <a:pt x="50800" y="39428"/>
                      <a:pt x="39428" y="50800"/>
                      <a:pt x="25400" y="50800"/>
                    </a:cubicBezTo>
                    <a:cubicBezTo>
                      <a:pt x="11372" y="50800"/>
                      <a:pt x="0" y="39428"/>
                      <a:pt x="0" y="25400"/>
                    </a:cubicBezTo>
                    <a:cubicBezTo>
                      <a:pt x="0" y="11372"/>
                      <a:pt x="11372" y="0"/>
                      <a:pt x="25400" y="0"/>
                    </a:cubicBezTo>
                    <a:cubicBezTo>
                      <a:pt x="39428" y="0"/>
                      <a:pt x="50800" y="11372"/>
                      <a:pt x="50800" y="254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865;g27ea198d36a_0_6956">
                <a:extLst>
                  <a:ext uri="{FF2B5EF4-FFF2-40B4-BE49-F238E27FC236}">
                    <a16:creationId xmlns:a16="http://schemas.microsoft.com/office/drawing/2014/main" id="{BA1E49C5-5291-2AFD-0134-AF0753EE2B12}"/>
                  </a:ext>
                </a:extLst>
              </p:cNvPr>
              <p:cNvSpPr/>
              <p:nvPr/>
            </p:nvSpPr>
            <p:spPr>
              <a:xfrm>
                <a:off x="3360420" y="23539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866;g27ea198d36a_0_6956">
                <a:extLst>
                  <a:ext uri="{FF2B5EF4-FFF2-40B4-BE49-F238E27FC236}">
                    <a16:creationId xmlns:a16="http://schemas.microsoft.com/office/drawing/2014/main" id="{1D26AB52-9655-9CDA-1A96-1531044A5050}"/>
                  </a:ext>
                </a:extLst>
              </p:cNvPr>
              <p:cNvSpPr/>
              <p:nvPr/>
            </p:nvSpPr>
            <p:spPr>
              <a:xfrm>
                <a:off x="3477259" y="22650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867;g27ea198d36a_0_6956">
                <a:extLst>
                  <a:ext uri="{FF2B5EF4-FFF2-40B4-BE49-F238E27FC236}">
                    <a16:creationId xmlns:a16="http://schemas.microsoft.com/office/drawing/2014/main" id="{F10D7199-7AEE-D1A9-3520-FBCBB90C9B37}"/>
                  </a:ext>
                </a:extLst>
              </p:cNvPr>
              <p:cNvSpPr/>
              <p:nvPr/>
            </p:nvSpPr>
            <p:spPr>
              <a:xfrm>
                <a:off x="3477260" y="23539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50800" y="25400"/>
                    </a:moveTo>
                    <a:cubicBezTo>
                      <a:pt x="50800" y="39428"/>
                      <a:pt x="39428" y="50800"/>
                      <a:pt x="25400" y="50800"/>
                    </a:cubicBezTo>
                    <a:cubicBezTo>
                      <a:pt x="11372" y="50800"/>
                      <a:pt x="0" y="39428"/>
                      <a:pt x="0" y="25400"/>
                    </a:cubicBezTo>
                    <a:cubicBezTo>
                      <a:pt x="0" y="11372"/>
                      <a:pt x="11372" y="0"/>
                      <a:pt x="25400" y="0"/>
                    </a:cubicBezTo>
                    <a:cubicBezTo>
                      <a:pt x="39428" y="0"/>
                      <a:pt x="50800" y="11372"/>
                      <a:pt x="50800" y="254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868;g27ea198d36a_0_6956">
                <a:extLst>
                  <a:ext uri="{FF2B5EF4-FFF2-40B4-BE49-F238E27FC236}">
                    <a16:creationId xmlns:a16="http://schemas.microsoft.com/office/drawing/2014/main" id="{82C518B8-4046-3469-826A-67D389F16FB3}"/>
                  </a:ext>
                </a:extLst>
              </p:cNvPr>
              <p:cNvSpPr/>
              <p:nvPr/>
            </p:nvSpPr>
            <p:spPr>
              <a:xfrm>
                <a:off x="3477259" y="24428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1869;g27ea198d36a_0_6956">
                <a:extLst>
                  <a:ext uri="{FF2B5EF4-FFF2-40B4-BE49-F238E27FC236}">
                    <a16:creationId xmlns:a16="http://schemas.microsoft.com/office/drawing/2014/main" id="{0C86AE6D-B807-FAEF-5D3E-7AA9B5D50AAC}"/>
                  </a:ext>
                </a:extLst>
              </p:cNvPr>
              <p:cNvSpPr/>
              <p:nvPr/>
            </p:nvSpPr>
            <p:spPr>
              <a:xfrm>
                <a:off x="3284854" y="2029460"/>
                <a:ext cx="431165" cy="125729"/>
              </a:xfrm>
              <a:custGeom>
                <a:avLst/>
                <a:gdLst/>
                <a:ahLst/>
                <a:cxnLst/>
                <a:rect l="l" t="t" r="r" b="b"/>
                <a:pathLst>
                  <a:path w="431165" h="125729" extrusionOk="0">
                    <a:moveTo>
                      <a:pt x="425450" y="125730"/>
                    </a:moveTo>
                    <a:lnTo>
                      <a:pt x="215265" y="13970"/>
                    </a:lnTo>
                    <a:lnTo>
                      <a:pt x="5715" y="125730"/>
                    </a:lnTo>
                    <a:lnTo>
                      <a:pt x="0" y="114935"/>
                    </a:lnTo>
                    <a:lnTo>
                      <a:pt x="215265" y="0"/>
                    </a:lnTo>
                    <a:lnTo>
                      <a:pt x="431165" y="1149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870;g27ea198d36a_0_6956">
                <a:extLst>
                  <a:ext uri="{FF2B5EF4-FFF2-40B4-BE49-F238E27FC236}">
                    <a16:creationId xmlns:a16="http://schemas.microsoft.com/office/drawing/2014/main" id="{FCB2A74E-5FE5-E914-4B3D-08BB0E0297A7}"/>
                  </a:ext>
                </a:extLst>
              </p:cNvPr>
              <p:cNvSpPr/>
              <p:nvPr/>
            </p:nvSpPr>
            <p:spPr>
              <a:xfrm>
                <a:off x="3328670" y="2150745"/>
                <a:ext cx="2286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9400" extrusionOk="0">
                    <a:moveTo>
                      <a:pt x="215900" y="12700"/>
                    </a:moveTo>
                    <a:lnTo>
                      <a:pt x="215900" y="95250"/>
                    </a:lnTo>
                    <a:lnTo>
                      <a:pt x="228600" y="9398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79400"/>
                    </a:lnTo>
                    <a:lnTo>
                      <a:pt x="120650" y="279400"/>
                    </a:lnTo>
                    <a:lnTo>
                      <a:pt x="120650" y="266700"/>
                    </a:lnTo>
                    <a:lnTo>
                      <a:pt x="12700" y="266700"/>
                    </a:lnTo>
                    <a:lnTo>
                      <a:pt x="12700" y="12700"/>
                    </a:lnTo>
                    <a:lnTo>
                      <a:pt x="215900" y="12700"/>
                    </a:lnTo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871;g27ea198d36a_0_6956">
                <a:extLst>
                  <a:ext uri="{FF2B5EF4-FFF2-40B4-BE49-F238E27FC236}">
                    <a16:creationId xmlns:a16="http://schemas.microsoft.com/office/drawing/2014/main" id="{4DB3FBE6-D1DD-1D6D-6777-BF78273A786A}"/>
                  </a:ext>
                </a:extLst>
              </p:cNvPr>
              <p:cNvSpPr/>
              <p:nvPr/>
            </p:nvSpPr>
            <p:spPr>
              <a:xfrm>
                <a:off x="3332479" y="2328545"/>
                <a:ext cx="220979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20979" h="12700" extrusionOk="0">
                    <a:moveTo>
                      <a:pt x="0" y="0"/>
                    </a:moveTo>
                    <a:lnTo>
                      <a:pt x="220980" y="0"/>
                    </a:lnTo>
                    <a:lnTo>
                      <a:pt x="22098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872;g27ea198d36a_0_6956">
                <a:extLst>
                  <a:ext uri="{FF2B5EF4-FFF2-40B4-BE49-F238E27FC236}">
                    <a16:creationId xmlns:a16="http://schemas.microsoft.com/office/drawing/2014/main" id="{AD68390F-87C0-E74E-D13A-92B1B8EC89A2}"/>
                  </a:ext>
                </a:extLst>
              </p:cNvPr>
              <p:cNvSpPr/>
              <p:nvPr/>
            </p:nvSpPr>
            <p:spPr>
              <a:xfrm>
                <a:off x="3332479" y="2239645"/>
                <a:ext cx="125729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5729" h="12700" extrusionOk="0">
                    <a:moveTo>
                      <a:pt x="0" y="0"/>
                    </a:moveTo>
                    <a:lnTo>
                      <a:pt x="125730" y="0"/>
                    </a:lnTo>
                    <a:lnTo>
                      <a:pt x="12573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873;g27ea198d36a_0_6956">
                <a:extLst>
                  <a:ext uri="{FF2B5EF4-FFF2-40B4-BE49-F238E27FC236}">
                    <a16:creationId xmlns:a16="http://schemas.microsoft.com/office/drawing/2014/main" id="{D4192B24-D801-84CD-E627-32F75C3D2587}"/>
                  </a:ext>
                </a:extLst>
              </p:cNvPr>
              <p:cNvSpPr/>
              <p:nvPr/>
            </p:nvSpPr>
            <p:spPr>
              <a:xfrm>
                <a:off x="3445509" y="2239645"/>
                <a:ext cx="2286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9400" extrusionOk="0">
                    <a:moveTo>
                      <a:pt x="215900" y="12700"/>
                    </a:moveTo>
                    <a:lnTo>
                      <a:pt x="215900" y="266700"/>
                    </a:lnTo>
                    <a:lnTo>
                      <a:pt x="12700" y="266700"/>
                    </a:lnTo>
                    <a:lnTo>
                      <a:pt x="12700" y="12700"/>
                    </a:lnTo>
                    <a:lnTo>
                      <a:pt x="215900" y="12700"/>
                    </a:lnTo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79400"/>
                    </a:lnTo>
                    <a:lnTo>
                      <a:pt x="228600" y="2794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874;g27ea198d36a_0_6956">
                <a:extLst>
                  <a:ext uri="{FF2B5EF4-FFF2-40B4-BE49-F238E27FC236}">
                    <a16:creationId xmlns:a16="http://schemas.microsoft.com/office/drawing/2014/main" id="{1596357C-431D-FEC5-9D31-35F8CFCE88CE}"/>
                  </a:ext>
                </a:extLst>
              </p:cNvPr>
              <p:cNvSpPr/>
              <p:nvPr/>
            </p:nvSpPr>
            <p:spPr>
              <a:xfrm>
                <a:off x="3449320" y="2417445"/>
                <a:ext cx="220979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20979" h="12700" extrusionOk="0">
                    <a:moveTo>
                      <a:pt x="0" y="0"/>
                    </a:moveTo>
                    <a:lnTo>
                      <a:pt x="220980" y="0"/>
                    </a:lnTo>
                    <a:lnTo>
                      <a:pt x="22098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875;g27ea198d36a_0_6956">
                <a:extLst>
                  <a:ext uri="{FF2B5EF4-FFF2-40B4-BE49-F238E27FC236}">
                    <a16:creationId xmlns:a16="http://schemas.microsoft.com/office/drawing/2014/main" id="{66414E0C-CB68-B718-2E3A-CE5F9FFABCAC}"/>
                  </a:ext>
                </a:extLst>
              </p:cNvPr>
              <p:cNvSpPr/>
              <p:nvPr/>
            </p:nvSpPr>
            <p:spPr>
              <a:xfrm>
                <a:off x="3449320" y="2328545"/>
                <a:ext cx="220979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20979" h="12700" extrusionOk="0">
                    <a:moveTo>
                      <a:pt x="0" y="0"/>
                    </a:moveTo>
                    <a:lnTo>
                      <a:pt x="220980" y="0"/>
                    </a:lnTo>
                    <a:lnTo>
                      <a:pt x="22098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" name="Google Shape;1876;g27ea198d36a_0_6956">
              <a:extLst>
                <a:ext uri="{FF2B5EF4-FFF2-40B4-BE49-F238E27FC236}">
                  <a16:creationId xmlns:a16="http://schemas.microsoft.com/office/drawing/2014/main" id="{168878B5-C7C3-5601-BAED-CD052E234818}"/>
                </a:ext>
              </a:extLst>
            </p:cNvPr>
            <p:cNvSpPr txBox="1"/>
            <p:nvPr/>
          </p:nvSpPr>
          <p:spPr>
            <a:xfrm>
              <a:off x="4178925" y="1801525"/>
              <a:ext cx="1044300" cy="3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Data Warehousing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4" name="Google Shape;1877;g27ea198d36a_0_6956">
            <a:extLst>
              <a:ext uri="{FF2B5EF4-FFF2-40B4-BE49-F238E27FC236}">
                <a16:creationId xmlns:a16="http://schemas.microsoft.com/office/drawing/2014/main" id="{5820E5E5-D10B-73FA-E535-3425559BEFBE}"/>
              </a:ext>
            </a:extLst>
          </p:cNvPr>
          <p:cNvSpPr txBox="1"/>
          <p:nvPr/>
        </p:nvSpPr>
        <p:spPr>
          <a:xfrm>
            <a:off x="1583392" y="2668587"/>
            <a:ext cx="3618900" cy="1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Impala catalogd: removing self-events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Impala: Graphical Performance Analysis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Impala : Intermediate Results Caching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HMS: Trino / Presto Connector / Certification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HIVE : HPL/SQL Support 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1878;g27ea198d36a_0_6956">
            <a:extLst>
              <a:ext uri="{FF2B5EF4-FFF2-40B4-BE49-F238E27FC236}">
                <a16:creationId xmlns:a16="http://schemas.microsoft.com/office/drawing/2014/main" id="{7F6214F5-6408-981A-64BB-E7B1B5782C60}"/>
              </a:ext>
            </a:extLst>
          </p:cNvPr>
          <p:cNvSpPr txBox="1"/>
          <p:nvPr/>
        </p:nvSpPr>
        <p:spPr>
          <a:xfrm>
            <a:off x="1545092" y="2208837"/>
            <a:ext cx="26592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Aging for audits in Atlas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Zero-downtime upgrades for Atlas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" name="Google Shape;1879;g27ea198d36a_0_6956">
            <a:extLst>
              <a:ext uri="{FF2B5EF4-FFF2-40B4-BE49-F238E27FC236}">
                <a16:creationId xmlns:a16="http://schemas.microsoft.com/office/drawing/2014/main" id="{432BDCBC-0A92-241C-9B94-CA354CB9F95F}"/>
              </a:ext>
            </a:extLst>
          </p:cNvPr>
          <p:cNvGrpSpPr/>
          <p:nvPr/>
        </p:nvGrpSpPr>
        <p:grpSpPr>
          <a:xfrm>
            <a:off x="707586" y="1119795"/>
            <a:ext cx="574694" cy="475177"/>
            <a:chOff x="4748012" y="3685660"/>
            <a:chExt cx="877530" cy="664862"/>
          </a:xfrm>
        </p:grpSpPr>
        <p:grpSp>
          <p:nvGrpSpPr>
            <p:cNvPr id="47" name="Google Shape;1880;g27ea198d36a_0_6956">
              <a:extLst>
                <a:ext uri="{FF2B5EF4-FFF2-40B4-BE49-F238E27FC236}">
                  <a16:creationId xmlns:a16="http://schemas.microsoft.com/office/drawing/2014/main" id="{8C6B316C-707F-3EB4-5CB6-E9DD21AA72ED}"/>
                </a:ext>
              </a:extLst>
            </p:cNvPr>
            <p:cNvGrpSpPr/>
            <p:nvPr/>
          </p:nvGrpSpPr>
          <p:grpSpPr>
            <a:xfrm>
              <a:off x="4748012" y="3685660"/>
              <a:ext cx="608242" cy="664862"/>
              <a:chOff x="4151629" y="2030095"/>
              <a:chExt cx="412116" cy="469900"/>
            </a:xfrm>
          </p:grpSpPr>
          <p:sp>
            <p:nvSpPr>
              <p:cNvPr id="49" name="Google Shape;1881;g27ea198d36a_0_6956">
                <a:extLst>
                  <a:ext uri="{FF2B5EF4-FFF2-40B4-BE49-F238E27FC236}">
                    <a16:creationId xmlns:a16="http://schemas.microsoft.com/office/drawing/2014/main" id="{48D2E854-6E65-8AAE-5F59-8234C9CF8A82}"/>
                  </a:ext>
                </a:extLst>
              </p:cNvPr>
              <p:cNvSpPr/>
              <p:nvPr/>
            </p:nvSpPr>
            <p:spPr>
              <a:xfrm>
                <a:off x="4155440" y="2385695"/>
                <a:ext cx="26479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64795" h="12700" extrusionOk="0">
                    <a:moveTo>
                      <a:pt x="0" y="0"/>
                    </a:moveTo>
                    <a:lnTo>
                      <a:pt x="264795" y="0"/>
                    </a:lnTo>
                    <a:lnTo>
                      <a:pt x="26479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882;g27ea198d36a_0_6956">
                <a:extLst>
                  <a:ext uri="{FF2B5EF4-FFF2-40B4-BE49-F238E27FC236}">
                    <a16:creationId xmlns:a16="http://schemas.microsoft.com/office/drawing/2014/main" id="{4850A99B-37CA-2C2C-5316-15DE529FE7F8}"/>
                  </a:ext>
                </a:extLst>
              </p:cNvPr>
              <p:cNvSpPr/>
              <p:nvPr/>
            </p:nvSpPr>
            <p:spPr>
              <a:xfrm>
                <a:off x="4155440" y="2284095"/>
                <a:ext cx="26479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64795" h="12700" extrusionOk="0">
                    <a:moveTo>
                      <a:pt x="0" y="0"/>
                    </a:moveTo>
                    <a:lnTo>
                      <a:pt x="264795" y="0"/>
                    </a:lnTo>
                    <a:lnTo>
                      <a:pt x="264795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883;g27ea198d36a_0_6956">
                <a:extLst>
                  <a:ext uri="{FF2B5EF4-FFF2-40B4-BE49-F238E27FC236}">
                    <a16:creationId xmlns:a16="http://schemas.microsoft.com/office/drawing/2014/main" id="{D00D2027-9F85-2CF3-FB23-D604F171A43E}"/>
                  </a:ext>
                </a:extLst>
              </p:cNvPr>
              <p:cNvSpPr/>
              <p:nvPr/>
            </p:nvSpPr>
            <p:spPr>
              <a:xfrm>
                <a:off x="4151629" y="2182495"/>
                <a:ext cx="279400" cy="3175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317500" extrusionOk="0">
                    <a:moveTo>
                      <a:pt x="279400" y="317500"/>
                    </a:moveTo>
                    <a:lnTo>
                      <a:pt x="0" y="317500"/>
                    </a:lnTo>
                    <a:lnTo>
                      <a:pt x="0" y="0"/>
                    </a:lnTo>
                    <a:lnTo>
                      <a:pt x="151765" y="0"/>
                    </a:lnTo>
                    <a:lnTo>
                      <a:pt x="151765" y="12700"/>
                    </a:lnTo>
                    <a:lnTo>
                      <a:pt x="12700" y="12700"/>
                    </a:lnTo>
                    <a:lnTo>
                      <a:pt x="12700" y="304800"/>
                    </a:lnTo>
                    <a:lnTo>
                      <a:pt x="266700" y="304800"/>
                    </a:lnTo>
                    <a:lnTo>
                      <a:pt x="266700" y="107950"/>
                    </a:lnTo>
                    <a:lnTo>
                      <a:pt x="279400" y="10795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884;g27ea198d36a_0_6956">
                <a:extLst>
                  <a:ext uri="{FF2B5EF4-FFF2-40B4-BE49-F238E27FC236}">
                    <a16:creationId xmlns:a16="http://schemas.microsoft.com/office/drawing/2014/main" id="{E1B36C8A-F532-7586-482B-68C71ECBD88C}"/>
                  </a:ext>
                </a:extLst>
              </p:cNvPr>
              <p:cNvSpPr/>
              <p:nvPr/>
            </p:nvSpPr>
            <p:spPr>
              <a:xfrm>
                <a:off x="4182745" y="23158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50800" y="25400"/>
                    </a:moveTo>
                    <a:cubicBezTo>
                      <a:pt x="50800" y="39428"/>
                      <a:pt x="39428" y="50800"/>
                      <a:pt x="25400" y="50800"/>
                    </a:cubicBezTo>
                    <a:cubicBezTo>
                      <a:pt x="11372" y="50800"/>
                      <a:pt x="0" y="39428"/>
                      <a:pt x="0" y="25400"/>
                    </a:cubicBezTo>
                    <a:cubicBezTo>
                      <a:pt x="0" y="11372"/>
                      <a:pt x="11372" y="0"/>
                      <a:pt x="25400" y="0"/>
                    </a:cubicBezTo>
                    <a:cubicBezTo>
                      <a:pt x="39428" y="0"/>
                      <a:pt x="50800" y="11372"/>
                      <a:pt x="50800" y="254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885;g27ea198d36a_0_6956">
                <a:extLst>
                  <a:ext uri="{FF2B5EF4-FFF2-40B4-BE49-F238E27FC236}">
                    <a16:creationId xmlns:a16="http://schemas.microsoft.com/office/drawing/2014/main" id="{286DC3CF-B2DD-0AE3-272C-0A9E992ABA87}"/>
                  </a:ext>
                </a:extLst>
              </p:cNvPr>
              <p:cNvSpPr/>
              <p:nvPr/>
            </p:nvSpPr>
            <p:spPr>
              <a:xfrm>
                <a:off x="4182745" y="22142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886;g27ea198d36a_0_6956">
                <a:extLst>
                  <a:ext uri="{FF2B5EF4-FFF2-40B4-BE49-F238E27FC236}">
                    <a16:creationId xmlns:a16="http://schemas.microsoft.com/office/drawing/2014/main" id="{FEC9178B-D153-E3C4-77AD-BBF9A3B38D47}"/>
                  </a:ext>
                </a:extLst>
              </p:cNvPr>
              <p:cNvSpPr/>
              <p:nvPr/>
            </p:nvSpPr>
            <p:spPr>
              <a:xfrm>
                <a:off x="4182745" y="24174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25400" y="12700"/>
                    </a:moveTo>
                    <a:cubicBezTo>
                      <a:pt x="32385" y="12700"/>
                      <a:pt x="38100" y="18415"/>
                      <a:pt x="38100" y="25400"/>
                    </a:cubicBezTo>
                    <a:cubicBezTo>
                      <a:pt x="38100" y="32385"/>
                      <a:pt x="32385" y="38100"/>
                      <a:pt x="25400" y="38100"/>
                    </a:cubicBezTo>
                    <a:cubicBezTo>
                      <a:pt x="18415" y="38100"/>
                      <a:pt x="12700" y="32385"/>
                      <a:pt x="12700" y="25400"/>
                    </a:cubicBezTo>
                    <a:cubicBezTo>
                      <a:pt x="12700" y="18415"/>
                      <a:pt x="18415" y="12700"/>
                      <a:pt x="25400" y="12700"/>
                    </a:cubicBezTo>
                    <a:moveTo>
                      <a:pt x="25400" y="0"/>
                    </a:moveTo>
                    <a:cubicBezTo>
                      <a:pt x="11430" y="0"/>
                      <a:pt x="0" y="11430"/>
                      <a:pt x="0" y="25400"/>
                    </a:cubicBezTo>
                    <a:cubicBezTo>
                      <a:pt x="0" y="39370"/>
                      <a:pt x="11430" y="50800"/>
                      <a:pt x="25400" y="50800"/>
                    </a:cubicBezTo>
                    <a:cubicBezTo>
                      <a:pt x="39370" y="50800"/>
                      <a:pt x="50800" y="39370"/>
                      <a:pt x="50800" y="25400"/>
                    </a:cubicBezTo>
                    <a:cubicBezTo>
                      <a:pt x="50800" y="11430"/>
                      <a:pt x="39370" y="0"/>
                      <a:pt x="2540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887;g27ea198d36a_0_6956">
                <a:extLst>
                  <a:ext uri="{FF2B5EF4-FFF2-40B4-BE49-F238E27FC236}">
                    <a16:creationId xmlns:a16="http://schemas.microsoft.com/office/drawing/2014/main" id="{C78D81C3-2FF5-23B4-86EC-0409E9B1ED59}"/>
                  </a:ext>
                </a:extLst>
              </p:cNvPr>
              <p:cNvSpPr/>
              <p:nvPr/>
            </p:nvSpPr>
            <p:spPr>
              <a:xfrm>
                <a:off x="4297045" y="203009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 extrusionOk="0">
                    <a:moveTo>
                      <a:pt x="133350" y="266700"/>
                    </a:moveTo>
                    <a:cubicBezTo>
                      <a:pt x="59690" y="266700"/>
                      <a:pt x="0" y="207010"/>
                      <a:pt x="0" y="133350"/>
                    </a:cubicBezTo>
                    <a:cubicBezTo>
                      <a:pt x="0" y="59690"/>
                      <a:pt x="59690" y="0"/>
                      <a:pt x="133350" y="0"/>
                    </a:cubicBezTo>
                    <a:cubicBezTo>
                      <a:pt x="207010" y="0"/>
                      <a:pt x="266700" y="59690"/>
                      <a:pt x="266700" y="133350"/>
                    </a:cubicBezTo>
                    <a:cubicBezTo>
                      <a:pt x="266700" y="207010"/>
                      <a:pt x="207010" y="266700"/>
                      <a:pt x="133350" y="266700"/>
                    </a:cubicBezTo>
                    <a:close/>
                    <a:moveTo>
                      <a:pt x="133350" y="12700"/>
                    </a:moveTo>
                    <a:cubicBezTo>
                      <a:pt x="66675" y="12700"/>
                      <a:pt x="12700" y="66675"/>
                      <a:pt x="12700" y="133350"/>
                    </a:cubicBezTo>
                    <a:cubicBezTo>
                      <a:pt x="12700" y="200025"/>
                      <a:pt x="66675" y="254000"/>
                      <a:pt x="133350" y="254000"/>
                    </a:cubicBezTo>
                    <a:cubicBezTo>
                      <a:pt x="200025" y="254000"/>
                      <a:pt x="254000" y="200025"/>
                      <a:pt x="254000" y="133350"/>
                    </a:cubicBezTo>
                    <a:cubicBezTo>
                      <a:pt x="254000" y="66675"/>
                      <a:pt x="200025" y="12700"/>
                      <a:pt x="133350" y="127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888;g27ea198d36a_0_6956">
                <a:extLst>
                  <a:ext uri="{FF2B5EF4-FFF2-40B4-BE49-F238E27FC236}">
                    <a16:creationId xmlns:a16="http://schemas.microsoft.com/office/drawing/2014/main" id="{3527B1D5-1937-C3FE-F392-42AF0074F1D1}"/>
                  </a:ext>
                </a:extLst>
              </p:cNvPr>
              <p:cNvSpPr/>
              <p:nvPr/>
            </p:nvSpPr>
            <p:spPr>
              <a:xfrm>
                <a:off x="4424045" y="2055495"/>
                <a:ext cx="127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07950" extrusionOk="0">
                    <a:moveTo>
                      <a:pt x="0" y="0"/>
                    </a:moveTo>
                    <a:lnTo>
                      <a:pt x="12700" y="0"/>
                    </a:lnTo>
                    <a:lnTo>
                      <a:pt x="12700" y="107950"/>
                    </a:lnTo>
                    <a:lnTo>
                      <a:pt x="0" y="10795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889;g27ea198d36a_0_6956">
                <a:extLst>
                  <a:ext uri="{FF2B5EF4-FFF2-40B4-BE49-F238E27FC236}">
                    <a16:creationId xmlns:a16="http://schemas.microsoft.com/office/drawing/2014/main" id="{FEC587CE-0CD4-4D8B-5535-DABD986C2BAC}"/>
                  </a:ext>
                </a:extLst>
              </p:cNvPr>
              <p:cNvSpPr/>
              <p:nvPr/>
            </p:nvSpPr>
            <p:spPr>
              <a:xfrm>
                <a:off x="4430395" y="2157095"/>
                <a:ext cx="762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700" extrusionOk="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890;g27ea198d36a_0_6956">
                <a:extLst>
                  <a:ext uri="{FF2B5EF4-FFF2-40B4-BE49-F238E27FC236}">
                    <a16:creationId xmlns:a16="http://schemas.microsoft.com/office/drawing/2014/main" id="{4906712B-25CF-D5CD-A02C-57FAC1638020}"/>
                  </a:ext>
                </a:extLst>
              </p:cNvPr>
              <p:cNvSpPr/>
              <p:nvPr/>
            </p:nvSpPr>
            <p:spPr>
              <a:xfrm>
                <a:off x="4404995" y="2138045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 extrusionOk="0">
                    <a:moveTo>
                      <a:pt x="50800" y="25400"/>
                    </a:moveTo>
                    <a:cubicBezTo>
                      <a:pt x="50800" y="39428"/>
                      <a:pt x="39428" y="50800"/>
                      <a:pt x="25400" y="50800"/>
                    </a:cubicBezTo>
                    <a:cubicBezTo>
                      <a:pt x="11372" y="50800"/>
                      <a:pt x="0" y="39428"/>
                      <a:pt x="0" y="25400"/>
                    </a:cubicBezTo>
                    <a:cubicBezTo>
                      <a:pt x="0" y="11372"/>
                      <a:pt x="11372" y="0"/>
                      <a:pt x="25400" y="0"/>
                    </a:cubicBezTo>
                    <a:cubicBezTo>
                      <a:pt x="39428" y="0"/>
                      <a:pt x="50800" y="11372"/>
                      <a:pt x="50800" y="254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" name="Google Shape;1891;g27ea198d36a_0_6956">
              <a:extLst>
                <a:ext uri="{FF2B5EF4-FFF2-40B4-BE49-F238E27FC236}">
                  <a16:creationId xmlns:a16="http://schemas.microsoft.com/office/drawing/2014/main" id="{BB1C4BC8-E4B2-CA15-528E-FF1E8F22FD70}"/>
                </a:ext>
              </a:extLst>
            </p:cNvPr>
            <p:cNvSpPr/>
            <p:nvPr/>
          </p:nvSpPr>
          <p:spPr>
            <a:xfrm>
              <a:off x="5165341" y="3912446"/>
              <a:ext cx="460200" cy="246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800" b="0" i="0" u="none" strike="noStrike" kern="0" cap="none" spc="0" normalizeH="0" baseline="0" noProof="0">
                  <a:ln>
                    <a:noFill/>
                  </a:ln>
                  <a:solidFill>
                    <a:srgbClr val="FF83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24</a:t>
              </a:r>
              <a:endParaRPr kumimoji="0" sz="800" b="0" i="0" u="none" strike="noStrike" kern="0" cap="none" spc="0" normalizeH="0" baseline="0" noProof="0">
                <a:ln>
                  <a:noFill/>
                </a:ln>
                <a:solidFill>
                  <a:srgbClr val="FF83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1892;g27ea198d36a_0_6956">
            <a:extLst>
              <a:ext uri="{FF2B5EF4-FFF2-40B4-BE49-F238E27FC236}">
                <a16:creationId xmlns:a16="http://schemas.microsoft.com/office/drawing/2014/main" id="{E126E5A9-54FF-F490-5F66-BF9F8DF77CC2}"/>
              </a:ext>
            </a:extLst>
          </p:cNvPr>
          <p:cNvSpPr txBox="1"/>
          <p:nvPr/>
        </p:nvSpPr>
        <p:spPr>
          <a:xfrm>
            <a:off x="348404" y="1622550"/>
            <a:ext cx="1044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600"/>
              <a:buFont typeface="Arial"/>
              <a:buNone/>
            </a:pPr>
            <a:r>
              <a:rPr lang="en" sz="1300" b="1" kern="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endParaRPr sz="1300" b="1" kern="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ct val="90000"/>
              </a:lnSpc>
              <a:buClr>
                <a:srgbClr val="000000"/>
              </a:buClr>
              <a:buSzPts val="600"/>
              <a:buFont typeface="Arial"/>
              <a:buNone/>
            </a:pPr>
            <a:r>
              <a:rPr lang="en" sz="1300" b="1" kern="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Availability</a:t>
            </a:r>
            <a:endParaRPr sz="1300" b="1" kern="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1893;g27ea198d36a_0_6956">
            <a:extLst>
              <a:ext uri="{FF2B5EF4-FFF2-40B4-BE49-F238E27FC236}">
                <a16:creationId xmlns:a16="http://schemas.microsoft.com/office/drawing/2014/main" id="{D35F16B4-7E88-74C4-B29C-63B850C645FA}"/>
              </a:ext>
            </a:extLst>
          </p:cNvPr>
          <p:cNvSpPr txBox="1"/>
          <p:nvPr/>
        </p:nvSpPr>
        <p:spPr>
          <a:xfrm>
            <a:off x="1451842" y="1065162"/>
            <a:ext cx="3295800" cy="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Bef>
                <a:spcPts val="500"/>
              </a:spcBef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Zero downtime upgrade for Ranger KMS, Hive (HMS, Tez), Impala, Solr, Schema registry, SRM, Knox, Oozie and Livy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500"/>
              </a:spcBef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Livy Active/Passive HA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1" name="Google Shape;1894;g27ea198d36a_0_6956">
            <a:extLst>
              <a:ext uri="{FF2B5EF4-FFF2-40B4-BE49-F238E27FC236}">
                <a16:creationId xmlns:a16="http://schemas.microsoft.com/office/drawing/2014/main" id="{7F6A2FCD-2F2E-73BC-9F12-9A7BF575ECD1}"/>
              </a:ext>
            </a:extLst>
          </p:cNvPr>
          <p:cNvGrpSpPr/>
          <p:nvPr/>
        </p:nvGrpSpPr>
        <p:grpSpPr>
          <a:xfrm>
            <a:off x="4831417" y="1218474"/>
            <a:ext cx="733500" cy="621334"/>
            <a:chOff x="534025" y="2932454"/>
            <a:chExt cx="733500" cy="621334"/>
          </a:xfrm>
        </p:grpSpPr>
        <p:grpSp>
          <p:nvGrpSpPr>
            <p:cNvPr id="62" name="Google Shape;1895;g27ea198d36a_0_6956">
              <a:extLst>
                <a:ext uri="{FF2B5EF4-FFF2-40B4-BE49-F238E27FC236}">
                  <a16:creationId xmlns:a16="http://schemas.microsoft.com/office/drawing/2014/main" id="{77DA4780-4DBE-B3E8-9662-8474E10B6ED4}"/>
                </a:ext>
              </a:extLst>
            </p:cNvPr>
            <p:cNvGrpSpPr/>
            <p:nvPr/>
          </p:nvGrpSpPr>
          <p:grpSpPr>
            <a:xfrm>
              <a:off x="733135" y="2932454"/>
              <a:ext cx="335280" cy="385285"/>
              <a:chOff x="7569834" y="3034664"/>
              <a:chExt cx="447040" cy="513714"/>
            </a:xfrm>
          </p:grpSpPr>
          <p:sp>
            <p:nvSpPr>
              <p:cNvPr id="64" name="Google Shape;1896;g27ea198d36a_0_6956">
                <a:extLst>
                  <a:ext uri="{FF2B5EF4-FFF2-40B4-BE49-F238E27FC236}">
                    <a16:creationId xmlns:a16="http://schemas.microsoft.com/office/drawing/2014/main" id="{B976632C-7F5C-B203-C8C8-0904AA17E5C3}"/>
                  </a:ext>
                </a:extLst>
              </p:cNvPr>
              <p:cNvSpPr/>
              <p:nvPr/>
            </p:nvSpPr>
            <p:spPr>
              <a:xfrm>
                <a:off x="7631430" y="3270885"/>
                <a:ext cx="81280" cy="81279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81279" extrusionOk="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1897;g27ea198d36a_0_6956">
                <a:extLst>
                  <a:ext uri="{FF2B5EF4-FFF2-40B4-BE49-F238E27FC236}">
                    <a16:creationId xmlns:a16="http://schemas.microsoft.com/office/drawing/2014/main" id="{5C57A60A-162E-5D2F-9E8D-528016AF981F}"/>
                  </a:ext>
                </a:extLst>
              </p:cNvPr>
              <p:cNvSpPr/>
              <p:nvPr/>
            </p:nvSpPr>
            <p:spPr>
              <a:xfrm>
                <a:off x="7569834" y="3034664"/>
                <a:ext cx="447040" cy="513714"/>
              </a:xfrm>
              <a:custGeom>
                <a:avLst/>
                <a:gdLst/>
                <a:ahLst/>
                <a:cxnLst/>
                <a:rect l="l" t="t" r="r" b="b"/>
                <a:pathLst>
                  <a:path w="447040" h="513714" extrusionOk="0">
                    <a:moveTo>
                      <a:pt x="447040" y="405765"/>
                    </a:moveTo>
                    <a:lnTo>
                      <a:pt x="447040" y="0"/>
                    </a:lnTo>
                    <a:lnTo>
                      <a:pt x="243840" y="0"/>
                    </a:lnTo>
                    <a:lnTo>
                      <a:pt x="243840" y="405765"/>
                    </a:lnTo>
                    <a:lnTo>
                      <a:pt x="338455" y="405765"/>
                    </a:lnTo>
                    <a:lnTo>
                      <a:pt x="338455" y="433705"/>
                    </a:lnTo>
                    <a:cubicBezTo>
                      <a:pt x="321310" y="436245"/>
                      <a:pt x="307975" y="450215"/>
                      <a:pt x="305435" y="466725"/>
                    </a:cubicBezTo>
                    <a:lnTo>
                      <a:pt x="141605" y="466725"/>
                    </a:lnTo>
                    <a:cubicBezTo>
                      <a:pt x="139065" y="449580"/>
                      <a:pt x="125095" y="436245"/>
                      <a:pt x="108585" y="433705"/>
                    </a:cubicBezTo>
                    <a:lnTo>
                      <a:pt x="108585" y="405765"/>
                    </a:lnTo>
                    <a:lnTo>
                      <a:pt x="203200" y="405765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405765"/>
                    </a:lnTo>
                    <a:lnTo>
                      <a:pt x="94615" y="405765"/>
                    </a:lnTo>
                    <a:lnTo>
                      <a:pt x="94615" y="433705"/>
                    </a:lnTo>
                    <a:cubicBezTo>
                      <a:pt x="77470" y="436245"/>
                      <a:pt x="64135" y="450215"/>
                      <a:pt x="61595" y="466725"/>
                    </a:cubicBezTo>
                    <a:lnTo>
                      <a:pt x="0" y="466725"/>
                    </a:lnTo>
                    <a:lnTo>
                      <a:pt x="0" y="480060"/>
                    </a:lnTo>
                    <a:lnTo>
                      <a:pt x="61595" y="480060"/>
                    </a:lnTo>
                    <a:cubicBezTo>
                      <a:pt x="64770" y="499110"/>
                      <a:pt x="81280" y="513715"/>
                      <a:pt x="101600" y="513715"/>
                    </a:cubicBezTo>
                    <a:cubicBezTo>
                      <a:pt x="121920" y="513715"/>
                      <a:pt x="138430" y="499110"/>
                      <a:pt x="141605" y="480060"/>
                    </a:cubicBezTo>
                    <a:lnTo>
                      <a:pt x="305435" y="480060"/>
                    </a:lnTo>
                    <a:cubicBezTo>
                      <a:pt x="308610" y="499110"/>
                      <a:pt x="325120" y="513715"/>
                      <a:pt x="345440" y="513715"/>
                    </a:cubicBezTo>
                    <a:cubicBezTo>
                      <a:pt x="365760" y="513715"/>
                      <a:pt x="382270" y="499110"/>
                      <a:pt x="385445" y="480060"/>
                    </a:cubicBezTo>
                    <a:lnTo>
                      <a:pt x="447040" y="480060"/>
                    </a:lnTo>
                    <a:lnTo>
                      <a:pt x="447040" y="466725"/>
                    </a:lnTo>
                    <a:lnTo>
                      <a:pt x="385445" y="466725"/>
                    </a:lnTo>
                    <a:cubicBezTo>
                      <a:pt x="382905" y="449580"/>
                      <a:pt x="368935" y="436245"/>
                      <a:pt x="352425" y="433705"/>
                    </a:cubicBezTo>
                    <a:lnTo>
                      <a:pt x="352425" y="405765"/>
                    </a:lnTo>
                    <a:lnTo>
                      <a:pt x="447040" y="405765"/>
                    </a:lnTo>
                    <a:close/>
                    <a:moveTo>
                      <a:pt x="13970" y="13335"/>
                    </a:moveTo>
                    <a:lnTo>
                      <a:pt x="189865" y="13335"/>
                    </a:lnTo>
                    <a:lnTo>
                      <a:pt x="189865" y="392430"/>
                    </a:lnTo>
                    <a:lnTo>
                      <a:pt x="13970" y="392430"/>
                    </a:lnTo>
                    <a:lnTo>
                      <a:pt x="13970" y="13335"/>
                    </a:lnTo>
                    <a:close/>
                    <a:moveTo>
                      <a:pt x="102235" y="500380"/>
                    </a:moveTo>
                    <a:cubicBezTo>
                      <a:pt x="87630" y="500380"/>
                      <a:pt x="74930" y="488315"/>
                      <a:pt x="74930" y="473075"/>
                    </a:cubicBezTo>
                    <a:cubicBezTo>
                      <a:pt x="74930" y="458470"/>
                      <a:pt x="86995" y="445770"/>
                      <a:pt x="102235" y="445770"/>
                    </a:cubicBezTo>
                    <a:cubicBezTo>
                      <a:pt x="117475" y="445770"/>
                      <a:pt x="129540" y="457835"/>
                      <a:pt x="129540" y="473075"/>
                    </a:cubicBezTo>
                    <a:cubicBezTo>
                      <a:pt x="128905" y="488315"/>
                      <a:pt x="116840" y="500380"/>
                      <a:pt x="102235" y="500380"/>
                    </a:cubicBezTo>
                    <a:close/>
                    <a:moveTo>
                      <a:pt x="372745" y="473075"/>
                    </a:moveTo>
                    <a:cubicBezTo>
                      <a:pt x="372745" y="487680"/>
                      <a:pt x="360680" y="500380"/>
                      <a:pt x="345440" y="500380"/>
                    </a:cubicBezTo>
                    <a:cubicBezTo>
                      <a:pt x="330200" y="500380"/>
                      <a:pt x="318135" y="488315"/>
                      <a:pt x="318135" y="473075"/>
                    </a:cubicBezTo>
                    <a:cubicBezTo>
                      <a:pt x="318135" y="458470"/>
                      <a:pt x="330200" y="445770"/>
                      <a:pt x="345440" y="445770"/>
                    </a:cubicBezTo>
                    <a:cubicBezTo>
                      <a:pt x="360680" y="445770"/>
                      <a:pt x="372745" y="458470"/>
                      <a:pt x="372745" y="473075"/>
                    </a:cubicBezTo>
                    <a:close/>
                    <a:moveTo>
                      <a:pt x="257810" y="13335"/>
                    </a:moveTo>
                    <a:lnTo>
                      <a:pt x="433705" y="13335"/>
                    </a:lnTo>
                    <a:lnTo>
                      <a:pt x="433705" y="392430"/>
                    </a:lnTo>
                    <a:lnTo>
                      <a:pt x="257810" y="392430"/>
                    </a:lnTo>
                    <a:lnTo>
                      <a:pt x="25781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1898;g27ea198d36a_0_6956">
                <a:extLst>
                  <a:ext uri="{FF2B5EF4-FFF2-40B4-BE49-F238E27FC236}">
                    <a16:creationId xmlns:a16="http://schemas.microsoft.com/office/drawing/2014/main" id="{57FB1838-DBA1-20DA-4A7B-FEDC585595C5}"/>
                  </a:ext>
                </a:extLst>
              </p:cNvPr>
              <p:cNvSpPr/>
              <p:nvPr/>
            </p:nvSpPr>
            <p:spPr>
              <a:xfrm>
                <a:off x="7874634" y="3270885"/>
                <a:ext cx="81280" cy="81279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81279" extrusionOk="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" name="Google Shape;1899;g27ea198d36a_0_6956">
              <a:extLst>
                <a:ext uri="{FF2B5EF4-FFF2-40B4-BE49-F238E27FC236}">
                  <a16:creationId xmlns:a16="http://schemas.microsoft.com/office/drawing/2014/main" id="{18A4AD96-FA02-ACA1-6126-ECA87BF2CA51}"/>
                </a:ext>
              </a:extLst>
            </p:cNvPr>
            <p:cNvSpPr txBox="1"/>
            <p:nvPr/>
          </p:nvSpPr>
          <p:spPr>
            <a:xfrm>
              <a:off x="534025" y="3373788"/>
              <a:ext cx="7335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Storage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7" name="Google Shape;1900;g27ea198d36a_0_6956">
            <a:extLst>
              <a:ext uri="{FF2B5EF4-FFF2-40B4-BE49-F238E27FC236}">
                <a16:creationId xmlns:a16="http://schemas.microsoft.com/office/drawing/2014/main" id="{9AE72DD2-D638-507A-1B9A-243634F9FDE1}"/>
              </a:ext>
            </a:extLst>
          </p:cNvPr>
          <p:cNvSpPr txBox="1"/>
          <p:nvPr/>
        </p:nvSpPr>
        <p:spPr>
          <a:xfrm>
            <a:off x="5801192" y="1043587"/>
            <a:ext cx="3227700" cy="9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Ozone Snapshots, Improved Manageability, Quotas and Iceberg Support</a:t>
            </a:r>
            <a:endParaRPr sz="1200" kern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8" name="Google Shape;1901;g27ea198d36a_0_6956">
            <a:extLst>
              <a:ext uri="{FF2B5EF4-FFF2-40B4-BE49-F238E27FC236}">
                <a16:creationId xmlns:a16="http://schemas.microsoft.com/office/drawing/2014/main" id="{92996BE3-E0B9-D3E3-BC8F-2A626B7F2FEB}"/>
              </a:ext>
            </a:extLst>
          </p:cNvPr>
          <p:cNvGrpSpPr/>
          <p:nvPr/>
        </p:nvGrpSpPr>
        <p:grpSpPr>
          <a:xfrm>
            <a:off x="4895355" y="3077700"/>
            <a:ext cx="733500" cy="644378"/>
            <a:chOff x="534025" y="3921734"/>
            <a:chExt cx="733500" cy="644378"/>
          </a:xfrm>
        </p:grpSpPr>
        <p:grpSp>
          <p:nvGrpSpPr>
            <p:cNvPr id="69" name="Google Shape;1902;g27ea198d36a_0_6956">
              <a:extLst>
                <a:ext uri="{FF2B5EF4-FFF2-40B4-BE49-F238E27FC236}">
                  <a16:creationId xmlns:a16="http://schemas.microsoft.com/office/drawing/2014/main" id="{49D7509E-5AC2-7C8C-8380-8ABEA1E13D2E}"/>
                </a:ext>
              </a:extLst>
            </p:cNvPr>
            <p:cNvGrpSpPr/>
            <p:nvPr/>
          </p:nvGrpSpPr>
          <p:grpSpPr>
            <a:xfrm>
              <a:off x="743374" y="3921734"/>
              <a:ext cx="314801" cy="405765"/>
              <a:chOff x="5856605" y="3021329"/>
              <a:chExt cx="419735" cy="541020"/>
            </a:xfrm>
          </p:grpSpPr>
          <p:sp>
            <p:nvSpPr>
              <p:cNvPr id="71" name="Google Shape;1903;g27ea198d36a_0_6956">
                <a:extLst>
                  <a:ext uri="{FF2B5EF4-FFF2-40B4-BE49-F238E27FC236}">
                    <a16:creationId xmlns:a16="http://schemas.microsoft.com/office/drawing/2014/main" id="{393827D3-C8F7-3F71-E1ED-4AD4C6BB2CDC}"/>
                  </a:ext>
                </a:extLst>
              </p:cNvPr>
              <p:cNvSpPr/>
              <p:nvPr/>
            </p:nvSpPr>
            <p:spPr>
              <a:xfrm>
                <a:off x="5940425" y="3515360"/>
                <a:ext cx="2095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13335" extrusionOk="0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1904;g27ea198d36a_0_6956">
                <a:extLst>
                  <a:ext uri="{FF2B5EF4-FFF2-40B4-BE49-F238E27FC236}">
                    <a16:creationId xmlns:a16="http://schemas.microsoft.com/office/drawing/2014/main" id="{EA3707C7-7E76-9DD2-E6C3-ACFE6E61EFB2}"/>
                  </a:ext>
                </a:extLst>
              </p:cNvPr>
              <p:cNvSpPr/>
              <p:nvPr/>
            </p:nvSpPr>
            <p:spPr>
              <a:xfrm>
                <a:off x="5856605" y="3515360"/>
                <a:ext cx="2095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13335" extrusionOk="0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1905;g27ea198d36a_0_6956">
                <a:extLst>
                  <a:ext uri="{FF2B5EF4-FFF2-40B4-BE49-F238E27FC236}">
                    <a16:creationId xmlns:a16="http://schemas.microsoft.com/office/drawing/2014/main" id="{C032F983-851B-4036-AB02-7234228665CC}"/>
                  </a:ext>
                </a:extLst>
              </p:cNvPr>
              <p:cNvSpPr/>
              <p:nvPr/>
            </p:nvSpPr>
            <p:spPr>
              <a:xfrm>
                <a:off x="5898515" y="3515360"/>
                <a:ext cx="2095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13335" extrusionOk="0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1906;g27ea198d36a_0_6956">
                <a:extLst>
                  <a:ext uri="{FF2B5EF4-FFF2-40B4-BE49-F238E27FC236}">
                    <a16:creationId xmlns:a16="http://schemas.microsoft.com/office/drawing/2014/main" id="{9ABFBD39-B833-DABA-83E3-FAFBB1215B11}"/>
                  </a:ext>
                </a:extLst>
              </p:cNvPr>
              <p:cNvSpPr/>
              <p:nvPr/>
            </p:nvSpPr>
            <p:spPr>
              <a:xfrm>
                <a:off x="6191885" y="3515360"/>
                <a:ext cx="2095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13335" extrusionOk="0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1907;g27ea198d36a_0_6956">
                <a:extLst>
                  <a:ext uri="{FF2B5EF4-FFF2-40B4-BE49-F238E27FC236}">
                    <a16:creationId xmlns:a16="http://schemas.microsoft.com/office/drawing/2014/main" id="{409EDD5F-D60F-72EF-57EE-2F3EAADF1DDD}"/>
                  </a:ext>
                </a:extLst>
              </p:cNvPr>
              <p:cNvSpPr/>
              <p:nvPr/>
            </p:nvSpPr>
            <p:spPr>
              <a:xfrm>
                <a:off x="6149975" y="3515360"/>
                <a:ext cx="2095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13335" extrusionOk="0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1908;g27ea198d36a_0_6956">
                <a:extLst>
                  <a:ext uri="{FF2B5EF4-FFF2-40B4-BE49-F238E27FC236}">
                    <a16:creationId xmlns:a16="http://schemas.microsoft.com/office/drawing/2014/main" id="{31FA55B8-7A03-681D-9DCB-152E5F8DCCA1}"/>
                  </a:ext>
                </a:extLst>
              </p:cNvPr>
              <p:cNvSpPr/>
              <p:nvPr/>
            </p:nvSpPr>
            <p:spPr>
              <a:xfrm>
                <a:off x="6108065" y="3515360"/>
                <a:ext cx="2095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20954" h="13335" extrusionOk="0">
                    <a:moveTo>
                      <a:pt x="0" y="0"/>
                    </a:moveTo>
                    <a:lnTo>
                      <a:pt x="20955" y="0"/>
                    </a:lnTo>
                    <a:lnTo>
                      <a:pt x="2095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1909;g27ea198d36a_0_6956">
                <a:extLst>
                  <a:ext uri="{FF2B5EF4-FFF2-40B4-BE49-F238E27FC236}">
                    <a16:creationId xmlns:a16="http://schemas.microsoft.com/office/drawing/2014/main" id="{EAC63813-AD99-4485-C571-C0BBDC900871}"/>
                  </a:ext>
                </a:extLst>
              </p:cNvPr>
              <p:cNvSpPr/>
              <p:nvPr/>
            </p:nvSpPr>
            <p:spPr>
              <a:xfrm>
                <a:off x="5861050" y="3021329"/>
                <a:ext cx="415290" cy="541020"/>
              </a:xfrm>
              <a:custGeom>
                <a:avLst/>
                <a:gdLst/>
                <a:ahLst/>
                <a:cxnLst/>
                <a:rect l="l" t="t" r="r" b="b"/>
                <a:pathLst>
                  <a:path w="415290" h="541020" extrusionOk="0">
                    <a:moveTo>
                      <a:pt x="414655" y="0"/>
                    </a:moveTo>
                    <a:lnTo>
                      <a:pt x="69850" y="0"/>
                    </a:lnTo>
                    <a:lnTo>
                      <a:pt x="69850" y="31115"/>
                    </a:lnTo>
                    <a:lnTo>
                      <a:pt x="34925" y="31115"/>
                    </a:lnTo>
                    <a:lnTo>
                      <a:pt x="34925" y="62230"/>
                    </a:lnTo>
                    <a:lnTo>
                      <a:pt x="0" y="62230"/>
                    </a:lnTo>
                    <a:lnTo>
                      <a:pt x="0" y="448945"/>
                    </a:lnTo>
                    <a:lnTo>
                      <a:pt x="167005" y="448945"/>
                    </a:lnTo>
                    <a:lnTo>
                      <a:pt x="167005" y="461010"/>
                    </a:lnTo>
                    <a:cubicBezTo>
                      <a:pt x="149860" y="463550"/>
                      <a:pt x="136525" y="476885"/>
                      <a:pt x="133985" y="494030"/>
                    </a:cubicBezTo>
                    <a:lnTo>
                      <a:pt x="121285" y="494030"/>
                    </a:lnTo>
                    <a:lnTo>
                      <a:pt x="121285" y="507365"/>
                    </a:lnTo>
                    <a:lnTo>
                      <a:pt x="133985" y="507365"/>
                    </a:lnTo>
                    <a:cubicBezTo>
                      <a:pt x="137160" y="526415"/>
                      <a:pt x="153670" y="541020"/>
                      <a:pt x="173990" y="541020"/>
                    </a:cubicBezTo>
                    <a:cubicBezTo>
                      <a:pt x="194310" y="541020"/>
                      <a:pt x="210820" y="526415"/>
                      <a:pt x="213995" y="507365"/>
                    </a:cubicBezTo>
                    <a:lnTo>
                      <a:pt x="226695" y="507365"/>
                    </a:lnTo>
                    <a:lnTo>
                      <a:pt x="226695" y="494030"/>
                    </a:lnTo>
                    <a:lnTo>
                      <a:pt x="213995" y="494030"/>
                    </a:lnTo>
                    <a:cubicBezTo>
                      <a:pt x="211455" y="476885"/>
                      <a:pt x="198120" y="463550"/>
                      <a:pt x="180975" y="461010"/>
                    </a:cubicBezTo>
                    <a:lnTo>
                      <a:pt x="180975" y="448945"/>
                    </a:lnTo>
                    <a:lnTo>
                      <a:pt x="345440" y="448945"/>
                    </a:lnTo>
                    <a:lnTo>
                      <a:pt x="345440" y="417830"/>
                    </a:lnTo>
                    <a:lnTo>
                      <a:pt x="380365" y="417830"/>
                    </a:lnTo>
                    <a:lnTo>
                      <a:pt x="380365" y="386715"/>
                    </a:lnTo>
                    <a:lnTo>
                      <a:pt x="415290" y="386715"/>
                    </a:lnTo>
                    <a:lnTo>
                      <a:pt x="414655" y="0"/>
                    </a:lnTo>
                    <a:lnTo>
                      <a:pt x="414655" y="0"/>
                    </a:lnTo>
                    <a:close/>
                    <a:moveTo>
                      <a:pt x="200660" y="501015"/>
                    </a:moveTo>
                    <a:cubicBezTo>
                      <a:pt x="200660" y="515620"/>
                      <a:pt x="188595" y="527685"/>
                      <a:pt x="173990" y="527685"/>
                    </a:cubicBezTo>
                    <a:cubicBezTo>
                      <a:pt x="159385" y="527685"/>
                      <a:pt x="147320" y="515620"/>
                      <a:pt x="147320" y="501015"/>
                    </a:cubicBezTo>
                    <a:cubicBezTo>
                      <a:pt x="147320" y="486410"/>
                      <a:pt x="159385" y="474345"/>
                      <a:pt x="173990" y="474345"/>
                    </a:cubicBezTo>
                    <a:cubicBezTo>
                      <a:pt x="188595" y="473710"/>
                      <a:pt x="200660" y="485775"/>
                      <a:pt x="200660" y="501015"/>
                    </a:cubicBezTo>
                    <a:close/>
                    <a:moveTo>
                      <a:pt x="330835" y="75565"/>
                    </a:moveTo>
                    <a:lnTo>
                      <a:pt x="330835" y="186055"/>
                    </a:lnTo>
                    <a:lnTo>
                      <a:pt x="12700" y="186055"/>
                    </a:lnTo>
                    <a:lnTo>
                      <a:pt x="12700" y="75565"/>
                    </a:lnTo>
                    <a:lnTo>
                      <a:pt x="330835" y="75565"/>
                    </a:lnTo>
                    <a:close/>
                    <a:moveTo>
                      <a:pt x="330835" y="310515"/>
                    </a:moveTo>
                    <a:lnTo>
                      <a:pt x="12700" y="310515"/>
                    </a:lnTo>
                    <a:lnTo>
                      <a:pt x="12700" y="200025"/>
                    </a:lnTo>
                    <a:lnTo>
                      <a:pt x="330835" y="200025"/>
                    </a:lnTo>
                    <a:lnTo>
                      <a:pt x="330835" y="310515"/>
                    </a:lnTo>
                    <a:close/>
                    <a:moveTo>
                      <a:pt x="13335" y="434975"/>
                    </a:moveTo>
                    <a:lnTo>
                      <a:pt x="13335" y="324485"/>
                    </a:lnTo>
                    <a:lnTo>
                      <a:pt x="331470" y="324485"/>
                    </a:lnTo>
                    <a:lnTo>
                      <a:pt x="331470" y="434975"/>
                    </a:lnTo>
                    <a:lnTo>
                      <a:pt x="13335" y="434975"/>
                    </a:lnTo>
                    <a:close/>
                    <a:moveTo>
                      <a:pt x="365760" y="403860"/>
                    </a:moveTo>
                    <a:lnTo>
                      <a:pt x="344170" y="403860"/>
                    </a:lnTo>
                    <a:lnTo>
                      <a:pt x="344170" y="62230"/>
                    </a:lnTo>
                    <a:lnTo>
                      <a:pt x="47625" y="62230"/>
                    </a:lnTo>
                    <a:lnTo>
                      <a:pt x="47625" y="44450"/>
                    </a:lnTo>
                    <a:lnTo>
                      <a:pt x="365760" y="44450"/>
                    </a:lnTo>
                    <a:lnTo>
                      <a:pt x="365760" y="403860"/>
                    </a:lnTo>
                    <a:close/>
                    <a:moveTo>
                      <a:pt x="401320" y="372745"/>
                    </a:moveTo>
                    <a:lnTo>
                      <a:pt x="379730" y="372745"/>
                    </a:lnTo>
                    <a:lnTo>
                      <a:pt x="379730" y="31115"/>
                    </a:lnTo>
                    <a:lnTo>
                      <a:pt x="83185" y="31115"/>
                    </a:lnTo>
                    <a:lnTo>
                      <a:pt x="83185" y="13335"/>
                    </a:lnTo>
                    <a:lnTo>
                      <a:pt x="401320" y="13335"/>
                    </a:lnTo>
                    <a:lnTo>
                      <a:pt x="401320" y="372745"/>
                    </a:lnTo>
                    <a:lnTo>
                      <a:pt x="401320" y="37274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1910;g27ea198d36a_0_6956">
                <a:extLst>
                  <a:ext uri="{FF2B5EF4-FFF2-40B4-BE49-F238E27FC236}">
                    <a16:creationId xmlns:a16="http://schemas.microsoft.com/office/drawing/2014/main" id="{42FC364F-20FE-CA3C-5F78-84982F14CFE3}"/>
                  </a:ext>
                </a:extLst>
              </p:cNvPr>
              <p:cNvSpPr/>
              <p:nvPr/>
            </p:nvSpPr>
            <p:spPr>
              <a:xfrm>
                <a:off x="5906135" y="3149600"/>
                <a:ext cx="16446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164464" h="13335" extrusionOk="0">
                    <a:moveTo>
                      <a:pt x="0" y="0"/>
                    </a:moveTo>
                    <a:lnTo>
                      <a:pt x="164465" y="0"/>
                    </a:lnTo>
                    <a:lnTo>
                      <a:pt x="16446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1911;g27ea198d36a_0_6956">
                <a:extLst>
                  <a:ext uri="{FF2B5EF4-FFF2-40B4-BE49-F238E27FC236}">
                    <a16:creationId xmlns:a16="http://schemas.microsoft.com/office/drawing/2014/main" id="{DC1C73EE-3F1B-2C5A-6D7C-45ADF1A03EC0}"/>
                  </a:ext>
                </a:extLst>
              </p:cNvPr>
              <p:cNvSpPr/>
              <p:nvPr/>
            </p:nvSpPr>
            <p:spPr>
              <a:xfrm>
                <a:off x="5906135" y="3269615"/>
                <a:ext cx="16446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164464" h="13335" extrusionOk="0">
                    <a:moveTo>
                      <a:pt x="0" y="0"/>
                    </a:moveTo>
                    <a:lnTo>
                      <a:pt x="164465" y="0"/>
                    </a:lnTo>
                    <a:lnTo>
                      <a:pt x="16446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1912;g27ea198d36a_0_6956">
                <a:extLst>
                  <a:ext uri="{FF2B5EF4-FFF2-40B4-BE49-F238E27FC236}">
                    <a16:creationId xmlns:a16="http://schemas.microsoft.com/office/drawing/2014/main" id="{907D02A8-29A5-5DB6-35A6-58AEAC1021CE}"/>
                  </a:ext>
                </a:extLst>
              </p:cNvPr>
              <p:cNvSpPr/>
              <p:nvPr/>
            </p:nvSpPr>
            <p:spPr>
              <a:xfrm>
                <a:off x="5906135" y="3391535"/>
                <a:ext cx="164464" cy="13335"/>
              </a:xfrm>
              <a:custGeom>
                <a:avLst/>
                <a:gdLst/>
                <a:ahLst/>
                <a:cxnLst/>
                <a:rect l="l" t="t" r="r" b="b"/>
                <a:pathLst>
                  <a:path w="164464" h="13335" extrusionOk="0">
                    <a:moveTo>
                      <a:pt x="0" y="0"/>
                    </a:moveTo>
                    <a:lnTo>
                      <a:pt x="164465" y="0"/>
                    </a:lnTo>
                    <a:lnTo>
                      <a:pt x="164465" y="13335"/>
                    </a:lnTo>
                    <a:lnTo>
                      <a:pt x="0" y="13335"/>
                    </a:ln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1913;g27ea198d36a_0_6956">
                <a:extLst>
                  <a:ext uri="{FF2B5EF4-FFF2-40B4-BE49-F238E27FC236}">
                    <a16:creationId xmlns:a16="http://schemas.microsoft.com/office/drawing/2014/main" id="{3FE3CBDE-4C0C-622E-6E39-1B56E4E50D1E}"/>
                  </a:ext>
                </a:extLst>
              </p:cNvPr>
              <p:cNvSpPr/>
              <p:nvPr/>
            </p:nvSpPr>
            <p:spPr>
              <a:xfrm>
                <a:off x="6097246" y="3250564"/>
                <a:ext cx="53363" cy="53339"/>
              </a:xfrm>
              <a:custGeom>
                <a:avLst/>
                <a:gdLst/>
                <a:ahLst/>
                <a:cxnLst/>
                <a:rect l="l" t="t" r="r" b="b"/>
                <a:pathLst>
                  <a:path w="53363" h="53339" extrusionOk="0">
                    <a:moveTo>
                      <a:pt x="26694" y="53340"/>
                    </a:moveTo>
                    <a:cubicBezTo>
                      <a:pt x="41299" y="53340"/>
                      <a:pt x="53364" y="41275"/>
                      <a:pt x="53364" y="26670"/>
                    </a:cubicBezTo>
                    <a:cubicBezTo>
                      <a:pt x="53364" y="12065"/>
                      <a:pt x="41299" y="0"/>
                      <a:pt x="26694" y="0"/>
                    </a:cubicBezTo>
                    <a:cubicBezTo>
                      <a:pt x="12089" y="0"/>
                      <a:pt x="24" y="12065"/>
                      <a:pt x="24" y="26670"/>
                    </a:cubicBezTo>
                    <a:cubicBezTo>
                      <a:pt x="-611" y="41910"/>
                      <a:pt x="11454" y="53340"/>
                      <a:pt x="26694" y="5334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1914;g27ea198d36a_0_6956">
                <a:extLst>
                  <a:ext uri="{FF2B5EF4-FFF2-40B4-BE49-F238E27FC236}">
                    <a16:creationId xmlns:a16="http://schemas.microsoft.com/office/drawing/2014/main" id="{58ACA6B2-07F4-AA9E-C2BA-36631C91E078}"/>
                  </a:ext>
                </a:extLst>
              </p:cNvPr>
              <p:cNvSpPr/>
              <p:nvPr/>
            </p:nvSpPr>
            <p:spPr>
              <a:xfrm>
                <a:off x="6097246" y="3129914"/>
                <a:ext cx="53363" cy="53339"/>
              </a:xfrm>
              <a:custGeom>
                <a:avLst/>
                <a:gdLst/>
                <a:ahLst/>
                <a:cxnLst/>
                <a:rect l="l" t="t" r="r" b="b"/>
                <a:pathLst>
                  <a:path w="53363" h="53339" extrusionOk="0">
                    <a:moveTo>
                      <a:pt x="26694" y="53340"/>
                    </a:moveTo>
                    <a:cubicBezTo>
                      <a:pt x="41299" y="53340"/>
                      <a:pt x="53364" y="41275"/>
                      <a:pt x="53364" y="26670"/>
                    </a:cubicBezTo>
                    <a:cubicBezTo>
                      <a:pt x="53364" y="12065"/>
                      <a:pt x="41299" y="0"/>
                      <a:pt x="26694" y="0"/>
                    </a:cubicBezTo>
                    <a:cubicBezTo>
                      <a:pt x="12089" y="0"/>
                      <a:pt x="24" y="12065"/>
                      <a:pt x="24" y="26670"/>
                    </a:cubicBezTo>
                    <a:cubicBezTo>
                      <a:pt x="-611" y="41275"/>
                      <a:pt x="11454" y="53340"/>
                      <a:pt x="26694" y="53340"/>
                    </a:cubicBezTo>
                    <a:close/>
                    <a:moveTo>
                      <a:pt x="26694" y="12700"/>
                    </a:moveTo>
                    <a:cubicBezTo>
                      <a:pt x="34314" y="12700"/>
                      <a:pt x="40029" y="18415"/>
                      <a:pt x="40029" y="26035"/>
                    </a:cubicBezTo>
                    <a:cubicBezTo>
                      <a:pt x="40029" y="33655"/>
                      <a:pt x="34314" y="39370"/>
                      <a:pt x="26694" y="39370"/>
                    </a:cubicBezTo>
                    <a:cubicBezTo>
                      <a:pt x="19074" y="39370"/>
                      <a:pt x="13359" y="33655"/>
                      <a:pt x="13359" y="26035"/>
                    </a:cubicBezTo>
                    <a:cubicBezTo>
                      <a:pt x="13359" y="19050"/>
                      <a:pt x="19074" y="12700"/>
                      <a:pt x="26694" y="1270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1915;g27ea198d36a_0_6956">
                <a:extLst>
                  <a:ext uri="{FF2B5EF4-FFF2-40B4-BE49-F238E27FC236}">
                    <a16:creationId xmlns:a16="http://schemas.microsoft.com/office/drawing/2014/main" id="{4F544807-EE5D-8195-537C-5D4AA7A788D4}"/>
                  </a:ext>
                </a:extLst>
              </p:cNvPr>
              <p:cNvSpPr/>
              <p:nvPr/>
            </p:nvSpPr>
            <p:spPr>
              <a:xfrm>
                <a:off x="6097270" y="3371850"/>
                <a:ext cx="53339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53340" extrusionOk="0">
                    <a:moveTo>
                      <a:pt x="26670" y="0"/>
                    </a:moveTo>
                    <a:cubicBezTo>
                      <a:pt x="12065" y="0"/>
                      <a:pt x="0" y="12065"/>
                      <a:pt x="0" y="26670"/>
                    </a:cubicBezTo>
                    <a:cubicBezTo>
                      <a:pt x="0" y="41275"/>
                      <a:pt x="12065" y="53340"/>
                      <a:pt x="26670" y="53340"/>
                    </a:cubicBezTo>
                    <a:cubicBezTo>
                      <a:pt x="41275" y="53340"/>
                      <a:pt x="53340" y="41275"/>
                      <a:pt x="53340" y="26670"/>
                    </a:cubicBezTo>
                    <a:cubicBezTo>
                      <a:pt x="53340" y="12065"/>
                      <a:pt x="41275" y="0"/>
                      <a:pt x="26670" y="0"/>
                    </a:cubicBezTo>
                    <a:close/>
                    <a:moveTo>
                      <a:pt x="26670" y="40005"/>
                    </a:moveTo>
                    <a:cubicBezTo>
                      <a:pt x="19050" y="40005"/>
                      <a:pt x="13335" y="34290"/>
                      <a:pt x="13335" y="26670"/>
                    </a:cubicBezTo>
                    <a:cubicBezTo>
                      <a:pt x="13335" y="19050"/>
                      <a:pt x="19050" y="13335"/>
                      <a:pt x="26670" y="13335"/>
                    </a:cubicBezTo>
                    <a:cubicBezTo>
                      <a:pt x="34290" y="13335"/>
                      <a:pt x="40005" y="19050"/>
                      <a:pt x="40005" y="26670"/>
                    </a:cubicBezTo>
                    <a:cubicBezTo>
                      <a:pt x="40005" y="34290"/>
                      <a:pt x="33655" y="40005"/>
                      <a:pt x="26670" y="4000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" name="Google Shape;1916;g27ea198d36a_0_6956">
              <a:extLst>
                <a:ext uri="{FF2B5EF4-FFF2-40B4-BE49-F238E27FC236}">
                  <a16:creationId xmlns:a16="http://schemas.microsoft.com/office/drawing/2014/main" id="{EF347FC2-C285-C2E9-0D51-D7B4CCCEE6CE}"/>
                </a:ext>
              </a:extLst>
            </p:cNvPr>
            <p:cNvSpPr txBox="1"/>
            <p:nvPr/>
          </p:nvSpPr>
          <p:spPr>
            <a:xfrm>
              <a:off x="534025" y="4386113"/>
              <a:ext cx="7335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Platform</a:t>
              </a:r>
              <a:endParaRPr kumimoji="0" sz="13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4" name="Google Shape;1917;g27ea198d36a_0_6956">
            <a:extLst>
              <a:ext uri="{FF2B5EF4-FFF2-40B4-BE49-F238E27FC236}">
                <a16:creationId xmlns:a16="http://schemas.microsoft.com/office/drawing/2014/main" id="{A0D875BC-C432-123E-A23C-83AA635E5A81}"/>
              </a:ext>
            </a:extLst>
          </p:cNvPr>
          <p:cNvSpPr txBox="1"/>
          <p:nvPr/>
        </p:nvSpPr>
        <p:spPr>
          <a:xfrm>
            <a:off x="5792542" y="2769312"/>
            <a:ext cx="3339900" cy="1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RHEL 8.8 FIPS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FIPS: Phoenix, NavEncrypt, Ranger KMS, KTS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RHEL 9.1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SLES 15 SP4 (Py 3.8)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Oracle 8.8 UEK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Python 3.10  support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5" name="Google Shape;1918;g27ea198d36a_0_6956">
            <a:extLst>
              <a:ext uri="{FF2B5EF4-FFF2-40B4-BE49-F238E27FC236}">
                <a16:creationId xmlns:a16="http://schemas.microsoft.com/office/drawing/2014/main" id="{76ABC9A1-265D-B342-90A1-198BD7FCACA3}"/>
              </a:ext>
            </a:extLst>
          </p:cNvPr>
          <p:cNvGrpSpPr/>
          <p:nvPr/>
        </p:nvGrpSpPr>
        <p:grpSpPr>
          <a:xfrm>
            <a:off x="4742967" y="1984818"/>
            <a:ext cx="985800" cy="779169"/>
            <a:chOff x="4208175" y="2721306"/>
            <a:chExt cx="985800" cy="779169"/>
          </a:xfrm>
        </p:grpSpPr>
        <p:grpSp>
          <p:nvGrpSpPr>
            <p:cNvPr id="86" name="Google Shape;1919;g27ea198d36a_0_6956">
              <a:extLst>
                <a:ext uri="{FF2B5EF4-FFF2-40B4-BE49-F238E27FC236}">
                  <a16:creationId xmlns:a16="http://schemas.microsoft.com/office/drawing/2014/main" id="{C0FC858E-DCB0-7968-EB36-82C3D27583DD}"/>
                </a:ext>
              </a:extLst>
            </p:cNvPr>
            <p:cNvGrpSpPr/>
            <p:nvPr/>
          </p:nvGrpSpPr>
          <p:grpSpPr>
            <a:xfrm>
              <a:off x="4518433" y="2721306"/>
              <a:ext cx="365284" cy="364808"/>
              <a:chOff x="4096384" y="2021839"/>
              <a:chExt cx="487045" cy="486411"/>
            </a:xfrm>
          </p:grpSpPr>
          <p:sp>
            <p:nvSpPr>
              <p:cNvPr id="88" name="Google Shape;1920;g27ea198d36a_0_6956">
                <a:extLst>
                  <a:ext uri="{FF2B5EF4-FFF2-40B4-BE49-F238E27FC236}">
                    <a16:creationId xmlns:a16="http://schemas.microsoft.com/office/drawing/2014/main" id="{D8A4BAEA-BE19-01F9-8381-E75F970BD6E6}"/>
                  </a:ext>
                </a:extLst>
              </p:cNvPr>
              <p:cNvSpPr/>
              <p:nvPr/>
            </p:nvSpPr>
            <p:spPr>
              <a:xfrm>
                <a:off x="4096385" y="244094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1921;g27ea198d36a_0_6956">
                <a:extLst>
                  <a:ext uri="{FF2B5EF4-FFF2-40B4-BE49-F238E27FC236}">
                    <a16:creationId xmlns:a16="http://schemas.microsoft.com/office/drawing/2014/main" id="{09CC7B24-83C0-CFE8-30F5-C31D4967C8BF}"/>
                  </a:ext>
                </a:extLst>
              </p:cNvPr>
              <p:cNvSpPr/>
              <p:nvPr/>
            </p:nvSpPr>
            <p:spPr>
              <a:xfrm>
                <a:off x="4201160" y="244094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1922;g27ea198d36a_0_6956">
                <a:extLst>
                  <a:ext uri="{FF2B5EF4-FFF2-40B4-BE49-F238E27FC236}">
                    <a16:creationId xmlns:a16="http://schemas.microsoft.com/office/drawing/2014/main" id="{68506164-B86C-947B-DDD0-45F3573990E4}"/>
                  </a:ext>
                </a:extLst>
              </p:cNvPr>
              <p:cNvSpPr/>
              <p:nvPr/>
            </p:nvSpPr>
            <p:spPr>
              <a:xfrm>
                <a:off x="4201160" y="233616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1923;g27ea198d36a_0_6956">
                <a:extLst>
                  <a:ext uri="{FF2B5EF4-FFF2-40B4-BE49-F238E27FC236}">
                    <a16:creationId xmlns:a16="http://schemas.microsoft.com/office/drawing/2014/main" id="{E18C742B-F82C-FCD3-D088-97A50E87A81B}"/>
                  </a:ext>
                </a:extLst>
              </p:cNvPr>
              <p:cNvSpPr/>
              <p:nvPr/>
            </p:nvSpPr>
            <p:spPr>
              <a:xfrm>
                <a:off x="4305935" y="233616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1924;g27ea198d36a_0_6956">
                <a:extLst>
                  <a:ext uri="{FF2B5EF4-FFF2-40B4-BE49-F238E27FC236}">
                    <a16:creationId xmlns:a16="http://schemas.microsoft.com/office/drawing/2014/main" id="{5EC345E6-D25F-C36A-2AE2-358C46ED0C80}"/>
                  </a:ext>
                </a:extLst>
              </p:cNvPr>
              <p:cNvSpPr/>
              <p:nvPr/>
            </p:nvSpPr>
            <p:spPr>
              <a:xfrm>
                <a:off x="4305935" y="244094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1925;g27ea198d36a_0_6956">
                <a:extLst>
                  <a:ext uri="{FF2B5EF4-FFF2-40B4-BE49-F238E27FC236}">
                    <a16:creationId xmlns:a16="http://schemas.microsoft.com/office/drawing/2014/main" id="{C3137A88-8470-A2AF-E53E-21A1FC107F5A}"/>
                  </a:ext>
                </a:extLst>
              </p:cNvPr>
              <p:cNvSpPr/>
              <p:nvPr/>
            </p:nvSpPr>
            <p:spPr>
              <a:xfrm>
                <a:off x="4411345" y="244094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1926;g27ea198d36a_0_6956">
                <a:extLst>
                  <a:ext uri="{FF2B5EF4-FFF2-40B4-BE49-F238E27FC236}">
                    <a16:creationId xmlns:a16="http://schemas.microsoft.com/office/drawing/2014/main" id="{19FB3980-A5D0-F77D-3DF9-4D89E9C08F9A}"/>
                  </a:ext>
                </a:extLst>
              </p:cNvPr>
              <p:cNvSpPr/>
              <p:nvPr/>
            </p:nvSpPr>
            <p:spPr>
              <a:xfrm>
                <a:off x="4516120" y="2440939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33655" y="0"/>
                    </a:moveTo>
                    <a:cubicBezTo>
                      <a:pt x="15240" y="0"/>
                      <a:pt x="0" y="15240"/>
                      <a:pt x="0" y="33655"/>
                    </a:cubicBezTo>
                    <a:cubicBezTo>
                      <a:pt x="0" y="52070"/>
                      <a:pt x="15240" y="67310"/>
                      <a:pt x="33655" y="67310"/>
                    </a:cubicBezTo>
                    <a:cubicBezTo>
                      <a:pt x="52070" y="67310"/>
                      <a:pt x="67310" y="52070"/>
                      <a:pt x="67310" y="33655"/>
                    </a:cubicBezTo>
                    <a:cubicBezTo>
                      <a:pt x="67310" y="15240"/>
                      <a:pt x="52070" y="0"/>
                      <a:pt x="33655" y="0"/>
                    </a:cubicBezTo>
                    <a:close/>
                    <a:moveTo>
                      <a:pt x="33655" y="53975"/>
                    </a:moveTo>
                    <a:cubicBezTo>
                      <a:pt x="22225" y="53975"/>
                      <a:pt x="13335" y="45085"/>
                      <a:pt x="13335" y="33655"/>
                    </a:cubicBezTo>
                    <a:cubicBezTo>
                      <a:pt x="13335" y="22225"/>
                      <a:pt x="22225" y="13335"/>
                      <a:pt x="33655" y="13335"/>
                    </a:cubicBezTo>
                    <a:cubicBezTo>
                      <a:pt x="45085" y="13335"/>
                      <a:pt x="53975" y="22225"/>
                      <a:pt x="53975" y="33655"/>
                    </a:cubicBezTo>
                    <a:cubicBezTo>
                      <a:pt x="53975" y="45085"/>
                      <a:pt x="44450" y="53975"/>
                      <a:pt x="33655" y="5397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1927;g27ea198d36a_0_6956">
                <a:extLst>
                  <a:ext uri="{FF2B5EF4-FFF2-40B4-BE49-F238E27FC236}">
                    <a16:creationId xmlns:a16="http://schemas.microsoft.com/office/drawing/2014/main" id="{C3B54363-0401-FE18-EF98-8E729587FF24}"/>
                  </a:ext>
                </a:extLst>
              </p:cNvPr>
              <p:cNvSpPr/>
              <p:nvPr/>
            </p:nvSpPr>
            <p:spPr>
              <a:xfrm>
                <a:off x="4096385" y="233616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1928;g27ea198d36a_0_6956">
                <a:extLst>
                  <a:ext uri="{FF2B5EF4-FFF2-40B4-BE49-F238E27FC236}">
                    <a16:creationId xmlns:a16="http://schemas.microsoft.com/office/drawing/2014/main" id="{58E500F8-AF40-D9CE-BBBF-E9FC45199883}"/>
                  </a:ext>
                </a:extLst>
              </p:cNvPr>
              <p:cNvSpPr/>
              <p:nvPr/>
            </p:nvSpPr>
            <p:spPr>
              <a:xfrm>
                <a:off x="4096385" y="223139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1929;g27ea198d36a_0_6956">
                <a:extLst>
                  <a:ext uri="{FF2B5EF4-FFF2-40B4-BE49-F238E27FC236}">
                    <a16:creationId xmlns:a16="http://schemas.microsoft.com/office/drawing/2014/main" id="{9C679D64-72A3-09E6-8CCD-EC5FCDE4DE8F}"/>
                  </a:ext>
                </a:extLst>
              </p:cNvPr>
              <p:cNvSpPr/>
              <p:nvPr/>
            </p:nvSpPr>
            <p:spPr>
              <a:xfrm>
                <a:off x="4201160" y="223139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1930;g27ea198d36a_0_6956">
                <a:extLst>
                  <a:ext uri="{FF2B5EF4-FFF2-40B4-BE49-F238E27FC236}">
                    <a16:creationId xmlns:a16="http://schemas.microsoft.com/office/drawing/2014/main" id="{C320E31F-00BF-4211-A463-0CF9D096ED77}"/>
                  </a:ext>
                </a:extLst>
              </p:cNvPr>
              <p:cNvSpPr/>
              <p:nvPr/>
            </p:nvSpPr>
            <p:spPr>
              <a:xfrm>
                <a:off x="4096385" y="212661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1931;g27ea198d36a_0_6956">
                <a:extLst>
                  <a:ext uri="{FF2B5EF4-FFF2-40B4-BE49-F238E27FC236}">
                    <a16:creationId xmlns:a16="http://schemas.microsoft.com/office/drawing/2014/main" id="{8F3C2B3D-5EF5-F341-0774-1300B297E366}"/>
                  </a:ext>
                </a:extLst>
              </p:cNvPr>
              <p:cNvSpPr/>
              <p:nvPr/>
            </p:nvSpPr>
            <p:spPr>
              <a:xfrm>
                <a:off x="4516120" y="2021839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932;g27ea198d36a_0_6956">
                <a:extLst>
                  <a:ext uri="{FF2B5EF4-FFF2-40B4-BE49-F238E27FC236}">
                    <a16:creationId xmlns:a16="http://schemas.microsoft.com/office/drawing/2014/main" id="{669D1CEE-2456-5C10-214C-4487FB0C7805}"/>
                  </a:ext>
                </a:extLst>
              </p:cNvPr>
              <p:cNvSpPr/>
              <p:nvPr/>
            </p:nvSpPr>
            <p:spPr>
              <a:xfrm>
                <a:off x="4411345" y="2021839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933;g27ea198d36a_0_6956">
                <a:extLst>
                  <a:ext uri="{FF2B5EF4-FFF2-40B4-BE49-F238E27FC236}">
                    <a16:creationId xmlns:a16="http://schemas.microsoft.com/office/drawing/2014/main" id="{FC8B13A6-A490-FA5C-68AE-61656C00C054}"/>
                  </a:ext>
                </a:extLst>
              </p:cNvPr>
              <p:cNvSpPr/>
              <p:nvPr/>
            </p:nvSpPr>
            <p:spPr>
              <a:xfrm>
                <a:off x="4411345" y="212661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934;g27ea198d36a_0_6956">
                <a:extLst>
                  <a:ext uri="{FF2B5EF4-FFF2-40B4-BE49-F238E27FC236}">
                    <a16:creationId xmlns:a16="http://schemas.microsoft.com/office/drawing/2014/main" id="{F3BAB4D7-AF50-3F0D-5B55-C89350B34EFF}"/>
                  </a:ext>
                </a:extLst>
              </p:cNvPr>
              <p:cNvSpPr/>
              <p:nvPr/>
            </p:nvSpPr>
            <p:spPr>
              <a:xfrm>
                <a:off x="4305935" y="212661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935;g27ea198d36a_0_6956">
                <a:extLst>
                  <a:ext uri="{FF2B5EF4-FFF2-40B4-BE49-F238E27FC236}">
                    <a16:creationId xmlns:a16="http://schemas.microsoft.com/office/drawing/2014/main" id="{CFF06AC1-93B7-A28F-85BA-652DDB031C7B}"/>
                  </a:ext>
                </a:extLst>
              </p:cNvPr>
              <p:cNvSpPr/>
              <p:nvPr/>
            </p:nvSpPr>
            <p:spPr>
              <a:xfrm>
                <a:off x="4305935" y="2021839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936;g27ea198d36a_0_6956">
                <a:extLst>
                  <a:ext uri="{FF2B5EF4-FFF2-40B4-BE49-F238E27FC236}">
                    <a16:creationId xmlns:a16="http://schemas.microsoft.com/office/drawing/2014/main" id="{2C29A8CF-AACC-15EC-206B-BEA2D879A424}"/>
                  </a:ext>
                </a:extLst>
              </p:cNvPr>
              <p:cNvSpPr/>
              <p:nvPr/>
            </p:nvSpPr>
            <p:spPr>
              <a:xfrm>
                <a:off x="4201160" y="2021839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937;g27ea198d36a_0_6956">
                <a:extLst>
                  <a:ext uri="{FF2B5EF4-FFF2-40B4-BE49-F238E27FC236}">
                    <a16:creationId xmlns:a16="http://schemas.microsoft.com/office/drawing/2014/main" id="{612BA3F8-2F77-F508-E9CA-057CB919EBEF}"/>
                  </a:ext>
                </a:extLst>
              </p:cNvPr>
              <p:cNvSpPr/>
              <p:nvPr/>
            </p:nvSpPr>
            <p:spPr>
              <a:xfrm>
                <a:off x="4516120" y="212661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938;g27ea198d36a_0_6956">
                <a:extLst>
                  <a:ext uri="{FF2B5EF4-FFF2-40B4-BE49-F238E27FC236}">
                    <a16:creationId xmlns:a16="http://schemas.microsoft.com/office/drawing/2014/main" id="{F9734797-B384-18E7-2773-0A6FD3ADD038}"/>
                  </a:ext>
                </a:extLst>
              </p:cNvPr>
              <p:cNvSpPr/>
              <p:nvPr/>
            </p:nvSpPr>
            <p:spPr>
              <a:xfrm>
                <a:off x="4516120" y="223139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939;g27ea198d36a_0_6956">
                <a:extLst>
                  <a:ext uri="{FF2B5EF4-FFF2-40B4-BE49-F238E27FC236}">
                    <a16:creationId xmlns:a16="http://schemas.microsoft.com/office/drawing/2014/main" id="{E8EFA331-782D-BAC2-3A50-C526EBA550D2}"/>
                  </a:ext>
                </a:extLst>
              </p:cNvPr>
              <p:cNvSpPr/>
              <p:nvPr/>
            </p:nvSpPr>
            <p:spPr>
              <a:xfrm>
                <a:off x="4411345" y="2231390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940;g27ea198d36a_0_6956">
                <a:extLst>
                  <a:ext uri="{FF2B5EF4-FFF2-40B4-BE49-F238E27FC236}">
                    <a16:creationId xmlns:a16="http://schemas.microsoft.com/office/drawing/2014/main" id="{73028592-F3CB-42F0-E609-B540D61B6090}"/>
                  </a:ext>
                </a:extLst>
              </p:cNvPr>
              <p:cNvSpPr/>
              <p:nvPr/>
            </p:nvSpPr>
            <p:spPr>
              <a:xfrm>
                <a:off x="4516120" y="2336165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67310" y="33655"/>
                    </a:moveTo>
                    <a:cubicBezTo>
                      <a:pt x="67310" y="52242"/>
                      <a:pt x="52242" y="67310"/>
                      <a:pt x="33655" y="67310"/>
                    </a:cubicBezTo>
                    <a:cubicBezTo>
                      <a:pt x="15068" y="67310"/>
                      <a:pt x="0" y="52242"/>
                      <a:pt x="0" y="33655"/>
                    </a:cubicBezTo>
                    <a:cubicBezTo>
                      <a:pt x="0" y="15068"/>
                      <a:pt x="15068" y="0"/>
                      <a:pt x="33655" y="0"/>
                    </a:cubicBezTo>
                    <a:cubicBezTo>
                      <a:pt x="52242" y="0"/>
                      <a:pt x="67310" y="15068"/>
                      <a:pt x="67310" y="3365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941;g27ea198d36a_0_6956">
                <a:extLst>
                  <a:ext uri="{FF2B5EF4-FFF2-40B4-BE49-F238E27FC236}">
                    <a16:creationId xmlns:a16="http://schemas.microsoft.com/office/drawing/2014/main" id="{0033B4FD-A81E-9144-0908-88818B6A143A}"/>
                  </a:ext>
                </a:extLst>
              </p:cNvPr>
              <p:cNvSpPr/>
              <p:nvPr/>
            </p:nvSpPr>
            <p:spPr>
              <a:xfrm>
                <a:off x="4096384" y="2021839"/>
                <a:ext cx="6732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29" h="67310" extrusionOk="0">
                    <a:moveTo>
                      <a:pt x="33655" y="0"/>
                    </a:moveTo>
                    <a:cubicBezTo>
                      <a:pt x="15240" y="0"/>
                      <a:pt x="0" y="15240"/>
                      <a:pt x="0" y="33655"/>
                    </a:cubicBezTo>
                    <a:cubicBezTo>
                      <a:pt x="0" y="52070"/>
                      <a:pt x="15240" y="67310"/>
                      <a:pt x="33655" y="67310"/>
                    </a:cubicBezTo>
                    <a:cubicBezTo>
                      <a:pt x="52070" y="67310"/>
                      <a:pt x="67310" y="52070"/>
                      <a:pt x="67310" y="33655"/>
                    </a:cubicBezTo>
                    <a:cubicBezTo>
                      <a:pt x="67945" y="15240"/>
                      <a:pt x="52705" y="0"/>
                      <a:pt x="33655" y="0"/>
                    </a:cubicBezTo>
                    <a:close/>
                    <a:moveTo>
                      <a:pt x="33655" y="53975"/>
                    </a:moveTo>
                    <a:cubicBezTo>
                      <a:pt x="22225" y="53975"/>
                      <a:pt x="13335" y="45085"/>
                      <a:pt x="13335" y="33655"/>
                    </a:cubicBezTo>
                    <a:cubicBezTo>
                      <a:pt x="13335" y="22225"/>
                      <a:pt x="22225" y="13335"/>
                      <a:pt x="33655" y="13335"/>
                    </a:cubicBezTo>
                    <a:cubicBezTo>
                      <a:pt x="45085" y="13335"/>
                      <a:pt x="53975" y="22225"/>
                      <a:pt x="53975" y="33655"/>
                    </a:cubicBezTo>
                    <a:cubicBezTo>
                      <a:pt x="53975" y="45085"/>
                      <a:pt x="45085" y="53975"/>
                      <a:pt x="33655" y="5397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942;g27ea198d36a_0_6956">
                <a:extLst>
                  <a:ext uri="{FF2B5EF4-FFF2-40B4-BE49-F238E27FC236}">
                    <a16:creationId xmlns:a16="http://schemas.microsoft.com/office/drawing/2014/main" id="{5102ED32-85B4-A21E-FEEC-6D4C9523D909}"/>
                  </a:ext>
                </a:extLst>
              </p:cNvPr>
              <p:cNvSpPr/>
              <p:nvPr/>
            </p:nvSpPr>
            <p:spPr>
              <a:xfrm>
                <a:off x="4201159" y="2126614"/>
                <a:ext cx="6732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29" h="67310" extrusionOk="0">
                    <a:moveTo>
                      <a:pt x="33655" y="0"/>
                    </a:moveTo>
                    <a:cubicBezTo>
                      <a:pt x="15240" y="0"/>
                      <a:pt x="0" y="15240"/>
                      <a:pt x="0" y="33655"/>
                    </a:cubicBezTo>
                    <a:cubicBezTo>
                      <a:pt x="0" y="52070"/>
                      <a:pt x="15240" y="67310"/>
                      <a:pt x="33655" y="67310"/>
                    </a:cubicBezTo>
                    <a:cubicBezTo>
                      <a:pt x="52070" y="67310"/>
                      <a:pt x="67310" y="52070"/>
                      <a:pt x="67310" y="33655"/>
                    </a:cubicBezTo>
                    <a:cubicBezTo>
                      <a:pt x="67945" y="15240"/>
                      <a:pt x="52705" y="0"/>
                      <a:pt x="33655" y="0"/>
                    </a:cubicBezTo>
                    <a:close/>
                    <a:moveTo>
                      <a:pt x="33655" y="53975"/>
                    </a:moveTo>
                    <a:cubicBezTo>
                      <a:pt x="22225" y="53975"/>
                      <a:pt x="13335" y="45085"/>
                      <a:pt x="13335" y="33655"/>
                    </a:cubicBezTo>
                    <a:cubicBezTo>
                      <a:pt x="13335" y="22225"/>
                      <a:pt x="22225" y="13335"/>
                      <a:pt x="33655" y="13335"/>
                    </a:cubicBezTo>
                    <a:cubicBezTo>
                      <a:pt x="45085" y="13335"/>
                      <a:pt x="53975" y="22225"/>
                      <a:pt x="53975" y="33655"/>
                    </a:cubicBezTo>
                    <a:cubicBezTo>
                      <a:pt x="53975" y="45085"/>
                      <a:pt x="45085" y="53975"/>
                      <a:pt x="33655" y="5397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943;g27ea198d36a_0_6956">
                <a:extLst>
                  <a:ext uri="{FF2B5EF4-FFF2-40B4-BE49-F238E27FC236}">
                    <a16:creationId xmlns:a16="http://schemas.microsoft.com/office/drawing/2014/main" id="{ADFEBE48-1C17-55C0-FCEE-779FDEB2CDB7}"/>
                  </a:ext>
                </a:extLst>
              </p:cNvPr>
              <p:cNvSpPr/>
              <p:nvPr/>
            </p:nvSpPr>
            <p:spPr>
              <a:xfrm>
                <a:off x="4305934" y="2231389"/>
                <a:ext cx="67310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10" h="67310" extrusionOk="0">
                    <a:moveTo>
                      <a:pt x="33655" y="0"/>
                    </a:moveTo>
                    <a:cubicBezTo>
                      <a:pt x="15240" y="0"/>
                      <a:pt x="0" y="15240"/>
                      <a:pt x="0" y="33655"/>
                    </a:cubicBezTo>
                    <a:cubicBezTo>
                      <a:pt x="0" y="52070"/>
                      <a:pt x="15240" y="67310"/>
                      <a:pt x="33655" y="67310"/>
                    </a:cubicBezTo>
                    <a:cubicBezTo>
                      <a:pt x="52070" y="67310"/>
                      <a:pt x="67310" y="52070"/>
                      <a:pt x="67310" y="33655"/>
                    </a:cubicBezTo>
                    <a:cubicBezTo>
                      <a:pt x="67310" y="15240"/>
                      <a:pt x="52705" y="0"/>
                      <a:pt x="33655" y="0"/>
                    </a:cubicBezTo>
                    <a:close/>
                    <a:moveTo>
                      <a:pt x="33655" y="53975"/>
                    </a:moveTo>
                    <a:cubicBezTo>
                      <a:pt x="22225" y="53975"/>
                      <a:pt x="13335" y="45085"/>
                      <a:pt x="13335" y="33655"/>
                    </a:cubicBezTo>
                    <a:cubicBezTo>
                      <a:pt x="13335" y="22225"/>
                      <a:pt x="22225" y="13335"/>
                      <a:pt x="33655" y="13335"/>
                    </a:cubicBezTo>
                    <a:cubicBezTo>
                      <a:pt x="45085" y="13335"/>
                      <a:pt x="53975" y="22225"/>
                      <a:pt x="53975" y="33655"/>
                    </a:cubicBezTo>
                    <a:cubicBezTo>
                      <a:pt x="53975" y="45085"/>
                      <a:pt x="45085" y="53975"/>
                      <a:pt x="33655" y="5397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944;g27ea198d36a_0_6956">
                <a:extLst>
                  <a:ext uri="{FF2B5EF4-FFF2-40B4-BE49-F238E27FC236}">
                    <a16:creationId xmlns:a16="http://schemas.microsoft.com/office/drawing/2014/main" id="{8AA8D15A-BEBB-088D-E6C8-18B3484D8748}"/>
                  </a:ext>
                </a:extLst>
              </p:cNvPr>
              <p:cNvSpPr/>
              <p:nvPr/>
            </p:nvSpPr>
            <p:spPr>
              <a:xfrm>
                <a:off x="4411345" y="2336164"/>
                <a:ext cx="67309" cy="67310"/>
              </a:xfrm>
              <a:custGeom>
                <a:avLst/>
                <a:gdLst/>
                <a:ahLst/>
                <a:cxnLst/>
                <a:rect l="l" t="t" r="r" b="b"/>
                <a:pathLst>
                  <a:path w="67309" h="67310" extrusionOk="0">
                    <a:moveTo>
                      <a:pt x="33655" y="0"/>
                    </a:moveTo>
                    <a:cubicBezTo>
                      <a:pt x="15240" y="0"/>
                      <a:pt x="0" y="15240"/>
                      <a:pt x="0" y="33655"/>
                    </a:cubicBezTo>
                    <a:cubicBezTo>
                      <a:pt x="0" y="52070"/>
                      <a:pt x="15240" y="67310"/>
                      <a:pt x="33655" y="67310"/>
                    </a:cubicBezTo>
                    <a:cubicBezTo>
                      <a:pt x="52070" y="67310"/>
                      <a:pt x="67310" y="52070"/>
                      <a:pt x="67310" y="33655"/>
                    </a:cubicBezTo>
                    <a:cubicBezTo>
                      <a:pt x="67310" y="15240"/>
                      <a:pt x="52070" y="0"/>
                      <a:pt x="33655" y="0"/>
                    </a:cubicBezTo>
                    <a:close/>
                    <a:moveTo>
                      <a:pt x="33655" y="53975"/>
                    </a:moveTo>
                    <a:cubicBezTo>
                      <a:pt x="22225" y="53975"/>
                      <a:pt x="13335" y="45085"/>
                      <a:pt x="13335" y="33655"/>
                    </a:cubicBezTo>
                    <a:cubicBezTo>
                      <a:pt x="13335" y="22225"/>
                      <a:pt x="22225" y="13335"/>
                      <a:pt x="33655" y="13335"/>
                    </a:cubicBezTo>
                    <a:cubicBezTo>
                      <a:pt x="45085" y="13335"/>
                      <a:pt x="53975" y="22225"/>
                      <a:pt x="53975" y="33655"/>
                    </a:cubicBezTo>
                    <a:cubicBezTo>
                      <a:pt x="53975" y="45085"/>
                      <a:pt x="44450" y="53975"/>
                      <a:pt x="33655" y="53975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305868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" name="Google Shape;1945;g27ea198d36a_0_6956">
              <a:extLst>
                <a:ext uri="{FF2B5EF4-FFF2-40B4-BE49-F238E27FC236}">
                  <a16:creationId xmlns:a16="http://schemas.microsoft.com/office/drawing/2014/main" id="{B849D604-8AA7-D00D-B9BE-688AB0CFF504}"/>
                </a:ext>
              </a:extLst>
            </p:cNvPr>
            <p:cNvSpPr txBox="1"/>
            <p:nvPr/>
          </p:nvSpPr>
          <p:spPr>
            <a:xfrm>
              <a:off x="4208175" y="3140175"/>
              <a:ext cx="985800" cy="3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  <a:tabLst/>
                <a:defRPr/>
              </a:pPr>
              <a:r>
                <a:rPr kumimoji="0" lang="en" sz="1300" b="1" i="0" u="none" strike="noStrike" kern="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Operational  DB</a:t>
              </a:r>
              <a:endParaRPr kumimoji="0" sz="9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3" name="Google Shape;1946;g27ea198d36a_0_6956">
            <a:extLst>
              <a:ext uri="{FF2B5EF4-FFF2-40B4-BE49-F238E27FC236}">
                <a16:creationId xmlns:a16="http://schemas.microsoft.com/office/drawing/2014/main" id="{BFA7BCE1-ED66-5CB0-D51B-A74A2C04C24D}"/>
              </a:ext>
            </a:extLst>
          </p:cNvPr>
          <p:cNvSpPr txBox="1"/>
          <p:nvPr/>
        </p:nvSpPr>
        <p:spPr>
          <a:xfrm>
            <a:off x="5801192" y="1984837"/>
            <a:ext cx="21393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Kafka 3.4, Zookeeper 3.8.x and Curator 5.4.0 rebase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4" name="Google Shape;1947;g27ea198d36a_0_6956">
            <a:extLst>
              <a:ext uri="{FF2B5EF4-FFF2-40B4-BE49-F238E27FC236}">
                <a16:creationId xmlns:a16="http://schemas.microsoft.com/office/drawing/2014/main" id="{0009AE0D-F2FB-5960-6720-2B9E63DA949D}"/>
              </a:ext>
            </a:extLst>
          </p:cNvPr>
          <p:cNvGrpSpPr/>
          <p:nvPr/>
        </p:nvGrpSpPr>
        <p:grpSpPr>
          <a:xfrm>
            <a:off x="5149942" y="3947112"/>
            <a:ext cx="342900" cy="342900"/>
            <a:chOff x="9304655" y="4090034"/>
            <a:chExt cx="457200" cy="457200"/>
          </a:xfrm>
        </p:grpSpPr>
        <p:sp>
          <p:nvSpPr>
            <p:cNvPr id="115" name="Google Shape;1948;g27ea198d36a_0_6956">
              <a:extLst>
                <a:ext uri="{FF2B5EF4-FFF2-40B4-BE49-F238E27FC236}">
                  <a16:creationId xmlns:a16="http://schemas.microsoft.com/office/drawing/2014/main" id="{065C471C-6381-200F-78CF-C04BF3014E94}"/>
                </a:ext>
              </a:extLst>
            </p:cNvPr>
            <p:cNvSpPr/>
            <p:nvPr/>
          </p:nvSpPr>
          <p:spPr>
            <a:xfrm>
              <a:off x="9304655" y="409003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 extrusionOk="0">
                  <a:moveTo>
                    <a:pt x="457200" y="457200"/>
                  </a:moveTo>
                  <a:lnTo>
                    <a:pt x="228600" y="457200"/>
                  </a:lnTo>
                  <a:lnTo>
                    <a:pt x="0" y="457200"/>
                  </a:lnTo>
                  <a:lnTo>
                    <a:pt x="0" y="228600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12700" y="0"/>
                  </a:lnTo>
                  <a:lnTo>
                    <a:pt x="12700" y="222250"/>
                  </a:lnTo>
                  <a:lnTo>
                    <a:pt x="12700" y="444500"/>
                  </a:lnTo>
                  <a:lnTo>
                    <a:pt x="234950" y="444500"/>
                  </a:lnTo>
                  <a:lnTo>
                    <a:pt x="457200" y="444500"/>
                  </a:lnTo>
                  <a:lnTo>
                    <a:pt x="457200" y="450850"/>
                  </a:ln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949;g27ea198d36a_0_6956">
              <a:extLst>
                <a:ext uri="{FF2B5EF4-FFF2-40B4-BE49-F238E27FC236}">
                  <a16:creationId xmlns:a16="http://schemas.microsoft.com/office/drawing/2014/main" id="{AEDBC262-7EB2-2ED9-F6F4-3ECD07217384}"/>
                </a:ext>
              </a:extLst>
            </p:cNvPr>
            <p:cNvSpPr/>
            <p:nvPr/>
          </p:nvSpPr>
          <p:spPr>
            <a:xfrm>
              <a:off x="9368155" y="41979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38100" y="12700"/>
                  </a:moveTo>
                  <a:cubicBezTo>
                    <a:pt x="52070" y="12700"/>
                    <a:pt x="63500" y="24130"/>
                    <a:pt x="63500" y="38100"/>
                  </a:cubicBezTo>
                  <a:cubicBezTo>
                    <a:pt x="63500" y="52070"/>
                    <a:pt x="52070" y="63500"/>
                    <a:pt x="38100" y="63500"/>
                  </a:cubicBezTo>
                  <a:cubicBezTo>
                    <a:pt x="24130" y="63500"/>
                    <a:pt x="12700" y="52070"/>
                    <a:pt x="12700" y="38100"/>
                  </a:cubicBezTo>
                  <a:cubicBezTo>
                    <a:pt x="12700" y="24130"/>
                    <a:pt x="24130" y="12700"/>
                    <a:pt x="38100" y="12700"/>
                  </a:cubicBezTo>
                  <a:moveTo>
                    <a:pt x="38100" y="0"/>
                  </a:moveTo>
                  <a:cubicBezTo>
                    <a:pt x="17145" y="0"/>
                    <a:pt x="0" y="17145"/>
                    <a:pt x="0" y="38100"/>
                  </a:cubicBezTo>
                  <a:cubicBezTo>
                    <a:pt x="0" y="59055"/>
                    <a:pt x="17145" y="76200"/>
                    <a:pt x="38100" y="76200"/>
                  </a:cubicBezTo>
                  <a:cubicBezTo>
                    <a:pt x="59055" y="76200"/>
                    <a:pt x="76200" y="59055"/>
                    <a:pt x="76200" y="38100"/>
                  </a:cubicBezTo>
                  <a:cubicBezTo>
                    <a:pt x="76200" y="17145"/>
                    <a:pt x="59055" y="0"/>
                    <a:pt x="38100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950;g27ea198d36a_0_6956">
              <a:extLst>
                <a:ext uri="{FF2B5EF4-FFF2-40B4-BE49-F238E27FC236}">
                  <a16:creationId xmlns:a16="http://schemas.microsoft.com/office/drawing/2014/main" id="{26F1F4A6-221C-4486-7CA3-C37531B9C795}"/>
                </a:ext>
              </a:extLst>
            </p:cNvPr>
            <p:cNvSpPr/>
            <p:nvPr/>
          </p:nvSpPr>
          <p:spPr>
            <a:xfrm>
              <a:off x="9507855" y="42805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38100" y="12700"/>
                  </a:moveTo>
                  <a:cubicBezTo>
                    <a:pt x="52070" y="12700"/>
                    <a:pt x="63500" y="24130"/>
                    <a:pt x="63500" y="38100"/>
                  </a:cubicBezTo>
                  <a:cubicBezTo>
                    <a:pt x="63500" y="52070"/>
                    <a:pt x="52070" y="63500"/>
                    <a:pt x="38100" y="63500"/>
                  </a:cubicBezTo>
                  <a:cubicBezTo>
                    <a:pt x="24130" y="63500"/>
                    <a:pt x="12700" y="52070"/>
                    <a:pt x="12700" y="38100"/>
                  </a:cubicBezTo>
                  <a:cubicBezTo>
                    <a:pt x="12700" y="24130"/>
                    <a:pt x="24130" y="12700"/>
                    <a:pt x="38100" y="12700"/>
                  </a:cubicBezTo>
                  <a:moveTo>
                    <a:pt x="38100" y="0"/>
                  </a:moveTo>
                  <a:cubicBezTo>
                    <a:pt x="17145" y="0"/>
                    <a:pt x="0" y="17145"/>
                    <a:pt x="0" y="38100"/>
                  </a:cubicBezTo>
                  <a:cubicBezTo>
                    <a:pt x="0" y="59055"/>
                    <a:pt x="17145" y="76200"/>
                    <a:pt x="38100" y="76200"/>
                  </a:cubicBezTo>
                  <a:cubicBezTo>
                    <a:pt x="59055" y="76200"/>
                    <a:pt x="76200" y="59055"/>
                    <a:pt x="76200" y="38100"/>
                  </a:cubicBezTo>
                  <a:cubicBezTo>
                    <a:pt x="76200" y="17145"/>
                    <a:pt x="59055" y="0"/>
                    <a:pt x="38100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951;g27ea198d36a_0_6956">
              <a:extLst>
                <a:ext uri="{FF2B5EF4-FFF2-40B4-BE49-F238E27FC236}">
                  <a16:creationId xmlns:a16="http://schemas.microsoft.com/office/drawing/2014/main" id="{9D72119D-2C70-F4EA-6EA1-53747186ABE8}"/>
                </a:ext>
              </a:extLst>
            </p:cNvPr>
            <p:cNvSpPr/>
            <p:nvPr/>
          </p:nvSpPr>
          <p:spPr>
            <a:xfrm>
              <a:off x="9647555" y="409003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38100" y="12700"/>
                  </a:moveTo>
                  <a:cubicBezTo>
                    <a:pt x="52070" y="12700"/>
                    <a:pt x="63500" y="24130"/>
                    <a:pt x="63500" y="38100"/>
                  </a:cubicBezTo>
                  <a:cubicBezTo>
                    <a:pt x="63500" y="52070"/>
                    <a:pt x="52070" y="63500"/>
                    <a:pt x="38100" y="63500"/>
                  </a:cubicBezTo>
                  <a:cubicBezTo>
                    <a:pt x="24130" y="63500"/>
                    <a:pt x="12700" y="52070"/>
                    <a:pt x="12700" y="38100"/>
                  </a:cubicBezTo>
                  <a:cubicBezTo>
                    <a:pt x="12700" y="24130"/>
                    <a:pt x="24130" y="12700"/>
                    <a:pt x="38100" y="12700"/>
                  </a:cubicBezTo>
                  <a:moveTo>
                    <a:pt x="38100" y="0"/>
                  </a:moveTo>
                  <a:cubicBezTo>
                    <a:pt x="17145" y="0"/>
                    <a:pt x="0" y="17145"/>
                    <a:pt x="0" y="38100"/>
                  </a:cubicBezTo>
                  <a:cubicBezTo>
                    <a:pt x="0" y="59055"/>
                    <a:pt x="17145" y="76200"/>
                    <a:pt x="38100" y="76200"/>
                  </a:cubicBezTo>
                  <a:cubicBezTo>
                    <a:pt x="59055" y="76200"/>
                    <a:pt x="76200" y="59055"/>
                    <a:pt x="76200" y="38100"/>
                  </a:cubicBezTo>
                  <a:cubicBezTo>
                    <a:pt x="76200" y="17145"/>
                    <a:pt x="59055" y="0"/>
                    <a:pt x="38100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952;g27ea198d36a_0_6956">
              <a:extLst>
                <a:ext uri="{FF2B5EF4-FFF2-40B4-BE49-F238E27FC236}">
                  <a16:creationId xmlns:a16="http://schemas.microsoft.com/office/drawing/2014/main" id="{6F3906A0-ACE2-9C66-C6DF-E3DEBEAEDDA2}"/>
                </a:ext>
              </a:extLst>
            </p:cNvPr>
            <p:cNvSpPr/>
            <p:nvPr/>
          </p:nvSpPr>
          <p:spPr>
            <a:xfrm>
              <a:off x="9368155" y="43630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76200" y="38100"/>
                  </a:moveTo>
                  <a:cubicBezTo>
                    <a:pt x="76200" y="59142"/>
                    <a:pt x="59142" y="76200"/>
                    <a:pt x="38100" y="76200"/>
                  </a:cubicBezTo>
                  <a:cubicBezTo>
                    <a:pt x="17058" y="76200"/>
                    <a:pt x="0" y="59142"/>
                    <a:pt x="0" y="38100"/>
                  </a:cubicBezTo>
                  <a:cubicBezTo>
                    <a:pt x="0" y="17058"/>
                    <a:pt x="17058" y="0"/>
                    <a:pt x="38100" y="0"/>
                  </a:cubicBezTo>
                  <a:cubicBezTo>
                    <a:pt x="59142" y="0"/>
                    <a:pt x="76200" y="17058"/>
                    <a:pt x="76200" y="3810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953;g27ea198d36a_0_6956">
              <a:extLst>
                <a:ext uri="{FF2B5EF4-FFF2-40B4-BE49-F238E27FC236}">
                  <a16:creationId xmlns:a16="http://schemas.microsoft.com/office/drawing/2014/main" id="{F5F94A2B-E5C9-54C7-F2FB-8B7F7964E2ED}"/>
                </a:ext>
              </a:extLst>
            </p:cNvPr>
            <p:cNvSpPr/>
            <p:nvPr/>
          </p:nvSpPr>
          <p:spPr>
            <a:xfrm>
              <a:off x="9507855" y="44138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76200" y="38100"/>
                  </a:moveTo>
                  <a:cubicBezTo>
                    <a:pt x="76200" y="59142"/>
                    <a:pt x="59142" y="76200"/>
                    <a:pt x="38100" y="76200"/>
                  </a:cubicBezTo>
                  <a:cubicBezTo>
                    <a:pt x="17058" y="76200"/>
                    <a:pt x="0" y="59142"/>
                    <a:pt x="0" y="38100"/>
                  </a:cubicBezTo>
                  <a:cubicBezTo>
                    <a:pt x="0" y="17058"/>
                    <a:pt x="17058" y="0"/>
                    <a:pt x="38100" y="0"/>
                  </a:cubicBezTo>
                  <a:cubicBezTo>
                    <a:pt x="59142" y="0"/>
                    <a:pt x="76200" y="17058"/>
                    <a:pt x="76200" y="3810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954;g27ea198d36a_0_6956">
              <a:extLst>
                <a:ext uri="{FF2B5EF4-FFF2-40B4-BE49-F238E27FC236}">
                  <a16:creationId xmlns:a16="http://schemas.microsoft.com/office/drawing/2014/main" id="{E2D945F9-512D-50BC-BFB8-C6C5F0E25771}"/>
                </a:ext>
              </a:extLst>
            </p:cNvPr>
            <p:cNvSpPr/>
            <p:nvPr/>
          </p:nvSpPr>
          <p:spPr>
            <a:xfrm>
              <a:off x="9647555" y="43059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 extrusionOk="0">
                  <a:moveTo>
                    <a:pt x="76200" y="38100"/>
                  </a:moveTo>
                  <a:cubicBezTo>
                    <a:pt x="76200" y="59142"/>
                    <a:pt x="59142" y="76200"/>
                    <a:pt x="38100" y="76200"/>
                  </a:cubicBezTo>
                  <a:cubicBezTo>
                    <a:pt x="17058" y="76200"/>
                    <a:pt x="0" y="59142"/>
                    <a:pt x="0" y="38100"/>
                  </a:cubicBezTo>
                  <a:cubicBezTo>
                    <a:pt x="0" y="17058"/>
                    <a:pt x="17058" y="0"/>
                    <a:pt x="38100" y="0"/>
                  </a:cubicBezTo>
                  <a:cubicBezTo>
                    <a:pt x="59142" y="0"/>
                    <a:pt x="76200" y="17058"/>
                    <a:pt x="76200" y="3810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955;g27ea198d36a_0_6956">
              <a:extLst>
                <a:ext uri="{FF2B5EF4-FFF2-40B4-BE49-F238E27FC236}">
                  <a16:creationId xmlns:a16="http://schemas.microsoft.com/office/drawing/2014/main" id="{DB055BFC-0123-C288-81F2-83835AEA59A5}"/>
                </a:ext>
              </a:extLst>
            </p:cNvPr>
            <p:cNvSpPr/>
            <p:nvPr/>
          </p:nvSpPr>
          <p:spPr>
            <a:xfrm>
              <a:off x="9399905" y="4267834"/>
              <a:ext cx="12700" cy="266700"/>
            </a:xfrm>
            <a:custGeom>
              <a:avLst/>
              <a:gdLst/>
              <a:ahLst/>
              <a:cxnLst/>
              <a:rect l="l" t="t" r="r" b="b"/>
              <a:pathLst>
                <a:path w="12700" h="266700" extrusionOk="0">
                  <a:moveTo>
                    <a:pt x="12700" y="266700"/>
                  </a:moveTo>
                  <a:lnTo>
                    <a:pt x="6350" y="266700"/>
                  </a:lnTo>
                  <a:lnTo>
                    <a:pt x="0" y="266700"/>
                  </a:lnTo>
                  <a:lnTo>
                    <a:pt x="0" y="133350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12700" y="0"/>
                  </a:lnTo>
                  <a:lnTo>
                    <a:pt x="12700" y="133350"/>
                  </a:ln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956;g27ea198d36a_0_6956">
              <a:extLst>
                <a:ext uri="{FF2B5EF4-FFF2-40B4-BE49-F238E27FC236}">
                  <a16:creationId xmlns:a16="http://schemas.microsoft.com/office/drawing/2014/main" id="{D87B08C0-F01E-EE88-8787-CABC826E3D87}"/>
                </a:ext>
              </a:extLst>
            </p:cNvPr>
            <p:cNvSpPr/>
            <p:nvPr/>
          </p:nvSpPr>
          <p:spPr>
            <a:xfrm>
              <a:off x="9539605" y="4344034"/>
              <a:ext cx="12700" cy="190500"/>
            </a:xfrm>
            <a:custGeom>
              <a:avLst/>
              <a:gdLst/>
              <a:ahLst/>
              <a:cxnLst/>
              <a:rect l="l" t="t" r="r" b="b"/>
              <a:pathLst>
                <a:path w="12700" h="190500" extrusionOk="0">
                  <a:moveTo>
                    <a:pt x="12700" y="190500"/>
                  </a:moveTo>
                  <a:lnTo>
                    <a:pt x="6350" y="190500"/>
                  </a:lnTo>
                  <a:lnTo>
                    <a:pt x="0" y="190500"/>
                  </a:lnTo>
                  <a:lnTo>
                    <a:pt x="0" y="95250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12700" y="0"/>
                  </a:lnTo>
                  <a:lnTo>
                    <a:pt x="12700" y="95250"/>
                  </a:ln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957;g27ea198d36a_0_6956">
              <a:extLst>
                <a:ext uri="{FF2B5EF4-FFF2-40B4-BE49-F238E27FC236}">
                  <a16:creationId xmlns:a16="http://schemas.microsoft.com/office/drawing/2014/main" id="{4A700787-286C-C546-2C29-75B2FC3716A3}"/>
                </a:ext>
              </a:extLst>
            </p:cNvPr>
            <p:cNvSpPr/>
            <p:nvPr/>
          </p:nvSpPr>
          <p:spPr>
            <a:xfrm>
              <a:off x="9679305" y="4153534"/>
              <a:ext cx="12700" cy="381000"/>
            </a:xfrm>
            <a:custGeom>
              <a:avLst/>
              <a:gdLst/>
              <a:ahLst/>
              <a:cxnLst/>
              <a:rect l="l" t="t" r="r" b="b"/>
              <a:pathLst>
                <a:path w="12700" h="381000" extrusionOk="0">
                  <a:moveTo>
                    <a:pt x="12700" y="381000"/>
                  </a:moveTo>
                  <a:lnTo>
                    <a:pt x="6350" y="381000"/>
                  </a:lnTo>
                  <a:lnTo>
                    <a:pt x="0" y="381000"/>
                  </a:lnTo>
                  <a:lnTo>
                    <a:pt x="0" y="190500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12700" y="0"/>
                  </a:lnTo>
                  <a:lnTo>
                    <a:pt x="12700" y="190500"/>
                  </a:ln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958;g27ea198d36a_0_6956">
            <a:extLst>
              <a:ext uri="{FF2B5EF4-FFF2-40B4-BE49-F238E27FC236}">
                <a16:creationId xmlns:a16="http://schemas.microsoft.com/office/drawing/2014/main" id="{D57E6D65-0390-260F-863C-13AA195FD7C2}"/>
              </a:ext>
            </a:extLst>
          </p:cNvPr>
          <p:cNvSpPr txBox="1"/>
          <p:nvPr/>
        </p:nvSpPr>
        <p:spPr>
          <a:xfrm>
            <a:off x="4954642" y="4366208"/>
            <a:ext cx="7335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600"/>
              <a:buFont typeface="Arial"/>
              <a:buNone/>
            </a:pPr>
            <a:r>
              <a:rPr lang="en" sz="1300" b="1" kern="0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Analytics</a:t>
            </a:r>
            <a:endParaRPr sz="1300" b="1" kern="0">
              <a:solidFill>
                <a:srgbClr val="A5A5A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959;g27ea198d36a_0_6956">
            <a:extLst>
              <a:ext uri="{FF2B5EF4-FFF2-40B4-BE49-F238E27FC236}">
                <a16:creationId xmlns:a16="http://schemas.microsoft.com/office/drawing/2014/main" id="{F72EDCD0-DFCF-7446-2A95-CCAE10D74712}"/>
              </a:ext>
            </a:extLst>
          </p:cNvPr>
          <p:cNvSpPr txBox="1"/>
          <p:nvPr/>
        </p:nvSpPr>
        <p:spPr>
          <a:xfrm>
            <a:off x="5801192" y="3900562"/>
            <a:ext cx="2978400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Kudu : Range aware data placement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Kudu : CM auto-TLS support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" sz="1200" kern="0" dirty="0">
                <a:solidFill>
                  <a:srgbClr val="305868"/>
                </a:solidFill>
                <a:latin typeface="Roboto"/>
                <a:ea typeface="Roboto"/>
                <a:cs typeface="Roboto"/>
                <a:sym typeface="Roboto"/>
              </a:rPr>
              <a:t>Kudu : JWT authentication support </a:t>
            </a:r>
            <a:endParaRPr sz="1200" kern="0" dirty="0">
              <a:solidFill>
                <a:srgbClr val="3058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25468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61796C3-C663-E139-47B5-E94C0E209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85" y="829890"/>
            <a:ext cx="7656862" cy="3483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C5840F-2160-295A-215D-9699512DE1A7}"/>
              </a:ext>
            </a:extLst>
          </p:cNvPr>
          <p:cNvSpPr txBox="1"/>
          <p:nvPr/>
        </p:nvSpPr>
        <p:spPr>
          <a:xfrm>
            <a:off x="7178582" y="829890"/>
            <a:ext cx="2019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solidFill>
                  <a:srgbClr val="305868"/>
                </a:solidFill>
                <a:latin typeface="Lato"/>
                <a:ea typeface="Lato"/>
                <a:cs typeface="Lato"/>
              </a:rPr>
              <a:t>Apache OZONE</a:t>
            </a:r>
            <a:endParaRPr lang="th-TH" sz="2000" dirty="0">
              <a:solidFill>
                <a:srgbClr val="305868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4" name="Picture 3" descr="A green lightning bolt in a circle&#10;&#10;Description automatically generated">
            <a:extLst>
              <a:ext uri="{FF2B5EF4-FFF2-40B4-BE49-F238E27FC236}">
                <a16:creationId xmlns:a16="http://schemas.microsoft.com/office/drawing/2014/main" id="{638B0EA4-D3C7-5716-7625-5E940C46C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927" y="332731"/>
            <a:ext cx="1413190" cy="14971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A8D1B2-648B-4F64-E241-2D26BA5A89C7}"/>
              </a:ext>
            </a:extLst>
          </p:cNvPr>
          <p:cNvSpPr/>
          <p:nvPr/>
        </p:nvSpPr>
        <p:spPr>
          <a:xfrm>
            <a:off x="4482790" y="2326888"/>
            <a:ext cx="1413190" cy="401444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0AE65D-3344-8A41-62D7-662DE9EFD51E}"/>
              </a:ext>
            </a:extLst>
          </p:cNvPr>
          <p:cNvSpPr/>
          <p:nvPr/>
        </p:nvSpPr>
        <p:spPr>
          <a:xfrm>
            <a:off x="1326995" y="3111189"/>
            <a:ext cx="1413190" cy="47206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0424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38BEC77-EC8D-AA86-7C62-9EA0B6CAFB0D}"/>
              </a:ext>
            </a:extLst>
          </p:cNvPr>
          <p:cNvGrpSpPr/>
          <p:nvPr/>
        </p:nvGrpSpPr>
        <p:grpSpPr>
          <a:xfrm>
            <a:off x="482848" y="454543"/>
            <a:ext cx="8378654" cy="3983641"/>
            <a:chOff x="419100" y="457200"/>
            <a:chExt cx="8305800" cy="3961029"/>
          </a:xfrm>
        </p:grpSpPr>
        <p:sp>
          <p:nvSpPr>
            <p:cNvPr id="3" name="Google Shape;1964;g27ea198d36a_0_7099">
              <a:extLst>
                <a:ext uri="{FF2B5EF4-FFF2-40B4-BE49-F238E27FC236}">
                  <a16:creationId xmlns:a16="http://schemas.microsoft.com/office/drawing/2014/main" id="{D53233AC-8628-602B-208B-09160FA037B4}"/>
                </a:ext>
              </a:extLst>
            </p:cNvPr>
            <p:cNvSpPr txBox="1">
              <a:spLocks/>
            </p:cNvSpPr>
            <p:nvPr/>
          </p:nvSpPr>
          <p:spPr>
            <a:xfrm>
              <a:off x="419100" y="457200"/>
              <a:ext cx="8305800" cy="420600"/>
            </a:xfrm>
            <a:prstGeom prst="rect">
              <a:avLst/>
            </a:prstGeom>
          </p:spPr>
          <p:txBody>
            <a:bodyPr spcFirstLastPara="1" wrap="square" lIns="0" tIns="91425" rIns="0" bIns="91425" anchor="t" anchorCtr="0">
              <a:noAutofit/>
            </a:bodyPr>
            <a:lstStyle>
              <a:lvl1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2pPr>
              <a:lvl3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3pPr>
              <a:lvl4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4pPr>
              <a:lvl5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5pPr>
              <a:lvl6pPr marL="4572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6pPr>
              <a:lvl7pPr marL="9144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7pPr>
              <a:lvl8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8pPr>
              <a:lvl9pPr marL="1828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9pPr>
            </a:lstStyle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2800" dirty="0"/>
                <a:t>SUMMARY OF OZONE BENEFITS</a:t>
              </a:r>
            </a:p>
          </p:txBody>
        </p:sp>
        <p:sp>
          <p:nvSpPr>
            <p:cNvPr id="4" name="Google Shape;1965;g27ea198d36a_0_7099">
              <a:extLst>
                <a:ext uri="{FF2B5EF4-FFF2-40B4-BE49-F238E27FC236}">
                  <a16:creationId xmlns:a16="http://schemas.microsoft.com/office/drawing/2014/main" id="{3A705198-D248-7C2F-EC81-4107C1174996}"/>
                </a:ext>
              </a:extLst>
            </p:cNvPr>
            <p:cNvSpPr txBox="1">
              <a:spLocks/>
            </p:cNvSpPr>
            <p:nvPr/>
          </p:nvSpPr>
          <p:spPr>
            <a:xfrm>
              <a:off x="3210126" y="1329089"/>
              <a:ext cx="4703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300"/>
                </a:buClr>
                <a:buSzPts val="1200"/>
                <a:buFont typeface="Arial" pitchFamily="34" charset="0"/>
                <a:buNone/>
              </a:pPr>
              <a:r>
                <a:rPr lang="en-US" sz="1200" dirty="0">
                  <a:solidFill>
                    <a:srgbClr val="FF8300"/>
                  </a:solidFill>
                  <a:latin typeface="Arial"/>
                  <a:ea typeface="Arial"/>
                  <a:cs typeface="Arial"/>
                  <a:sym typeface="Arial"/>
                </a:rPr>
                <a:t>Faster performance</a:t>
              </a:r>
              <a:br>
                <a:rPr lang="en-US" sz="1200" dirty="0">
                  <a:solidFill>
                    <a:srgbClr val="47413C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dirty="0">
                  <a:solidFill>
                    <a:srgbClr val="47413C"/>
                  </a:solidFill>
                  <a:latin typeface="Arial"/>
                  <a:ea typeface="Arial"/>
                  <a:cs typeface="Arial"/>
                  <a:sym typeface="Arial"/>
                </a:rPr>
                <a:t>Queries run faster on Ozone. See TPC-DS test results in Benchmarking Ozone blog.</a:t>
              </a:r>
              <a:endParaRPr lang="en-US" sz="1100" dirty="0">
                <a:solidFill>
                  <a:srgbClr val="4741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" name="Google Shape;1966;g27ea198d36a_0_7099">
              <a:extLst>
                <a:ext uri="{FF2B5EF4-FFF2-40B4-BE49-F238E27FC236}">
                  <a16:creationId xmlns:a16="http://schemas.microsoft.com/office/drawing/2014/main" id="{2E9B8ACF-4764-83C4-FD30-7309AC1ED838}"/>
                </a:ext>
              </a:extLst>
            </p:cNvPr>
            <p:cNvGrpSpPr/>
            <p:nvPr/>
          </p:nvGrpSpPr>
          <p:grpSpPr>
            <a:xfrm>
              <a:off x="2685771" y="1940781"/>
              <a:ext cx="486000" cy="486000"/>
              <a:chOff x="2685771" y="1788381"/>
              <a:chExt cx="486000" cy="486000"/>
            </a:xfrm>
          </p:grpSpPr>
          <p:sp>
            <p:nvSpPr>
              <p:cNvPr id="27" name="Google Shape;1967;g27ea198d36a_0_7099">
                <a:extLst>
                  <a:ext uri="{FF2B5EF4-FFF2-40B4-BE49-F238E27FC236}">
                    <a16:creationId xmlns:a16="http://schemas.microsoft.com/office/drawing/2014/main" id="{69596FA0-8CA4-6844-80A8-094F7328D785}"/>
                  </a:ext>
                </a:extLst>
              </p:cNvPr>
              <p:cNvSpPr/>
              <p:nvPr/>
            </p:nvSpPr>
            <p:spPr>
              <a:xfrm>
                <a:off x="2685771" y="1788381"/>
                <a:ext cx="486000" cy="486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63500" dist="38100" dir="5640000" algn="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1968;g27ea198d36a_0_7099" descr="Box with solid fill">
                <a:extLst>
                  <a:ext uri="{FF2B5EF4-FFF2-40B4-BE49-F238E27FC236}">
                    <a16:creationId xmlns:a16="http://schemas.microsoft.com/office/drawing/2014/main" id="{7BDD22DB-2D1A-DB87-D0C8-B0E0E054182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726269" y="1828863"/>
                <a:ext cx="405000" cy="405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" name="Google Shape;1969;g27ea198d36a_0_7099">
              <a:extLst>
                <a:ext uri="{FF2B5EF4-FFF2-40B4-BE49-F238E27FC236}">
                  <a16:creationId xmlns:a16="http://schemas.microsoft.com/office/drawing/2014/main" id="{E5CEDC46-E866-8677-B8B8-2752E907C35F}"/>
                </a:ext>
              </a:extLst>
            </p:cNvPr>
            <p:cNvGrpSpPr/>
            <p:nvPr/>
          </p:nvGrpSpPr>
          <p:grpSpPr>
            <a:xfrm>
              <a:off x="2398970" y="1285407"/>
              <a:ext cx="486000" cy="486000"/>
              <a:chOff x="1412086" y="2070663"/>
              <a:chExt cx="648000" cy="648000"/>
            </a:xfrm>
          </p:grpSpPr>
          <p:sp>
            <p:nvSpPr>
              <p:cNvPr id="25" name="Google Shape;1970;g27ea198d36a_0_7099">
                <a:extLst>
                  <a:ext uri="{FF2B5EF4-FFF2-40B4-BE49-F238E27FC236}">
                    <a16:creationId xmlns:a16="http://schemas.microsoft.com/office/drawing/2014/main" id="{2B86D989-6D7A-C379-2681-09D6E23EBB2D}"/>
                  </a:ext>
                </a:extLst>
              </p:cNvPr>
              <p:cNvSpPr/>
              <p:nvPr/>
            </p:nvSpPr>
            <p:spPr>
              <a:xfrm>
                <a:off x="1412086" y="2070663"/>
                <a:ext cx="648000" cy="648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63500" dist="38100" dir="5640000" algn="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" name="Google Shape;1971;g27ea198d36a_0_7099" descr="Race Car with solid fill">
                <a:extLst>
                  <a:ext uri="{FF2B5EF4-FFF2-40B4-BE49-F238E27FC236}">
                    <a16:creationId xmlns:a16="http://schemas.microsoft.com/office/drawing/2014/main" id="{509CD3C7-C2A3-BF75-2613-D9F940E87CA5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flipH="1">
                <a:off x="1459952" y="2110906"/>
                <a:ext cx="540000" cy="54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" name="Google Shape;1972;g27ea198d36a_0_7099">
              <a:extLst>
                <a:ext uri="{FF2B5EF4-FFF2-40B4-BE49-F238E27FC236}">
                  <a16:creationId xmlns:a16="http://schemas.microsoft.com/office/drawing/2014/main" id="{733EFE5C-C64C-414A-478C-52B77D642E61}"/>
                </a:ext>
              </a:extLst>
            </p:cNvPr>
            <p:cNvSpPr txBox="1"/>
            <p:nvPr/>
          </p:nvSpPr>
          <p:spPr>
            <a:xfrm>
              <a:off x="3443646" y="1989503"/>
              <a:ext cx="4703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300"/>
                </a:buClr>
                <a:buSzPts val="1200"/>
                <a:buFont typeface="Noto Sans Symbols"/>
                <a:buNone/>
              </a:pPr>
              <a:r>
                <a:rPr lang="en" sz="1200" dirty="0">
                  <a:solidFill>
                    <a:srgbClr val="FF8300"/>
                  </a:solidFill>
                </a:rPr>
                <a:t>5x storage density</a:t>
              </a:r>
              <a:br>
                <a:rPr lang="en" sz="1200" b="0" i="0" dirty="0">
                  <a:solidFill>
                    <a:srgbClr val="47413C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 dirty="0">
                  <a:solidFill>
                    <a:srgbClr val="47413C"/>
                  </a:solidFill>
                </a:rPr>
                <a:t>Store significantly more data on denser nodes while maintaining reliability, scalability, and performance.</a:t>
              </a:r>
              <a:endParaRPr sz="1200" b="0" i="0" dirty="0">
                <a:solidFill>
                  <a:srgbClr val="47413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dirty="0">
                <a:solidFill>
                  <a:srgbClr val="4741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973;g27ea198d36a_0_7099">
              <a:extLst>
                <a:ext uri="{FF2B5EF4-FFF2-40B4-BE49-F238E27FC236}">
                  <a16:creationId xmlns:a16="http://schemas.microsoft.com/office/drawing/2014/main" id="{BFAAF284-B99C-EFFC-30D9-E0F46D96B0BA}"/>
                </a:ext>
              </a:extLst>
            </p:cNvPr>
            <p:cNvSpPr txBox="1"/>
            <p:nvPr/>
          </p:nvSpPr>
          <p:spPr>
            <a:xfrm>
              <a:off x="3443646" y="3295601"/>
              <a:ext cx="4703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300"/>
                </a:buClr>
                <a:buSzPts val="1200"/>
                <a:buFont typeface="Noto Sans Symbols"/>
                <a:buNone/>
              </a:pPr>
              <a:r>
                <a:rPr lang="en" sz="1200" dirty="0">
                  <a:solidFill>
                    <a:srgbClr val="FF8300"/>
                  </a:solidFill>
                </a:rPr>
                <a:t>Easier management</a:t>
              </a:r>
              <a:br>
                <a:rPr lang="en" sz="1200" b="0" i="0" dirty="0">
                  <a:solidFill>
                    <a:srgbClr val="47413C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 dirty="0">
                  <a:solidFill>
                    <a:srgbClr val="47413C"/>
                  </a:solidFill>
                </a:rPr>
                <a:t>Scales linearly and recovers faster. Provides better performance with lower maintenance requirements. Needs fewer control plane nodes and services.  </a:t>
              </a:r>
              <a:endParaRPr sz="1200" b="0" i="0" dirty="0">
                <a:solidFill>
                  <a:srgbClr val="4741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974;g27ea198d36a_0_7099">
              <a:extLst>
                <a:ext uri="{FF2B5EF4-FFF2-40B4-BE49-F238E27FC236}">
                  <a16:creationId xmlns:a16="http://schemas.microsoft.com/office/drawing/2014/main" id="{3EA0FF0B-1C51-9B55-7F4E-91BAFCF3CEFB}"/>
                </a:ext>
              </a:extLst>
            </p:cNvPr>
            <p:cNvSpPr txBox="1"/>
            <p:nvPr/>
          </p:nvSpPr>
          <p:spPr>
            <a:xfrm>
              <a:off x="3753720" y="2649917"/>
              <a:ext cx="4703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300"/>
                </a:buClr>
                <a:buSzPts val="1200"/>
                <a:buFont typeface="Noto Sans Symbols"/>
                <a:buNone/>
              </a:pPr>
              <a:r>
                <a:rPr lang="en" sz="1200" dirty="0">
                  <a:solidFill>
                    <a:srgbClr val="FF8300"/>
                  </a:solidFill>
                </a:rPr>
                <a:t>30x scalability</a:t>
              </a:r>
              <a:br>
                <a:rPr lang="en" sz="1200" b="0" i="0" dirty="0">
                  <a:solidFill>
                    <a:srgbClr val="47413C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 dirty="0">
                  <a:solidFill>
                    <a:srgbClr val="47413C"/>
                  </a:solidFill>
                </a:rPr>
                <a:t>Store over 10 billion objects, overcoming the 300M file limit imposed by HDFS.  Enable modern data use-cases such as real time streaming. </a:t>
              </a:r>
              <a:endParaRPr sz="1200" b="0" i="0" dirty="0">
                <a:solidFill>
                  <a:srgbClr val="4741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975;g27ea198d36a_0_7099">
              <a:extLst>
                <a:ext uri="{FF2B5EF4-FFF2-40B4-BE49-F238E27FC236}">
                  <a16:creationId xmlns:a16="http://schemas.microsoft.com/office/drawing/2014/main" id="{5033125B-ED88-4815-13F7-84408644A473}"/>
                </a:ext>
              </a:extLst>
            </p:cNvPr>
            <p:cNvSpPr txBox="1"/>
            <p:nvPr/>
          </p:nvSpPr>
          <p:spPr>
            <a:xfrm>
              <a:off x="719400" y="2045675"/>
              <a:ext cx="1325700" cy="12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55C5C"/>
                  </a:solidFill>
                </a:rPr>
                <a:t>Ozone delivers a vastly superior object storage solution for modern data workloads </a:t>
              </a:r>
              <a:endParaRPr sz="1300">
                <a:solidFill>
                  <a:srgbClr val="00A3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976;g27ea198d36a_0_7099">
              <a:extLst>
                <a:ext uri="{FF2B5EF4-FFF2-40B4-BE49-F238E27FC236}">
                  <a16:creationId xmlns:a16="http://schemas.microsoft.com/office/drawing/2014/main" id="{1EE5ED3F-A30A-9E80-751A-8A28E195D0E2}"/>
                </a:ext>
              </a:extLst>
            </p:cNvPr>
            <p:cNvSpPr txBox="1"/>
            <p:nvPr/>
          </p:nvSpPr>
          <p:spPr>
            <a:xfrm>
              <a:off x="3210126" y="3971813"/>
              <a:ext cx="4703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300"/>
                </a:buClr>
                <a:buSzPts val="1200"/>
                <a:buFont typeface="Noto Sans Symbols"/>
                <a:buNone/>
              </a:pPr>
              <a:r>
                <a:rPr lang="en" sz="1200" dirty="0">
                  <a:solidFill>
                    <a:srgbClr val="FF8300"/>
                  </a:solidFill>
                </a:rPr>
                <a:t>Lower cost per TB</a:t>
              </a:r>
              <a:br>
                <a:rPr lang="en" sz="1200" b="0" i="0" dirty="0">
                  <a:solidFill>
                    <a:srgbClr val="47413C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900" dirty="0">
                  <a:solidFill>
                    <a:srgbClr val="47413C"/>
                  </a:solidFill>
                </a:rPr>
                <a:t>Store the same amount of data with less hardware, reducing physical storage costs, operational / maintenance overheads, and management costs. </a:t>
              </a:r>
              <a:endParaRPr sz="1100"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oto Sans Symbols"/>
                <a:buNone/>
              </a:pPr>
              <a:endParaRPr sz="1200" b="0" i="0" dirty="0">
                <a:solidFill>
                  <a:srgbClr val="4741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977;g27ea198d36a_0_7099">
              <a:extLst>
                <a:ext uri="{FF2B5EF4-FFF2-40B4-BE49-F238E27FC236}">
                  <a16:creationId xmlns:a16="http://schemas.microsoft.com/office/drawing/2014/main" id="{34B8D213-0167-0F6B-647E-18D8366D77C2}"/>
                </a:ext>
              </a:extLst>
            </p:cNvPr>
            <p:cNvSpPr/>
            <p:nvPr/>
          </p:nvSpPr>
          <p:spPr>
            <a:xfrm rot="5400000">
              <a:off x="794397" y="2593929"/>
              <a:ext cx="3075000" cy="573600"/>
            </a:xfrm>
            <a:prstGeom prst="triangle">
              <a:avLst>
                <a:gd name="adj" fmla="val 50000"/>
              </a:avLst>
            </a:prstGeom>
            <a:solidFill>
              <a:srgbClr val="E8EEE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978;g27ea198d36a_0_7099">
              <a:extLst>
                <a:ext uri="{FF2B5EF4-FFF2-40B4-BE49-F238E27FC236}">
                  <a16:creationId xmlns:a16="http://schemas.microsoft.com/office/drawing/2014/main" id="{12645CD2-0D82-E38E-37B2-A019026CF565}"/>
                </a:ext>
              </a:extLst>
            </p:cNvPr>
            <p:cNvSpPr/>
            <p:nvPr/>
          </p:nvSpPr>
          <p:spPr>
            <a:xfrm>
              <a:off x="586285" y="1749579"/>
              <a:ext cx="63300" cy="2237700"/>
            </a:xfrm>
            <a:prstGeom prst="rect">
              <a:avLst/>
            </a:prstGeom>
            <a:solidFill>
              <a:srgbClr val="E8EEE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979;g27ea198d36a_0_7099">
              <a:extLst>
                <a:ext uri="{FF2B5EF4-FFF2-40B4-BE49-F238E27FC236}">
                  <a16:creationId xmlns:a16="http://schemas.microsoft.com/office/drawing/2014/main" id="{59C24655-44CF-E5F5-9A2F-9D4B7859A3C3}"/>
                </a:ext>
              </a:extLst>
            </p:cNvPr>
            <p:cNvGrpSpPr/>
            <p:nvPr/>
          </p:nvGrpSpPr>
          <p:grpSpPr>
            <a:xfrm>
              <a:off x="2685771" y="3251529"/>
              <a:ext cx="486000" cy="486000"/>
              <a:chOff x="2685771" y="3099129"/>
              <a:chExt cx="486000" cy="486000"/>
            </a:xfrm>
          </p:grpSpPr>
          <p:sp>
            <p:nvSpPr>
              <p:cNvPr id="23" name="Google Shape;1980;g27ea198d36a_0_7099">
                <a:extLst>
                  <a:ext uri="{FF2B5EF4-FFF2-40B4-BE49-F238E27FC236}">
                    <a16:creationId xmlns:a16="http://schemas.microsoft.com/office/drawing/2014/main" id="{FE74E11B-D3B0-C251-D2D8-209964A980F5}"/>
                  </a:ext>
                </a:extLst>
              </p:cNvPr>
              <p:cNvSpPr/>
              <p:nvPr/>
            </p:nvSpPr>
            <p:spPr>
              <a:xfrm>
                <a:off x="2685771" y="3099129"/>
                <a:ext cx="486000" cy="486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63500" dist="38100" dir="5640000" algn="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" name="Google Shape;1981;g27ea198d36a_0_7099" descr="Office worker male with solid fill">
                <a:extLst>
                  <a:ext uri="{FF2B5EF4-FFF2-40B4-BE49-F238E27FC236}">
                    <a16:creationId xmlns:a16="http://schemas.microsoft.com/office/drawing/2014/main" id="{46900C78-CED6-0035-043E-CC12797AD476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755041" y="3168396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982;g27ea198d36a_0_7099">
              <a:extLst>
                <a:ext uri="{FF2B5EF4-FFF2-40B4-BE49-F238E27FC236}">
                  <a16:creationId xmlns:a16="http://schemas.microsoft.com/office/drawing/2014/main" id="{2A90B9E6-CE85-14B9-06BB-2373B0D88485}"/>
                </a:ext>
              </a:extLst>
            </p:cNvPr>
            <p:cNvGrpSpPr/>
            <p:nvPr/>
          </p:nvGrpSpPr>
          <p:grpSpPr>
            <a:xfrm>
              <a:off x="2957646" y="2596155"/>
              <a:ext cx="486000" cy="486000"/>
              <a:chOff x="2957646" y="2443755"/>
              <a:chExt cx="486000" cy="486000"/>
            </a:xfrm>
          </p:grpSpPr>
          <p:sp>
            <p:nvSpPr>
              <p:cNvPr id="21" name="Google Shape;1983;g27ea198d36a_0_7099">
                <a:extLst>
                  <a:ext uri="{FF2B5EF4-FFF2-40B4-BE49-F238E27FC236}">
                    <a16:creationId xmlns:a16="http://schemas.microsoft.com/office/drawing/2014/main" id="{0DFFBE39-9B1C-811F-4FB0-CBCDF7F8D732}"/>
                  </a:ext>
                </a:extLst>
              </p:cNvPr>
              <p:cNvSpPr/>
              <p:nvPr/>
            </p:nvSpPr>
            <p:spPr>
              <a:xfrm>
                <a:off x="2957646" y="2443755"/>
                <a:ext cx="486000" cy="486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63500" dist="38100" dir="5640000" algn="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" name="Google Shape;1984;g27ea198d36a_0_7099" descr="Hockey Stick Curve Graph with solid fill">
                <a:extLst>
                  <a:ext uri="{FF2B5EF4-FFF2-40B4-BE49-F238E27FC236}">
                    <a16:creationId xmlns:a16="http://schemas.microsoft.com/office/drawing/2014/main" id="{56BDF672-BA42-7C1F-6482-A27927E6BBDF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999477" y="2485582"/>
                <a:ext cx="402336" cy="4023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" name="Google Shape;1985;g27ea198d36a_0_7099">
              <a:extLst>
                <a:ext uri="{FF2B5EF4-FFF2-40B4-BE49-F238E27FC236}">
                  <a16:creationId xmlns:a16="http://schemas.microsoft.com/office/drawing/2014/main" id="{1443B855-F034-F2D5-D125-840991C30E7F}"/>
                </a:ext>
              </a:extLst>
            </p:cNvPr>
            <p:cNvGrpSpPr/>
            <p:nvPr/>
          </p:nvGrpSpPr>
          <p:grpSpPr>
            <a:xfrm>
              <a:off x="2398970" y="3906902"/>
              <a:ext cx="486000" cy="486000"/>
              <a:chOff x="2398970" y="3754502"/>
              <a:chExt cx="486000" cy="486000"/>
            </a:xfrm>
          </p:grpSpPr>
          <p:sp>
            <p:nvSpPr>
              <p:cNvPr id="19" name="Google Shape;1986;g27ea198d36a_0_7099">
                <a:extLst>
                  <a:ext uri="{FF2B5EF4-FFF2-40B4-BE49-F238E27FC236}">
                    <a16:creationId xmlns:a16="http://schemas.microsoft.com/office/drawing/2014/main" id="{BC414576-B8BD-D608-E8CF-6B30D49F1F12}"/>
                  </a:ext>
                </a:extLst>
              </p:cNvPr>
              <p:cNvSpPr/>
              <p:nvPr/>
            </p:nvSpPr>
            <p:spPr>
              <a:xfrm>
                <a:off x="2398970" y="3754502"/>
                <a:ext cx="486000" cy="486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63500" dist="38100" dir="5640000" algn="tr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" name="Google Shape;1987;g27ea198d36a_0_7099" descr="Loan with solid fill">
                <a:extLst>
                  <a:ext uri="{FF2B5EF4-FFF2-40B4-BE49-F238E27FC236}">
                    <a16:creationId xmlns:a16="http://schemas.microsoft.com/office/drawing/2014/main" id="{C41187E9-CDDA-F5A8-5393-06C37F1D11D1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468238" y="3823758"/>
                <a:ext cx="347472" cy="3474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" name="Google Shape;1988;g27ea198d36a_0_7099">
              <a:extLst>
                <a:ext uri="{FF2B5EF4-FFF2-40B4-BE49-F238E27FC236}">
                  <a16:creationId xmlns:a16="http://schemas.microsoft.com/office/drawing/2014/main" id="{41494A5A-66D6-D3E8-DA12-FA962036B765}"/>
                </a:ext>
              </a:extLst>
            </p:cNvPr>
            <p:cNvSpPr txBox="1">
              <a:spLocks/>
            </p:cNvSpPr>
            <p:nvPr/>
          </p:nvSpPr>
          <p:spPr>
            <a:xfrm>
              <a:off x="419100" y="956672"/>
              <a:ext cx="8305800" cy="308100"/>
            </a:xfrm>
            <a:prstGeom prst="rect">
              <a:avLst/>
            </a:prstGeom>
          </p:spPr>
          <p:txBody>
            <a:bodyPr spcFirstLastPara="1" wrap="square" lIns="0" tIns="27425" rIns="0" bIns="45700" anchor="t" anchorCtr="0">
              <a:no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spcAft>
                  <a:spcPts val="0"/>
                </a:spcAft>
                <a:buFont typeface="Arial" pitchFamily="34" charset="0"/>
                <a:buNone/>
              </a:pPr>
              <a:r>
                <a:rPr lang="en-US" sz="1800" dirty="0"/>
                <a:t>Highly scalable &amp; performant object store for on prem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5079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5308F53-6774-DB47-234D-392F1DB919AC}"/>
              </a:ext>
            </a:extLst>
          </p:cNvPr>
          <p:cNvGrpSpPr/>
          <p:nvPr/>
        </p:nvGrpSpPr>
        <p:grpSpPr>
          <a:xfrm>
            <a:off x="1315215" y="915711"/>
            <a:ext cx="6513569" cy="3312077"/>
            <a:chOff x="1943653" y="883554"/>
            <a:chExt cx="8325331" cy="48015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D338456-64A5-FD80-EEBD-F3ACB12EE025}"/>
                </a:ext>
              </a:extLst>
            </p:cNvPr>
            <p:cNvSpPr/>
            <p:nvPr/>
          </p:nvSpPr>
          <p:spPr>
            <a:xfrm>
              <a:off x="2010245" y="1321009"/>
              <a:ext cx="1402080" cy="1493520"/>
            </a:xfrm>
            <a:prstGeom prst="roundRect">
              <a:avLst/>
            </a:prstGeom>
            <a:solidFill>
              <a:schemeClr val="accent1">
                <a:lumMod val="75000"/>
                <a:alpha val="70000"/>
              </a:schemeClr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ctr"/>
              <a:endParaRPr lang="th-TH" b="1" dirty="0">
                <a:solidFill>
                  <a:srgbClr val="002B58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D762D3-4847-61DB-B5EA-1822891B1C7B}"/>
                </a:ext>
              </a:extLst>
            </p:cNvPr>
            <p:cNvSpPr txBox="1"/>
            <p:nvPr/>
          </p:nvSpPr>
          <p:spPr>
            <a:xfrm>
              <a:off x="2148470" y="1468329"/>
              <a:ext cx="1176469" cy="174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CPU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Memory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Disk (OS)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Disk (Data)</a:t>
              </a:r>
            </a:p>
            <a:p>
              <a:r>
                <a:rPr lang="en-US" sz="1200" b="1" dirty="0">
                  <a:solidFill>
                    <a:schemeClr val="bg1"/>
                  </a:solidFill>
                </a:rPr>
                <a:t>Nic Port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0598A7B-25D7-5CFC-A4E3-C55FBFCC286D}"/>
                </a:ext>
              </a:extLst>
            </p:cNvPr>
            <p:cNvSpPr/>
            <p:nvPr/>
          </p:nvSpPr>
          <p:spPr>
            <a:xfrm>
              <a:off x="2012129" y="3676125"/>
              <a:ext cx="1402080" cy="149352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70000"/>
              </a:schemeClr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ctr"/>
              <a:endParaRPr lang="th-TH" b="1" dirty="0">
                <a:solidFill>
                  <a:srgbClr val="002B58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439652-8DA8-EF73-ABFD-349CD82307F4}"/>
                </a:ext>
              </a:extLst>
            </p:cNvPr>
            <p:cNvSpPr txBox="1"/>
            <p:nvPr/>
          </p:nvSpPr>
          <p:spPr>
            <a:xfrm>
              <a:off x="2150354" y="3823445"/>
              <a:ext cx="1176469" cy="167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CPU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Memory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Disk (OS)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Disk (Data)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Nic Port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B8EABE-2AE5-31C7-0588-6D92F9796F89}"/>
                </a:ext>
              </a:extLst>
            </p:cNvPr>
            <p:cNvSpPr txBox="1"/>
            <p:nvPr/>
          </p:nvSpPr>
          <p:spPr>
            <a:xfrm>
              <a:off x="1979765" y="883554"/>
              <a:ext cx="16587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3 x Master Nodes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70657F-0748-7B80-363A-90D3B7953F24}"/>
                </a:ext>
              </a:extLst>
            </p:cNvPr>
            <p:cNvSpPr txBox="1"/>
            <p:nvPr/>
          </p:nvSpPr>
          <p:spPr>
            <a:xfrm>
              <a:off x="1943653" y="3238670"/>
              <a:ext cx="14686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3 x Data Nodes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E29CAD1-BCB5-1E7A-6FDB-9149428676A5}"/>
                </a:ext>
              </a:extLst>
            </p:cNvPr>
            <p:cNvSpPr/>
            <p:nvPr/>
          </p:nvSpPr>
          <p:spPr>
            <a:xfrm>
              <a:off x="6128517" y="1361053"/>
              <a:ext cx="1402080" cy="1493520"/>
            </a:xfrm>
            <a:prstGeom prst="roundRect">
              <a:avLst/>
            </a:prstGeom>
            <a:solidFill>
              <a:srgbClr val="00B050">
                <a:alpha val="70000"/>
              </a:srgbClr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ctr"/>
              <a:endParaRPr lang="th-TH" b="1" dirty="0">
                <a:solidFill>
                  <a:srgbClr val="002B58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F651A4-72D7-9D9D-C006-8EF71800EA6D}"/>
                </a:ext>
              </a:extLst>
            </p:cNvPr>
            <p:cNvSpPr txBox="1"/>
            <p:nvPr/>
          </p:nvSpPr>
          <p:spPr>
            <a:xfrm>
              <a:off x="6266743" y="1508372"/>
              <a:ext cx="1176469" cy="167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CPU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Memory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Disk (OS)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Disk (Data)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Nic Port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1B43BFD-EA5E-FCEB-DA79-E5A6D892A450}"/>
                </a:ext>
              </a:extLst>
            </p:cNvPr>
            <p:cNvSpPr/>
            <p:nvPr/>
          </p:nvSpPr>
          <p:spPr>
            <a:xfrm>
              <a:off x="6162178" y="3613586"/>
              <a:ext cx="1402080" cy="1493520"/>
            </a:xfrm>
            <a:prstGeom prst="roundRect">
              <a:avLst/>
            </a:prstGeom>
            <a:solidFill>
              <a:schemeClr val="bg1">
                <a:lumMod val="65000"/>
                <a:alpha val="70000"/>
              </a:schemeClr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>
              <a:spAutoFit/>
            </a:bodyPr>
            <a:lstStyle/>
            <a:p>
              <a:pPr algn="ctr"/>
              <a:endParaRPr lang="th-TH" b="1" dirty="0">
                <a:solidFill>
                  <a:srgbClr val="002B58"/>
                </a:solidFill>
                <a:cs typeface="Segoe UI Light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F430D9-3EC5-50ED-5901-2123646B98F5}"/>
                </a:ext>
              </a:extLst>
            </p:cNvPr>
            <p:cNvSpPr txBox="1"/>
            <p:nvPr/>
          </p:nvSpPr>
          <p:spPr>
            <a:xfrm>
              <a:off x="6300403" y="3760906"/>
              <a:ext cx="1139589" cy="1639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</a:rPr>
                <a:t>CPU</a:t>
              </a:r>
            </a:p>
            <a:p>
              <a:r>
                <a:rPr lang="en-US" sz="1050" b="1" dirty="0">
                  <a:solidFill>
                    <a:schemeClr val="bg1"/>
                  </a:solidFill>
                </a:rPr>
                <a:t>Memory</a:t>
              </a:r>
            </a:p>
            <a:p>
              <a:r>
                <a:rPr lang="en-US" sz="1050" b="1" dirty="0">
                  <a:solidFill>
                    <a:schemeClr val="bg1"/>
                  </a:solidFill>
                </a:rPr>
                <a:t>Disk (OS)</a:t>
              </a:r>
            </a:p>
            <a:p>
              <a:r>
                <a:rPr lang="en-US" sz="1050" b="1" dirty="0">
                  <a:solidFill>
                    <a:schemeClr val="bg1"/>
                  </a:solidFill>
                </a:rPr>
                <a:t>Disk (Data</a:t>
              </a:r>
              <a:r>
                <a:rPr lang="en-US" sz="1100" b="1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en-US" sz="1100" b="1" dirty="0">
                  <a:solidFill>
                    <a:schemeClr val="bg1"/>
                  </a:solidFill>
                </a:rPr>
                <a:t>Nic Port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D9D8466-BE4A-1D3E-FF92-10CCD3E03CC5}"/>
                </a:ext>
              </a:extLst>
            </p:cNvPr>
            <p:cNvSpPr txBox="1"/>
            <p:nvPr/>
          </p:nvSpPr>
          <p:spPr>
            <a:xfrm>
              <a:off x="6070740" y="923598"/>
              <a:ext cx="159370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2 x Utility Nodes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23BAD6-C1CE-6B03-0465-71A9C14F0A16}"/>
                </a:ext>
              </a:extLst>
            </p:cNvPr>
            <p:cNvSpPr txBox="1"/>
            <p:nvPr/>
          </p:nvSpPr>
          <p:spPr>
            <a:xfrm>
              <a:off x="6070740" y="3167221"/>
              <a:ext cx="17997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2 x Gateway Nodes</a:t>
              </a:r>
            </a:p>
            <a:p>
              <a:endParaRPr lang="th-TH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758FEB6-949B-87A7-63FC-640629A60AA7}"/>
                </a:ext>
              </a:extLst>
            </p:cNvPr>
            <p:cNvSpPr txBox="1"/>
            <p:nvPr/>
          </p:nvSpPr>
          <p:spPr>
            <a:xfrm>
              <a:off x="7629907" y="1360606"/>
              <a:ext cx="2604538" cy="2007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2x8 Cores (2.1GHz)</a:t>
              </a:r>
            </a:p>
            <a:p>
              <a:r>
                <a:rPr lang="en-US" dirty="0"/>
                <a:t>128 GB</a:t>
              </a:r>
            </a:p>
            <a:p>
              <a:r>
                <a:rPr lang="en-US" dirty="0"/>
                <a:t>2x500 GB SSD (Raid1)</a:t>
              </a:r>
            </a:p>
            <a:p>
              <a:r>
                <a:rPr lang="en-US" dirty="0"/>
                <a:t>12x4 TB </a:t>
              </a:r>
            </a:p>
            <a:p>
              <a:r>
                <a:rPr lang="en-US" dirty="0"/>
                <a:t>2x10Gbps</a:t>
              </a:r>
            </a:p>
            <a:p>
              <a:endParaRPr lang="th-TH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27CEE3-C1BA-7B38-66A8-1E45AA1C2BFE}"/>
                </a:ext>
              </a:extLst>
            </p:cNvPr>
            <p:cNvSpPr txBox="1"/>
            <p:nvPr/>
          </p:nvSpPr>
          <p:spPr>
            <a:xfrm>
              <a:off x="3481656" y="1345963"/>
              <a:ext cx="2604538" cy="2007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2x8 Cores (2.1GHz)</a:t>
              </a:r>
            </a:p>
            <a:p>
              <a:r>
                <a:rPr lang="en-US" dirty="0"/>
                <a:t>128 GB</a:t>
              </a:r>
            </a:p>
            <a:p>
              <a:r>
                <a:rPr lang="en-US" dirty="0"/>
                <a:t>2x500 GB SSD (Raid1)</a:t>
              </a:r>
            </a:p>
            <a:p>
              <a:r>
                <a:rPr lang="en-US" dirty="0"/>
                <a:t>4x1 TB </a:t>
              </a:r>
            </a:p>
            <a:p>
              <a:r>
                <a:rPr lang="en-US" dirty="0"/>
                <a:t>2x10Gbps</a:t>
              </a:r>
            </a:p>
            <a:p>
              <a:endParaRPr lang="th-TH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3FDD74-01E7-E3F5-3FCE-265E782DAB0F}"/>
                </a:ext>
              </a:extLst>
            </p:cNvPr>
            <p:cNvSpPr txBox="1"/>
            <p:nvPr/>
          </p:nvSpPr>
          <p:spPr>
            <a:xfrm>
              <a:off x="7664446" y="3653184"/>
              <a:ext cx="2604538" cy="2007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2x8 Cores (2.1GHz)</a:t>
              </a:r>
            </a:p>
            <a:p>
              <a:r>
                <a:rPr lang="en-US" dirty="0"/>
                <a:t>128 GB</a:t>
              </a:r>
            </a:p>
            <a:p>
              <a:r>
                <a:rPr lang="en-US" dirty="0"/>
                <a:t>2x500 GB SSD (Raid1)</a:t>
              </a:r>
            </a:p>
            <a:p>
              <a:r>
                <a:rPr lang="en-US" dirty="0"/>
                <a:t>12x4 TB </a:t>
              </a:r>
            </a:p>
            <a:p>
              <a:r>
                <a:rPr lang="en-US" dirty="0"/>
                <a:t>2x10Gbps</a:t>
              </a:r>
            </a:p>
            <a:p>
              <a:endParaRPr lang="th-TH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331949-6422-4B7D-97CE-66629D231DA2}"/>
                </a:ext>
              </a:extLst>
            </p:cNvPr>
            <p:cNvSpPr txBox="1"/>
            <p:nvPr/>
          </p:nvSpPr>
          <p:spPr>
            <a:xfrm>
              <a:off x="3479674" y="3677234"/>
              <a:ext cx="2604538" cy="20078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2x8 Cores (2.1GHz)</a:t>
              </a:r>
            </a:p>
            <a:p>
              <a:r>
                <a:rPr lang="en-US" dirty="0"/>
                <a:t>128 GB</a:t>
              </a:r>
            </a:p>
            <a:p>
              <a:r>
                <a:rPr lang="en-US" dirty="0"/>
                <a:t>2x500 GB SSD (Raid1)</a:t>
              </a:r>
            </a:p>
            <a:p>
              <a:r>
                <a:rPr lang="en-US" dirty="0"/>
                <a:t>12x4 TB </a:t>
              </a:r>
            </a:p>
            <a:p>
              <a:r>
                <a:rPr lang="en-US" dirty="0"/>
                <a:t>2x10Gbps</a:t>
              </a:r>
            </a:p>
            <a:p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35586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BCC17194-F42A-0652-A212-023A5728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C08579-006D-CFCA-1BE2-FF4CC7A4152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CF69C4-5B65-B32C-21BB-C22D3D7FF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20" y="454406"/>
            <a:ext cx="8386997" cy="468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69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>
          <a:extLst>
            <a:ext uri="{FF2B5EF4-FFF2-40B4-BE49-F238E27FC236}">
              <a16:creationId xmlns:a16="http://schemas.microsoft.com/office/drawing/2014/main" id="{23815373-735D-544E-F5D5-E8ADCAF8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28DDB4-0DD1-F3B6-23F0-4EEE758B73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DFE16E-9A35-5D98-2553-68D0B62D6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77" y="541390"/>
            <a:ext cx="8203485" cy="460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6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CC40-98AB-8C7F-D802-5C3A342F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30E486-FA3F-0D72-5130-7EDBEBBBF40E}"/>
              </a:ext>
            </a:extLst>
          </p:cNvPr>
          <p:cNvSpPr txBox="1"/>
          <p:nvPr/>
        </p:nvSpPr>
        <p:spPr>
          <a:xfrm>
            <a:off x="2192865" y="543454"/>
            <a:ext cx="5008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Cloudera Base on premise – Calculation Example</a:t>
            </a:r>
            <a:endParaRPr lang="th-TH" sz="16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0CD169-705E-56F9-ECA5-1A124CDBB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76909"/>
              </p:ext>
            </p:extLst>
          </p:nvPr>
        </p:nvGraphicFramePr>
        <p:xfrm>
          <a:off x="369756" y="1751477"/>
          <a:ext cx="34377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819">
                  <a:extLst>
                    <a:ext uri="{9D8B030D-6E8A-4147-A177-3AD203B41FA5}">
                      <a16:colId xmlns:a16="http://schemas.microsoft.com/office/drawing/2014/main" val="1523539714"/>
                    </a:ext>
                  </a:extLst>
                </a:gridCol>
                <a:gridCol w="1256926">
                  <a:extLst>
                    <a:ext uri="{9D8B030D-6E8A-4147-A177-3AD203B41FA5}">
                      <a16:colId xmlns:a16="http://schemas.microsoft.com/office/drawing/2014/main" val="20803291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Metric</a:t>
                      </a:r>
                      <a:endParaRPr lang="th-T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QTY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4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Nodes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1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Cores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1,500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9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Memory in GB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9,000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21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HDFS Storage in TB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3,750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8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of GPUs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5427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7B4C27-2C39-AA31-4F6F-72ED604EF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888281"/>
              </p:ext>
            </p:extLst>
          </p:nvPr>
        </p:nvGraphicFramePr>
        <p:xfrm>
          <a:off x="4696916" y="1443700"/>
          <a:ext cx="3997379" cy="153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4743">
                  <a:extLst>
                    <a:ext uri="{9D8B030D-6E8A-4147-A177-3AD203B41FA5}">
                      <a16:colId xmlns:a16="http://schemas.microsoft.com/office/drawing/2014/main" val="1523539714"/>
                    </a:ext>
                  </a:extLst>
                </a:gridCol>
                <a:gridCol w="844212">
                  <a:extLst>
                    <a:ext uri="{9D8B030D-6E8A-4147-A177-3AD203B41FA5}">
                      <a16:colId xmlns:a16="http://schemas.microsoft.com/office/drawing/2014/main" val="2080329142"/>
                    </a:ext>
                  </a:extLst>
                </a:gridCol>
                <a:gridCol w="844212">
                  <a:extLst>
                    <a:ext uri="{9D8B030D-6E8A-4147-A177-3AD203B41FA5}">
                      <a16:colId xmlns:a16="http://schemas.microsoft.com/office/drawing/2014/main" val="1051593298"/>
                    </a:ext>
                  </a:extLst>
                </a:gridCol>
                <a:gridCol w="844212">
                  <a:extLst>
                    <a:ext uri="{9D8B030D-6E8A-4147-A177-3AD203B41FA5}">
                      <a16:colId xmlns:a16="http://schemas.microsoft.com/office/drawing/2014/main" val="9471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Metric</a:t>
                      </a:r>
                      <a:endParaRPr lang="th-TH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Base QTY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Price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4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CCU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$900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$900,000</a:t>
                      </a:r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1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Data Under Management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3,750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$200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$750,000</a:t>
                      </a:r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9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CGU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$15,000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$150,000</a:t>
                      </a:r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2195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2530A9C-9A23-FEB0-1676-912173C5522B}"/>
              </a:ext>
            </a:extLst>
          </p:cNvPr>
          <p:cNvSpPr txBox="1"/>
          <p:nvPr/>
        </p:nvSpPr>
        <p:spPr>
          <a:xfrm>
            <a:off x="894414" y="1390924"/>
            <a:ext cx="2074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 Configuration</a:t>
            </a:r>
            <a:endParaRPr lang="th-TH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35E9F7-76CD-4A1F-2E11-B4D985CD956C}"/>
              </a:ext>
            </a:extLst>
          </p:cNvPr>
          <p:cNvGrpSpPr/>
          <p:nvPr/>
        </p:nvGrpSpPr>
        <p:grpSpPr>
          <a:xfrm>
            <a:off x="4627317" y="3214495"/>
            <a:ext cx="4328429" cy="1161856"/>
            <a:chOff x="4282543" y="3207000"/>
            <a:chExt cx="4328429" cy="116185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127D93-F43C-AD99-86E6-DF5C8E0AC121}"/>
                </a:ext>
              </a:extLst>
            </p:cNvPr>
            <p:cNvSpPr txBox="1"/>
            <p:nvPr/>
          </p:nvSpPr>
          <p:spPr>
            <a:xfrm>
              <a:off x="4282543" y="3207000"/>
              <a:ext cx="36551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Calculation for Compute &amp; Data Under Management</a:t>
              </a:r>
              <a:endParaRPr lang="th-TH" sz="11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65CE4B-6147-245D-F9BD-632B5DEB90B7}"/>
                </a:ext>
              </a:extLst>
            </p:cNvPr>
            <p:cNvSpPr txBox="1"/>
            <p:nvPr/>
          </p:nvSpPr>
          <p:spPr>
            <a:xfrm>
              <a:off x="4282543" y="3468610"/>
              <a:ext cx="4328429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sz="1050" dirty="0"/>
                <a:t>Min CCU = 50 x 16 = 800</a:t>
              </a:r>
            </a:p>
            <a:p>
              <a:pPr marL="228600" indent="-228600">
                <a:buAutoNum type="arabicPeriod"/>
              </a:pPr>
              <a:r>
                <a:rPr lang="en-US" sz="1050" dirty="0"/>
                <a:t>Base CCUs = 1,500 Cores / 6 + 9,000GB RAM /12 = 1,000 CCUs</a:t>
              </a:r>
            </a:p>
            <a:p>
              <a:pPr marL="228600" indent="-228600">
                <a:buAutoNum type="arabicPeriod"/>
              </a:pPr>
              <a:r>
                <a:rPr lang="en-US" sz="1050" dirty="0"/>
                <a:t>Licensed CCUs = Higher of </a:t>
              </a:r>
              <a:r>
                <a:rPr lang="en-US" sz="1050" b="1" dirty="0"/>
                <a:t>800</a:t>
              </a:r>
              <a:r>
                <a:rPr lang="en-US" sz="1050" dirty="0"/>
                <a:t> or </a:t>
              </a:r>
              <a:r>
                <a:rPr lang="en-US" sz="1050" b="1" dirty="0"/>
                <a:t>1,000</a:t>
              </a:r>
              <a:r>
                <a:rPr lang="en-US" sz="1050" dirty="0"/>
                <a:t> </a:t>
              </a:r>
            </a:p>
            <a:p>
              <a:pPr marL="228600" indent="-228600">
                <a:buAutoNum type="arabicPeriod"/>
              </a:pPr>
              <a:r>
                <a:rPr lang="en-US" sz="1050" dirty="0"/>
                <a:t>Min Data Under Management = 50 x 20 = 1,000</a:t>
              </a:r>
            </a:p>
            <a:p>
              <a:pPr marL="228600" indent="-228600">
                <a:buAutoNum type="arabicPeriod"/>
              </a:pPr>
              <a:r>
                <a:rPr lang="en-US" sz="1050" dirty="0"/>
                <a:t>License Data Under Management = Higher of</a:t>
              </a:r>
              <a:r>
                <a:rPr lang="en-US" sz="1050" b="1" dirty="0"/>
                <a:t> 1,000 </a:t>
              </a:r>
              <a:r>
                <a:rPr lang="en-US" sz="1050" dirty="0"/>
                <a:t>or </a:t>
              </a:r>
              <a:r>
                <a:rPr lang="en-US" sz="1050" b="1" dirty="0"/>
                <a:t>3,750 </a:t>
              </a:r>
              <a:endParaRPr lang="th-TH" sz="1050" b="1" dirty="0"/>
            </a:p>
          </p:txBody>
        </p:sp>
      </p:grp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92493CD5-80A4-F7FE-BBFB-BDCF1D8D933E}"/>
              </a:ext>
            </a:extLst>
          </p:cNvPr>
          <p:cNvSpPr/>
          <p:nvPr/>
        </p:nvSpPr>
        <p:spPr>
          <a:xfrm>
            <a:off x="3948658" y="2213320"/>
            <a:ext cx="607101" cy="427937"/>
          </a:xfrm>
          <a:prstGeom prst="homePlate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895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4A8-7F28-00FA-8194-3B5344F8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5252AE-0BD1-A1FF-B5B6-7B2FC17DB2F3}"/>
              </a:ext>
            </a:extLst>
          </p:cNvPr>
          <p:cNvSpPr txBox="1"/>
          <p:nvPr/>
        </p:nvSpPr>
        <p:spPr>
          <a:xfrm>
            <a:off x="1842176" y="444517"/>
            <a:ext cx="58753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Cloudera Data Services on Premise – Calculation Example</a:t>
            </a:r>
            <a:endParaRPr lang="th-TH" sz="16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3CAEA9-4FC4-734D-1C9A-69403E95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518073"/>
              </p:ext>
            </p:extLst>
          </p:nvPr>
        </p:nvGraphicFramePr>
        <p:xfrm>
          <a:off x="228600" y="1528737"/>
          <a:ext cx="3593892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502">
                  <a:extLst>
                    <a:ext uri="{9D8B030D-6E8A-4147-A177-3AD203B41FA5}">
                      <a16:colId xmlns:a16="http://schemas.microsoft.com/office/drawing/2014/main" val="1523539714"/>
                    </a:ext>
                  </a:extLst>
                </a:gridCol>
                <a:gridCol w="1018618">
                  <a:extLst>
                    <a:ext uri="{9D8B030D-6E8A-4147-A177-3AD203B41FA5}">
                      <a16:colId xmlns:a16="http://schemas.microsoft.com/office/drawing/2014/main" val="2080329142"/>
                    </a:ext>
                  </a:extLst>
                </a:gridCol>
                <a:gridCol w="1074772">
                  <a:extLst>
                    <a:ext uri="{9D8B030D-6E8A-4147-A177-3AD203B41FA5}">
                      <a16:colId xmlns:a16="http://schemas.microsoft.com/office/drawing/2014/main" val="3583057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Metric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Base QTY</a:t>
                      </a:r>
                      <a:endParaRPr lang="th-TH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Data Services      QTY</a:t>
                      </a:r>
                      <a:endParaRPr lang="th-TH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4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# of Nodes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1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# of Cores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1,500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2,560</a:t>
                      </a:r>
                      <a:endParaRPr lang="th-T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9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# of Memory in GB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9,000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10,240</a:t>
                      </a:r>
                      <a:endParaRPr lang="th-T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21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# of HDFS Storage in TB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3,750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8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# of GPUs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10</a:t>
                      </a:r>
                      <a:endParaRPr lang="th-TH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5427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AB383E-1602-0F8E-3D79-F0E5246D8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492392"/>
              </p:ext>
            </p:extLst>
          </p:nvPr>
        </p:nvGraphicFramePr>
        <p:xfrm>
          <a:off x="4572000" y="933041"/>
          <a:ext cx="3997379" cy="2336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64743">
                  <a:extLst>
                    <a:ext uri="{9D8B030D-6E8A-4147-A177-3AD203B41FA5}">
                      <a16:colId xmlns:a16="http://schemas.microsoft.com/office/drawing/2014/main" val="1523539714"/>
                    </a:ext>
                  </a:extLst>
                </a:gridCol>
                <a:gridCol w="844212">
                  <a:extLst>
                    <a:ext uri="{9D8B030D-6E8A-4147-A177-3AD203B41FA5}">
                      <a16:colId xmlns:a16="http://schemas.microsoft.com/office/drawing/2014/main" val="2080329142"/>
                    </a:ext>
                  </a:extLst>
                </a:gridCol>
                <a:gridCol w="844212">
                  <a:extLst>
                    <a:ext uri="{9D8B030D-6E8A-4147-A177-3AD203B41FA5}">
                      <a16:colId xmlns:a16="http://schemas.microsoft.com/office/drawing/2014/main" val="1051593298"/>
                    </a:ext>
                  </a:extLst>
                </a:gridCol>
                <a:gridCol w="844212">
                  <a:extLst>
                    <a:ext uri="{9D8B030D-6E8A-4147-A177-3AD203B41FA5}">
                      <a16:colId xmlns:a16="http://schemas.microsoft.com/office/drawing/2014/main" val="94711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50" dirty="0"/>
                        <a:t>Metric</a:t>
                      </a:r>
                      <a:endParaRPr lang="th-TH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Base QTY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Price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45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CCU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$900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$900,000</a:t>
                      </a:r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31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Data Under Management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3,750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$200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$750,000</a:t>
                      </a:r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9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CGU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$15,000</a:t>
                      </a:r>
                      <a:endParaRPr lang="th-TH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$150,000</a:t>
                      </a:r>
                      <a:endParaRPr lang="th-TH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219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Data Services</a:t>
                      </a:r>
                      <a:endParaRPr lang="th-TH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h-TH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h-TH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th-TH" sz="11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643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CCU</a:t>
                      </a:r>
                      <a:endParaRPr lang="th-TH" sz="11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1,280</a:t>
                      </a:r>
                      <a:endParaRPr lang="th-TH" sz="11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$1,300</a:t>
                      </a:r>
                      <a:endParaRPr lang="th-TH" sz="11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$1,664,000</a:t>
                      </a:r>
                      <a:endParaRPr lang="th-TH" sz="11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3925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949A03-E7C5-1C49-5036-51E1EFC563D9}"/>
              </a:ext>
            </a:extLst>
          </p:cNvPr>
          <p:cNvSpPr txBox="1"/>
          <p:nvPr/>
        </p:nvSpPr>
        <p:spPr>
          <a:xfrm>
            <a:off x="988242" y="1083072"/>
            <a:ext cx="2074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 Configuration</a:t>
            </a:r>
            <a:endParaRPr lang="th-TH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A34440-EED5-B3C6-C635-DA6B8B6C55B4}"/>
              </a:ext>
            </a:extLst>
          </p:cNvPr>
          <p:cNvGrpSpPr/>
          <p:nvPr/>
        </p:nvGrpSpPr>
        <p:grpSpPr>
          <a:xfrm>
            <a:off x="4062334" y="3344766"/>
            <a:ext cx="4958409" cy="1184940"/>
            <a:chOff x="4282543" y="3207000"/>
            <a:chExt cx="4958409" cy="11849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7518D3-F049-D42E-782A-AB7D7C36C3FB}"/>
                </a:ext>
              </a:extLst>
            </p:cNvPr>
            <p:cNvSpPr txBox="1"/>
            <p:nvPr/>
          </p:nvSpPr>
          <p:spPr>
            <a:xfrm>
              <a:off x="4282543" y="3207000"/>
              <a:ext cx="36551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Calculation for Compute &amp; Data Under Management</a:t>
              </a:r>
              <a:endParaRPr lang="th-TH" sz="11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F92DD5-2A22-3AB5-82F1-753CAAD4E924}"/>
                </a:ext>
              </a:extLst>
            </p:cNvPr>
            <p:cNvSpPr txBox="1"/>
            <p:nvPr/>
          </p:nvSpPr>
          <p:spPr>
            <a:xfrm>
              <a:off x="4282543" y="3468610"/>
              <a:ext cx="495840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sz="900" dirty="0"/>
                <a:t>Min CCU = 50 x 16 = 800</a:t>
              </a:r>
            </a:p>
            <a:p>
              <a:pPr marL="228600" indent="-228600">
                <a:buAutoNum type="arabicPeriod"/>
              </a:pPr>
              <a:r>
                <a:rPr lang="en-US" sz="900" dirty="0"/>
                <a:t>Base CCUs = 1,500 Cores / 6 + 9,000GB RAM /12 = 1,000 CCUs</a:t>
              </a:r>
            </a:p>
            <a:p>
              <a:pPr marL="228600" indent="-228600">
                <a:buAutoNum type="arabicPeriod"/>
              </a:pPr>
              <a:r>
                <a:rPr lang="en-US" sz="900" dirty="0"/>
                <a:t>Licensed CCUs = Higher of </a:t>
              </a:r>
              <a:r>
                <a:rPr lang="en-US" sz="900" b="1" dirty="0"/>
                <a:t>800</a:t>
              </a:r>
              <a:r>
                <a:rPr lang="en-US" sz="900" dirty="0"/>
                <a:t> or </a:t>
              </a:r>
              <a:r>
                <a:rPr lang="en-US" sz="900" b="1" dirty="0"/>
                <a:t>1,000</a:t>
              </a:r>
              <a:r>
                <a:rPr lang="en-US" sz="900" dirty="0"/>
                <a:t> </a:t>
              </a:r>
            </a:p>
            <a:p>
              <a:pPr marL="228600" indent="-228600">
                <a:buAutoNum type="arabicPeriod"/>
              </a:pPr>
              <a:r>
                <a:rPr lang="en-US" sz="900" dirty="0"/>
                <a:t>Min Data Under Management = 50 x 20 = 1,000</a:t>
              </a:r>
            </a:p>
            <a:p>
              <a:pPr marL="228600" indent="-228600">
                <a:buAutoNum type="arabicPeriod"/>
              </a:pPr>
              <a:r>
                <a:rPr lang="en-US" sz="900" dirty="0"/>
                <a:t>License Data Under Management = Higher of</a:t>
              </a:r>
              <a:r>
                <a:rPr lang="en-US" sz="900" b="1" dirty="0"/>
                <a:t> 1,000 </a:t>
              </a:r>
              <a:r>
                <a:rPr lang="en-US" sz="900" dirty="0"/>
                <a:t>or </a:t>
              </a:r>
              <a:r>
                <a:rPr lang="en-US" sz="900" b="1" dirty="0"/>
                <a:t>3,750</a:t>
              </a:r>
            </a:p>
            <a:p>
              <a:pPr marL="228600" indent="-228600">
                <a:buAutoNum type="arabicPeriod"/>
              </a:pPr>
              <a:r>
                <a:rPr lang="en-US" sz="900" b="1" dirty="0"/>
                <a:t>Data Services CCU Calculation = 2,560 Cores /6 + 10,240GB RAM /12 = 1,280 CCUs </a:t>
              </a:r>
              <a:endParaRPr lang="th-TH" sz="900" b="1" dirty="0"/>
            </a:p>
          </p:txBody>
        </p:sp>
      </p:grp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F2FB4327-66B3-B345-97B3-5041D868AF94}"/>
              </a:ext>
            </a:extLst>
          </p:cNvPr>
          <p:cNvSpPr/>
          <p:nvPr/>
        </p:nvSpPr>
        <p:spPr>
          <a:xfrm>
            <a:off x="4011430" y="2207467"/>
            <a:ext cx="371632" cy="427937"/>
          </a:xfrm>
          <a:prstGeom prst="homePlate">
            <a:avLst>
              <a:gd name="adj" fmla="val 500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778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D01B-F022-F351-13C6-CC115DBC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12714-BC09-AF28-07C5-623D0A489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F9BA7-E253-AA54-C018-DAC4CC3C5C1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998E7-C8F8-F404-CF3D-15EF1BE0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" y="0"/>
            <a:ext cx="91271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2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94A0943-81F1-7BC9-C0FF-9FBC814B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A1BC2F-931E-C8B5-B225-34096554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283"/>
            <a:ext cx="9144000" cy="497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5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E7F3D-BC4F-1294-E23E-AC5FFBB7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298CB-8BE0-94B3-3A94-66DBF62D2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09"/>
            <a:ext cx="9144000" cy="508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3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C532-997F-78C9-EE69-C7FB290F8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1D55AF-C7AA-AAE5-BDBD-807C6CB2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7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3D7F-48D7-1828-B5CC-98285309D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630B6-3EC6-AA61-015D-262301562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0"/>
            <a:ext cx="9144000" cy="474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1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sp>
        <p:nvSpPr>
          <p:cNvPr id="2" name="Google Shape;2178;g18e458a36f8_0_1709">
            <a:extLst>
              <a:ext uri="{FF2B5EF4-FFF2-40B4-BE49-F238E27FC236}">
                <a16:creationId xmlns:a16="http://schemas.microsoft.com/office/drawing/2014/main" id="{CD9EC9C9-BC6D-2CE8-70C2-296467425C56}"/>
              </a:ext>
            </a:extLst>
          </p:cNvPr>
          <p:cNvSpPr txBox="1">
            <a:spLocks/>
          </p:cNvSpPr>
          <p:nvPr/>
        </p:nvSpPr>
        <p:spPr>
          <a:xfrm>
            <a:off x="1153200" y="1616377"/>
            <a:ext cx="7990800" cy="1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3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3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CUSTOMER SUCCESS STORIES</a:t>
            </a:r>
          </a:p>
        </p:txBody>
      </p:sp>
    </p:spTree>
    <p:extLst>
      <p:ext uri="{BB962C8B-B14F-4D97-AF65-F5344CB8AC3E}">
        <p14:creationId xmlns:p14="http://schemas.microsoft.com/office/powerpoint/2010/main" val="562039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A99F749-C930-C201-A019-914BAE5F0CAD}"/>
              </a:ext>
            </a:extLst>
          </p:cNvPr>
          <p:cNvGrpSpPr/>
          <p:nvPr/>
        </p:nvGrpSpPr>
        <p:grpSpPr>
          <a:xfrm>
            <a:off x="449580" y="-1931"/>
            <a:ext cx="8978900" cy="4828540"/>
            <a:chOff x="419100" y="73969"/>
            <a:chExt cx="8890962" cy="4642081"/>
          </a:xfrm>
        </p:grpSpPr>
        <p:sp>
          <p:nvSpPr>
            <p:cNvPr id="3" name="Google Shape;2254;g2608a5603b1_0_26">
              <a:extLst>
                <a:ext uri="{FF2B5EF4-FFF2-40B4-BE49-F238E27FC236}">
                  <a16:creationId xmlns:a16="http://schemas.microsoft.com/office/drawing/2014/main" id="{0B6BBB38-0ABE-1740-C57F-D5D0116D0611}"/>
                </a:ext>
              </a:extLst>
            </p:cNvPr>
            <p:cNvSpPr txBox="1">
              <a:spLocks/>
            </p:cNvSpPr>
            <p:nvPr/>
          </p:nvSpPr>
          <p:spPr>
            <a:xfrm>
              <a:off x="419100" y="457200"/>
              <a:ext cx="8305800" cy="41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lvl1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2pPr>
              <a:lvl3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3pPr>
              <a:lvl4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4pPr>
              <a:lvl5pPr algn="l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5pPr>
              <a:lvl6pPr marL="4572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6pPr>
              <a:lvl7pPr marL="9144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7pPr>
              <a:lvl8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8pPr>
              <a:lvl9pPr marL="1828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 Light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200"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Microsoft YaHei"/>
                  <a:cs typeface="+mj-cs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3"/>
                    </a:ext>
                  </a:extLst>
                </a:rPr>
                <a:t>GENERATIVE AI ADOPTION AT OCBC BANK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Microsoft YaHei"/>
                <a:cs typeface="+mj-cs"/>
              </a:endParaRPr>
            </a:p>
          </p:txBody>
        </p:sp>
        <p:sp>
          <p:nvSpPr>
            <p:cNvPr id="4" name="Google Shape;2255;g2608a5603b1_0_26">
              <a:extLst>
                <a:ext uri="{FF2B5EF4-FFF2-40B4-BE49-F238E27FC236}">
                  <a16:creationId xmlns:a16="http://schemas.microsoft.com/office/drawing/2014/main" id="{F7F90424-1561-FA22-4D0E-271A2C982380}"/>
                </a:ext>
              </a:extLst>
            </p:cNvPr>
            <p:cNvSpPr txBox="1">
              <a:spLocks/>
            </p:cNvSpPr>
            <p:nvPr/>
          </p:nvSpPr>
          <p:spPr>
            <a:xfrm>
              <a:off x="419100" y="914400"/>
              <a:ext cx="83058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7425" rIns="0" bIns="45700" anchor="t" anchorCtr="0">
              <a:no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300"/>
                <a:buFont typeface="Arial" pitchFamily="34" charset="0"/>
                <a:buNone/>
                <a:tabLst/>
                <a:defRPr/>
              </a:pPr>
              <a:r>
                <a:rPr kumimoji="0" lang="en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Microsoft YaHei"/>
                  <a:cs typeface="+mn-cs"/>
                </a:rPr>
                <a:t> 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300"/>
                <a:buFont typeface="Arial" pitchFamily="34" charset="0"/>
                <a:buNone/>
                <a:tabLst/>
                <a:defRPr/>
              </a:pPr>
              <a:endParaRPr kumimoji="0" lang="e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5" name="Google Shape;2256;g2608a5603b1_0_26">
              <a:extLst>
                <a:ext uri="{FF2B5EF4-FFF2-40B4-BE49-F238E27FC236}">
                  <a16:creationId xmlns:a16="http://schemas.microsoft.com/office/drawing/2014/main" id="{6175834D-F81D-541C-192B-993D07DCB908}"/>
                </a:ext>
              </a:extLst>
            </p:cNvPr>
            <p:cNvSpPr txBox="1"/>
            <p:nvPr/>
          </p:nvSpPr>
          <p:spPr>
            <a:xfrm>
              <a:off x="8668062" y="73969"/>
              <a:ext cx="6420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5700" rIns="91425" bIns="4570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500"/>
                <a:buFontTx/>
                <a:buNone/>
                <a:tabLst/>
                <a:defRPr/>
              </a:pPr>
              <a:r>
                <a:rPr kumimoji="0" lang="en" sz="15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DA</a:t>
              </a: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Google Shape;2257;g2608a5603b1_0_26">
              <a:extLst>
                <a:ext uri="{FF2B5EF4-FFF2-40B4-BE49-F238E27FC236}">
                  <a16:creationId xmlns:a16="http://schemas.microsoft.com/office/drawing/2014/main" id="{DD385498-2E66-5E16-F40F-73B70646F26F}"/>
                </a:ext>
              </a:extLst>
            </p:cNvPr>
            <p:cNvSpPr txBox="1"/>
            <p:nvPr/>
          </p:nvSpPr>
          <p:spPr>
            <a:xfrm>
              <a:off x="7383200" y="3381500"/>
              <a:ext cx="1361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Reduction in Effort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" name="Google Shape;2258;g2608a5603b1_0_26">
              <a:extLst>
                <a:ext uri="{FF2B5EF4-FFF2-40B4-BE49-F238E27FC236}">
                  <a16:creationId xmlns:a16="http://schemas.microsoft.com/office/drawing/2014/main" id="{899D4BC4-802A-89FE-1846-68CA098BF6B0}"/>
                </a:ext>
              </a:extLst>
            </p:cNvPr>
            <p:cNvSpPr/>
            <p:nvPr/>
          </p:nvSpPr>
          <p:spPr>
            <a:xfrm>
              <a:off x="6334025" y="3024900"/>
              <a:ext cx="23097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2277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Tx/>
                <a:buNone/>
                <a:tabLst/>
                <a:defRPr/>
              </a:pPr>
              <a:r>
                <a:rPr kumimoji="0" lang="en" sz="1900" b="0" i="0" u="none" strike="noStrike" kern="120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OCBC DOCUMENT AI</a:t>
              </a:r>
              <a:endParaRPr kumimoji="0" sz="19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" name="Google Shape;2259;g2608a5603b1_0_26">
              <a:extLst>
                <a:ext uri="{FF2B5EF4-FFF2-40B4-BE49-F238E27FC236}">
                  <a16:creationId xmlns:a16="http://schemas.microsoft.com/office/drawing/2014/main" id="{9DA71146-9757-3055-ECDB-077770BECB9D}"/>
                </a:ext>
              </a:extLst>
            </p:cNvPr>
            <p:cNvSpPr/>
            <p:nvPr/>
          </p:nvSpPr>
          <p:spPr>
            <a:xfrm>
              <a:off x="6334025" y="3398625"/>
              <a:ext cx="1033175" cy="50511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 w="1905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effectLst/>
                  <a:uLnTx/>
                  <a:uFillTx/>
                  <a:latin typeface="Roboto"/>
                  <a:ea typeface="Microsoft YaHei"/>
                  <a:cs typeface="+mn-cs"/>
                </a:rPr>
                <a:t>95%</a:t>
              </a:r>
            </a:p>
          </p:txBody>
        </p:sp>
        <p:sp>
          <p:nvSpPr>
            <p:cNvPr id="10" name="Google Shape;2260;g2608a5603b1_0_26">
              <a:extLst>
                <a:ext uri="{FF2B5EF4-FFF2-40B4-BE49-F238E27FC236}">
                  <a16:creationId xmlns:a16="http://schemas.microsoft.com/office/drawing/2014/main" id="{EC178114-C135-4780-C22C-4D7DF1D5ACDA}"/>
                </a:ext>
              </a:extLst>
            </p:cNvPr>
            <p:cNvSpPr txBox="1"/>
            <p:nvPr/>
          </p:nvSpPr>
          <p:spPr>
            <a:xfrm>
              <a:off x="6252900" y="3977150"/>
              <a:ext cx="2472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Document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summarisation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, knowledgebase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Q&amp;A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and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translation</a:t>
              </a:r>
              <a:endParaRPr kumimoji="0" sz="1300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" name="Google Shape;2261;g2608a5603b1_0_26">
              <a:extLst>
                <a:ext uri="{FF2B5EF4-FFF2-40B4-BE49-F238E27FC236}">
                  <a16:creationId xmlns:a16="http://schemas.microsoft.com/office/drawing/2014/main" id="{E2D572CF-02A8-E37C-6040-3105573F08FC}"/>
                </a:ext>
              </a:extLst>
            </p:cNvPr>
            <p:cNvSpPr txBox="1"/>
            <p:nvPr/>
          </p:nvSpPr>
          <p:spPr>
            <a:xfrm>
              <a:off x="4456225" y="3381500"/>
              <a:ext cx="1361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Reduction in Ave. Handle Time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" name="Google Shape;2262;g2608a5603b1_0_26">
              <a:extLst>
                <a:ext uri="{FF2B5EF4-FFF2-40B4-BE49-F238E27FC236}">
                  <a16:creationId xmlns:a16="http://schemas.microsoft.com/office/drawing/2014/main" id="{E61F85E2-3DFB-E0FE-FC93-EC112E76F7A0}"/>
                </a:ext>
              </a:extLst>
            </p:cNvPr>
            <p:cNvSpPr/>
            <p:nvPr/>
          </p:nvSpPr>
          <p:spPr>
            <a:xfrm>
              <a:off x="3373450" y="3024900"/>
              <a:ext cx="25842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2277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Tx/>
                <a:buNone/>
                <a:tabLst/>
                <a:defRPr/>
              </a:pPr>
              <a:r>
                <a:rPr kumimoji="0" lang="en" sz="1900" b="0" i="0" u="none" strike="noStrike" kern="120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OCBC WHISPER</a:t>
              </a:r>
              <a:endParaRPr kumimoji="0" sz="19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" name="Google Shape;2263;g2608a5603b1_0_26">
              <a:extLst>
                <a:ext uri="{FF2B5EF4-FFF2-40B4-BE49-F238E27FC236}">
                  <a16:creationId xmlns:a16="http://schemas.microsoft.com/office/drawing/2014/main" id="{884CC214-780E-55F9-AEDA-CA96CBA3AA77}"/>
                </a:ext>
              </a:extLst>
            </p:cNvPr>
            <p:cNvSpPr/>
            <p:nvPr/>
          </p:nvSpPr>
          <p:spPr>
            <a:xfrm>
              <a:off x="3373450" y="3398625"/>
              <a:ext cx="1010228" cy="50511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 w="1905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effectLst/>
                  <a:uLnTx/>
                  <a:uFillTx/>
                  <a:latin typeface="Roboto"/>
                  <a:ea typeface="Microsoft YaHei"/>
                  <a:cs typeface="+mn-cs"/>
                </a:rPr>
                <a:t>10%</a:t>
              </a:r>
            </a:p>
          </p:txBody>
        </p:sp>
        <p:sp>
          <p:nvSpPr>
            <p:cNvPr id="14" name="Google Shape;2264;g2608a5603b1_0_26">
              <a:extLst>
                <a:ext uri="{FF2B5EF4-FFF2-40B4-BE49-F238E27FC236}">
                  <a16:creationId xmlns:a16="http://schemas.microsoft.com/office/drawing/2014/main" id="{A1C83E6F-41B5-3465-97E4-0A3F3640B192}"/>
                </a:ext>
              </a:extLst>
            </p:cNvPr>
            <p:cNvSpPr txBox="1"/>
            <p:nvPr/>
          </p:nvSpPr>
          <p:spPr>
            <a:xfrm>
              <a:off x="3446000" y="3977150"/>
              <a:ext cx="26259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Simplify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contact centre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processes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and identify silent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customer complaints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2265;g2608a5603b1_0_26">
              <a:extLst>
                <a:ext uri="{FF2B5EF4-FFF2-40B4-BE49-F238E27FC236}">
                  <a16:creationId xmlns:a16="http://schemas.microsoft.com/office/drawing/2014/main" id="{963F9CEF-C4DD-D56A-799F-B235F3EA8212}"/>
                </a:ext>
              </a:extLst>
            </p:cNvPr>
            <p:cNvSpPr txBox="1"/>
            <p:nvPr/>
          </p:nvSpPr>
          <p:spPr>
            <a:xfrm>
              <a:off x="1685100" y="3381500"/>
              <a:ext cx="1361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Developer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Productivity Gain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" name="Google Shape;2266;g2608a5603b1_0_26">
              <a:extLst>
                <a:ext uri="{FF2B5EF4-FFF2-40B4-BE49-F238E27FC236}">
                  <a16:creationId xmlns:a16="http://schemas.microsoft.com/office/drawing/2014/main" id="{542BF3D4-E446-8980-1918-454F1588C58B}"/>
                </a:ext>
              </a:extLst>
            </p:cNvPr>
            <p:cNvSpPr/>
            <p:nvPr/>
          </p:nvSpPr>
          <p:spPr>
            <a:xfrm>
              <a:off x="554800" y="3024900"/>
              <a:ext cx="24921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2277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/>
                </a:buClr>
                <a:buSzPts val="1800"/>
                <a:buFontTx/>
                <a:buNone/>
                <a:tabLst/>
                <a:defRPr/>
              </a:pPr>
              <a:r>
                <a:rPr kumimoji="0" lang="en" sz="1900" b="0" i="0" u="none" strike="noStrike" kern="1200" cap="none" spc="0" normalizeH="0" baseline="0" noProof="0">
                  <a:ln>
                    <a:noFill/>
                  </a:ln>
                  <a:solidFill>
                    <a:srgbClr val="A5A5A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OCBC WINGMAN</a:t>
              </a:r>
              <a:endParaRPr kumimoji="0" sz="19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2267;g2608a5603b1_0_26">
              <a:extLst>
                <a:ext uri="{FF2B5EF4-FFF2-40B4-BE49-F238E27FC236}">
                  <a16:creationId xmlns:a16="http://schemas.microsoft.com/office/drawing/2014/main" id="{5E6F9185-764D-4C26-FD42-1D5D683BF897}"/>
                </a:ext>
              </a:extLst>
            </p:cNvPr>
            <p:cNvSpPr/>
            <p:nvPr/>
          </p:nvSpPr>
          <p:spPr>
            <a:xfrm>
              <a:off x="554800" y="3398625"/>
              <a:ext cx="1037765" cy="505112"/>
            </a:xfrm>
            <a:prstGeom prst="rect">
              <a:avLst/>
            </a:prstGeom>
          </p:spPr>
          <p:txBody>
            <a:bodyPr>
              <a:prstTxWarp prst="textPlain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 w="19050" cap="flat" cmpd="sng">
                    <a:solidFill>
                      <a:srgbClr val="A5A5A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noFill/>
                  <a:effectLst/>
                  <a:uLnTx/>
                  <a:uFillTx/>
                  <a:latin typeface="Roboto"/>
                  <a:ea typeface="Microsoft YaHei"/>
                  <a:cs typeface="+mn-cs"/>
                </a:rPr>
                <a:t>20%</a:t>
              </a:r>
            </a:p>
          </p:txBody>
        </p:sp>
        <p:sp>
          <p:nvSpPr>
            <p:cNvPr id="18" name="Google Shape;2268;g2608a5603b1_0_26">
              <a:extLst>
                <a:ext uri="{FF2B5EF4-FFF2-40B4-BE49-F238E27FC236}">
                  <a16:creationId xmlns:a16="http://schemas.microsoft.com/office/drawing/2014/main" id="{F48D90E5-20D0-D51B-33B8-3532B755F931}"/>
                </a:ext>
              </a:extLst>
            </p:cNvPr>
            <p:cNvSpPr txBox="1"/>
            <p:nvPr/>
          </p:nvSpPr>
          <p:spPr>
            <a:xfrm>
              <a:off x="554800" y="3977150"/>
              <a:ext cx="24921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Auto-completion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, generate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code blocks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,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troubleshooting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&amp; 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explain</a:t>
              </a:r>
              <a:r>
                <a:rPr kumimoji="0" lang="en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rPr>
                <a:t> code.</a:t>
              </a: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9" name="Google Shape;2269;g2608a5603b1_0_26">
              <a:extLst>
                <a:ext uri="{FF2B5EF4-FFF2-40B4-BE49-F238E27FC236}">
                  <a16:creationId xmlns:a16="http://schemas.microsoft.com/office/drawing/2014/main" id="{5B01AF96-C290-1462-8A6F-EE19A245E894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0163" y="1105474"/>
              <a:ext cx="2281375" cy="1521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270;g2608a5603b1_0_26">
              <a:extLst>
                <a:ext uri="{FF2B5EF4-FFF2-40B4-BE49-F238E27FC236}">
                  <a16:creationId xmlns:a16="http://schemas.microsoft.com/office/drawing/2014/main" id="{93CD1104-0FD8-44A1-5DC0-FB957E47F2D5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34025" y="1131050"/>
              <a:ext cx="2309751" cy="15654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2271;g2608a5603b1_0_26">
              <a:extLst>
                <a:ext uri="{FF2B5EF4-FFF2-40B4-BE49-F238E27FC236}">
                  <a16:creationId xmlns:a16="http://schemas.microsoft.com/office/drawing/2014/main" id="{E2EF590B-B1A5-1382-B7BA-FA9C7C82A0E8}"/>
                </a:ext>
              </a:extLst>
            </p:cNvPr>
            <p:cNvSpPr/>
            <p:nvPr/>
          </p:nvSpPr>
          <p:spPr>
            <a:xfrm>
              <a:off x="4193923" y="1190925"/>
              <a:ext cx="912000" cy="554100"/>
            </a:xfrm>
            <a:prstGeom prst="wedgeRoundRectCallout">
              <a:avLst>
                <a:gd name="adj1" fmla="val -68553"/>
                <a:gd name="adj2" fmla="val 35877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Microsoft YaHei"/>
                <a:cs typeface="+mn-cs"/>
              </a:endParaRPr>
            </a:p>
          </p:txBody>
        </p:sp>
        <p:sp>
          <p:nvSpPr>
            <p:cNvPr id="22" name="Google Shape;2272;g2608a5603b1_0_26">
              <a:extLst>
                <a:ext uri="{FF2B5EF4-FFF2-40B4-BE49-F238E27FC236}">
                  <a16:creationId xmlns:a16="http://schemas.microsoft.com/office/drawing/2014/main" id="{8DB36CAE-4D7B-C41B-274A-40729189B7F0}"/>
                </a:ext>
              </a:extLst>
            </p:cNvPr>
            <p:cNvSpPr/>
            <p:nvPr/>
          </p:nvSpPr>
          <p:spPr>
            <a:xfrm>
              <a:off x="4533275" y="1855325"/>
              <a:ext cx="1361700" cy="801900"/>
            </a:xfrm>
            <a:prstGeom prst="wedgeRoundRectCallout">
              <a:avLst>
                <a:gd name="adj1" fmla="val -61617"/>
                <a:gd name="adj2" fmla="val 36218"/>
                <a:gd name="adj3" fmla="val 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  <a:sym typeface="Roboto Light"/>
                </a:rPr>
                <a:t>Complaint: </a:t>
              </a: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  <a:sym typeface="Roboto Light"/>
                </a:rPr>
                <a:t>Yes</a:t>
              </a: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  <a:sym typeface="Roboto Light"/>
                </a:rPr>
                <a:t>Reason: </a:t>
              </a: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FF9900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  <a:sym typeface="Roboto Light"/>
                </a:rPr>
                <a:t>CC Dispute</a:t>
              </a: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  <a:sym typeface="Roboto Light"/>
                </a:rPr>
                <a:t>Routing: …</a:t>
              </a: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  <a:sym typeface="Roboto Light"/>
                </a:rPr>
                <a:t>Summary: …</a:t>
              </a:r>
              <a:endParaRPr kumimoji="0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3" name="Google Shape;2273;g2608a5603b1_0_26">
              <a:extLst>
                <a:ext uri="{FF2B5EF4-FFF2-40B4-BE49-F238E27FC236}">
                  <a16:creationId xmlns:a16="http://schemas.microsoft.com/office/drawing/2014/main" id="{247E6636-1A46-E6C1-A88A-518C0CB4B92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r="35620"/>
            <a:stretch/>
          </p:blipFill>
          <p:spPr>
            <a:xfrm>
              <a:off x="4249708" y="1328047"/>
              <a:ext cx="800246" cy="279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274;g2608a5603b1_0_26">
              <a:extLst>
                <a:ext uri="{FF2B5EF4-FFF2-40B4-BE49-F238E27FC236}">
                  <a16:creationId xmlns:a16="http://schemas.microsoft.com/office/drawing/2014/main" id="{E983821D-6305-13C2-1A7D-04428C6391B7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70575" y="1964626"/>
              <a:ext cx="685650" cy="703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275;g2608a5603b1_0_26">
              <a:extLst>
                <a:ext uri="{FF2B5EF4-FFF2-40B4-BE49-F238E27FC236}">
                  <a16:creationId xmlns:a16="http://schemas.microsoft.com/office/drawing/2014/main" id="{CD070712-7500-913B-FBF6-6AC436FBE8F6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447025" y="1190928"/>
              <a:ext cx="685655" cy="7036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276;g2608a5603b1_0_26">
              <a:extLst>
                <a:ext uri="{FF2B5EF4-FFF2-40B4-BE49-F238E27FC236}">
                  <a16:creationId xmlns:a16="http://schemas.microsoft.com/office/drawing/2014/main" id="{7C08DB2B-FB54-BE32-A343-A4328454AE6A}"/>
                </a:ext>
              </a:extLst>
            </p:cNvPr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167174" y="1138612"/>
              <a:ext cx="642000" cy="6588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07CCC0C-C18B-A034-3F5B-75B938A3CBA8}"/>
              </a:ext>
            </a:extLst>
          </p:cNvPr>
          <p:cNvSpPr/>
          <p:nvPr/>
        </p:nvSpPr>
        <p:spPr>
          <a:xfrm>
            <a:off x="348404" y="2973659"/>
            <a:ext cx="2811108" cy="17731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7CD2A4-7B7A-CC34-BF02-B7ED65A3A512}"/>
              </a:ext>
            </a:extLst>
          </p:cNvPr>
          <p:cNvSpPr/>
          <p:nvPr/>
        </p:nvSpPr>
        <p:spPr>
          <a:xfrm>
            <a:off x="3238001" y="2973659"/>
            <a:ext cx="2811108" cy="17731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3D75FD-0B5F-B396-4141-505D48300995}"/>
              </a:ext>
            </a:extLst>
          </p:cNvPr>
          <p:cNvSpPr/>
          <p:nvPr/>
        </p:nvSpPr>
        <p:spPr>
          <a:xfrm>
            <a:off x="6158290" y="2973659"/>
            <a:ext cx="2811108" cy="17731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84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682136F8-8B8C-FA43-932B-75BEFF5E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93" y="674955"/>
            <a:ext cx="8291213" cy="379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89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sp>
        <p:nvSpPr>
          <p:cNvPr id="2" name="Google Shape;2178;g18e458a36f8_0_1709">
            <a:extLst>
              <a:ext uri="{FF2B5EF4-FFF2-40B4-BE49-F238E27FC236}">
                <a16:creationId xmlns:a16="http://schemas.microsoft.com/office/drawing/2014/main" id="{CD9EC9C9-BC6D-2CE8-70C2-296467425C56}"/>
              </a:ext>
            </a:extLst>
          </p:cNvPr>
          <p:cNvSpPr txBox="1">
            <a:spLocks/>
          </p:cNvSpPr>
          <p:nvPr/>
        </p:nvSpPr>
        <p:spPr>
          <a:xfrm>
            <a:off x="1153200" y="1616377"/>
            <a:ext cx="3723600" cy="1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3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3800" b="0" i="0" u="none" strike="noStrike" kern="0" cap="none" spc="0" normalizeH="0" baseline="0" noProof="0" dirty="0">
                <a:ln>
                  <a:noFill/>
                </a:ln>
                <a:solidFill>
                  <a:srgbClr val="305868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FSI</a:t>
            </a:r>
          </a:p>
        </p:txBody>
      </p:sp>
    </p:spTree>
    <p:extLst>
      <p:ext uri="{BB962C8B-B14F-4D97-AF65-F5344CB8AC3E}">
        <p14:creationId xmlns:p14="http://schemas.microsoft.com/office/powerpoint/2010/main" val="2826759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A86840-11A0-06B6-3FEB-4A8E25AA4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73" y="542183"/>
            <a:ext cx="8720254" cy="418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65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377257-BD67-F35A-5366-56AD7DFE8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1" y="494451"/>
            <a:ext cx="8281638" cy="415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71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D1518E-5D48-795B-FF2B-3621734D7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75" y="493083"/>
            <a:ext cx="8016431" cy="419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272FAC-1443-0AF0-40CD-4A15E6C0A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04" y="419289"/>
            <a:ext cx="8072482" cy="430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15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F89E-5934-BDC8-3A60-3A93F595C65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7348" y="-1931"/>
            <a:ext cx="1198248" cy="456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C49A24-6D9D-6AF0-EC9D-639D71DBB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30" y="454544"/>
            <a:ext cx="8087351" cy="42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41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1"/>
          <p:cNvSpPr txBox="1"/>
          <p:nvPr/>
        </p:nvSpPr>
        <p:spPr>
          <a:xfrm>
            <a:off x="1238416" y="2010057"/>
            <a:ext cx="6667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4800"/>
              <a:buFont typeface="Lato Black"/>
              <a:buNone/>
            </a:pPr>
            <a:r>
              <a:rPr lang="en" sz="4800" b="1" i="0" cap="non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THANK YOU</a:t>
            </a:r>
            <a:endParaRPr sz="1400"/>
          </a:p>
        </p:txBody>
      </p:sp>
      <p:sp>
        <p:nvSpPr>
          <p:cNvPr id="711" name="Google Shape;711;p31"/>
          <p:cNvSpPr/>
          <p:nvPr/>
        </p:nvSpPr>
        <p:spPr>
          <a:xfrm>
            <a:off x="3896411" y="4244045"/>
            <a:ext cx="1348740" cy="164295"/>
          </a:xfrm>
          <a:custGeom>
            <a:avLst/>
            <a:gdLst/>
            <a:ahLst/>
            <a:cxnLst/>
            <a:rect l="l" t="t" r="r" b="b"/>
            <a:pathLst>
              <a:path w="9144000" h="1113864" extrusionOk="0">
                <a:moveTo>
                  <a:pt x="5789292" y="24288"/>
                </a:moveTo>
                <a:lnTo>
                  <a:pt x="6718852" y="24288"/>
                </a:lnTo>
                <a:lnTo>
                  <a:pt x="6718852" y="244431"/>
                </a:lnTo>
                <a:lnTo>
                  <a:pt x="5942904" y="244431"/>
                </a:lnTo>
                <a:cubicBezTo>
                  <a:pt x="5906241" y="160891"/>
                  <a:pt x="5853800" y="87253"/>
                  <a:pt x="5789292" y="24288"/>
                </a:cubicBezTo>
                <a:close/>
                <a:moveTo>
                  <a:pt x="6592622" y="662440"/>
                </a:moveTo>
                <a:lnTo>
                  <a:pt x="6592622" y="444463"/>
                </a:lnTo>
                <a:lnTo>
                  <a:pt x="5997511" y="444463"/>
                </a:lnTo>
                <a:cubicBezTo>
                  <a:pt x="6002616" y="481746"/>
                  <a:pt x="6006174" y="519803"/>
                  <a:pt x="6006174" y="559407"/>
                </a:cubicBezTo>
                <a:cubicBezTo>
                  <a:pt x="6006027" y="593854"/>
                  <a:pt x="6003806" y="628260"/>
                  <a:pt x="5999522" y="662440"/>
                </a:cubicBezTo>
                <a:close/>
                <a:moveTo>
                  <a:pt x="5801049" y="1089576"/>
                </a:moveTo>
                <a:lnTo>
                  <a:pt x="6723803" y="1089576"/>
                </a:lnTo>
                <a:lnTo>
                  <a:pt x="6723803" y="869433"/>
                </a:lnTo>
                <a:lnTo>
                  <a:pt x="5946926" y="869433"/>
                </a:lnTo>
                <a:cubicBezTo>
                  <a:pt x="5912876" y="951495"/>
                  <a:pt x="5863350" y="1026236"/>
                  <a:pt x="5801049" y="1089576"/>
                </a:cubicBezTo>
                <a:close/>
                <a:moveTo>
                  <a:pt x="3168146" y="558634"/>
                </a:moveTo>
                <a:cubicBezTo>
                  <a:pt x="3168146" y="869897"/>
                  <a:pt x="2932237" y="1113864"/>
                  <a:pt x="2605522" y="1113864"/>
                </a:cubicBezTo>
                <a:cubicBezTo>
                  <a:pt x="2278807" y="1113864"/>
                  <a:pt x="2043052" y="869897"/>
                  <a:pt x="2043052" y="558634"/>
                </a:cubicBezTo>
                <a:cubicBezTo>
                  <a:pt x="2043052" y="247371"/>
                  <a:pt x="2278807" y="0"/>
                  <a:pt x="2605522" y="0"/>
                </a:cubicBezTo>
                <a:cubicBezTo>
                  <a:pt x="2932237" y="0"/>
                  <a:pt x="3168146" y="245360"/>
                  <a:pt x="3168146" y="558634"/>
                </a:cubicBezTo>
                <a:close/>
                <a:moveTo>
                  <a:pt x="2912127" y="558634"/>
                </a:moveTo>
                <a:cubicBezTo>
                  <a:pt x="2912127" y="364326"/>
                  <a:pt x="2784813" y="223392"/>
                  <a:pt x="2605522" y="223392"/>
                </a:cubicBezTo>
                <a:cubicBezTo>
                  <a:pt x="2426231" y="223392"/>
                  <a:pt x="2299072" y="364326"/>
                  <a:pt x="2299072" y="558634"/>
                </a:cubicBezTo>
                <a:cubicBezTo>
                  <a:pt x="2299072" y="752941"/>
                  <a:pt x="2426231" y="890472"/>
                  <a:pt x="2605522" y="890472"/>
                </a:cubicBezTo>
                <a:cubicBezTo>
                  <a:pt x="2784813" y="890472"/>
                  <a:pt x="2912127" y="750930"/>
                  <a:pt x="2912127" y="558634"/>
                </a:cubicBezTo>
                <a:close/>
                <a:moveTo>
                  <a:pt x="5688896" y="556932"/>
                </a:moveTo>
                <a:cubicBezTo>
                  <a:pt x="5688896" y="875466"/>
                  <a:pt x="5453915" y="1089576"/>
                  <a:pt x="5104305" y="1089576"/>
                </a:cubicBezTo>
                <a:lnTo>
                  <a:pt x="4677502" y="1089576"/>
                </a:lnTo>
                <a:lnTo>
                  <a:pt x="4677502" y="24288"/>
                </a:lnTo>
                <a:lnTo>
                  <a:pt x="5094095" y="24288"/>
                </a:lnTo>
                <a:cubicBezTo>
                  <a:pt x="5443550" y="24288"/>
                  <a:pt x="5688896" y="238398"/>
                  <a:pt x="5688896" y="556932"/>
                </a:cubicBezTo>
                <a:close/>
                <a:moveTo>
                  <a:pt x="5432876" y="556932"/>
                </a:moveTo>
                <a:cubicBezTo>
                  <a:pt x="5432876" y="364636"/>
                  <a:pt x="5293806" y="237315"/>
                  <a:pt x="5086979" y="237315"/>
                </a:cubicBezTo>
                <a:lnTo>
                  <a:pt x="4924240" y="237315"/>
                </a:lnTo>
                <a:lnTo>
                  <a:pt x="4924240" y="876704"/>
                </a:lnTo>
                <a:lnTo>
                  <a:pt x="5086979" y="876704"/>
                </a:lnTo>
                <a:cubicBezTo>
                  <a:pt x="5293806" y="876704"/>
                  <a:pt x="5432876" y="749228"/>
                  <a:pt x="5432876" y="556932"/>
                </a:cubicBezTo>
                <a:close/>
                <a:moveTo>
                  <a:pt x="570359" y="888925"/>
                </a:moveTo>
                <a:cubicBezTo>
                  <a:pt x="388129" y="888925"/>
                  <a:pt x="256020" y="745051"/>
                  <a:pt x="256020" y="556777"/>
                </a:cubicBezTo>
                <a:cubicBezTo>
                  <a:pt x="256020" y="368503"/>
                  <a:pt x="388129" y="225093"/>
                  <a:pt x="570359" y="225093"/>
                </a:cubicBezTo>
                <a:cubicBezTo>
                  <a:pt x="657916" y="225093"/>
                  <a:pt x="730468" y="256343"/>
                  <a:pt x="793738" y="316214"/>
                </a:cubicBezTo>
                <a:lnTo>
                  <a:pt x="952764" y="157179"/>
                </a:lnTo>
                <a:cubicBezTo>
                  <a:pt x="856544" y="58168"/>
                  <a:pt x="722579" y="0"/>
                  <a:pt x="567729" y="0"/>
                </a:cubicBezTo>
                <a:cubicBezTo>
                  <a:pt x="247047" y="0"/>
                  <a:pt x="0" y="244586"/>
                  <a:pt x="0" y="556932"/>
                </a:cubicBezTo>
                <a:cubicBezTo>
                  <a:pt x="0" y="869278"/>
                  <a:pt x="247047" y="1113864"/>
                  <a:pt x="567729" y="1113864"/>
                </a:cubicBezTo>
                <a:cubicBezTo>
                  <a:pt x="729540" y="1113864"/>
                  <a:pt x="871395" y="1048425"/>
                  <a:pt x="968079" y="938585"/>
                </a:cubicBezTo>
                <a:lnTo>
                  <a:pt x="809826" y="780324"/>
                </a:lnTo>
                <a:cubicBezTo>
                  <a:pt x="746092" y="850868"/>
                  <a:pt x="669828" y="888925"/>
                  <a:pt x="570359" y="888925"/>
                </a:cubicBezTo>
                <a:close/>
                <a:moveTo>
                  <a:pt x="1453047" y="24288"/>
                </a:moveTo>
                <a:lnTo>
                  <a:pt x="1206309" y="24288"/>
                </a:lnTo>
                <a:lnTo>
                  <a:pt x="1206309" y="1089576"/>
                </a:lnTo>
                <a:lnTo>
                  <a:pt x="1952711" y="1089576"/>
                </a:lnTo>
                <a:lnTo>
                  <a:pt x="1952711" y="872836"/>
                </a:lnTo>
                <a:lnTo>
                  <a:pt x="1453047" y="872836"/>
                </a:lnTo>
                <a:close/>
                <a:moveTo>
                  <a:pt x="7656766" y="731128"/>
                </a:moveTo>
                <a:lnTo>
                  <a:pt x="7960741" y="1089576"/>
                </a:lnTo>
                <a:lnTo>
                  <a:pt x="7673473" y="1089576"/>
                </a:lnTo>
                <a:lnTo>
                  <a:pt x="7390382" y="753251"/>
                </a:lnTo>
                <a:lnTo>
                  <a:pt x="7254560" y="753251"/>
                </a:lnTo>
                <a:lnTo>
                  <a:pt x="7254560" y="1089576"/>
                </a:lnTo>
                <a:lnTo>
                  <a:pt x="7012772" y="1089576"/>
                </a:lnTo>
                <a:lnTo>
                  <a:pt x="7012772" y="24288"/>
                </a:lnTo>
                <a:lnTo>
                  <a:pt x="7503927" y="24288"/>
                </a:lnTo>
                <a:cubicBezTo>
                  <a:pt x="7640987" y="24288"/>
                  <a:pt x="7741539" y="57704"/>
                  <a:pt x="7813626" y="119276"/>
                </a:cubicBezTo>
                <a:cubicBezTo>
                  <a:pt x="7885714" y="180848"/>
                  <a:pt x="7927637" y="275681"/>
                  <a:pt x="7927637" y="388305"/>
                </a:cubicBezTo>
                <a:cubicBezTo>
                  <a:pt x="7927637" y="529550"/>
                  <a:pt x="7867615" y="676054"/>
                  <a:pt x="7656766" y="731128"/>
                </a:cubicBezTo>
                <a:close/>
                <a:moveTo>
                  <a:pt x="7681053" y="391709"/>
                </a:moveTo>
                <a:cubicBezTo>
                  <a:pt x="7681053" y="344679"/>
                  <a:pt x="7662180" y="300743"/>
                  <a:pt x="7633717" y="275527"/>
                </a:cubicBezTo>
                <a:cubicBezTo>
                  <a:pt x="7601385" y="247216"/>
                  <a:pt x="7554977" y="232364"/>
                  <a:pt x="7490469" y="232364"/>
                </a:cubicBezTo>
                <a:lnTo>
                  <a:pt x="7254560" y="232364"/>
                </a:lnTo>
                <a:lnTo>
                  <a:pt x="7254560" y="552291"/>
                </a:lnTo>
                <a:lnTo>
                  <a:pt x="7491088" y="552291"/>
                </a:lnTo>
                <a:cubicBezTo>
                  <a:pt x="7554513" y="552291"/>
                  <a:pt x="7599529" y="537904"/>
                  <a:pt x="7631396" y="510521"/>
                </a:cubicBezTo>
                <a:cubicBezTo>
                  <a:pt x="7663263" y="483139"/>
                  <a:pt x="7681053" y="440131"/>
                  <a:pt x="7681053" y="391709"/>
                </a:cubicBezTo>
                <a:close/>
                <a:moveTo>
                  <a:pt x="9144619" y="1089576"/>
                </a:moveTo>
                <a:lnTo>
                  <a:pt x="8894942" y="1089576"/>
                </a:lnTo>
                <a:lnTo>
                  <a:pt x="8808622" y="872063"/>
                </a:lnTo>
                <a:lnTo>
                  <a:pt x="8355212" y="872063"/>
                </a:lnTo>
                <a:lnTo>
                  <a:pt x="8268738" y="1089576"/>
                </a:lnTo>
                <a:lnTo>
                  <a:pt x="8019215" y="1089576"/>
                </a:lnTo>
                <a:lnTo>
                  <a:pt x="8468913" y="24288"/>
                </a:lnTo>
                <a:lnTo>
                  <a:pt x="8689971" y="24288"/>
                </a:lnTo>
                <a:close/>
                <a:moveTo>
                  <a:pt x="8730192" y="674507"/>
                </a:moveTo>
                <a:lnTo>
                  <a:pt x="8581840" y="301207"/>
                </a:lnTo>
                <a:lnTo>
                  <a:pt x="8433642" y="674507"/>
                </a:lnTo>
                <a:close/>
                <a:moveTo>
                  <a:pt x="4123231" y="619896"/>
                </a:moveTo>
                <a:cubicBezTo>
                  <a:pt x="4123231" y="788678"/>
                  <a:pt x="4026237" y="890472"/>
                  <a:pt x="3890106" y="890472"/>
                </a:cubicBezTo>
                <a:cubicBezTo>
                  <a:pt x="3753975" y="890472"/>
                  <a:pt x="3656827" y="788678"/>
                  <a:pt x="3656827" y="619896"/>
                </a:cubicBezTo>
                <a:lnTo>
                  <a:pt x="3656827" y="24288"/>
                </a:lnTo>
                <a:lnTo>
                  <a:pt x="3410243" y="24288"/>
                </a:lnTo>
                <a:lnTo>
                  <a:pt x="3410243" y="610459"/>
                </a:lnTo>
                <a:cubicBezTo>
                  <a:pt x="3410243" y="918938"/>
                  <a:pt x="3603921" y="1113864"/>
                  <a:pt x="3890106" y="1113864"/>
                </a:cubicBezTo>
                <a:cubicBezTo>
                  <a:pt x="4176291" y="1113864"/>
                  <a:pt x="4369969" y="918938"/>
                  <a:pt x="4369969" y="610459"/>
                </a:cubicBezTo>
                <a:lnTo>
                  <a:pt x="4369969" y="24288"/>
                </a:lnTo>
                <a:lnTo>
                  <a:pt x="4123231" y="24288"/>
                </a:lnTo>
                <a:close/>
              </a:path>
            </a:pathLst>
          </a:custGeom>
          <a:solidFill>
            <a:srgbClr val="F967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loudera-Light-2022">
  <a:themeElements>
    <a:clrScheme name="Cloudera_2019">
      <a:dk1>
        <a:srgbClr val="305868"/>
      </a:dk1>
      <a:lt1>
        <a:srgbClr val="FFFFFF"/>
      </a:lt1>
      <a:dk2>
        <a:srgbClr val="305868"/>
      </a:dk2>
      <a:lt2>
        <a:srgbClr val="FFFFFF"/>
      </a:lt2>
      <a:accent1>
        <a:srgbClr val="FF8300"/>
      </a:accent1>
      <a:accent2>
        <a:srgbClr val="00A3AF"/>
      </a:accent2>
      <a:accent3>
        <a:srgbClr val="008CFF"/>
      </a:accent3>
      <a:accent4>
        <a:srgbClr val="A4D65D"/>
      </a:accent4>
      <a:accent5>
        <a:srgbClr val="FFD664"/>
      </a:accent5>
      <a:accent6>
        <a:srgbClr val="828282"/>
      </a:accent6>
      <a:hlink>
        <a:srgbClr val="00A6B1"/>
      </a:hlink>
      <a:folHlink>
        <a:srgbClr val="AFAFA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11mpijx">
      <a:majorFont>
        <a:latin typeface="Segoe UI"/>
        <a:ea typeface="Microsoft YaHei"/>
        <a:cs typeface=""/>
      </a:majorFont>
      <a:minorFont>
        <a:latin typeface="Segoe U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2060"/>
        </a:solidFill>
      </a:spPr>
      <a:bodyPr wrap="none" rtlCol="0" anchor="ctr">
        <a:spAutoFit/>
      </a:bodyPr>
      <a:lstStyle>
        <a:defPPr algn="ctr">
          <a:defRPr b="1" dirty="0">
            <a:solidFill>
              <a:srgbClr val="002B58"/>
            </a:solidFill>
            <a:cs typeface="Segoe UI Light" panose="020B0502040204020203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11mpijx">
      <a:majorFont>
        <a:latin typeface="Segoe UI"/>
        <a:ea typeface="Microsoft YaHei"/>
        <a:cs typeface=""/>
      </a:majorFont>
      <a:minorFont>
        <a:latin typeface="Segoe U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2060"/>
        </a:solidFill>
      </a:spPr>
      <a:bodyPr wrap="none" rtlCol="0" anchor="ctr">
        <a:spAutoFit/>
      </a:bodyPr>
      <a:lstStyle>
        <a:defPPr algn="ctr">
          <a:defRPr b="1" dirty="0">
            <a:solidFill>
              <a:srgbClr val="002B58"/>
            </a:solidFill>
            <a:cs typeface="Segoe UI Light" panose="020B0502040204020203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26DE3C1C9DE04DA3E2E189C26D53CD" ma:contentTypeVersion="16" ma:contentTypeDescription="Create a new document." ma:contentTypeScope="" ma:versionID="5e159a1af4140dc680ab9e4fc8e2de55">
  <xsd:schema xmlns:xsd="http://www.w3.org/2001/XMLSchema" xmlns:xs="http://www.w3.org/2001/XMLSchema" xmlns:p="http://schemas.microsoft.com/office/2006/metadata/properties" xmlns:ns2="46360f7f-6aa5-4737-8b3b-ecdb35d9b235" xmlns:ns3="13675439-0469-4a6a-976f-b6175586f236" targetNamespace="http://schemas.microsoft.com/office/2006/metadata/properties" ma:root="true" ma:fieldsID="79403fb69963540c216b59e161bc454e" ns2:_="" ns3:_="">
    <xsd:import namespace="46360f7f-6aa5-4737-8b3b-ecdb35d9b235"/>
    <xsd:import namespace="13675439-0469-4a6a-976f-b6175586f2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360f7f-6aa5-4737-8b3b-ecdb35d9b2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562ee9dd-005b-4d34-b1be-2bd62c8c47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675439-0469-4a6a-976f-b6175586f23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d7a6fcd-28eb-487e-a58a-1125a24c118d}" ma:internalName="TaxCatchAll" ma:showField="CatchAllData" ma:web="13675439-0469-4a6a-976f-b6175586f2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3675439-0469-4a6a-976f-b6175586f236" xsi:nil="true"/>
    <lcf76f155ced4ddcb4097134ff3c332f xmlns="46360f7f-6aa5-4737-8b3b-ecdb35d9b23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5FD94A-68EE-4A0B-BBEB-BFB7E86DBEBD}"/>
</file>

<file path=customXml/itemProps2.xml><?xml version="1.0" encoding="utf-8"?>
<ds:datastoreItem xmlns:ds="http://schemas.openxmlformats.org/officeDocument/2006/customXml" ds:itemID="{EE894B24-496B-4AFA-B20E-B7C3115807BE}"/>
</file>

<file path=customXml/itemProps3.xml><?xml version="1.0" encoding="utf-8"?>
<ds:datastoreItem xmlns:ds="http://schemas.openxmlformats.org/officeDocument/2006/customXml" ds:itemID="{5EB67901-2CC9-4D5E-886D-9FB0D35D904B}"/>
</file>

<file path=docProps/app.xml><?xml version="1.0" encoding="utf-8"?>
<Properties xmlns="http://schemas.openxmlformats.org/officeDocument/2006/extended-properties" xmlns:vt="http://schemas.openxmlformats.org/officeDocument/2006/docPropsVTypes">
  <TotalTime>3367</TotalTime>
  <Words>1365</Words>
  <Application>Microsoft Office PowerPoint</Application>
  <PresentationFormat>On-screen Show (16:9)</PresentationFormat>
  <Paragraphs>334</Paragraphs>
  <Slides>35</Slides>
  <Notes>28</Notes>
  <HiddenSlides>5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55" baseType="lpstr">
      <vt:lpstr>Noto Sans TC Regular</vt:lpstr>
      <vt:lpstr>Wingdings</vt:lpstr>
      <vt:lpstr>Lato</vt:lpstr>
      <vt:lpstr>NVIDIA Sans</vt:lpstr>
      <vt:lpstr>Noto Sans Symbols</vt:lpstr>
      <vt:lpstr>Calibri Light</vt:lpstr>
      <vt:lpstr>Roboto</vt:lpstr>
      <vt:lpstr>Segoe UI Light</vt:lpstr>
      <vt:lpstr>Lato Black</vt:lpstr>
      <vt:lpstr>Segoe UI</vt:lpstr>
      <vt:lpstr>Roboto Light</vt:lpstr>
      <vt:lpstr>Noto Sans TC Medium</vt:lpstr>
      <vt:lpstr>Calibri</vt:lpstr>
      <vt:lpstr>Arial</vt:lpstr>
      <vt:lpstr>Times New Roman</vt:lpstr>
      <vt:lpstr>Noto Sans SC Medium</vt:lpstr>
      <vt:lpstr>Trebuchet MS</vt:lpstr>
      <vt:lpstr>Cloudera-Light-2022</vt:lpstr>
      <vt:lpstr>7_Office 主题</vt:lpstr>
      <vt:lpstr>8_Office 主题</vt:lpstr>
      <vt:lpstr>PowerPoint Presentation</vt:lpstr>
      <vt:lpstr>HYBRID DATA COMPANY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HYBRID CLOUD ARCHITECTURE</vt:lpstr>
      <vt:lpstr>PRIVATE CLOUD BASE</vt:lpstr>
      <vt:lpstr>PUBLIC CLOUD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DATA COMPANY</dc:title>
  <dc:creator>Jadsada (Big Data) Uraipant</dc:creator>
  <cp:lastModifiedBy>Jadsada (Big Data) Uraipant</cp:lastModifiedBy>
  <cp:revision>45</cp:revision>
  <dcterms:modified xsi:type="dcterms:W3CDTF">2025-10-10T08:01:07Z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0x010100CB26DE3C1C9DE04DA3E2E189C26D53CD</vt:lpwstr>
  </property>
</Properties>
</file>