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91" r:id="rId1"/>
    <p:sldMasterId id="2147483792" r:id="rId2"/>
  </p:sldMasterIdLst>
  <p:notesMasterIdLst>
    <p:notesMasterId r:id="rId36"/>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Lst>
  <p:sldSz cx="9144000" cy="5143500" type="screen16x9"/>
  <p:notesSz cx="6858000" cy="9144000"/>
  <p:embeddedFontLst>
    <p:embeddedFont>
      <p:font typeface="Lato" panose="020F0502020204030203" pitchFamily="34" charset="0"/>
      <p:regular r:id="rId37"/>
      <p:bold r:id="rId38"/>
      <p:italic r:id="rId39"/>
      <p:boldItalic r:id="rId40"/>
    </p:embeddedFont>
    <p:embeddedFont>
      <p:font typeface="Montserrat" pitchFamily="2" charset="77"/>
      <p:regular r:id="rId41"/>
      <p:bold r:id="rId42"/>
      <p:italic r:id="rId43"/>
      <p:boldItalic r:id="rId44"/>
    </p:embeddedFont>
    <p:embeddedFont>
      <p:font typeface="Plus Jakarta Sans" pitchFamily="2" charset="77"/>
      <p:regular r:id="rId45"/>
      <p:bold r:id="rId46"/>
      <p:italic r:id="rId47"/>
      <p:boldItalic r:id="rId48"/>
    </p:embeddedFont>
    <p:embeddedFont>
      <p:font typeface="Plus Jakarta Sans Medium" pitchFamily="2" charset="77"/>
      <p:regular r:id="rId49"/>
      <p:bold r:id="rId50"/>
      <p:italic r:id="rId51"/>
      <p:boldItalic r:id="rId52"/>
    </p:embeddedFont>
    <p:embeddedFont>
      <p:font typeface="Plus Jakarta Sans SemiBold" pitchFamily="2" charset="77"/>
      <p:regular r:id="rId53"/>
      <p:bold r:id="rId54"/>
      <p:italic r:id="rId55"/>
      <p:boldItalic r:id="rId56"/>
    </p:embeddedFont>
    <p:embeddedFont>
      <p:font typeface="Poppins" pitchFamily="2" charset="77"/>
      <p:regular r:id="rId57"/>
      <p:bold r:id="rId58"/>
      <p:italic r:id="rId59"/>
      <p:boldItalic r:id="rId60"/>
    </p:embeddedFont>
    <p:embeddedFont>
      <p:font typeface="Roboto" panose="02000000000000000000" pitchFamily="2" charset="0"/>
      <p:regular r:id="rId61"/>
      <p:bold r:id="rId62"/>
      <p:italic r:id="rId63"/>
      <p:boldItalic r:id="rId64"/>
    </p:embeddedFont>
    <p:embeddedFont>
      <p:font typeface="Roboto Light" panose="02000000000000000000" pitchFamily="2" charset="0"/>
      <p:regular r:id="rId65"/>
      <p:bold r:id="rId66"/>
      <p:italic r:id="rId67"/>
      <p:boldItalic r:id="rId6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6"/>
  </p:normalViewPr>
  <p:slideViewPr>
    <p:cSldViewPr snapToGrid="0">
      <p:cViewPr varScale="1">
        <p:scale>
          <a:sx n="143" d="100"/>
          <a:sy n="143" d="100"/>
        </p:scale>
        <p:origin x="688" y="19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font" Target="fonts/font6.fntdata"/><Relationship Id="rId47" Type="http://schemas.openxmlformats.org/officeDocument/2006/relationships/font" Target="fonts/font11.fntdata"/><Relationship Id="rId63" Type="http://schemas.openxmlformats.org/officeDocument/2006/relationships/font" Target="fonts/font27.fntdata"/><Relationship Id="rId68" Type="http://schemas.openxmlformats.org/officeDocument/2006/relationships/font" Target="fonts/font32.fntdata"/><Relationship Id="rId7" Type="http://schemas.openxmlformats.org/officeDocument/2006/relationships/slide" Target="slides/slide5.xml"/><Relationship Id="rId71"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font" Target="fonts/font9.fntdata"/><Relationship Id="rId53" Type="http://schemas.openxmlformats.org/officeDocument/2006/relationships/font" Target="fonts/font17.fntdata"/><Relationship Id="rId58" Type="http://schemas.openxmlformats.org/officeDocument/2006/relationships/font" Target="fonts/font22.fntdata"/><Relationship Id="rId66" Type="http://schemas.openxmlformats.org/officeDocument/2006/relationships/font" Target="fonts/font30.fntdata"/><Relationship Id="rId5" Type="http://schemas.openxmlformats.org/officeDocument/2006/relationships/slide" Target="slides/slide3.xml"/><Relationship Id="rId61" Type="http://schemas.openxmlformats.org/officeDocument/2006/relationships/font" Target="fonts/font25.fntdata"/><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font" Target="fonts/font7.fntdata"/><Relationship Id="rId48" Type="http://schemas.openxmlformats.org/officeDocument/2006/relationships/font" Target="fonts/font12.fntdata"/><Relationship Id="rId56" Type="http://schemas.openxmlformats.org/officeDocument/2006/relationships/font" Target="fonts/font20.fntdata"/><Relationship Id="rId64" Type="http://schemas.openxmlformats.org/officeDocument/2006/relationships/font" Target="fonts/font28.fntdata"/><Relationship Id="rId69"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font" Target="fonts/font15.fntdata"/><Relationship Id="rId72"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font" Target="fonts/font2.fntdata"/><Relationship Id="rId46" Type="http://schemas.openxmlformats.org/officeDocument/2006/relationships/font" Target="fonts/font10.fntdata"/><Relationship Id="rId59" Type="http://schemas.openxmlformats.org/officeDocument/2006/relationships/font" Target="fonts/font23.fntdata"/><Relationship Id="rId67" Type="http://schemas.openxmlformats.org/officeDocument/2006/relationships/font" Target="fonts/font31.fntdata"/><Relationship Id="rId20" Type="http://schemas.openxmlformats.org/officeDocument/2006/relationships/slide" Target="slides/slide18.xml"/><Relationship Id="rId41" Type="http://schemas.openxmlformats.org/officeDocument/2006/relationships/font" Target="fonts/font5.fntdata"/><Relationship Id="rId54" Type="http://schemas.openxmlformats.org/officeDocument/2006/relationships/font" Target="fonts/font18.fntdata"/><Relationship Id="rId62" Type="http://schemas.openxmlformats.org/officeDocument/2006/relationships/font" Target="fonts/font26.fntdata"/><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notesMaster" Target="notesMasters/notesMaster1.xml"/><Relationship Id="rId49" Type="http://schemas.openxmlformats.org/officeDocument/2006/relationships/font" Target="fonts/font13.fntdata"/><Relationship Id="rId57" Type="http://schemas.openxmlformats.org/officeDocument/2006/relationships/font" Target="fonts/font21.fnt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font" Target="fonts/font8.fntdata"/><Relationship Id="rId52" Type="http://schemas.openxmlformats.org/officeDocument/2006/relationships/font" Target="fonts/font16.fntdata"/><Relationship Id="rId60" Type="http://schemas.openxmlformats.org/officeDocument/2006/relationships/font" Target="fonts/font24.fntdata"/><Relationship Id="rId65" Type="http://schemas.openxmlformats.org/officeDocument/2006/relationships/font" Target="fonts/font29.fntdata"/><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font" Target="fonts/font3.fntdata"/><Relationship Id="rId34" Type="http://schemas.openxmlformats.org/officeDocument/2006/relationships/slide" Target="slides/slide32.xml"/><Relationship Id="rId50" Type="http://schemas.openxmlformats.org/officeDocument/2006/relationships/font" Target="fonts/font14.fntdata"/><Relationship Id="rId55" Type="http://schemas.openxmlformats.org/officeDocument/2006/relationships/font" Target="fonts/font1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2"/>
        <p:cNvGrpSpPr/>
        <p:nvPr/>
      </p:nvGrpSpPr>
      <p:grpSpPr>
        <a:xfrm>
          <a:off x="0" y="0"/>
          <a:ext cx="0" cy="0"/>
          <a:chOff x="0" y="0"/>
          <a:chExt cx="0" cy="0"/>
        </a:xfrm>
      </p:grpSpPr>
      <p:sp>
        <p:nvSpPr>
          <p:cNvPr id="1033" name="Google Shape;1033;g356a67db1d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4" name="Google Shape;1034;g356a67db1d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9"/>
        <p:cNvGrpSpPr/>
        <p:nvPr/>
      </p:nvGrpSpPr>
      <p:grpSpPr>
        <a:xfrm>
          <a:off x="0" y="0"/>
          <a:ext cx="0" cy="0"/>
          <a:chOff x="0" y="0"/>
          <a:chExt cx="0" cy="0"/>
        </a:xfrm>
      </p:grpSpPr>
      <p:sp>
        <p:nvSpPr>
          <p:cNvPr id="1040" name="Google Shape;1040;g3628dd8a35c_0_24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1" name="Google Shape;1041;g3628dd8a35c_0_24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5"/>
        <p:cNvGrpSpPr/>
        <p:nvPr/>
      </p:nvGrpSpPr>
      <p:grpSpPr>
        <a:xfrm>
          <a:off x="0" y="0"/>
          <a:ext cx="0" cy="0"/>
          <a:chOff x="0" y="0"/>
          <a:chExt cx="0" cy="0"/>
        </a:xfrm>
      </p:grpSpPr>
      <p:sp>
        <p:nvSpPr>
          <p:cNvPr id="1046" name="Google Shape;1046;g3628dd8a35c_0_45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7" name="Google Shape;1047;g3628dd8a35c_0_4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6"/>
        <p:cNvGrpSpPr/>
        <p:nvPr/>
      </p:nvGrpSpPr>
      <p:grpSpPr>
        <a:xfrm>
          <a:off x="0" y="0"/>
          <a:ext cx="0" cy="0"/>
          <a:chOff x="0" y="0"/>
          <a:chExt cx="0" cy="0"/>
        </a:xfrm>
      </p:grpSpPr>
      <p:sp>
        <p:nvSpPr>
          <p:cNvPr id="1087" name="Google Shape;1087;g367bb933d30_0_21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8" name="Google Shape;1088;g367bb933d30_0_2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2"/>
        <p:cNvGrpSpPr/>
        <p:nvPr/>
      </p:nvGrpSpPr>
      <p:grpSpPr>
        <a:xfrm>
          <a:off x="0" y="0"/>
          <a:ext cx="0" cy="0"/>
          <a:chOff x="0" y="0"/>
          <a:chExt cx="0" cy="0"/>
        </a:xfrm>
      </p:grpSpPr>
      <p:sp>
        <p:nvSpPr>
          <p:cNvPr id="1103" name="Google Shape;1103;g3628dd8a35c_0_415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endParaRPr sz="1200">
              <a:solidFill>
                <a:schemeClr val="dk1"/>
              </a:solidFill>
            </a:endParaRPr>
          </a:p>
        </p:txBody>
      </p:sp>
      <p:sp>
        <p:nvSpPr>
          <p:cNvPr id="1104" name="Google Shape;1104;g3628dd8a35c_0_41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9"/>
        <p:cNvGrpSpPr/>
        <p:nvPr/>
      </p:nvGrpSpPr>
      <p:grpSpPr>
        <a:xfrm>
          <a:off x="0" y="0"/>
          <a:ext cx="0" cy="0"/>
          <a:chOff x="0" y="0"/>
          <a:chExt cx="0" cy="0"/>
        </a:xfrm>
      </p:grpSpPr>
      <p:sp>
        <p:nvSpPr>
          <p:cNvPr id="1150" name="Google Shape;1150;g3628dd8a35c_0_9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latin typeface="Plus Jakarta Sans"/>
              <a:ea typeface="Plus Jakarta Sans"/>
              <a:cs typeface="Plus Jakarta Sans"/>
              <a:sym typeface="Plus Jakarta Sans"/>
            </a:endParaRPr>
          </a:p>
        </p:txBody>
      </p:sp>
      <p:sp>
        <p:nvSpPr>
          <p:cNvPr id="1151" name="Google Shape;1151;g3628dd8a35c_0_9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7"/>
        <p:cNvGrpSpPr/>
        <p:nvPr/>
      </p:nvGrpSpPr>
      <p:grpSpPr>
        <a:xfrm>
          <a:off x="0" y="0"/>
          <a:ext cx="0" cy="0"/>
          <a:chOff x="0" y="0"/>
          <a:chExt cx="0" cy="0"/>
        </a:xfrm>
      </p:grpSpPr>
      <p:sp>
        <p:nvSpPr>
          <p:cNvPr id="1188" name="Google Shape;1188;g3628dd8a35c_0_13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9" name="Google Shape;1189;g3628dd8a35c_0_13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0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4"/>
        <p:cNvGrpSpPr/>
        <p:nvPr/>
      </p:nvGrpSpPr>
      <p:grpSpPr>
        <a:xfrm>
          <a:off x="0" y="0"/>
          <a:ext cx="0" cy="0"/>
          <a:chOff x="0" y="0"/>
          <a:chExt cx="0" cy="0"/>
        </a:xfrm>
      </p:grpSpPr>
      <p:sp>
        <p:nvSpPr>
          <p:cNvPr id="1195" name="Google Shape;1195;g3628dd8a35c_0_4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latin typeface="Plus Jakarta Sans"/>
              <a:ea typeface="Plus Jakarta Sans"/>
              <a:cs typeface="Plus Jakarta Sans"/>
              <a:sym typeface="Plus Jakarta Sans"/>
            </a:endParaRPr>
          </a:p>
        </p:txBody>
      </p:sp>
      <p:sp>
        <p:nvSpPr>
          <p:cNvPr id="1196" name="Google Shape;1196;g3628dd8a35c_0_4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3"/>
        <p:cNvGrpSpPr/>
        <p:nvPr/>
      </p:nvGrpSpPr>
      <p:grpSpPr>
        <a:xfrm>
          <a:off x="0" y="0"/>
          <a:ext cx="0" cy="0"/>
          <a:chOff x="0" y="0"/>
          <a:chExt cx="0" cy="0"/>
        </a:xfrm>
      </p:grpSpPr>
      <p:sp>
        <p:nvSpPr>
          <p:cNvPr id="1204" name="Google Shape;1204;g3628dd8a35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Plus Jakarta Sans"/>
                <a:ea typeface="Plus Jakarta Sans"/>
                <a:cs typeface="Plus Jakarta Sans"/>
                <a:sym typeface="Plus Jakarta Sans"/>
              </a:rPr>
              <a:t>Enterprise AI pillars​</a:t>
            </a:r>
            <a:endParaRPr>
              <a:latin typeface="Plus Jakarta Sans"/>
              <a:ea typeface="Plus Jakarta Sans"/>
              <a:cs typeface="Plus Jakarta Sans"/>
              <a:sym typeface="Plus Jakarta Sans"/>
            </a:endParaRPr>
          </a:p>
          <a:p>
            <a:pPr marL="0" lvl="0" indent="0" algn="l" rtl="0">
              <a:spcBef>
                <a:spcPts val="0"/>
              </a:spcBef>
              <a:spcAft>
                <a:spcPts val="0"/>
              </a:spcAft>
              <a:buNone/>
            </a:pPr>
            <a:endParaRPr>
              <a:latin typeface="Plus Jakarta Sans"/>
              <a:ea typeface="Plus Jakarta Sans"/>
              <a:cs typeface="Plus Jakarta Sans"/>
              <a:sym typeface="Plus Jakarta Sans"/>
            </a:endParaRPr>
          </a:p>
          <a:p>
            <a:pPr marL="0" lvl="0" indent="0" algn="l" rtl="0">
              <a:spcBef>
                <a:spcPts val="0"/>
              </a:spcBef>
              <a:spcAft>
                <a:spcPts val="0"/>
              </a:spcAft>
              <a:buNone/>
            </a:pPr>
            <a:r>
              <a:rPr lang="en">
                <a:latin typeface="Plus Jakarta Sans"/>
                <a:ea typeface="Plus Jakarta Sans"/>
                <a:cs typeface="Plus Jakarta Sans"/>
                <a:sym typeface="Plus Jakarta Sans"/>
              </a:rPr>
              <a:t>Hardware Acceleration​</a:t>
            </a:r>
            <a:endParaRPr>
              <a:latin typeface="Plus Jakarta Sans"/>
              <a:ea typeface="Plus Jakarta Sans"/>
              <a:cs typeface="Plus Jakarta Sans"/>
              <a:sym typeface="Plus Jakarta Sans"/>
            </a:endParaRPr>
          </a:p>
          <a:p>
            <a:pPr marL="0" lvl="0" indent="0" algn="l" rtl="0">
              <a:spcBef>
                <a:spcPts val="0"/>
              </a:spcBef>
              <a:spcAft>
                <a:spcPts val="0"/>
              </a:spcAft>
              <a:buNone/>
            </a:pPr>
            <a:endParaRPr>
              <a:latin typeface="Plus Jakarta Sans"/>
              <a:ea typeface="Plus Jakarta Sans"/>
              <a:cs typeface="Plus Jakarta Sans"/>
              <a:sym typeface="Plus Jakarta Sans"/>
            </a:endParaRPr>
          </a:p>
          <a:p>
            <a:pPr marL="0" lvl="0" indent="0" algn="l" rtl="0">
              <a:spcBef>
                <a:spcPts val="0"/>
              </a:spcBef>
              <a:spcAft>
                <a:spcPts val="0"/>
              </a:spcAft>
              <a:buNone/>
            </a:pPr>
            <a:r>
              <a:rPr lang="en">
                <a:latin typeface="Plus Jakarta Sans"/>
                <a:ea typeface="Plus Jakarta Sans"/>
                <a:cs typeface="Plus Jakarta Sans"/>
                <a:sym typeface="Plus Jakarta Sans"/>
              </a:rPr>
              <a:t>Open Platform | Any Model Integration​</a:t>
            </a:r>
            <a:endParaRPr>
              <a:latin typeface="Plus Jakarta Sans"/>
              <a:ea typeface="Plus Jakarta Sans"/>
              <a:cs typeface="Plus Jakarta Sans"/>
              <a:sym typeface="Plus Jakarta Sans"/>
            </a:endParaRPr>
          </a:p>
          <a:p>
            <a:pPr marL="0" lvl="0" indent="0" algn="l" rtl="0">
              <a:spcBef>
                <a:spcPts val="0"/>
              </a:spcBef>
              <a:spcAft>
                <a:spcPts val="0"/>
              </a:spcAft>
              <a:buNone/>
            </a:pPr>
            <a:endParaRPr>
              <a:latin typeface="Plus Jakarta Sans"/>
              <a:ea typeface="Plus Jakarta Sans"/>
              <a:cs typeface="Plus Jakarta Sans"/>
              <a:sym typeface="Plus Jakarta Sans"/>
            </a:endParaRPr>
          </a:p>
          <a:p>
            <a:pPr marL="0" lvl="0" indent="0" algn="l" rtl="0">
              <a:spcBef>
                <a:spcPts val="0"/>
              </a:spcBef>
              <a:spcAft>
                <a:spcPts val="0"/>
              </a:spcAft>
              <a:buNone/>
            </a:pPr>
            <a:r>
              <a:rPr lang="en">
                <a:latin typeface="Plus Jakarta Sans"/>
                <a:ea typeface="Plus Jakarta Sans"/>
                <a:cs typeface="Plus Jakarta Sans"/>
                <a:sym typeface="Plus Jakarta Sans"/>
              </a:rPr>
              <a:t>Enterprise Search | ML Ops Monitoring​</a:t>
            </a:r>
            <a:endParaRPr>
              <a:latin typeface="Plus Jakarta Sans"/>
              <a:ea typeface="Plus Jakarta Sans"/>
              <a:cs typeface="Plus Jakarta Sans"/>
              <a:sym typeface="Plus Jakarta Sans"/>
            </a:endParaRPr>
          </a:p>
          <a:p>
            <a:pPr marL="0" lvl="0" indent="0" algn="l" rtl="0">
              <a:spcBef>
                <a:spcPts val="0"/>
              </a:spcBef>
              <a:spcAft>
                <a:spcPts val="0"/>
              </a:spcAft>
              <a:buNone/>
            </a:pPr>
            <a:endParaRPr>
              <a:latin typeface="Plus Jakarta Sans"/>
              <a:ea typeface="Plus Jakarta Sans"/>
              <a:cs typeface="Plus Jakarta Sans"/>
              <a:sym typeface="Plus Jakarta Sans"/>
            </a:endParaRPr>
          </a:p>
          <a:p>
            <a:pPr marL="0" lvl="0" indent="0" algn="l" rtl="0">
              <a:spcBef>
                <a:spcPts val="0"/>
              </a:spcBef>
              <a:spcAft>
                <a:spcPts val="0"/>
              </a:spcAft>
              <a:buNone/>
            </a:pPr>
            <a:r>
              <a:rPr lang="en">
                <a:latin typeface="Plus Jakarta Sans"/>
                <a:ea typeface="Plus Jakarta Sans"/>
                <a:cs typeface="Plus Jakarta Sans"/>
                <a:sym typeface="Plus Jakarta Sans"/>
              </a:rPr>
              <a:t>Applications &amp; Agents​</a:t>
            </a:r>
            <a:endParaRPr>
              <a:latin typeface="Plus Jakarta Sans"/>
              <a:ea typeface="Plus Jakarta Sans"/>
              <a:cs typeface="Plus Jakarta Sans"/>
              <a:sym typeface="Plus Jakarta Sans"/>
            </a:endParaRPr>
          </a:p>
          <a:p>
            <a:pPr marL="0" lvl="0" indent="0" algn="l" rtl="0">
              <a:spcBef>
                <a:spcPts val="0"/>
              </a:spcBef>
              <a:spcAft>
                <a:spcPts val="0"/>
              </a:spcAft>
              <a:buNone/>
            </a:pPr>
            <a:endParaRPr>
              <a:latin typeface="Plus Jakarta Sans"/>
              <a:ea typeface="Plus Jakarta Sans"/>
              <a:cs typeface="Plus Jakarta Sans"/>
              <a:sym typeface="Plus Jakarta Sans"/>
            </a:endParaRPr>
          </a:p>
          <a:p>
            <a:pPr marL="0" lvl="0" indent="0" algn="l" rtl="0">
              <a:spcBef>
                <a:spcPts val="0"/>
              </a:spcBef>
              <a:spcAft>
                <a:spcPts val="0"/>
              </a:spcAft>
              <a:buNone/>
            </a:pPr>
            <a:r>
              <a:rPr lang="en">
                <a:latin typeface="Plus Jakarta Sans"/>
                <a:ea typeface="Plus Jakarta Sans"/>
                <a:cs typeface="Plus Jakarta Sans"/>
                <a:sym typeface="Plus Jakarta Sans"/>
              </a:rPr>
              <a:t>Models, ​</a:t>
            </a:r>
            <a:endParaRPr>
              <a:latin typeface="Plus Jakarta Sans"/>
              <a:ea typeface="Plus Jakarta Sans"/>
              <a:cs typeface="Plus Jakarta Sans"/>
              <a:sym typeface="Plus Jakarta Sans"/>
            </a:endParaRPr>
          </a:p>
          <a:p>
            <a:pPr marL="0" lvl="0" indent="0" algn="l" rtl="0">
              <a:spcBef>
                <a:spcPts val="0"/>
              </a:spcBef>
              <a:spcAft>
                <a:spcPts val="0"/>
              </a:spcAft>
              <a:buNone/>
            </a:pPr>
            <a:endParaRPr>
              <a:latin typeface="Plus Jakarta Sans"/>
              <a:ea typeface="Plus Jakarta Sans"/>
              <a:cs typeface="Plus Jakarta Sans"/>
              <a:sym typeface="Plus Jakarta Sans"/>
            </a:endParaRPr>
          </a:p>
          <a:p>
            <a:pPr marL="0" lvl="0" indent="0" algn="l" rtl="0">
              <a:spcBef>
                <a:spcPts val="0"/>
              </a:spcBef>
              <a:spcAft>
                <a:spcPts val="0"/>
              </a:spcAft>
              <a:buNone/>
            </a:pPr>
            <a:r>
              <a:rPr lang="en">
                <a:latin typeface="Plus Jakarta Sans"/>
                <a:ea typeface="Plus Jakarta Sans"/>
                <a:cs typeface="Plus Jakarta Sans"/>
                <a:sym typeface="Plus Jakarta Sans"/>
              </a:rPr>
              <a:t>​</a:t>
            </a:r>
            <a:endParaRPr>
              <a:latin typeface="Plus Jakarta Sans"/>
              <a:ea typeface="Plus Jakarta Sans"/>
              <a:cs typeface="Plus Jakarta Sans"/>
              <a:sym typeface="Plus Jakarta Sans"/>
            </a:endParaRPr>
          </a:p>
        </p:txBody>
      </p:sp>
      <p:sp>
        <p:nvSpPr>
          <p:cNvPr id="1205" name="Google Shape;1205;g3628dd8a35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6"/>
        <p:cNvGrpSpPr/>
        <p:nvPr/>
      </p:nvGrpSpPr>
      <p:grpSpPr>
        <a:xfrm>
          <a:off x="0" y="0"/>
          <a:ext cx="0" cy="0"/>
          <a:chOff x="0" y="0"/>
          <a:chExt cx="0" cy="0"/>
        </a:xfrm>
      </p:grpSpPr>
      <p:sp>
        <p:nvSpPr>
          <p:cNvPr id="1237" name="Google Shape;1237;g367bb933d30_0_21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8" name="Google Shape;1238;g367bb933d30_0_2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2"/>
        <p:cNvGrpSpPr/>
        <p:nvPr/>
      </p:nvGrpSpPr>
      <p:grpSpPr>
        <a:xfrm>
          <a:off x="0" y="0"/>
          <a:ext cx="0" cy="0"/>
          <a:chOff x="0" y="0"/>
          <a:chExt cx="0" cy="0"/>
        </a:xfrm>
      </p:grpSpPr>
      <p:sp>
        <p:nvSpPr>
          <p:cNvPr id="1253" name="Google Shape;1253;g36a77e8c7c5_0_9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4" name="Google Shape;1254;g36a77e8c7c5_0_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9"/>
        <p:cNvGrpSpPr/>
        <p:nvPr/>
      </p:nvGrpSpPr>
      <p:grpSpPr>
        <a:xfrm>
          <a:off x="0" y="0"/>
          <a:ext cx="0" cy="0"/>
          <a:chOff x="0" y="0"/>
          <a:chExt cx="0" cy="0"/>
        </a:xfrm>
      </p:grpSpPr>
      <p:sp>
        <p:nvSpPr>
          <p:cNvPr id="1330" name="Google Shape;1330;g3628dd8a35c_0_17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1" name="Google Shape;1331;g3628dd8a35c_0_17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900">
                <a:latin typeface="Plus Jakarta Sans"/>
                <a:ea typeface="Plus Jakarta Sans"/>
                <a:cs typeface="Plus Jakarta Sans"/>
                <a:sym typeface="Plus Jakarta Sans"/>
              </a:rPr>
              <a:t>Demo with voiceover</a:t>
            </a:r>
            <a:endParaRPr/>
          </a:p>
        </p:txBody>
      </p:sp>
      <p:sp>
        <p:nvSpPr>
          <p:cNvPr id="1332" name="Google Shape;1332;g3628dd8a35c_0_1721:notes"/>
          <p:cNvSpPr txBox="1">
            <a:spLocks noGrp="1"/>
          </p:cNvSpPr>
          <p:nvPr>
            <p:ph type="sldNum" idx="12"/>
          </p:nvPr>
        </p:nvSpPr>
        <p:spPr>
          <a:xfrm>
            <a:off x="3884613" y="8685213"/>
            <a:ext cx="2971800" cy="457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rgbClr val="000000"/>
              </a:buClr>
              <a:buFont typeface="Arial"/>
              <a:buNone/>
            </a:pPr>
            <a:fld id="{00000000-1234-1234-1234-123412341234}" type="slidenum">
              <a:rPr lang="en"/>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6"/>
        <p:cNvGrpSpPr/>
        <p:nvPr/>
      </p:nvGrpSpPr>
      <p:grpSpPr>
        <a:xfrm>
          <a:off x="0" y="0"/>
          <a:ext cx="0" cy="0"/>
          <a:chOff x="0" y="0"/>
          <a:chExt cx="0" cy="0"/>
        </a:xfrm>
      </p:grpSpPr>
      <p:sp>
        <p:nvSpPr>
          <p:cNvPr id="1337" name="Google Shape;1337;g3628dd8a35c_0_29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38" name="Google Shape;1338;g3628dd8a35c_0_29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latin typeface="Calibri"/>
              <a:ea typeface="Calibri"/>
              <a:cs typeface="Calibri"/>
              <a:sym typeface="Calibri"/>
            </a:endParaRPr>
          </a:p>
          <a:p>
            <a:pPr marL="0" lvl="0" indent="0" algn="l" rtl="0">
              <a:lnSpc>
                <a:spcPct val="100000"/>
              </a:lnSpc>
              <a:spcBef>
                <a:spcPts val="0"/>
              </a:spcBef>
              <a:spcAft>
                <a:spcPts val="0"/>
              </a:spcAft>
              <a:buSzPts val="1100"/>
              <a:buNone/>
            </a:pPr>
            <a:endParaRPr>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5"/>
        <p:cNvGrpSpPr/>
        <p:nvPr/>
      </p:nvGrpSpPr>
      <p:grpSpPr>
        <a:xfrm>
          <a:off x="0" y="0"/>
          <a:ext cx="0" cy="0"/>
          <a:chOff x="0" y="0"/>
          <a:chExt cx="0" cy="0"/>
        </a:xfrm>
      </p:grpSpPr>
      <p:sp>
        <p:nvSpPr>
          <p:cNvPr id="1346" name="Google Shape;1346;g3628dd8a35c_0_37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47" name="Google Shape;1347;g3628dd8a35c_0_37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4"/>
        <p:cNvGrpSpPr/>
        <p:nvPr/>
      </p:nvGrpSpPr>
      <p:grpSpPr>
        <a:xfrm>
          <a:off x="0" y="0"/>
          <a:ext cx="0" cy="0"/>
          <a:chOff x="0" y="0"/>
          <a:chExt cx="0" cy="0"/>
        </a:xfrm>
      </p:grpSpPr>
      <p:sp>
        <p:nvSpPr>
          <p:cNvPr id="1355" name="Google Shape;1355;g3628dd8a35c_0_37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000" b="1">
                <a:latin typeface="Plus Jakarta Sans"/>
                <a:ea typeface="Plus Jakarta Sans"/>
                <a:cs typeface="Plus Jakarta Sans"/>
                <a:sym typeface="Plus Jakarta Sans"/>
              </a:rPr>
              <a:t>AWS Bedrock:</a:t>
            </a:r>
            <a:endParaRPr sz="1000">
              <a:latin typeface="Plus Jakarta Sans"/>
              <a:ea typeface="Plus Jakarta Sans"/>
              <a:cs typeface="Plus Jakarta Sans"/>
              <a:sym typeface="Plus Jakarta Sans"/>
            </a:endParaRPr>
          </a:p>
          <a:p>
            <a:pPr marL="457200" lvl="0" indent="-292100" algn="l" rtl="0">
              <a:lnSpc>
                <a:spcPct val="115000"/>
              </a:lnSpc>
              <a:spcBef>
                <a:spcPts val="0"/>
              </a:spcBef>
              <a:spcAft>
                <a:spcPts val="0"/>
              </a:spcAft>
              <a:buClr>
                <a:schemeClr val="dk1"/>
              </a:buClr>
              <a:buSzPts val="1000"/>
              <a:buFont typeface="Roboto"/>
              <a:buChar char="●"/>
            </a:pPr>
            <a:r>
              <a:rPr lang="en" sz="1000">
                <a:latin typeface="Plus Jakarta Sans"/>
                <a:ea typeface="Plus Jakarta Sans"/>
                <a:cs typeface="Plus Jakarta Sans"/>
                <a:sym typeface="Plus Jakarta Sans"/>
              </a:rPr>
              <a:t>We are building generative AI capabilities in Cloudera, using the power of Amazon Bedrock, a fully managed serverless service. Customers can quickly and easily build generative AI applications using these new features available in Cloudera.</a:t>
            </a:r>
            <a:endParaRPr sz="1000">
              <a:latin typeface="Plus Jakarta Sans"/>
              <a:ea typeface="Plus Jakarta Sans"/>
              <a:cs typeface="Plus Jakarta Sans"/>
              <a:sym typeface="Plus Jakarta Sans"/>
            </a:endParaRPr>
          </a:p>
          <a:p>
            <a:pPr marL="0" lvl="0" indent="0" algn="l" rtl="0">
              <a:lnSpc>
                <a:spcPct val="115000"/>
              </a:lnSpc>
              <a:spcBef>
                <a:spcPts val="0"/>
              </a:spcBef>
              <a:spcAft>
                <a:spcPts val="0"/>
              </a:spcAft>
              <a:buClr>
                <a:schemeClr val="dk1"/>
              </a:buClr>
              <a:buSzPts val="1100"/>
              <a:buFont typeface="Arial"/>
              <a:buNone/>
            </a:pPr>
            <a:r>
              <a:rPr lang="en" sz="1000" b="1">
                <a:latin typeface="Plus Jakarta Sans"/>
                <a:ea typeface="Plus Jakarta Sans"/>
                <a:cs typeface="Plus Jakarta Sans"/>
                <a:sym typeface="Plus Jakarta Sans"/>
              </a:rPr>
              <a:t>Pinecone: </a:t>
            </a:r>
            <a:endParaRPr sz="1000" b="1">
              <a:latin typeface="Plus Jakarta Sans"/>
              <a:ea typeface="Plus Jakarta Sans"/>
              <a:cs typeface="Plus Jakarta Sans"/>
              <a:sym typeface="Plus Jakarta Sans"/>
            </a:endParaRPr>
          </a:p>
          <a:p>
            <a:pPr marL="457200" lvl="0" indent="-292100" algn="l" rtl="0">
              <a:lnSpc>
                <a:spcPct val="115000"/>
              </a:lnSpc>
              <a:spcBef>
                <a:spcPts val="0"/>
              </a:spcBef>
              <a:spcAft>
                <a:spcPts val="0"/>
              </a:spcAft>
              <a:buClr>
                <a:schemeClr val="dk1"/>
              </a:buClr>
              <a:buSzPts val="1000"/>
              <a:buFont typeface="Roboto"/>
              <a:buChar char="●"/>
            </a:pPr>
            <a:r>
              <a:rPr lang="en" sz="1000">
                <a:latin typeface="Plus Jakarta Sans"/>
                <a:ea typeface="Plus Jakarta Sans"/>
                <a:cs typeface="Plus Jakarta Sans"/>
                <a:sym typeface="Plus Jakarta Sans"/>
              </a:rPr>
              <a:t>Having a strategic partnership that integrates Pinecone’s AI vectorbase expertise into Cloudera’s open data platform aims at transforming the way organizations harness the power of AI to streamline operations and improve customer experiences. </a:t>
            </a:r>
            <a:endParaRPr sz="1000">
              <a:latin typeface="Plus Jakarta Sans"/>
              <a:ea typeface="Plus Jakarta Sans"/>
              <a:cs typeface="Plus Jakarta Sans"/>
              <a:sym typeface="Plus Jakarta Sans"/>
            </a:endParaRPr>
          </a:p>
          <a:p>
            <a:pPr marL="457200" lvl="0" indent="-292100" algn="l" rtl="0">
              <a:lnSpc>
                <a:spcPct val="115000"/>
              </a:lnSpc>
              <a:spcBef>
                <a:spcPts val="0"/>
              </a:spcBef>
              <a:spcAft>
                <a:spcPts val="0"/>
              </a:spcAft>
              <a:buClr>
                <a:schemeClr val="dk1"/>
              </a:buClr>
              <a:buSzPts val="1000"/>
              <a:buFont typeface="Roboto"/>
              <a:buChar char="●"/>
            </a:pPr>
            <a:r>
              <a:rPr lang="en" sz="1000">
                <a:latin typeface="Plus Jakarta Sans"/>
                <a:ea typeface="Plus Jakarta Sans"/>
                <a:cs typeface="Plus Jakarta Sans"/>
                <a:sym typeface="Plus Jakarta Sans"/>
              </a:rPr>
              <a:t>The Cloud based semantic search capabilities will cut down on erroneous outputs (Hallucinations) - helping to guarantee that search and generative AI deliver accurate responses.  </a:t>
            </a:r>
            <a:endParaRPr sz="1000">
              <a:latin typeface="Plus Jakarta Sans"/>
              <a:ea typeface="Plus Jakarta Sans"/>
              <a:cs typeface="Plus Jakarta Sans"/>
              <a:sym typeface="Plus Jakarta Sans"/>
            </a:endParaRPr>
          </a:p>
          <a:p>
            <a:pPr marL="457200" lvl="0" indent="0" algn="l" rtl="0">
              <a:lnSpc>
                <a:spcPct val="115000"/>
              </a:lnSpc>
              <a:spcBef>
                <a:spcPts val="0"/>
              </a:spcBef>
              <a:spcAft>
                <a:spcPts val="0"/>
              </a:spcAft>
              <a:buClr>
                <a:schemeClr val="dk1"/>
              </a:buClr>
              <a:buSzPts val="1100"/>
              <a:buFont typeface="Arial"/>
              <a:buNone/>
            </a:pPr>
            <a:endParaRPr sz="1000">
              <a:latin typeface="Plus Jakarta Sans"/>
              <a:ea typeface="Plus Jakarta Sans"/>
              <a:cs typeface="Plus Jakarta Sans"/>
              <a:sym typeface="Plus Jakarta Sans"/>
            </a:endParaRPr>
          </a:p>
          <a:p>
            <a:pPr marL="0" lvl="0" indent="0" algn="l" rtl="0">
              <a:spcBef>
                <a:spcPts val="0"/>
              </a:spcBef>
              <a:spcAft>
                <a:spcPts val="0"/>
              </a:spcAft>
              <a:buClr>
                <a:schemeClr val="dk1"/>
              </a:buClr>
              <a:buSzPts val="1100"/>
              <a:buFont typeface="Arial"/>
              <a:buNone/>
            </a:pPr>
            <a:r>
              <a:rPr lang="en" sz="1000" b="1">
                <a:latin typeface="Plus Jakarta Sans"/>
                <a:ea typeface="Plus Jakarta Sans"/>
                <a:cs typeface="Plus Jakarta Sans"/>
                <a:sym typeface="Plus Jakarta Sans"/>
              </a:rPr>
              <a:t>Hugging Face</a:t>
            </a:r>
            <a:endParaRPr sz="1000" b="1">
              <a:latin typeface="Plus Jakarta Sans"/>
              <a:ea typeface="Plus Jakarta Sans"/>
              <a:cs typeface="Plus Jakarta Sans"/>
              <a:sym typeface="Plus Jakarta Sans"/>
            </a:endParaRPr>
          </a:p>
          <a:p>
            <a:pPr marL="0" lvl="0" indent="0" algn="l" rtl="0">
              <a:lnSpc>
                <a:spcPct val="115000"/>
              </a:lnSpc>
              <a:spcBef>
                <a:spcPts val="0"/>
              </a:spcBef>
              <a:spcAft>
                <a:spcPts val="0"/>
              </a:spcAft>
              <a:buClr>
                <a:schemeClr val="dk1"/>
              </a:buClr>
              <a:buSzPts val="1100"/>
              <a:buFont typeface="Arial"/>
              <a:buNone/>
            </a:pPr>
            <a:r>
              <a:rPr lang="en" sz="1100">
                <a:latin typeface="Calibri"/>
                <a:ea typeface="Calibri"/>
                <a:cs typeface="Calibri"/>
                <a:sym typeface="Calibri"/>
              </a:rPr>
              <a:t>Cloudera is integrating Hugging Faces’ market-leading range of LLMs, generative AI, and traditional pre-trained machine learning models and datasets into Cloudera Data Platform so customers can significantly reduce time-to-value in deploying AI applications. </a:t>
            </a:r>
            <a:endParaRPr sz="1100">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endParaRPr sz="1100" b="1">
              <a:latin typeface="Calibri"/>
              <a:ea typeface="Calibri"/>
              <a:cs typeface="Calibri"/>
              <a:sym typeface="Calibri"/>
            </a:endParaRPr>
          </a:p>
          <a:p>
            <a:pPr marL="0" lvl="0" indent="0" algn="l" rtl="0">
              <a:lnSpc>
                <a:spcPct val="115000"/>
              </a:lnSpc>
              <a:spcBef>
                <a:spcPts val="0"/>
              </a:spcBef>
              <a:spcAft>
                <a:spcPts val="0"/>
              </a:spcAft>
              <a:buClr>
                <a:schemeClr val="dk1"/>
              </a:buClr>
              <a:buSzPts val="1100"/>
              <a:buFont typeface="Arial"/>
              <a:buNone/>
            </a:pPr>
            <a:r>
              <a:rPr lang="en" sz="1100" b="1">
                <a:latin typeface="Calibri"/>
                <a:ea typeface="Calibri"/>
                <a:cs typeface="Calibri"/>
                <a:sym typeface="Calibri"/>
              </a:rPr>
              <a:t>Community:</a:t>
            </a:r>
            <a:endParaRPr sz="1100" b="1">
              <a:latin typeface="Calibri"/>
              <a:ea typeface="Calibri"/>
              <a:cs typeface="Calibri"/>
              <a:sym typeface="Calibri"/>
            </a:endParaRPr>
          </a:p>
          <a:p>
            <a:pPr marL="0" lvl="0" indent="0" algn="l" rtl="0">
              <a:lnSpc>
                <a:spcPct val="115000"/>
              </a:lnSpc>
              <a:spcBef>
                <a:spcPts val="0"/>
              </a:spcBef>
              <a:spcAft>
                <a:spcPts val="0"/>
              </a:spcAft>
              <a:buNone/>
            </a:pPr>
            <a:r>
              <a:rPr lang="en" sz="1000">
                <a:solidFill>
                  <a:srgbClr val="3C3C3C"/>
                </a:solidFill>
                <a:latin typeface="Plus Jakarta Sans"/>
                <a:ea typeface="Plus Jakarta Sans"/>
                <a:cs typeface="Plus Jakarta Sans"/>
                <a:sym typeface="Plus Jakarta Sans"/>
              </a:rPr>
              <a:t>AMPs are fully built out ML prototypes that can be deployed with a single click directly from Cloudera Machine Learning . AMPs enable data scientists to go from an idea to a fully working ML use case in a fraction of the time.In line with our ongoing commitment to supporting ML practitioners, Cloudera is thrilled to announce the release of four new Accelerators! </a:t>
            </a:r>
            <a:endParaRPr>
              <a:latin typeface="Plus Jakarta Sans"/>
              <a:ea typeface="Plus Jakarta Sans"/>
              <a:cs typeface="Plus Jakarta Sans"/>
              <a:sym typeface="Plus Jakarta Sans"/>
            </a:endParaRPr>
          </a:p>
        </p:txBody>
      </p:sp>
      <p:sp>
        <p:nvSpPr>
          <p:cNvPr id="1356" name="Google Shape;1356;g3628dd8a35c_0_37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9"/>
        <p:cNvGrpSpPr/>
        <p:nvPr/>
      </p:nvGrpSpPr>
      <p:grpSpPr>
        <a:xfrm>
          <a:off x="0" y="0"/>
          <a:ext cx="0" cy="0"/>
          <a:chOff x="0" y="0"/>
          <a:chExt cx="0" cy="0"/>
        </a:xfrm>
      </p:grpSpPr>
      <p:sp>
        <p:nvSpPr>
          <p:cNvPr id="1380" name="Google Shape;1380;g3628dd8a35c_0_37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81" name="Google Shape;1381;g3628dd8a35c_0_3747: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Plus Jakarta Sans"/>
              <a:ea typeface="Plus Jakarta Sans"/>
              <a:cs typeface="Plus Jakarta Sans"/>
              <a:sym typeface="Plus Jakarta Sans"/>
            </a:endParaRPr>
          </a:p>
        </p:txBody>
      </p:sp>
      <p:sp>
        <p:nvSpPr>
          <p:cNvPr id="1382" name="Google Shape;1382;g3628dd8a35c_0_3747:notes"/>
          <p:cNvSpPr txBox="1">
            <a:spLocks noGrp="1"/>
          </p:cNvSpPr>
          <p:nvPr>
            <p:ph type="sldNum" idx="12"/>
          </p:nvPr>
        </p:nvSpPr>
        <p:spPr>
          <a:xfrm>
            <a:off x="3884613" y="8685213"/>
            <a:ext cx="2971800" cy="45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16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9"/>
        <p:cNvGrpSpPr/>
        <p:nvPr/>
      </p:nvGrpSpPr>
      <p:grpSpPr>
        <a:xfrm>
          <a:off x="0" y="0"/>
          <a:ext cx="0" cy="0"/>
          <a:chOff x="0" y="0"/>
          <a:chExt cx="0" cy="0"/>
        </a:xfrm>
      </p:grpSpPr>
      <p:sp>
        <p:nvSpPr>
          <p:cNvPr id="1390" name="Google Shape;1390;g3628dd8a35c_0_33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latin typeface="Plus Jakarta Sans"/>
              <a:ea typeface="Plus Jakarta Sans"/>
              <a:cs typeface="Plus Jakarta Sans"/>
              <a:sym typeface="Plus Jakarta Sans"/>
            </a:endParaRPr>
          </a:p>
        </p:txBody>
      </p:sp>
      <p:sp>
        <p:nvSpPr>
          <p:cNvPr id="1391" name="Google Shape;1391;g3628dd8a35c_0_33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5"/>
        <p:cNvGrpSpPr/>
        <p:nvPr/>
      </p:nvGrpSpPr>
      <p:grpSpPr>
        <a:xfrm>
          <a:off x="0" y="0"/>
          <a:ext cx="0" cy="0"/>
          <a:chOff x="0" y="0"/>
          <a:chExt cx="0" cy="0"/>
        </a:xfrm>
      </p:grpSpPr>
      <p:sp>
        <p:nvSpPr>
          <p:cNvPr id="1406" name="Google Shape;1406;g385fb997a43_0_5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7" name="Google Shape;1407;g385fb997a43_0_5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Font typeface="Arial"/>
              <a:buNone/>
            </a:pPr>
            <a:r>
              <a:rPr lang="en">
                <a:solidFill>
                  <a:srgbClr val="0D0D0D"/>
                </a:solidFill>
                <a:latin typeface="Plus Jakarta Sans"/>
                <a:ea typeface="Plus Jakarta Sans"/>
                <a:cs typeface="Plus Jakarta Sans"/>
                <a:sym typeface="Plus Jakarta Sans"/>
              </a:rPr>
              <a:t>NVIDIA NIM provides the best of both worlds. A simple way to deploy AI models that can be developed using a standard API path. </a:t>
            </a:r>
            <a:endParaRPr>
              <a:solidFill>
                <a:schemeClr val="dk1"/>
              </a:solidFill>
              <a:latin typeface="Plus Jakarta Sans"/>
              <a:ea typeface="Plus Jakarta Sans"/>
              <a:cs typeface="Plus Jakarta Sans"/>
              <a:sym typeface="Plus Jakarta Sans"/>
            </a:endParaRPr>
          </a:p>
          <a:p>
            <a:pPr marL="0" lvl="0" indent="0" algn="l" rtl="0">
              <a:spcBef>
                <a:spcPts val="0"/>
              </a:spcBef>
              <a:spcAft>
                <a:spcPts val="0"/>
              </a:spcAft>
              <a:buClr>
                <a:schemeClr val="dk1"/>
              </a:buClr>
              <a:buFont typeface="Arial"/>
              <a:buNone/>
            </a:pPr>
            <a:endParaRPr>
              <a:solidFill>
                <a:srgbClr val="0D0D0D"/>
              </a:solidFill>
              <a:latin typeface="Plus Jakarta Sans"/>
              <a:ea typeface="Plus Jakarta Sans"/>
              <a:cs typeface="Plus Jakarta Sans"/>
              <a:sym typeface="Plus Jakarta Sans"/>
            </a:endParaRPr>
          </a:p>
          <a:p>
            <a:pPr marL="0" lvl="0" indent="0" algn="l" rtl="0">
              <a:spcBef>
                <a:spcPts val="0"/>
              </a:spcBef>
              <a:spcAft>
                <a:spcPts val="0"/>
              </a:spcAft>
              <a:buClr>
                <a:schemeClr val="dk1"/>
              </a:buClr>
              <a:buFont typeface="Arial"/>
              <a:buNone/>
            </a:pPr>
            <a:endParaRPr>
              <a:solidFill>
                <a:srgbClr val="0D0D0D"/>
              </a:solidFill>
              <a:latin typeface="Plus Jakarta Sans"/>
              <a:ea typeface="Plus Jakarta Sans"/>
              <a:cs typeface="Plus Jakarta Sans"/>
              <a:sym typeface="Plus Jakarta Sans"/>
            </a:endParaRPr>
          </a:p>
          <a:p>
            <a:pPr marL="0" lvl="0" indent="0" algn="l" rtl="0">
              <a:spcBef>
                <a:spcPts val="0"/>
              </a:spcBef>
              <a:spcAft>
                <a:spcPts val="0"/>
              </a:spcAft>
              <a:buClr>
                <a:schemeClr val="dk1"/>
              </a:buClr>
              <a:buFont typeface="Arial"/>
              <a:buNone/>
            </a:pPr>
            <a:r>
              <a:rPr lang="en">
                <a:solidFill>
                  <a:srgbClr val="0D0D0D"/>
                </a:solidFill>
                <a:latin typeface="Plus Jakarta Sans"/>
                <a:ea typeface="Plus Jakarta Sans"/>
                <a:cs typeface="Plus Jakarta Sans"/>
                <a:sym typeface="Plus Jakarta Sans"/>
              </a:rPr>
              <a:t>Moving upwards, we've adopted industry-standard APIs in conjunction with NVIDIA Cloud standards to facilitate seamless integration and interoperability across systems.</a:t>
            </a:r>
            <a:endParaRPr>
              <a:solidFill>
                <a:schemeClr val="dk1"/>
              </a:solidFill>
              <a:latin typeface="Plus Jakarta Sans"/>
              <a:ea typeface="Plus Jakarta Sans"/>
              <a:cs typeface="Plus Jakarta Sans"/>
              <a:sym typeface="Plus Jakarta Sans"/>
            </a:endParaRPr>
          </a:p>
          <a:p>
            <a:pPr marL="0" lvl="0" indent="0" algn="l" rtl="0">
              <a:spcBef>
                <a:spcPts val="0"/>
              </a:spcBef>
              <a:spcAft>
                <a:spcPts val="0"/>
              </a:spcAft>
              <a:buClr>
                <a:schemeClr val="dk1"/>
              </a:buClr>
              <a:buFont typeface="Arial"/>
              <a:buNone/>
            </a:pPr>
            <a:endParaRPr>
              <a:solidFill>
                <a:srgbClr val="0D0D0D"/>
              </a:solidFill>
              <a:latin typeface="Plus Jakarta Sans"/>
              <a:ea typeface="Plus Jakarta Sans"/>
              <a:cs typeface="Plus Jakarta Sans"/>
              <a:sym typeface="Plus Jakarta Sans"/>
            </a:endParaRPr>
          </a:p>
          <a:p>
            <a:pPr marL="0" lvl="0" indent="0" algn="l" rtl="0">
              <a:spcBef>
                <a:spcPts val="0"/>
              </a:spcBef>
              <a:spcAft>
                <a:spcPts val="0"/>
              </a:spcAft>
              <a:buClr>
                <a:schemeClr val="dk1"/>
              </a:buClr>
              <a:buFont typeface="Arial"/>
              <a:buNone/>
            </a:pPr>
            <a:r>
              <a:rPr lang="en">
                <a:solidFill>
                  <a:srgbClr val="0D0D0D"/>
                </a:solidFill>
                <a:latin typeface="Plus Jakarta Sans"/>
                <a:ea typeface="Plus Jakarta Sans"/>
                <a:cs typeface="Plus Jakarta Sans"/>
                <a:sym typeface="Plus Jakarta Sans"/>
              </a:rPr>
              <a:t>For those working in specialized fields, we provide domain-specific code for a variety of NIM domain categories, including Large Language Models (LLMs), Vision Language Models (VLMS), video processing, healthcare, and more. This ensures that you have the tools necessary for your specific use case.</a:t>
            </a:r>
            <a:endParaRPr>
              <a:solidFill>
                <a:schemeClr val="dk1"/>
              </a:solidFill>
              <a:latin typeface="Plus Jakarta Sans"/>
              <a:ea typeface="Plus Jakarta Sans"/>
              <a:cs typeface="Plus Jakarta Sans"/>
              <a:sym typeface="Plus Jakarta Sans"/>
            </a:endParaRPr>
          </a:p>
          <a:p>
            <a:pPr marL="0" lvl="0" indent="0" algn="l" rtl="0">
              <a:spcBef>
                <a:spcPts val="0"/>
              </a:spcBef>
              <a:spcAft>
                <a:spcPts val="0"/>
              </a:spcAft>
              <a:buClr>
                <a:schemeClr val="dk1"/>
              </a:buClr>
              <a:buFont typeface="Arial"/>
              <a:buNone/>
            </a:pPr>
            <a:endParaRPr>
              <a:solidFill>
                <a:srgbClr val="0D0D0D"/>
              </a:solidFill>
              <a:latin typeface="Plus Jakarta Sans"/>
              <a:ea typeface="Plus Jakarta Sans"/>
              <a:cs typeface="Plus Jakarta Sans"/>
              <a:sym typeface="Plus Jakarta Sans"/>
            </a:endParaRPr>
          </a:p>
          <a:p>
            <a:pPr marL="0" lvl="0" indent="0" algn="l" rtl="0">
              <a:spcBef>
                <a:spcPts val="0"/>
              </a:spcBef>
              <a:spcAft>
                <a:spcPts val="0"/>
              </a:spcAft>
              <a:buClr>
                <a:schemeClr val="dk1"/>
              </a:buClr>
              <a:buFont typeface="Arial"/>
              <a:buNone/>
            </a:pPr>
            <a:r>
              <a:rPr lang="en">
                <a:solidFill>
                  <a:srgbClr val="0D0D0D"/>
                </a:solidFill>
                <a:latin typeface="Plus Jakarta Sans"/>
                <a:ea typeface="Plus Jakarta Sans"/>
                <a:cs typeface="Plus Jakarta Sans"/>
                <a:sym typeface="Plus Jakarta Sans"/>
              </a:rPr>
              <a:t>Our inference engines are optimized for each model and hardware SKU, delivering unparalleled performance no matter the application.</a:t>
            </a:r>
            <a:endParaRPr>
              <a:solidFill>
                <a:schemeClr val="dk1"/>
              </a:solidFill>
              <a:latin typeface="Plus Jakarta Sans"/>
              <a:ea typeface="Plus Jakarta Sans"/>
              <a:cs typeface="Plus Jakarta Sans"/>
              <a:sym typeface="Plus Jakarta Sans"/>
            </a:endParaRPr>
          </a:p>
          <a:p>
            <a:pPr marL="0" lvl="0" indent="0" algn="l" rtl="0">
              <a:spcBef>
                <a:spcPts val="0"/>
              </a:spcBef>
              <a:spcAft>
                <a:spcPts val="0"/>
              </a:spcAft>
              <a:buClr>
                <a:schemeClr val="dk1"/>
              </a:buClr>
              <a:buFont typeface="Arial"/>
              <a:buNone/>
            </a:pPr>
            <a:r>
              <a:rPr lang="en">
                <a:solidFill>
                  <a:srgbClr val="0D0D0D"/>
                </a:solidFill>
                <a:latin typeface="Plus Jakarta Sans"/>
                <a:ea typeface="Plus Jakarta Sans"/>
                <a:cs typeface="Plus Jakarta Sans"/>
                <a:sym typeface="Plus Jakarta Sans"/>
              </a:rPr>
              <a:t>We also recognize the importance of customization. That’s why we offer support for custom models built by users for targeted use cases, ensuring that you can adapt our technology to your unique requirements.</a:t>
            </a:r>
            <a:endParaRPr>
              <a:solidFill>
                <a:schemeClr val="dk1"/>
              </a:solidFill>
              <a:latin typeface="Plus Jakarta Sans"/>
              <a:ea typeface="Plus Jakarta Sans"/>
              <a:cs typeface="Plus Jakarta Sans"/>
              <a:sym typeface="Plus Jakarta Sans"/>
            </a:endParaRPr>
          </a:p>
          <a:p>
            <a:pPr marL="0" lvl="0" indent="0" algn="l" rtl="0">
              <a:spcBef>
                <a:spcPts val="0"/>
              </a:spcBef>
              <a:spcAft>
                <a:spcPts val="0"/>
              </a:spcAft>
              <a:buClr>
                <a:schemeClr val="dk1"/>
              </a:buClr>
              <a:buFont typeface="Arial"/>
              <a:buNone/>
            </a:pPr>
            <a:endParaRPr>
              <a:solidFill>
                <a:srgbClr val="0D0D0D"/>
              </a:solidFill>
              <a:latin typeface="Plus Jakarta Sans"/>
              <a:ea typeface="Plus Jakarta Sans"/>
              <a:cs typeface="Plus Jakarta Sans"/>
              <a:sym typeface="Plus Jakarta Sans"/>
            </a:endParaRPr>
          </a:p>
          <a:p>
            <a:pPr marL="0" lvl="0" indent="0" algn="l" rtl="0">
              <a:spcBef>
                <a:spcPts val="0"/>
              </a:spcBef>
              <a:spcAft>
                <a:spcPts val="0"/>
              </a:spcAft>
              <a:buClr>
                <a:schemeClr val="dk1"/>
              </a:buClr>
              <a:buFont typeface="Arial"/>
              <a:buNone/>
            </a:pPr>
            <a:r>
              <a:rPr lang="en">
                <a:solidFill>
                  <a:srgbClr val="0D0D0D"/>
                </a:solidFill>
                <a:latin typeface="Plus Jakarta Sans"/>
                <a:ea typeface="Plus Jakarta Sans"/>
                <a:cs typeface="Plus Jakarta Sans"/>
                <a:sym typeface="Plus Jakarta Sans"/>
              </a:rPr>
              <a:t>All of this is built on an NVIDIA AI Enterprise base container, guaranteeing a reliable and secure foundation for your AI applications.</a:t>
            </a:r>
            <a:endParaRPr>
              <a:solidFill>
                <a:schemeClr val="dk1"/>
              </a:solidFill>
              <a:latin typeface="Plus Jakarta Sans"/>
              <a:ea typeface="Plus Jakarta Sans"/>
              <a:cs typeface="Plus Jakarta Sans"/>
              <a:sym typeface="Plus Jakarta Sans"/>
            </a:endParaRPr>
          </a:p>
          <a:p>
            <a:pPr marL="0" lvl="0" indent="0" algn="l" rtl="0">
              <a:spcBef>
                <a:spcPts val="0"/>
              </a:spcBef>
              <a:spcAft>
                <a:spcPts val="0"/>
              </a:spcAft>
              <a:buClr>
                <a:schemeClr val="dk1"/>
              </a:buClr>
              <a:buFont typeface="Arial"/>
              <a:buNone/>
            </a:pPr>
            <a:endParaRPr>
              <a:solidFill>
                <a:srgbClr val="0D0D0D"/>
              </a:solidFill>
              <a:latin typeface="Plus Jakarta Sans"/>
              <a:ea typeface="Plus Jakarta Sans"/>
              <a:cs typeface="Plus Jakarta Sans"/>
              <a:sym typeface="Plus Jakarta Sans"/>
            </a:endParaRPr>
          </a:p>
          <a:p>
            <a:pPr marL="0" lvl="0" indent="0" algn="l" rtl="0">
              <a:spcBef>
                <a:spcPts val="0"/>
              </a:spcBef>
              <a:spcAft>
                <a:spcPts val="0"/>
              </a:spcAft>
              <a:buClr>
                <a:schemeClr val="dk1"/>
              </a:buClr>
              <a:buFont typeface="Arial"/>
              <a:buNone/>
            </a:pPr>
            <a:r>
              <a:rPr lang="en">
                <a:solidFill>
                  <a:srgbClr val="0D0D0D"/>
                </a:solidFill>
                <a:latin typeface="Plus Jakarta Sans"/>
                <a:ea typeface="Plus Jakarta Sans"/>
                <a:cs typeface="Plus Jakarta Sans"/>
                <a:sym typeface="Plus Jakarta Sans"/>
              </a:rPr>
              <a:t>By combining all of these powerful tools into the NVIDIA NIM container, there are immense benefits to enterprises who want the fastest path to deploy AI models on accelerated infrastructure. NIM offers the flexibility to deploy your applications anywhere while maintaining control of your generative AI applications and data.</a:t>
            </a:r>
            <a:endParaRPr>
              <a:solidFill>
                <a:schemeClr val="dk1"/>
              </a:solidFill>
              <a:latin typeface="Plus Jakarta Sans"/>
              <a:ea typeface="Plus Jakarta Sans"/>
              <a:cs typeface="Plus Jakarta Sans"/>
              <a:sym typeface="Plus Jakarta Sans"/>
            </a:endParaRPr>
          </a:p>
          <a:p>
            <a:pPr marL="0" lvl="0" indent="0" algn="l" rtl="0">
              <a:spcBef>
                <a:spcPts val="0"/>
              </a:spcBef>
              <a:spcAft>
                <a:spcPts val="0"/>
              </a:spcAft>
              <a:buClr>
                <a:schemeClr val="dk1"/>
              </a:buClr>
              <a:buFont typeface="Arial"/>
              <a:buNone/>
            </a:pPr>
            <a:endParaRPr>
              <a:solidFill>
                <a:srgbClr val="0D0D0D"/>
              </a:solidFill>
              <a:latin typeface="Plus Jakarta Sans"/>
              <a:ea typeface="Plus Jakarta Sans"/>
              <a:cs typeface="Plus Jakarta Sans"/>
              <a:sym typeface="Plus Jakarta Sans"/>
            </a:endParaRPr>
          </a:p>
          <a:p>
            <a:pPr marL="0" lvl="0" indent="0" algn="l" rtl="0">
              <a:spcBef>
                <a:spcPts val="0"/>
              </a:spcBef>
              <a:spcAft>
                <a:spcPts val="0"/>
              </a:spcAft>
              <a:buClr>
                <a:schemeClr val="dk1"/>
              </a:buClr>
              <a:buFont typeface="Arial"/>
              <a:buNone/>
            </a:pPr>
            <a:r>
              <a:rPr lang="en">
                <a:solidFill>
                  <a:srgbClr val="0D0D0D"/>
                </a:solidFill>
                <a:latin typeface="Plus Jakarta Sans"/>
                <a:ea typeface="Plus Jakarta Sans"/>
                <a:cs typeface="Plus Jakarta Sans"/>
                <a:sym typeface="Plus Jakarta Sans"/>
              </a:rPr>
              <a:t>We've simplified the development of AI applications to allow for smooth operation in enterprise environments, which means quicker integration and deployment for your teams, and accessibility to more of your Developers – you no longer have to be a data scientist or ML/AI engineer to integrate generative AI in applications.</a:t>
            </a:r>
            <a:endParaRPr>
              <a:solidFill>
                <a:srgbClr val="0D0D0D"/>
              </a:solidFill>
              <a:latin typeface="Plus Jakarta Sans"/>
              <a:ea typeface="Plus Jakarta Sans"/>
              <a:cs typeface="Plus Jakarta Sans"/>
              <a:sym typeface="Plus Jakarta Sans"/>
            </a:endParaRPr>
          </a:p>
          <a:p>
            <a:pPr marL="0" lvl="0" indent="0" algn="l" rtl="0">
              <a:spcBef>
                <a:spcPts val="0"/>
              </a:spcBef>
              <a:spcAft>
                <a:spcPts val="0"/>
              </a:spcAft>
              <a:buClr>
                <a:schemeClr val="dk1"/>
              </a:buClr>
              <a:buFont typeface="Arial"/>
              <a:buNone/>
            </a:pPr>
            <a:endParaRPr>
              <a:solidFill>
                <a:srgbClr val="0D0D0D"/>
              </a:solidFill>
              <a:latin typeface="Plus Jakarta Sans"/>
              <a:ea typeface="Plus Jakarta Sans"/>
              <a:cs typeface="Plus Jakarta Sans"/>
              <a:sym typeface="Plus Jakarta Sans"/>
            </a:endParaRPr>
          </a:p>
          <a:p>
            <a:pPr marL="0" lvl="0" indent="0" algn="l" rtl="0">
              <a:spcBef>
                <a:spcPts val="0"/>
              </a:spcBef>
              <a:spcAft>
                <a:spcPts val="0"/>
              </a:spcAft>
              <a:buClr>
                <a:schemeClr val="dk1"/>
              </a:buClr>
              <a:buFont typeface="Arial"/>
              <a:buNone/>
            </a:pPr>
            <a:r>
              <a:rPr lang="en">
                <a:solidFill>
                  <a:srgbClr val="0D0D0D"/>
                </a:solidFill>
                <a:latin typeface="Plus Jakarta Sans"/>
                <a:ea typeface="Plus Jakarta Sans"/>
                <a:cs typeface="Plus Jakarta Sans"/>
                <a:sym typeface="Plus Jakarta Sans"/>
              </a:rPr>
              <a:t>We are proud to offer Day 0 support for all generative AI models, providing a wide range of choices across the ecosystem, and ensuring that you can leverage the latest advancements in AI from the get-go.</a:t>
            </a:r>
            <a:endParaRPr>
              <a:solidFill>
                <a:schemeClr val="dk1"/>
              </a:solidFill>
              <a:latin typeface="Plus Jakarta Sans"/>
              <a:ea typeface="Plus Jakarta Sans"/>
              <a:cs typeface="Plus Jakarta Sans"/>
              <a:sym typeface="Plus Jakarta Sans"/>
            </a:endParaRPr>
          </a:p>
          <a:p>
            <a:pPr marL="0" lvl="0" indent="0" algn="l" rtl="0">
              <a:spcBef>
                <a:spcPts val="0"/>
              </a:spcBef>
              <a:spcAft>
                <a:spcPts val="0"/>
              </a:spcAft>
              <a:buClr>
                <a:schemeClr val="dk1"/>
              </a:buClr>
              <a:buFont typeface="Arial"/>
              <a:buNone/>
            </a:pPr>
            <a:endParaRPr>
              <a:solidFill>
                <a:srgbClr val="0D0D0D"/>
              </a:solidFill>
              <a:latin typeface="Plus Jakarta Sans"/>
              <a:ea typeface="Plus Jakarta Sans"/>
              <a:cs typeface="Plus Jakarta Sans"/>
              <a:sym typeface="Plus Jakarta Sans"/>
            </a:endParaRPr>
          </a:p>
          <a:p>
            <a:pPr marL="0" lvl="0" indent="0" algn="l" rtl="0">
              <a:spcBef>
                <a:spcPts val="0"/>
              </a:spcBef>
              <a:spcAft>
                <a:spcPts val="0"/>
              </a:spcAft>
              <a:buClr>
                <a:schemeClr val="dk1"/>
              </a:buClr>
              <a:buFont typeface="Arial"/>
              <a:buNone/>
            </a:pPr>
            <a:r>
              <a:rPr lang="en">
                <a:solidFill>
                  <a:srgbClr val="0D0D0D"/>
                </a:solidFill>
                <a:latin typeface="Plus Jakarta Sans"/>
                <a:ea typeface="Plus Jakarta Sans"/>
                <a:cs typeface="Plus Jakarta Sans"/>
                <a:sym typeface="Plus Jakarta Sans"/>
              </a:rPr>
              <a:t>Cost efficiency is key, and we've worked hard to improve Total Cost of Ownership (TCO) with the best latency and throughput, running on accelerated infrastructure.</a:t>
            </a:r>
            <a:endParaRPr>
              <a:solidFill>
                <a:schemeClr val="dk1"/>
              </a:solidFill>
              <a:latin typeface="Plus Jakarta Sans"/>
              <a:ea typeface="Plus Jakarta Sans"/>
              <a:cs typeface="Plus Jakarta Sans"/>
              <a:sym typeface="Plus Jakarta Sans"/>
            </a:endParaRPr>
          </a:p>
          <a:p>
            <a:pPr marL="0" lvl="0" indent="0" algn="l" rtl="0">
              <a:spcBef>
                <a:spcPts val="0"/>
              </a:spcBef>
              <a:spcAft>
                <a:spcPts val="0"/>
              </a:spcAft>
              <a:buClr>
                <a:schemeClr val="dk1"/>
              </a:buClr>
              <a:buFont typeface="Arial"/>
              <a:buNone/>
            </a:pPr>
            <a:r>
              <a:rPr lang="en">
                <a:solidFill>
                  <a:srgbClr val="0D0D0D"/>
                </a:solidFill>
                <a:latin typeface="Plus Jakarta Sans"/>
                <a:ea typeface="Plus Jakarta Sans"/>
                <a:cs typeface="Plus Jakarta Sans"/>
                <a:sym typeface="Plus Jakarta Sans"/>
              </a:rPr>
              <a:t>Accuracy is paramount, especially in enterprise settings. Our platform enables best accuracy by allowing tuning with proprietary data sources, ensuring that your models are as effective and precise as possible.</a:t>
            </a:r>
            <a:endParaRPr>
              <a:solidFill>
                <a:schemeClr val="dk1"/>
              </a:solidFill>
              <a:latin typeface="Plus Jakarta Sans"/>
              <a:ea typeface="Plus Jakarta Sans"/>
              <a:cs typeface="Plus Jakarta Sans"/>
              <a:sym typeface="Plus Jakarta Sans"/>
            </a:endParaRPr>
          </a:p>
          <a:p>
            <a:pPr marL="0" lvl="0" indent="0" algn="l" rtl="0">
              <a:spcBef>
                <a:spcPts val="0"/>
              </a:spcBef>
              <a:spcAft>
                <a:spcPts val="0"/>
              </a:spcAft>
              <a:buClr>
                <a:schemeClr val="dk1"/>
              </a:buClr>
              <a:buFont typeface="Arial"/>
              <a:buNone/>
            </a:pPr>
            <a:endParaRPr>
              <a:solidFill>
                <a:srgbClr val="0D0D0D"/>
              </a:solidFill>
              <a:latin typeface="Plus Jakarta Sans"/>
              <a:ea typeface="Plus Jakarta Sans"/>
              <a:cs typeface="Plus Jakarta Sans"/>
              <a:sym typeface="Plus Jakarta Sans"/>
            </a:endParaRPr>
          </a:p>
          <a:p>
            <a:pPr marL="0" lvl="0" indent="0" algn="l" rtl="0">
              <a:spcBef>
                <a:spcPts val="0"/>
              </a:spcBef>
              <a:spcAft>
                <a:spcPts val="0"/>
              </a:spcAft>
              <a:buClr>
                <a:schemeClr val="dk1"/>
              </a:buClr>
              <a:buFont typeface="Arial"/>
              <a:buNone/>
            </a:pPr>
            <a:r>
              <a:rPr lang="en">
                <a:solidFill>
                  <a:srgbClr val="0D0D0D"/>
                </a:solidFill>
                <a:latin typeface="Plus Jakarta Sans"/>
                <a:ea typeface="Plus Jakarta Sans"/>
                <a:cs typeface="Plus Jakarta Sans"/>
                <a:sym typeface="Plus Jakarta Sans"/>
              </a:rPr>
              <a:t>Lastly, we offer enterprise software with feature branches, validation, and support, ensuring that you have the backing you need to successfully deploy and maintain your AI applications.</a:t>
            </a:r>
            <a:endParaRPr>
              <a:solidFill>
                <a:schemeClr val="dk1"/>
              </a:solidFill>
              <a:latin typeface="Plus Jakarta Sans"/>
              <a:ea typeface="Plus Jakarta Sans"/>
              <a:cs typeface="Plus Jakarta Sans"/>
              <a:sym typeface="Plus Jakarta Sans"/>
            </a:endParaRPr>
          </a:p>
          <a:p>
            <a:pPr marL="0" lvl="0" indent="0" algn="l" rtl="0">
              <a:spcBef>
                <a:spcPts val="0"/>
              </a:spcBef>
              <a:spcAft>
                <a:spcPts val="0"/>
              </a:spcAft>
              <a:buClr>
                <a:schemeClr val="dk1"/>
              </a:buClr>
              <a:buFont typeface="Arial"/>
              <a:buNone/>
            </a:pPr>
            <a:r>
              <a:rPr lang="en">
                <a:solidFill>
                  <a:srgbClr val="0D0D0D"/>
                </a:solidFill>
                <a:latin typeface="Plus Jakarta Sans"/>
                <a:ea typeface="Plus Jakarta Sans"/>
                <a:cs typeface="Plus Jakarta Sans"/>
                <a:sym typeface="Plus Jakarta Sans"/>
              </a:rPr>
              <a:t>Supported by industry giants like Oracle, Dell Technologies, Hewlett Packard Enterprise, Lenovo, and Supermicro, you can trust that our platform is recognized for its capability and reliability.</a:t>
            </a:r>
            <a:endParaRPr>
              <a:solidFill>
                <a:schemeClr val="dk1"/>
              </a:solidFill>
              <a:latin typeface="Plus Jakarta Sans"/>
              <a:ea typeface="Plus Jakarta Sans"/>
              <a:cs typeface="Plus Jakarta Sans"/>
              <a:sym typeface="Plus Jakarta Sans"/>
            </a:endParaRPr>
          </a:p>
          <a:p>
            <a:pPr marL="0" lvl="0" indent="0" algn="l" rtl="0">
              <a:spcBef>
                <a:spcPts val="0"/>
              </a:spcBef>
              <a:spcAft>
                <a:spcPts val="0"/>
              </a:spcAft>
              <a:buClr>
                <a:schemeClr val="dk1"/>
              </a:buClr>
              <a:buFont typeface="Arial"/>
              <a:buNone/>
            </a:pPr>
            <a:endParaRPr>
              <a:solidFill>
                <a:srgbClr val="0D0D0D"/>
              </a:solidFill>
              <a:latin typeface="Plus Jakarta Sans"/>
              <a:ea typeface="Plus Jakarta Sans"/>
              <a:cs typeface="Plus Jakarta Sans"/>
              <a:sym typeface="Plus Jakarta Sans"/>
            </a:endParaRPr>
          </a:p>
          <a:p>
            <a:pPr marL="0" lvl="0" indent="0" algn="l" rtl="0">
              <a:spcBef>
                <a:spcPts val="0"/>
              </a:spcBef>
              <a:spcAft>
                <a:spcPts val="0"/>
              </a:spcAft>
              <a:buClr>
                <a:schemeClr val="dk1"/>
              </a:buClr>
              <a:buFont typeface="Arial"/>
              <a:buNone/>
            </a:pPr>
            <a:r>
              <a:rPr lang="en">
                <a:solidFill>
                  <a:srgbClr val="0D0D0D"/>
                </a:solidFill>
                <a:latin typeface="Plus Jakarta Sans"/>
                <a:ea typeface="Plus Jakarta Sans"/>
                <a:cs typeface="Plus Jakarta Sans"/>
                <a:sym typeface="Plus Jakarta Sans"/>
              </a:rPr>
              <a:t>The NVIDIA NIM platform is your comprehensive solution for deploying generative AI applications at scale, with the speed, flexibility, and efficiency your enterprise needs.</a:t>
            </a:r>
            <a:endParaRPr>
              <a:solidFill>
                <a:schemeClr val="dk1"/>
              </a:solidFill>
              <a:latin typeface="Plus Jakarta Sans"/>
              <a:ea typeface="Plus Jakarta Sans"/>
              <a:cs typeface="Plus Jakarta Sans"/>
              <a:sym typeface="Plus Jakarta Sans"/>
            </a:endParaRPr>
          </a:p>
          <a:p>
            <a:pPr marL="0" lvl="0" indent="0" algn="l" rtl="0">
              <a:spcBef>
                <a:spcPts val="0"/>
              </a:spcBef>
              <a:spcAft>
                <a:spcPts val="0"/>
              </a:spcAft>
              <a:buClr>
                <a:schemeClr val="dk1"/>
              </a:buClr>
              <a:buFont typeface="Arial"/>
              <a:buNone/>
            </a:pPr>
            <a:endParaRPr>
              <a:solidFill>
                <a:schemeClr val="dk1"/>
              </a:solidFill>
              <a:latin typeface="Plus Jakarta Sans"/>
              <a:ea typeface="Plus Jakarta Sans"/>
              <a:cs typeface="Plus Jakarta Sans"/>
              <a:sym typeface="Plus Jakarta Sans"/>
            </a:endParaRPr>
          </a:p>
          <a:p>
            <a:pPr marL="0" lvl="0" indent="0" algn="l" rtl="0">
              <a:spcBef>
                <a:spcPts val="0"/>
              </a:spcBef>
              <a:spcAft>
                <a:spcPts val="0"/>
              </a:spcAft>
              <a:buNone/>
            </a:pPr>
            <a:endParaRPr>
              <a:latin typeface="Plus Jakarta Sans"/>
              <a:ea typeface="Plus Jakarta Sans"/>
              <a:cs typeface="Plus Jakarta Sans"/>
              <a:sym typeface="Plus Jakarta San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8"/>
        <p:cNvGrpSpPr/>
        <p:nvPr/>
      </p:nvGrpSpPr>
      <p:grpSpPr>
        <a:xfrm>
          <a:off x="0" y="0"/>
          <a:ext cx="0" cy="0"/>
          <a:chOff x="0" y="0"/>
          <a:chExt cx="0" cy="0"/>
        </a:xfrm>
      </p:grpSpPr>
      <p:sp>
        <p:nvSpPr>
          <p:cNvPr id="1419" name="Google Shape;1419;g344a8eae8cb_0_12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20" name="Google Shape;1420;g344a8eae8cb_0_123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 b="1">
                <a:latin typeface="Plus Jakarta Sans"/>
                <a:ea typeface="Plus Jakarta Sans"/>
                <a:cs typeface="Plus Jakarta Sans"/>
                <a:sym typeface="Plus Jakarta Sans"/>
              </a:rPr>
              <a:t>Anu :</a:t>
            </a:r>
            <a:r>
              <a:rPr lang="en">
                <a:solidFill>
                  <a:schemeClr val="dk1"/>
                </a:solidFill>
                <a:latin typeface="Roboto"/>
                <a:ea typeface="Roboto"/>
                <a:cs typeface="Roboto"/>
                <a:sym typeface="Roboto"/>
              </a:rPr>
              <a:t>organizations are increasingly seeking </a:t>
            </a:r>
            <a:r>
              <a:rPr lang="en" b="1">
                <a:solidFill>
                  <a:schemeClr val="dk1"/>
                </a:solidFill>
                <a:latin typeface="Roboto"/>
                <a:ea typeface="Roboto"/>
                <a:cs typeface="Roboto"/>
                <a:sym typeface="Roboto"/>
              </a:rPr>
              <a:t>agile, hybrid and scalable </a:t>
            </a:r>
            <a:r>
              <a:rPr lang="en">
                <a:solidFill>
                  <a:schemeClr val="dk1"/>
                </a:solidFill>
                <a:latin typeface="Roboto"/>
                <a:ea typeface="Roboto"/>
                <a:cs typeface="Roboto"/>
                <a:sym typeface="Roboto"/>
              </a:rPr>
              <a:t>solutions to manage, process, and analyze their data. The increase in AI  represents today’s most pivotal data strategy trend</a:t>
            </a:r>
            <a:endParaRPr>
              <a:solidFill>
                <a:schemeClr val="dk1"/>
              </a:solidFill>
              <a:latin typeface="Roboto"/>
              <a:ea typeface="Roboto"/>
              <a:cs typeface="Roboto"/>
              <a:sym typeface="Roboto"/>
            </a:endParaRPr>
          </a:p>
          <a:p>
            <a:pPr marL="0" lvl="0" indent="0" algn="l" rtl="0">
              <a:lnSpc>
                <a:spcPct val="100000"/>
              </a:lnSpc>
              <a:spcBef>
                <a:spcPts val="0"/>
              </a:spcBef>
              <a:spcAft>
                <a:spcPts val="0"/>
              </a:spcAft>
              <a:buSzPts val="1400"/>
              <a:buNone/>
            </a:pPr>
            <a:endParaRPr>
              <a:solidFill>
                <a:schemeClr val="dk1"/>
              </a:solidFill>
              <a:latin typeface="Roboto"/>
              <a:ea typeface="Roboto"/>
              <a:cs typeface="Roboto"/>
              <a:sym typeface="Roboto"/>
            </a:endParaRPr>
          </a:p>
          <a:p>
            <a:pPr marL="0" lvl="0" indent="0" algn="l" rtl="0">
              <a:lnSpc>
                <a:spcPct val="100000"/>
              </a:lnSpc>
              <a:spcBef>
                <a:spcPts val="0"/>
              </a:spcBef>
              <a:spcAft>
                <a:spcPts val="0"/>
              </a:spcAft>
              <a:buSzPts val="1400"/>
              <a:buNone/>
            </a:pPr>
            <a:r>
              <a:rPr lang="en">
                <a:solidFill>
                  <a:schemeClr val="dk1"/>
                </a:solidFill>
                <a:latin typeface="Roboto"/>
                <a:ea typeface="Roboto"/>
                <a:cs typeface="Roboto"/>
                <a:sym typeface="Roboto"/>
              </a:rPr>
              <a:t>Our unique value proposition lies in our comprehensive and </a:t>
            </a:r>
            <a:r>
              <a:rPr lang="en" b="1">
                <a:solidFill>
                  <a:schemeClr val="dk1"/>
                </a:solidFill>
                <a:latin typeface="Roboto"/>
                <a:ea typeface="Roboto"/>
                <a:cs typeface="Roboto"/>
                <a:sym typeface="Roboto"/>
              </a:rPr>
              <a:t>unified platform </a:t>
            </a:r>
            <a:r>
              <a:rPr lang="en">
                <a:solidFill>
                  <a:schemeClr val="dk1"/>
                </a:solidFill>
                <a:latin typeface="Roboto"/>
                <a:ea typeface="Roboto"/>
                <a:cs typeface="Roboto"/>
                <a:sym typeface="Roboto"/>
              </a:rPr>
              <a:t>that combines open-source innovation like open data lakehouse which allows you to keep data in open table formats, data in motion  with enterprise-grade security and governance powered by our shared data experience to accelerate your enterprise AI </a:t>
            </a:r>
            <a:endParaRPr>
              <a:solidFill>
                <a:schemeClr val="dk1"/>
              </a:solidFill>
              <a:latin typeface="Roboto"/>
              <a:ea typeface="Roboto"/>
              <a:cs typeface="Roboto"/>
              <a:sym typeface="Roboto"/>
            </a:endParaRPr>
          </a:p>
          <a:p>
            <a:pPr marL="0" lvl="0" indent="0" algn="l" rtl="0">
              <a:spcBef>
                <a:spcPts val="450"/>
              </a:spcBef>
              <a:spcAft>
                <a:spcPts val="0"/>
              </a:spcAft>
              <a:buClr>
                <a:schemeClr val="dk1"/>
              </a:buClr>
              <a:buSzPts val="1100"/>
              <a:buFont typeface="Arial"/>
              <a:buNone/>
            </a:pPr>
            <a:r>
              <a:rPr lang="en">
                <a:solidFill>
                  <a:schemeClr val="dk1"/>
                </a:solidFill>
                <a:latin typeface="Roboto"/>
                <a:ea typeface="Roboto"/>
                <a:cs typeface="Roboto"/>
                <a:sym typeface="Roboto"/>
              </a:rPr>
              <a:t>We lead the industry in providing a </a:t>
            </a:r>
            <a:r>
              <a:rPr lang="en" b="1">
                <a:solidFill>
                  <a:schemeClr val="dk1"/>
                </a:solidFill>
                <a:latin typeface="Roboto"/>
                <a:ea typeface="Roboto"/>
                <a:cs typeface="Roboto"/>
                <a:sym typeface="Roboto"/>
              </a:rPr>
              <a:t>transformative Hybrid Platform for data, analytics, and AI</a:t>
            </a:r>
            <a:r>
              <a:rPr lang="en">
                <a:solidFill>
                  <a:schemeClr val="dk1"/>
                </a:solidFill>
                <a:latin typeface="Roboto"/>
                <a:ea typeface="Roboto"/>
                <a:cs typeface="Roboto"/>
                <a:sym typeface="Roboto"/>
              </a:rPr>
              <a:t> that empowers organizations to turn their data into a strategic asset anywhere with complete control</a:t>
            </a:r>
            <a:endParaRPr sz="1300">
              <a:solidFill>
                <a:schemeClr val="dk1"/>
              </a:solidFill>
              <a:latin typeface="Roboto"/>
              <a:ea typeface="Roboto"/>
              <a:cs typeface="Roboto"/>
              <a:sym typeface="Roboto"/>
            </a:endParaRPr>
          </a:p>
          <a:p>
            <a:pPr marL="0" lvl="0" indent="0" algn="l" rtl="0">
              <a:lnSpc>
                <a:spcPct val="100000"/>
              </a:lnSpc>
              <a:spcBef>
                <a:spcPts val="0"/>
              </a:spcBef>
              <a:spcAft>
                <a:spcPts val="0"/>
              </a:spcAft>
              <a:buSzPts val="1400"/>
              <a:buNone/>
            </a:pPr>
            <a:endParaRPr sz="600">
              <a:solidFill>
                <a:schemeClr val="dk1"/>
              </a:solidFill>
            </a:endParaRPr>
          </a:p>
        </p:txBody>
      </p:sp>
      <p:sp>
        <p:nvSpPr>
          <p:cNvPr id="1421" name="Google Shape;1421;g344a8eae8cb_0_123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6"/>
        <p:cNvGrpSpPr/>
        <p:nvPr/>
      </p:nvGrpSpPr>
      <p:grpSpPr>
        <a:xfrm>
          <a:off x="0" y="0"/>
          <a:ext cx="0" cy="0"/>
          <a:chOff x="0" y="0"/>
          <a:chExt cx="0" cy="0"/>
        </a:xfrm>
      </p:grpSpPr>
      <p:sp>
        <p:nvSpPr>
          <p:cNvPr id="1477" name="Google Shape;1477;g344a8eae8cb_0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8" name="Google Shape;1478;g344a8eae8cb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6"/>
        <p:cNvGrpSpPr/>
        <p:nvPr/>
      </p:nvGrpSpPr>
      <p:grpSpPr>
        <a:xfrm>
          <a:off x="0" y="0"/>
          <a:ext cx="0" cy="0"/>
          <a:chOff x="0" y="0"/>
          <a:chExt cx="0" cy="0"/>
        </a:xfrm>
      </p:grpSpPr>
      <p:sp>
        <p:nvSpPr>
          <p:cNvPr id="1557" name="Google Shape;1557;g344a8eae8cb_0_8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
              <a:t>Lineage can be presented based on your use case</a:t>
            </a:r>
            <a:endParaRPr/>
          </a:p>
        </p:txBody>
      </p:sp>
      <p:sp>
        <p:nvSpPr>
          <p:cNvPr id="1558" name="Google Shape;1558;g344a8eae8cb_0_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3"/>
        <p:cNvGrpSpPr/>
        <p:nvPr/>
      </p:nvGrpSpPr>
      <p:grpSpPr>
        <a:xfrm>
          <a:off x="0" y="0"/>
          <a:ext cx="0" cy="0"/>
          <a:chOff x="0" y="0"/>
          <a:chExt cx="0" cy="0"/>
        </a:xfrm>
      </p:grpSpPr>
      <p:sp>
        <p:nvSpPr>
          <p:cNvPr id="1584" name="Google Shape;1584;g344a8eae8cb_0_1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5" name="Google Shape;1585;g344a8eae8cb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1200"/>
              </a:spcAft>
              <a:buClr>
                <a:schemeClr val="dk1"/>
              </a:buClr>
              <a:buSzPts val="1100"/>
              <a:buFont typeface="Arial"/>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4"/>
        <p:cNvGrpSpPr/>
        <p:nvPr/>
      </p:nvGrpSpPr>
      <p:grpSpPr>
        <a:xfrm>
          <a:off x="0" y="0"/>
          <a:ext cx="0" cy="0"/>
          <a:chOff x="0" y="0"/>
          <a:chExt cx="0" cy="0"/>
        </a:xfrm>
      </p:grpSpPr>
      <p:sp>
        <p:nvSpPr>
          <p:cNvPr id="1645" name="Google Shape;1645;g344a8eae8cb_0_16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6" name="Google Shape;1646;g344a8eae8cb_0_1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Helping with the business case </a:t>
            </a:r>
            <a:endParaRPr/>
          </a:p>
          <a:p>
            <a:pPr marL="0" lvl="0" indent="0" algn="l" rtl="0">
              <a:spcBef>
                <a:spcPts val="0"/>
              </a:spcBef>
              <a:spcAft>
                <a:spcPts val="0"/>
              </a:spcAft>
              <a:buNone/>
            </a:pPr>
            <a:endParaRPr/>
          </a:p>
          <a:p>
            <a:pPr marL="0" lvl="0" indent="0" algn="l" rtl="0">
              <a:spcBef>
                <a:spcPts val="0"/>
              </a:spcBef>
              <a:spcAft>
                <a:spcPts val="0"/>
              </a:spcAft>
              <a:buNone/>
            </a:pPr>
            <a:r>
              <a:rPr lang="en"/>
              <a:t>Time</a:t>
            </a:r>
            <a:endParaRPr/>
          </a:p>
          <a:p>
            <a:pPr marL="0" lvl="0" indent="0" algn="l" rtl="0">
              <a:spcBef>
                <a:spcPts val="0"/>
              </a:spcBef>
              <a:spcAft>
                <a:spcPts val="0"/>
              </a:spcAft>
              <a:buNone/>
            </a:pPr>
            <a:r>
              <a:rPr lang="en"/>
              <a:t>Cost</a:t>
            </a:r>
            <a:endParaRPr/>
          </a:p>
          <a:p>
            <a:pPr marL="0" lvl="0" indent="0" algn="l" rtl="0">
              <a:spcBef>
                <a:spcPts val="0"/>
              </a:spcBef>
              <a:spcAft>
                <a:spcPts val="0"/>
              </a:spcAft>
              <a:buNone/>
            </a:pPr>
            <a:r>
              <a:rPr lang="en"/>
              <a:t>Quality</a:t>
            </a:r>
            <a:endParaRPr/>
          </a:p>
          <a:p>
            <a:pPr marL="0" lvl="0" indent="0" algn="l" rtl="0">
              <a:spcBef>
                <a:spcPts val="0"/>
              </a:spcBef>
              <a:spcAft>
                <a:spcPts val="0"/>
              </a:spcAft>
              <a:buNone/>
            </a:pPr>
            <a:r>
              <a:rPr lang="en"/>
              <a:t>Delivery + time to value</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2"/>
        <p:cNvGrpSpPr/>
        <p:nvPr/>
      </p:nvGrpSpPr>
      <p:grpSpPr>
        <a:xfrm>
          <a:off x="0" y="0"/>
          <a:ext cx="0" cy="0"/>
          <a:chOff x="0" y="0"/>
          <a:chExt cx="0" cy="0"/>
        </a:xfrm>
      </p:grpSpPr>
      <p:sp>
        <p:nvSpPr>
          <p:cNvPr id="1663" name="Google Shape;1663;g344a8eae8cb_0_18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64" name="Google Shape;1664;g344a8eae8cb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4"/>
        <p:cNvGrpSpPr/>
        <p:nvPr/>
      </p:nvGrpSpPr>
      <p:grpSpPr>
        <a:xfrm>
          <a:off x="0" y="0"/>
          <a:ext cx="0" cy="0"/>
          <a:chOff x="0" y="0"/>
          <a:chExt cx="0" cy="0"/>
        </a:xfrm>
      </p:grpSpPr>
      <p:sp>
        <p:nvSpPr>
          <p:cNvPr id="1695" name="Google Shape;1695;g344a8eae8cb_0_2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96" name="Google Shape;1696;g344a8eae8cb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7"/>
        <p:cNvGrpSpPr/>
        <p:nvPr/>
      </p:nvGrpSpPr>
      <p:grpSpPr>
        <a:xfrm>
          <a:off x="0" y="0"/>
          <a:ext cx="0" cy="0"/>
          <a:chOff x="0" y="0"/>
          <a:chExt cx="0" cy="0"/>
        </a:xfrm>
      </p:grpSpPr>
      <p:sp>
        <p:nvSpPr>
          <p:cNvPr id="1758" name="Google Shape;1758;g385fb997a43_0_199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9" name="Google Shape;1759;g385fb997a43_0_19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6"/>
        <p:cNvGrpSpPr/>
        <p:nvPr/>
      </p:nvGrpSpPr>
      <p:grpSpPr>
        <a:xfrm>
          <a:off x="0" y="0"/>
          <a:ext cx="0" cy="0"/>
          <a:chOff x="0" y="0"/>
          <a:chExt cx="0" cy="0"/>
        </a:xfrm>
      </p:grpSpPr>
      <p:sp>
        <p:nvSpPr>
          <p:cNvPr id="1797" name="Google Shape;1797;g385fb997a43_0_20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8" name="Google Shape;1798;g385fb997a43_0_20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9" name="Google Shape;1799;g385fb997a43_0_2031:notes"/>
          <p:cNvSpPr txBox="1">
            <a:spLocks noGrp="1"/>
          </p:cNvSpPr>
          <p:nvPr>
            <p:ph type="sldNum" idx="12"/>
          </p:nvPr>
        </p:nvSpPr>
        <p:spPr>
          <a:xfrm>
            <a:off x="3884613" y="8685213"/>
            <a:ext cx="2971800" cy="457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rgbClr val="000000"/>
              </a:buClr>
              <a:buFont typeface="Arial"/>
              <a:buNone/>
            </a:pPr>
            <a:fld id="{00000000-1234-1234-1234-123412341234}" type="slidenum">
              <a:rPr lang="en"/>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8"/>
        <p:cNvGrpSpPr/>
        <p:nvPr/>
      </p:nvGrpSpPr>
      <p:grpSpPr>
        <a:xfrm>
          <a:off x="0" y="0"/>
          <a:ext cx="0" cy="0"/>
          <a:chOff x="0" y="0"/>
          <a:chExt cx="0" cy="0"/>
        </a:xfrm>
      </p:grpSpPr>
      <p:sp>
        <p:nvSpPr>
          <p:cNvPr id="1819" name="Google Shape;1819;g385fb997a43_0_20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0" name="Google Shape;1820;g385fb997a43_0_20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21" name="Google Shape;1821;g385fb997a43_0_2052:notes"/>
          <p:cNvSpPr txBox="1">
            <a:spLocks noGrp="1"/>
          </p:cNvSpPr>
          <p:nvPr>
            <p:ph type="sldNum" idx="12"/>
          </p:nvPr>
        </p:nvSpPr>
        <p:spPr>
          <a:xfrm>
            <a:off x="3884613" y="8685213"/>
            <a:ext cx="2971800" cy="457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6"/>
        <p:cNvGrpSpPr/>
        <p:nvPr/>
      </p:nvGrpSpPr>
      <p:grpSpPr>
        <a:xfrm>
          <a:off x="0" y="0"/>
          <a:ext cx="0" cy="0"/>
          <a:chOff x="0" y="0"/>
          <a:chExt cx="0" cy="0"/>
        </a:xfrm>
      </p:grpSpPr>
      <p:sp>
        <p:nvSpPr>
          <p:cNvPr id="1977" name="Google Shape;1977;g385fb997a43_0_220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8" name="Google Shape;1978;g385fb997a43_0_22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1"/>
        <p:cNvGrpSpPr/>
        <p:nvPr/>
      </p:nvGrpSpPr>
      <p:grpSpPr>
        <a:xfrm>
          <a:off x="0" y="0"/>
          <a:ext cx="0" cy="0"/>
          <a:chOff x="0" y="0"/>
          <a:chExt cx="0" cy="0"/>
        </a:xfrm>
      </p:grpSpPr>
      <p:sp>
        <p:nvSpPr>
          <p:cNvPr id="1992" name="Google Shape;1992;g385fb997a43_0_22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3" name="Google Shape;1993;g385fb997a43_0_2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4"/>
        <p:cNvGrpSpPr/>
        <p:nvPr/>
      </p:nvGrpSpPr>
      <p:grpSpPr>
        <a:xfrm>
          <a:off x="0" y="0"/>
          <a:ext cx="0" cy="0"/>
          <a:chOff x="0" y="0"/>
          <a:chExt cx="0" cy="0"/>
        </a:xfrm>
      </p:grpSpPr>
      <p:sp>
        <p:nvSpPr>
          <p:cNvPr id="2015" name="Google Shape;2015;g385fb997a43_0_2245:notes"/>
          <p:cNvSpPr>
            <a:spLocks noGrp="1" noRot="1" noChangeAspect="1"/>
          </p:cNvSpPr>
          <p:nvPr>
            <p:ph type="sldImg" idx="2"/>
          </p:nvPr>
        </p:nvSpPr>
        <p:spPr>
          <a:xfrm>
            <a:off x="426022" y="1143366"/>
            <a:ext cx="6006000" cy="3084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16" name="Google Shape;2016;g385fb997a43_0_2245:notes"/>
          <p:cNvSpPr txBox="1">
            <a:spLocks noGrp="1"/>
          </p:cNvSpPr>
          <p:nvPr>
            <p:ph type="body" idx="1"/>
          </p:nvPr>
        </p:nvSpPr>
        <p:spPr>
          <a:xfrm>
            <a:off x="685801"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7" name="Google Shape;2017;g385fb997a43_0_224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0"/>
        <p:cNvGrpSpPr/>
        <p:nvPr/>
      </p:nvGrpSpPr>
      <p:grpSpPr>
        <a:xfrm>
          <a:off x="0" y="0"/>
          <a:ext cx="0" cy="0"/>
          <a:chOff x="0" y="0"/>
          <a:chExt cx="0" cy="0"/>
        </a:xfrm>
      </p:grpSpPr>
      <p:sp>
        <p:nvSpPr>
          <p:cNvPr id="2081" name="Google Shape;2081;g385fb997a43_0_2310:notes"/>
          <p:cNvSpPr>
            <a:spLocks noGrp="1" noRot="1" noChangeAspect="1"/>
          </p:cNvSpPr>
          <p:nvPr>
            <p:ph type="sldImg" idx="2"/>
          </p:nvPr>
        </p:nvSpPr>
        <p:spPr>
          <a:xfrm>
            <a:off x="426022" y="1143366"/>
            <a:ext cx="6006000" cy="3084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82" name="Google Shape;2082;g385fb997a43_0_2310:notes"/>
          <p:cNvSpPr txBox="1">
            <a:spLocks noGrp="1"/>
          </p:cNvSpPr>
          <p:nvPr>
            <p:ph type="body" idx="1"/>
          </p:nvPr>
        </p:nvSpPr>
        <p:spPr>
          <a:xfrm>
            <a:off x="685801"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83" name="Google Shape;2083;g385fb997a43_0_23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6"/>
        <p:cNvGrpSpPr/>
        <p:nvPr/>
      </p:nvGrpSpPr>
      <p:grpSpPr>
        <a:xfrm>
          <a:off x="0" y="0"/>
          <a:ext cx="0" cy="0"/>
          <a:chOff x="0" y="0"/>
          <a:chExt cx="0" cy="0"/>
        </a:xfrm>
      </p:grpSpPr>
      <p:sp>
        <p:nvSpPr>
          <p:cNvPr id="2097" name="Google Shape;2097;g385fb997a43_0_23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8" name="Google Shape;2098;g385fb997a43_0_23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6.png"/></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2.xml"/><Relationship Id="rId4" Type="http://schemas.openxmlformats.org/officeDocument/2006/relationships/image" Target="../media/image1.png"/></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2.xml"/><Relationship Id="rId4" Type="http://schemas.openxmlformats.org/officeDocument/2006/relationships/image" Target="../media/image6.png"/></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Master" Target="../slideMasters/slideMaster2.xml"/><Relationship Id="rId4" Type="http://schemas.openxmlformats.org/officeDocument/2006/relationships/image" Target="../media/image1.png"/></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9.png"/><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2.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2.xml"/></Relationships>
</file>

<file path=ppt/slideLayouts/_rels/slideLayout1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2.xml"/></Relationships>
</file>

<file path=ppt/slideLayouts/_rels/slideLayout13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2.xml"/></Relationships>
</file>

<file path=ppt/slideLayouts/_rels/slideLayout1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mp; Body | White">
  <p:cSld name="Title &amp; Body | White">
    <p:spTree>
      <p:nvGrpSpPr>
        <p:cNvPr id="1" name="Shape 9"/>
        <p:cNvGrpSpPr/>
        <p:nvPr/>
      </p:nvGrpSpPr>
      <p:grpSpPr>
        <a:xfrm>
          <a:off x="0" y="0"/>
          <a:ext cx="0" cy="0"/>
          <a:chOff x="0" y="0"/>
          <a:chExt cx="0" cy="0"/>
        </a:xfrm>
      </p:grpSpPr>
      <p:sp>
        <p:nvSpPr>
          <p:cNvPr id="10" name="Google Shape;10;p2"/>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11" name="Google Shape;11;p2"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12" name="Google Shape;12;p2"/>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lnSpc>
                <a:spcPct val="100000"/>
              </a:lnSpc>
              <a:spcBef>
                <a:spcPts val="0"/>
              </a:spcBef>
              <a:spcAft>
                <a:spcPts val="0"/>
              </a:spcAft>
              <a:buClr>
                <a:srgbClr val="120046"/>
              </a:buClr>
              <a:buSzPts val="2100"/>
              <a:buNone/>
              <a:defRPr sz="23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2"/>
          <p:cNvSpPr txBox="1">
            <a:spLocks noGrp="1"/>
          </p:cNvSpPr>
          <p:nvPr>
            <p:ph type="body" idx="1"/>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accent4"/>
              </a:buClr>
              <a:buSzPts val="1100"/>
              <a:buFont typeface="Plus Jakarta Sans SemiBold"/>
              <a:buNone/>
              <a:defRPr sz="1100" i="0">
                <a:solidFill>
                  <a:schemeClr val="accent4"/>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lnSpc>
                <a:spcPct val="100000"/>
              </a:lnSpc>
              <a:spcBef>
                <a:spcPts val="210"/>
              </a:spcBef>
              <a:spcAft>
                <a:spcPts val="0"/>
              </a:spcAft>
              <a:buSzPts val="1260"/>
              <a:buFont typeface="Arial"/>
              <a:buNone/>
              <a:defRPr sz="1050">
                <a:latin typeface="Arial"/>
                <a:ea typeface="Arial"/>
                <a:cs typeface="Arial"/>
                <a:sym typeface="Arial"/>
              </a:defRPr>
            </a:lvl3pPr>
            <a:lvl4pPr marL="1828800" lvl="3"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4" name="Google Shape;14;p2"/>
          <p:cNvSpPr txBox="1">
            <a:spLocks noGrp="1"/>
          </p:cNvSpPr>
          <p:nvPr>
            <p:ph type="body" idx="2"/>
          </p:nvPr>
        </p:nvSpPr>
        <p:spPr>
          <a:xfrm>
            <a:off x="533400" y="1370000"/>
            <a:ext cx="4138200" cy="30825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SzPts val="1800"/>
              <a:buNone/>
              <a:defRPr/>
            </a:lvl1pPr>
            <a:lvl2pPr marL="914400" lvl="1" indent="-228600" algn="l">
              <a:lnSpc>
                <a:spcPct val="78888"/>
              </a:lnSpc>
              <a:spcBef>
                <a:spcPts val="400"/>
              </a:spcBef>
              <a:spcAft>
                <a:spcPts val="0"/>
              </a:spcAft>
              <a:buClr>
                <a:srgbClr val="000000"/>
              </a:buClr>
              <a:buSzPts val="2160"/>
              <a:buNone/>
              <a:defRPr/>
            </a:lvl2pPr>
            <a:lvl3pPr marL="1371600" lvl="2" indent="-365760" algn="l">
              <a:lnSpc>
                <a:spcPct val="100000"/>
              </a:lnSpc>
              <a:spcBef>
                <a:spcPts val="360"/>
              </a:spcBef>
              <a:spcAft>
                <a:spcPts val="0"/>
              </a:spcAft>
              <a:buClr>
                <a:srgbClr val="000000"/>
              </a:buClr>
              <a:buSzPts val="2160"/>
              <a:buChar char="•"/>
              <a:defRPr>
                <a:solidFill>
                  <a:srgbClr val="000000"/>
                </a:solidFill>
              </a:defRPr>
            </a:lvl3pPr>
            <a:lvl4pPr marL="1828800" lvl="3" indent="-342900" algn="l">
              <a:lnSpc>
                <a:spcPct val="100000"/>
              </a:lnSpc>
              <a:spcBef>
                <a:spcPts val="360"/>
              </a:spcBef>
              <a:spcAft>
                <a:spcPts val="0"/>
              </a:spcAft>
              <a:buClr>
                <a:srgbClr val="000000"/>
              </a:buClr>
              <a:buSzPts val="1800"/>
              <a:buChar char="–"/>
              <a:defRPr>
                <a:solidFill>
                  <a:srgbClr val="000000"/>
                </a:solidFill>
              </a:defRPr>
            </a:lvl4pPr>
            <a:lvl5pPr marL="2286000" lvl="4" indent="-342900" algn="l">
              <a:lnSpc>
                <a:spcPct val="100000"/>
              </a:lnSpc>
              <a:spcBef>
                <a:spcPts val="360"/>
              </a:spcBef>
              <a:spcAft>
                <a:spcPts val="0"/>
              </a:spcAft>
              <a:buClr>
                <a:srgbClr val="000000"/>
              </a:buClr>
              <a:buSzPts val="1800"/>
              <a:buChar char="»"/>
              <a:defRPr>
                <a:solidFill>
                  <a:srgbClr val="000000"/>
                </a:solidFill>
              </a:defRPr>
            </a:lvl5pPr>
            <a:lvl6pPr marL="2743200" lvl="5" indent="-342900" algn="l">
              <a:lnSpc>
                <a:spcPct val="100000"/>
              </a:lnSpc>
              <a:spcBef>
                <a:spcPts val="360"/>
              </a:spcBef>
              <a:spcAft>
                <a:spcPts val="0"/>
              </a:spcAft>
              <a:buClr>
                <a:srgbClr val="000000"/>
              </a:buClr>
              <a:buSzPts val="1800"/>
              <a:buChar char="•"/>
              <a:defRPr>
                <a:solidFill>
                  <a:srgbClr val="000000"/>
                </a:solidFill>
              </a:defRPr>
            </a:lvl6pPr>
            <a:lvl7pPr marL="3200400" lvl="6" indent="-342900" algn="l">
              <a:lnSpc>
                <a:spcPct val="100000"/>
              </a:lnSpc>
              <a:spcBef>
                <a:spcPts val="360"/>
              </a:spcBef>
              <a:spcAft>
                <a:spcPts val="0"/>
              </a:spcAft>
              <a:buClr>
                <a:srgbClr val="000000"/>
              </a:buClr>
              <a:buSzPts val="1800"/>
              <a:buChar char="•"/>
              <a:defRPr>
                <a:solidFill>
                  <a:srgbClr val="000000"/>
                </a:solidFill>
              </a:defRPr>
            </a:lvl7pPr>
            <a:lvl8pPr marL="3657600" lvl="7" indent="-342900" algn="l">
              <a:lnSpc>
                <a:spcPct val="100000"/>
              </a:lnSpc>
              <a:spcBef>
                <a:spcPts val="360"/>
              </a:spcBef>
              <a:spcAft>
                <a:spcPts val="0"/>
              </a:spcAft>
              <a:buClr>
                <a:srgbClr val="000000"/>
              </a:buClr>
              <a:buSzPts val="1800"/>
              <a:buChar char="•"/>
              <a:defRPr>
                <a:solidFill>
                  <a:srgbClr val="000000"/>
                </a:solidFill>
              </a:defRPr>
            </a:lvl8pPr>
            <a:lvl9pPr marL="4114800" lvl="8" indent="-342900" algn="l">
              <a:lnSpc>
                <a:spcPct val="100000"/>
              </a:lnSpc>
              <a:spcBef>
                <a:spcPts val="360"/>
              </a:spcBef>
              <a:spcAft>
                <a:spcPts val="0"/>
              </a:spcAft>
              <a:buClr>
                <a:srgbClr val="000000"/>
              </a:buClr>
              <a:buSzPts val="1800"/>
              <a:buChar char="•"/>
              <a:defRPr>
                <a:solidFill>
                  <a:srgbClr val="000000"/>
                </a:solidFill>
              </a:defRPr>
            </a:lvl9pPr>
          </a:lstStyle>
          <a:p>
            <a:endParaRPr/>
          </a:p>
        </p:txBody>
      </p:sp>
    </p:spTree>
  </p:cSld>
  <p:clrMapOvr>
    <a:masterClrMapping/>
  </p:clrMapOvr>
  <p:transition spd="slow">
    <p:push/>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ver Slide | Nodes on the Right | Twilight">
  <p:cSld name="Cover Slide | Nodes on the Right | Twilight">
    <p:bg>
      <p:bgPr>
        <a:solidFill>
          <a:schemeClr val="dk1"/>
        </a:solidFill>
        <a:effectLst/>
      </p:bgPr>
    </p:bg>
    <p:spTree>
      <p:nvGrpSpPr>
        <p:cNvPr id="1" name="Shape 15"/>
        <p:cNvGrpSpPr/>
        <p:nvPr/>
      </p:nvGrpSpPr>
      <p:grpSpPr>
        <a:xfrm>
          <a:off x="0" y="0"/>
          <a:ext cx="0" cy="0"/>
          <a:chOff x="0" y="0"/>
          <a:chExt cx="0" cy="0"/>
        </a:xfrm>
      </p:grpSpPr>
      <p:sp>
        <p:nvSpPr>
          <p:cNvPr id="16" name="Google Shape;16;p3"/>
          <p:cNvSpPr txBox="1">
            <a:spLocks noGrp="1"/>
          </p:cNvSpPr>
          <p:nvPr>
            <p:ph type="body" idx="1"/>
          </p:nvPr>
        </p:nvSpPr>
        <p:spPr>
          <a:xfrm>
            <a:off x="609600" y="4491831"/>
            <a:ext cx="3505200" cy="274500"/>
          </a:xfrm>
          <a:prstGeom prst="rect">
            <a:avLst/>
          </a:prstGeom>
          <a:noFill/>
          <a:ln>
            <a:noFill/>
          </a:ln>
        </p:spPr>
        <p:txBody>
          <a:bodyPr spcFirstLastPara="1" wrap="square" lIns="0" tIns="45700" rIns="91425" bIns="45700" anchor="t" anchorCtr="0">
            <a:noAutofit/>
          </a:bodyPr>
          <a:lstStyle>
            <a:lvl1pPr marL="457200" lvl="0" indent="-228600" algn="l">
              <a:lnSpc>
                <a:spcPct val="100000"/>
              </a:lnSpc>
              <a:spcBef>
                <a:spcPts val="0"/>
              </a:spcBef>
              <a:spcAft>
                <a:spcPts val="0"/>
              </a:spcAft>
              <a:buClr>
                <a:schemeClr val="lt1"/>
              </a:buClr>
              <a:buSzPts val="1300"/>
              <a:buFont typeface="Plus Jakarta Sans"/>
              <a:buNone/>
              <a:defRPr sz="1300" b="0" i="0">
                <a:solidFill>
                  <a:schemeClr val="lt1"/>
                </a:solidFill>
                <a:latin typeface="Plus Jakarta Sans"/>
                <a:ea typeface="Plus Jakarta Sans"/>
                <a:cs typeface="Plus Jakarta Sans"/>
                <a:sym typeface="Plus Jakarta Sans"/>
              </a:defRPr>
            </a:lvl1pPr>
            <a:lvl2pPr marL="914400" lvl="1" indent="-228600" algn="l">
              <a:lnSpc>
                <a:spcPct val="129090"/>
              </a:lnSpc>
              <a:spcBef>
                <a:spcPts val="500"/>
              </a:spcBef>
              <a:spcAft>
                <a:spcPts val="0"/>
              </a:spcAft>
              <a:buSzPts val="1320"/>
              <a:buFont typeface="Plus Jakarta Sans"/>
              <a:buNone/>
              <a:defRPr>
                <a:solidFill>
                  <a:schemeClr val="lt1"/>
                </a:solidFill>
              </a:defRPr>
            </a:lvl2pPr>
            <a:lvl3pPr marL="1371600" lvl="2" indent="-304800" algn="l">
              <a:lnSpc>
                <a:spcPct val="100000"/>
              </a:lnSpc>
              <a:spcBef>
                <a:spcPts val="200"/>
              </a:spcBef>
              <a:spcAft>
                <a:spcPts val="0"/>
              </a:spcAft>
              <a:buSzPts val="1200"/>
              <a:buChar char="•"/>
              <a:defRPr>
                <a:solidFill>
                  <a:schemeClr val="lt1"/>
                </a:solidFill>
              </a:defRPr>
            </a:lvl3pPr>
            <a:lvl4pPr marL="1828800" lvl="3" indent="-279400" algn="l">
              <a:lnSpc>
                <a:spcPct val="100000"/>
              </a:lnSpc>
              <a:spcBef>
                <a:spcPts val="160"/>
              </a:spcBef>
              <a:spcAft>
                <a:spcPts val="0"/>
              </a:spcAft>
              <a:buClr>
                <a:schemeClr val="lt1"/>
              </a:buClr>
              <a:buSzPts val="800"/>
              <a:buChar char="–"/>
              <a:defRPr>
                <a:solidFill>
                  <a:schemeClr val="lt1"/>
                </a:solidFill>
              </a:defRPr>
            </a:lvl4pPr>
            <a:lvl5pPr marL="2286000" lvl="4" indent="-279400" algn="l">
              <a:lnSpc>
                <a:spcPct val="100000"/>
              </a:lnSpc>
              <a:spcBef>
                <a:spcPts val="160"/>
              </a:spcBef>
              <a:spcAft>
                <a:spcPts val="0"/>
              </a:spcAft>
              <a:buClr>
                <a:schemeClr val="lt1"/>
              </a:buClr>
              <a:buSzPts val="800"/>
              <a:buChar char="»"/>
              <a:defRPr>
                <a:solidFill>
                  <a:schemeClr val="lt1"/>
                </a:solidFil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pic>
        <p:nvPicPr>
          <p:cNvPr id="17" name="Google Shape;17;p3"/>
          <p:cNvPicPr preferRelativeResize="0"/>
          <p:nvPr/>
        </p:nvPicPr>
        <p:blipFill rotWithShape="1">
          <a:blip r:embed="rId2">
            <a:alphaModFix/>
          </a:blip>
          <a:srcRect/>
          <a:stretch/>
        </p:blipFill>
        <p:spPr>
          <a:xfrm>
            <a:off x="609600" y="686457"/>
            <a:ext cx="2321469" cy="285093"/>
          </a:xfrm>
          <a:prstGeom prst="rect">
            <a:avLst/>
          </a:prstGeom>
          <a:noFill/>
          <a:ln>
            <a:noFill/>
          </a:ln>
        </p:spPr>
      </p:pic>
      <p:pic>
        <p:nvPicPr>
          <p:cNvPr id="18" name="Google Shape;18;p3"/>
          <p:cNvPicPr preferRelativeResize="0"/>
          <p:nvPr/>
        </p:nvPicPr>
        <p:blipFill rotWithShape="1">
          <a:blip r:embed="rId3">
            <a:alphaModFix/>
          </a:blip>
          <a:srcRect l="36259" t="3129" r="-4649" b="1166"/>
          <a:stretch/>
        </p:blipFill>
        <p:spPr>
          <a:xfrm rot="5400000">
            <a:off x="6285751" y="-113456"/>
            <a:ext cx="2744888" cy="2971799"/>
          </a:xfrm>
          <a:prstGeom prst="rect">
            <a:avLst/>
          </a:prstGeom>
          <a:noFill/>
          <a:ln>
            <a:noFill/>
          </a:ln>
        </p:spPr>
      </p:pic>
      <p:sp>
        <p:nvSpPr>
          <p:cNvPr id="19" name="Google Shape;19;p3"/>
          <p:cNvSpPr txBox="1">
            <a:spLocks noGrp="1"/>
          </p:cNvSpPr>
          <p:nvPr>
            <p:ph type="title"/>
          </p:nvPr>
        </p:nvSpPr>
        <p:spPr>
          <a:xfrm>
            <a:off x="609600" y="1908100"/>
            <a:ext cx="5862600" cy="612900"/>
          </a:xfrm>
          <a:prstGeom prst="rect">
            <a:avLst/>
          </a:prstGeom>
          <a:noFill/>
          <a:ln>
            <a:noFill/>
          </a:ln>
        </p:spPr>
        <p:txBody>
          <a:bodyPr spcFirstLastPara="1" wrap="square" lIns="0" tIns="45700" rIns="91425" bIns="45700" anchor="b" anchorCtr="0">
            <a:noAutofit/>
          </a:bodyPr>
          <a:lstStyle>
            <a:lvl1pPr lvl="0" algn="l">
              <a:lnSpc>
                <a:spcPct val="100000"/>
              </a:lnSpc>
              <a:spcBef>
                <a:spcPts val="0"/>
              </a:spcBef>
              <a:spcAft>
                <a:spcPts val="0"/>
              </a:spcAft>
              <a:buClr>
                <a:schemeClr val="lt1"/>
              </a:buClr>
              <a:buSzPts val="2100"/>
              <a:buNone/>
              <a:defRPr sz="23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3"/>
          <p:cNvSpPr txBox="1">
            <a:spLocks noGrp="1"/>
          </p:cNvSpPr>
          <p:nvPr>
            <p:ph type="body" idx="2"/>
          </p:nvPr>
        </p:nvSpPr>
        <p:spPr>
          <a:xfrm>
            <a:off x="609600" y="2604200"/>
            <a:ext cx="5862600" cy="570000"/>
          </a:xfrm>
          <a:prstGeom prst="rect">
            <a:avLst/>
          </a:prstGeom>
          <a:noFill/>
          <a:ln>
            <a:noFill/>
          </a:ln>
        </p:spPr>
        <p:txBody>
          <a:bodyPr spcFirstLastPara="1" wrap="square" lIns="0" tIns="45700" rIns="91425" bIns="45700" anchor="t" anchorCtr="0">
            <a:noAutofit/>
          </a:bodyPr>
          <a:lstStyle>
            <a:lvl1pPr marL="457200" lvl="0" indent="-228600" algn="l">
              <a:lnSpc>
                <a:spcPct val="100000"/>
              </a:lnSpc>
              <a:spcBef>
                <a:spcPts val="0"/>
              </a:spcBef>
              <a:spcAft>
                <a:spcPts val="0"/>
              </a:spcAft>
              <a:buClr>
                <a:schemeClr val="lt1"/>
              </a:buClr>
              <a:buSzPts val="1800"/>
              <a:buFont typeface="Plus Jakarta Sans SemiBold"/>
              <a:buNone/>
              <a:defRPr>
                <a:solidFill>
                  <a:schemeClr val="lt1"/>
                </a:solidFill>
                <a:latin typeface="Plus Jakarta Sans SemiBold"/>
                <a:ea typeface="Plus Jakarta Sans SemiBold"/>
                <a:cs typeface="Plus Jakarta Sans SemiBold"/>
                <a:sym typeface="Plus Jakarta Sans SemiBold"/>
              </a:defRPr>
            </a:lvl1pPr>
            <a:lvl2pPr marL="914400" lvl="1" indent="-228600" algn="l">
              <a:lnSpc>
                <a:spcPct val="78888"/>
              </a:lnSpc>
              <a:spcBef>
                <a:spcPts val="500"/>
              </a:spcBef>
              <a:spcAft>
                <a:spcPts val="0"/>
              </a:spcAft>
              <a:buSzPts val="2160"/>
              <a:buNone/>
              <a:defRPr/>
            </a:lvl2pPr>
            <a:lvl3pPr marL="1371600" lvl="2" indent="-365760" algn="l">
              <a:lnSpc>
                <a:spcPct val="100000"/>
              </a:lnSpc>
              <a:spcBef>
                <a:spcPts val="360"/>
              </a:spcBef>
              <a:spcAft>
                <a:spcPts val="0"/>
              </a:spcAft>
              <a:buSzPts val="2160"/>
              <a:buChar char="•"/>
              <a:defRPr/>
            </a:lvl3pPr>
            <a:lvl4pPr marL="1828800" lvl="3" indent="-342900" algn="l">
              <a:lnSpc>
                <a:spcPct val="100000"/>
              </a:lnSpc>
              <a:spcBef>
                <a:spcPts val="360"/>
              </a:spcBef>
              <a:spcAft>
                <a:spcPts val="0"/>
              </a:spcAft>
              <a:buClr>
                <a:srgbClr val="4F22FE"/>
              </a:buClr>
              <a:buSzPts val="1800"/>
              <a:buChar char="–"/>
              <a:defRPr/>
            </a:lvl4pPr>
            <a:lvl5pPr marL="2286000" lvl="4" indent="-342900" algn="l">
              <a:lnSpc>
                <a:spcPct val="100000"/>
              </a:lnSpc>
              <a:spcBef>
                <a:spcPts val="360"/>
              </a:spcBef>
              <a:spcAft>
                <a:spcPts val="0"/>
              </a:spcAft>
              <a:buClr>
                <a:srgbClr val="4F22FE"/>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1" name="Google Shape;21;p3"/>
          <p:cNvSpPr/>
          <p:nvPr/>
        </p:nvSpPr>
        <p:spPr>
          <a:xfrm>
            <a:off x="331875" y="4801925"/>
            <a:ext cx="2404800" cy="187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dk1"/>
              </a:solidFill>
              <a:latin typeface="Plus Jakarta Sans"/>
              <a:ea typeface="Plus Jakarta Sans"/>
              <a:cs typeface="Plus Jakarta Sans"/>
              <a:sym typeface="Plus Jakarta Sans"/>
            </a:endParaRPr>
          </a:p>
        </p:txBody>
      </p:sp>
    </p:spTree>
  </p:cSld>
  <p:clrMapOvr>
    <a:masterClrMapping/>
  </p:clrMapOvr>
  <p:transition spd="slow">
    <p:push/>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ver Slide | Blue Nodes on the Right">
  <p:cSld name="Cover Slide | Blue Nodes on the Right">
    <p:spTree>
      <p:nvGrpSpPr>
        <p:cNvPr id="1" name="Shape 22"/>
        <p:cNvGrpSpPr/>
        <p:nvPr/>
      </p:nvGrpSpPr>
      <p:grpSpPr>
        <a:xfrm>
          <a:off x="0" y="0"/>
          <a:ext cx="0" cy="0"/>
          <a:chOff x="0" y="0"/>
          <a:chExt cx="0" cy="0"/>
        </a:xfrm>
      </p:grpSpPr>
      <p:sp>
        <p:nvSpPr>
          <p:cNvPr id="23" name="Google Shape;23;p4"/>
          <p:cNvSpPr txBox="1">
            <a:spLocks noGrp="1"/>
          </p:cNvSpPr>
          <p:nvPr>
            <p:ph type="body" idx="1"/>
          </p:nvPr>
        </p:nvSpPr>
        <p:spPr>
          <a:xfrm>
            <a:off x="609600" y="4491831"/>
            <a:ext cx="3505200" cy="274500"/>
          </a:xfrm>
          <a:prstGeom prst="rect">
            <a:avLst/>
          </a:prstGeom>
          <a:noFill/>
          <a:ln>
            <a:noFill/>
          </a:ln>
        </p:spPr>
        <p:txBody>
          <a:bodyPr spcFirstLastPara="1" wrap="square" lIns="0" tIns="45700" rIns="91425" bIns="45700" anchor="t" anchorCtr="0">
            <a:noAutofit/>
          </a:bodyPr>
          <a:lstStyle>
            <a:lvl1pPr marL="457200" lvl="0" indent="-228600" algn="l">
              <a:lnSpc>
                <a:spcPct val="100000"/>
              </a:lnSpc>
              <a:spcBef>
                <a:spcPts val="0"/>
              </a:spcBef>
              <a:spcAft>
                <a:spcPts val="0"/>
              </a:spcAft>
              <a:buClr>
                <a:schemeClr val="accent3"/>
              </a:buClr>
              <a:buSzPts val="1300"/>
              <a:buFont typeface="Plus Jakarta Sans"/>
              <a:buNone/>
              <a:defRPr sz="1300" b="0" i="0">
                <a:solidFill>
                  <a:schemeClr val="accent3"/>
                </a:solidFill>
                <a:latin typeface="Plus Jakarta Sans"/>
                <a:ea typeface="Plus Jakarta Sans"/>
                <a:cs typeface="Plus Jakarta Sans"/>
                <a:sym typeface="Plus Jakarta Sans"/>
              </a:defRPr>
            </a:lvl1pPr>
            <a:lvl2pPr marL="914400" lvl="1" indent="-228600" algn="l">
              <a:lnSpc>
                <a:spcPct val="78888"/>
              </a:lnSpc>
              <a:spcBef>
                <a:spcPts val="500"/>
              </a:spcBef>
              <a:spcAft>
                <a:spcPts val="0"/>
              </a:spcAft>
              <a:buSzPts val="2160"/>
              <a:buNone/>
              <a:defRPr/>
            </a:lvl2pPr>
            <a:lvl3pPr marL="1371600" lvl="2" indent="-365760" algn="l">
              <a:lnSpc>
                <a:spcPct val="100000"/>
              </a:lnSpc>
              <a:spcBef>
                <a:spcPts val="360"/>
              </a:spcBef>
              <a:spcAft>
                <a:spcPts val="0"/>
              </a:spcAft>
              <a:buSzPts val="2160"/>
              <a:buChar char="•"/>
              <a:defRPr/>
            </a:lvl3pPr>
            <a:lvl4pPr marL="1828800" lvl="3" indent="-342900" algn="l">
              <a:lnSpc>
                <a:spcPct val="100000"/>
              </a:lnSpc>
              <a:spcBef>
                <a:spcPts val="360"/>
              </a:spcBef>
              <a:spcAft>
                <a:spcPts val="0"/>
              </a:spcAft>
              <a:buClr>
                <a:srgbClr val="4F22FE"/>
              </a:buClr>
              <a:buSzPts val="1800"/>
              <a:buChar char="–"/>
              <a:defRPr/>
            </a:lvl4pPr>
            <a:lvl5pPr marL="2286000" lvl="4" indent="-342900" algn="l">
              <a:lnSpc>
                <a:spcPct val="100000"/>
              </a:lnSpc>
              <a:spcBef>
                <a:spcPts val="360"/>
              </a:spcBef>
              <a:spcAft>
                <a:spcPts val="0"/>
              </a:spcAft>
              <a:buClr>
                <a:srgbClr val="4F22FE"/>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pic>
        <p:nvPicPr>
          <p:cNvPr id="24" name="Google Shape;24;p4"/>
          <p:cNvPicPr preferRelativeResize="0"/>
          <p:nvPr/>
        </p:nvPicPr>
        <p:blipFill rotWithShape="1">
          <a:blip r:embed="rId2">
            <a:alphaModFix/>
          </a:blip>
          <a:srcRect/>
          <a:stretch/>
        </p:blipFill>
        <p:spPr>
          <a:xfrm>
            <a:off x="609600" y="686457"/>
            <a:ext cx="2321469" cy="285093"/>
          </a:xfrm>
          <a:prstGeom prst="rect">
            <a:avLst/>
          </a:prstGeom>
          <a:noFill/>
          <a:ln>
            <a:noFill/>
          </a:ln>
        </p:spPr>
      </p:pic>
      <p:sp>
        <p:nvSpPr>
          <p:cNvPr id="25" name="Google Shape;25;p4"/>
          <p:cNvSpPr txBox="1">
            <a:spLocks noGrp="1"/>
          </p:cNvSpPr>
          <p:nvPr>
            <p:ph type="body" idx="2"/>
          </p:nvPr>
        </p:nvSpPr>
        <p:spPr>
          <a:xfrm>
            <a:off x="609600" y="2604207"/>
            <a:ext cx="7543800" cy="570000"/>
          </a:xfrm>
          <a:prstGeom prst="rect">
            <a:avLst/>
          </a:prstGeom>
          <a:noFill/>
          <a:ln>
            <a:noFill/>
          </a:ln>
        </p:spPr>
        <p:txBody>
          <a:bodyPr spcFirstLastPara="1" wrap="square" lIns="0" tIns="45700" rIns="91425" bIns="45700" anchor="t" anchorCtr="0">
            <a:noAutofit/>
          </a:bodyPr>
          <a:lstStyle>
            <a:lvl1pPr marL="457200" lvl="0" indent="-228600" algn="l">
              <a:lnSpc>
                <a:spcPct val="100000"/>
              </a:lnSpc>
              <a:spcBef>
                <a:spcPts val="0"/>
              </a:spcBef>
              <a:spcAft>
                <a:spcPts val="0"/>
              </a:spcAft>
              <a:buClr>
                <a:schemeClr val="accent2"/>
              </a:buClr>
              <a:buSzPts val="1800"/>
              <a:buFont typeface="Plus Jakarta Sans SemiBold"/>
              <a:buNone/>
              <a:defRPr>
                <a:solidFill>
                  <a:schemeClr val="accent2"/>
                </a:solidFill>
                <a:latin typeface="Plus Jakarta Sans SemiBold"/>
                <a:ea typeface="Plus Jakarta Sans SemiBold"/>
                <a:cs typeface="Plus Jakarta Sans SemiBold"/>
                <a:sym typeface="Plus Jakarta Sans SemiBold"/>
              </a:defRPr>
            </a:lvl1pPr>
            <a:lvl2pPr marL="914400" lvl="1" indent="-228600" algn="l">
              <a:lnSpc>
                <a:spcPct val="78888"/>
              </a:lnSpc>
              <a:spcBef>
                <a:spcPts val="500"/>
              </a:spcBef>
              <a:spcAft>
                <a:spcPts val="0"/>
              </a:spcAft>
              <a:buSzPts val="2160"/>
              <a:buNone/>
              <a:defRPr/>
            </a:lvl2pPr>
            <a:lvl3pPr marL="1371600" lvl="2" indent="-365760" algn="l">
              <a:lnSpc>
                <a:spcPct val="100000"/>
              </a:lnSpc>
              <a:spcBef>
                <a:spcPts val="360"/>
              </a:spcBef>
              <a:spcAft>
                <a:spcPts val="0"/>
              </a:spcAft>
              <a:buSzPts val="2160"/>
              <a:buChar char="•"/>
              <a:defRPr/>
            </a:lvl3pPr>
            <a:lvl4pPr marL="1828800" lvl="3" indent="-342900" algn="l">
              <a:lnSpc>
                <a:spcPct val="100000"/>
              </a:lnSpc>
              <a:spcBef>
                <a:spcPts val="360"/>
              </a:spcBef>
              <a:spcAft>
                <a:spcPts val="0"/>
              </a:spcAft>
              <a:buClr>
                <a:srgbClr val="4F22FE"/>
              </a:buClr>
              <a:buSzPts val="1800"/>
              <a:buChar char="–"/>
              <a:defRPr/>
            </a:lvl4pPr>
            <a:lvl5pPr marL="2286000" lvl="4" indent="-342900" algn="l">
              <a:lnSpc>
                <a:spcPct val="100000"/>
              </a:lnSpc>
              <a:spcBef>
                <a:spcPts val="360"/>
              </a:spcBef>
              <a:spcAft>
                <a:spcPts val="0"/>
              </a:spcAft>
              <a:buClr>
                <a:srgbClr val="4F22FE"/>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pic>
        <p:nvPicPr>
          <p:cNvPr id="26" name="Google Shape;26;p4"/>
          <p:cNvPicPr preferRelativeResize="0"/>
          <p:nvPr/>
        </p:nvPicPr>
        <p:blipFill rotWithShape="1">
          <a:blip r:embed="rId3">
            <a:alphaModFix/>
          </a:blip>
          <a:srcRect l="36259" t="3129" r="-4649" b="1166"/>
          <a:stretch/>
        </p:blipFill>
        <p:spPr>
          <a:xfrm rot="5400000">
            <a:off x="6285751" y="-113456"/>
            <a:ext cx="2744888" cy="2971799"/>
          </a:xfrm>
          <a:prstGeom prst="rect">
            <a:avLst/>
          </a:prstGeom>
          <a:noFill/>
          <a:ln>
            <a:noFill/>
          </a:ln>
        </p:spPr>
      </p:pic>
      <p:sp>
        <p:nvSpPr>
          <p:cNvPr id="27" name="Google Shape;27;p4"/>
          <p:cNvSpPr/>
          <p:nvPr/>
        </p:nvSpPr>
        <p:spPr>
          <a:xfrm>
            <a:off x="347525" y="4749625"/>
            <a:ext cx="1795500" cy="285000"/>
          </a:xfrm>
          <a:prstGeom prst="rect">
            <a:avLst/>
          </a:prstGeom>
          <a:solidFill>
            <a:schemeClr val="l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dk1"/>
              </a:solidFill>
              <a:latin typeface="Plus Jakarta Sans"/>
              <a:ea typeface="Plus Jakarta Sans"/>
              <a:cs typeface="Plus Jakarta Sans"/>
              <a:sym typeface="Plus Jakarta Sans"/>
            </a:endParaRPr>
          </a:p>
        </p:txBody>
      </p:sp>
      <p:sp>
        <p:nvSpPr>
          <p:cNvPr id="28" name="Google Shape;28;p4"/>
          <p:cNvSpPr txBox="1">
            <a:spLocks noGrp="1"/>
          </p:cNvSpPr>
          <p:nvPr>
            <p:ph type="title"/>
          </p:nvPr>
        </p:nvSpPr>
        <p:spPr>
          <a:xfrm>
            <a:off x="609600" y="1908088"/>
            <a:ext cx="7620000" cy="612900"/>
          </a:xfrm>
          <a:prstGeom prst="rect">
            <a:avLst/>
          </a:prstGeom>
          <a:noFill/>
          <a:ln>
            <a:noFill/>
          </a:ln>
        </p:spPr>
        <p:txBody>
          <a:bodyPr spcFirstLastPara="1" wrap="square" lIns="0" tIns="45700" rIns="91425" bIns="45700" anchor="b" anchorCtr="0">
            <a:noAutofit/>
          </a:bodyPr>
          <a:lstStyle>
            <a:lvl1pPr lvl="0" algn="l">
              <a:lnSpc>
                <a:spcPct val="100000"/>
              </a:lnSpc>
              <a:spcBef>
                <a:spcPts val="0"/>
              </a:spcBef>
              <a:spcAft>
                <a:spcPts val="0"/>
              </a:spcAft>
              <a:buClr>
                <a:srgbClr val="120046"/>
              </a:buClr>
              <a:buSzPts val="2100"/>
              <a:buNone/>
              <a:defRPr sz="23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transition spd="slow">
    <p:push/>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ransition Page | White ">
  <p:cSld name="Transition Page | White ">
    <p:spTree>
      <p:nvGrpSpPr>
        <p:cNvPr id="1" name="Shape 29"/>
        <p:cNvGrpSpPr/>
        <p:nvPr/>
      </p:nvGrpSpPr>
      <p:grpSpPr>
        <a:xfrm>
          <a:off x="0" y="0"/>
          <a:ext cx="0" cy="0"/>
          <a:chOff x="0" y="0"/>
          <a:chExt cx="0" cy="0"/>
        </a:xfrm>
      </p:grpSpPr>
      <p:pic>
        <p:nvPicPr>
          <p:cNvPr id="30" name="Google Shape;30;p5"/>
          <p:cNvPicPr preferRelativeResize="0"/>
          <p:nvPr/>
        </p:nvPicPr>
        <p:blipFill rotWithShape="1">
          <a:blip r:embed="rId2">
            <a:alphaModFix/>
          </a:blip>
          <a:srcRect/>
          <a:stretch/>
        </p:blipFill>
        <p:spPr>
          <a:xfrm>
            <a:off x="3634355" y="4452254"/>
            <a:ext cx="1875288" cy="230299"/>
          </a:xfrm>
          <a:prstGeom prst="rect">
            <a:avLst/>
          </a:prstGeom>
          <a:noFill/>
          <a:ln>
            <a:noFill/>
          </a:ln>
        </p:spPr>
      </p:pic>
      <p:sp>
        <p:nvSpPr>
          <p:cNvPr id="31" name="Google Shape;31;p5"/>
          <p:cNvSpPr/>
          <p:nvPr/>
        </p:nvSpPr>
        <p:spPr>
          <a:xfrm>
            <a:off x="381000" y="209550"/>
            <a:ext cx="381000" cy="609600"/>
          </a:xfrm>
          <a:prstGeom prst="rect">
            <a:avLst/>
          </a:pr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32" name="Google Shape;32;p5"/>
          <p:cNvPicPr preferRelativeResize="0"/>
          <p:nvPr/>
        </p:nvPicPr>
        <p:blipFill rotWithShape="1">
          <a:blip r:embed="rId3">
            <a:alphaModFix/>
          </a:blip>
          <a:srcRect l="108" t="17596" r="31188" b="47312"/>
          <a:stretch/>
        </p:blipFill>
        <p:spPr>
          <a:xfrm rot="-5400000">
            <a:off x="6830600" y="238375"/>
            <a:ext cx="2567650" cy="2078200"/>
          </a:xfrm>
          <a:prstGeom prst="rect">
            <a:avLst/>
          </a:prstGeom>
          <a:noFill/>
          <a:ln>
            <a:noFill/>
          </a:ln>
        </p:spPr>
      </p:pic>
      <p:sp>
        <p:nvSpPr>
          <p:cNvPr id="33" name="Google Shape;33;p5"/>
          <p:cNvSpPr/>
          <p:nvPr/>
        </p:nvSpPr>
        <p:spPr>
          <a:xfrm>
            <a:off x="347525" y="4749625"/>
            <a:ext cx="1795500" cy="285000"/>
          </a:xfrm>
          <a:prstGeom prst="rect">
            <a:avLst/>
          </a:prstGeom>
          <a:solidFill>
            <a:schemeClr val="l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dk1"/>
              </a:solidFill>
              <a:latin typeface="Plus Jakarta Sans"/>
              <a:ea typeface="Plus Jakarta Sans"/>
              <a:cs typeface="Plus Jakarta Sans"/>
              <a:sym typeface="Plus Jakarta Sans"/>
            </a:endParaRPr>
          </a:p>
        </p:txBody>
      </p:sp>
      <p:sp>
        <p:nvSpPr>
          <p:cNvPr id="34" name="Google Shape;34;p5"/>
          <p:cNvSpPr txBox="1">
            <a:spLocks noGrp="1"/>
          </p:cNvSpPr>
          <p:nvPr>
            <p:ph type="body" idx="1"/>
          </p:nvPr>
        </p:nvSpPr>
        <p:spPr>
          <a:xfrm>
            <a:off x="0" y="1533525"/>
            <a:ext cx="9144000" cy="324000"/>
          </a:xfrm>
          <a:prstGeom prst="rect">
            <a:avLst/>
          </a:prstGeom>
          <a:noFill/>
          <a:ln>
            <a:noFill/>
          </a:ln>
        </p:spPr>
        <p:txBody>
          <a:bodyPr spcFirstLastPara="1" wrap="square" lIns="0" tIns="45700" rIns="91425" bIns="45700" anchor="t" anchorCtr="0">
            <a:noAutofit/>
          </a:bodyPr>
          <a:lstStyle>
            <a:lvl1pPr marL="457200" lvl="0" indent="-228600" algn="ctr">
              <a:lnSpc>
                <a:spcPct val="100000"/>
              </a:lnSpc>
              <a:spcBef>
                <a:spcPts val="0"/>
              </a:spcBef>
              <a:spcAft>
                <a:spcPts val="0"/>
              </a:spcAft>
              <a:buClr>
                <a:srgbClr val="5555FA"/>
              </a:buClr>
              <a:buSzPts val="1400"/>
              <a:buFont typeface="Plus Jakarta Sans SemiBold"/>
              <a:buNone/>
              <a:defRPr i="0">
                <a:solidFill>
                  <a:srgbClr val="5555FA"/>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500"/>
              </a:spcBef>
              <a:spcAft>
                <a:spcPts val="0"/>
              </a:spcAft>
              <a:buSzPts val="1260"/>
              <a:buFont typeface="Arial"/>
              <a:buNone/>
              <a:defRPr sz="1050">
                <a:latin typeface="Arial"/>
                <a:ea typeface="Arial"/>
                <a:cs typeface="Arial"/>
                <a:sym typeface="Arial"/>
              </a:defRPr>
            </a:lvl2pPr>
            <a:lvl3pPr marL="1371600" lvl="2" indent="-228600" algn="l">
              <a:lnSpc>
                <a:spcPct val="100000"/>
              </a:lnSpc>
              <a:spcBef>
                <a:spcPts val="210"/>
              </a:spcBef>
              <a:spcAft>
                <a:spcPts val="0"/>
              </a:spcAft>
              <a:buSzPts val="1260"/>
              <a:buFont typeface="Arial"/>
              <a:buNone/>
              <a:defRPr sz="1050">
                <a:latin typeface="Arial"/>
                <a:ea typeface="Arial"/>
                <a:cs typeface="Arial"/>
                <a:sym typeface="Arial"/>
              </a:defRPr>
            </a:lvl3pPr>
            <a:lvl4pPr marL="1828800" lvl="3" indent="-228600" algn="l">
              <a:lnSpc>
                <a:spcPct val="100000"/>
              </a:lnSpc>
              <a:spcBef>
                <a:spcPts val="210"/>
              </a:spcBef>
              <a:spcAft>
                <a:spcPts val="0"/>
              </a:spcAft>
              <a:buClr>
                <a:srgbClr val="4F22FE"/>
              </a:buClr>
              <a:buSzPts val="1050"/>
              <a:buFont typeface="Arial"/>
              <a:buNone/>
              <a:defRPr sz="1050">
                <a:latin typeface="Arial"/>
                <a:ea typeface="Arial"/>
                <a:cs typeface="Arial"/>
                <a:sym typeface="Arial"/>
              </a:defRPr>
            </a:lvl4pPr>
            <a:lvl5pPr marL="2286000" lvl="4" indent="-228600" algn="l">
              <a:lnSpc>
                <a:spcPct val="100000"/>
              </a:lnSpc>
              <a:spcBef>
                <a:spcPts val="210"/>
              </a:spcBef>
              <a:spcAft>
                <a:spcPts val="0"/>
              </a:spcAft>
              <a:buClr>
                <a:srgbClr val="4F22FE"/>
              </a:buClr>
              <a:buSzPts val="1050"/>
              <a:buFont typeface="Arial"/>
              <a:buNone/>
              <a:defRPr sz="1050">
                <a:latin typeface="Arial"/>
                <a:ea typeface="Arial"/>
                <a:cs typeface="Arial"/>
                <a:sym typeface="Aria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35" name="Google Shape;35;p5"/>
          <p:cNvSpPr txBox="1">
            <a:spLocks noGrp="1"/>
          </p:cNvSpPr>
          <p:nvPr>
            <p:ph type="title"/>
          </p:nvPr>
        </p:nvSpPr>
        <p:spPr>
          <a:xfrm>
            <a:off x="0" y="1809750"/>
            <a:ext cx="9144000" cy="8574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0"/>
              </a:spcBef>
              <a:spcAft>
                <a:spcPts val="0"/>
              </a:spcAft>
              <a:buClr>
                <a:srgbClr val="120046"/>
              </a:buClr>
              <a:buSzPts val="3300"/>
              <a:buFont typeface="Plus Jakarta Sans"/>
              <a:buNone/>
              <a:defRPr sz="2300" b="0" i="0">
                <a:solidFill>
                  <a:srgbClr val="12004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transition spd="slow">
    <p:push/>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ransition Page | Orange">
  <p:cSld name="Transition Page | Orange">
    <p:bg>
      <p:bgPr>
        <a:solidFill>
          <a:schemeClr val="accent1"/>
        </a:solidFill>
        <a:effectLst/>
      </p:bgPr>
    </p:bg>
    <p:spTree>
      <p:nvGrpSpPr>
        <p:cNvPr id="1" name="Shape 36"/>
        <p:cNvGrpSpPr/>
        <p:nvPr/>
      </p:nvGrpSpPr>
      <p:grpSpPr>
        <a:xfrm>
          <a:off x="0" y="0"/>
          <a:ext cx="0" cy="0"/>
          <a:chOff x="0" y="0"/>
          <a:chExt cx="0" cy="0"/>
        </a:xfrm>
      </p:grpSpPr>
      <p:pic>
        <p:nvPicPr>
          <p:cNvPr id="37" name="Google Shape;37;p6"/>
          <p:cNvPicPr preferRelativeResize="0"/>
          <p:nvPr/>
        </p:nvPicPr>
        <p:blipFill rotWithShape="1">
          <a:blip r:embed="rId2">
            <a:alphaModFix/>
          </a:blip>
          <a:srcRect t="17801" r="31295" b="47334"/>
          <a:stretch/>
        </p:blipFill>
        <p:spPr>
          <a:xfrm rot="-5400000">
            <a:off x="6833599" y="250900"/>
            <a:ext cx="2561301" cy="2059499"/>
          </a:xfrm>
          <a:prstGeom prst="rect">
            <a:avLst/>
          </a:prstGeom>
          <a:noFill/>
          <a:ln>
            <a:noFill/>
          </a:ln>
        </p:spPr>
      </p:pic>
      <p:sp>
        <p:nvSpPr>
          <p:cNvPr id="38" name="Google Shape;38;p6"/>
          <p:cNvSpPr txBox="1">
            <a:spLocks noGrp="1"/>
          </p:cNvSpPr>
          <p:nvPr>
            <p:ph type="body" idx="1"/>
          </p:nvPr>
        </p:nvSpPr>
        <p:spPr>
          <a:xfrm>
            <a:off x="0" y="1533525"/>
            <a:ext cx="9144000" cy="324000"/>
          </a:xfrm>
          <a:prstGeom prst="rect">
            <a:avLst/>
          </a:prstGeom>
          <a:noFill/>
          <a:ln>
            <a:noFill/>
          </a:ln>
        </p:spPr>
        <p:txBody>
          <a:bodyPr spcFirstLastPara="1" wrap="square" lIns="0" tIns="45700" rIns="91425" bIns="45700" anchor="t" anchorCtr="0">
            <a:noAutofit/>
          </a:bodyPr>
          <a:lstStyle>
            <a:lvl1pPr marL="457200" lvl="0" indent="-228600" algn="ctr">
              <a:lnSpc>
                <a:spcPct val="100000"/>
              </a:lnSpc>
              <a:spcBef>
                <a:spcPts val="0"/>
              </a:spcBef>
              <a:spcAft>
                <a:spcPts val="0"/>
              </a:spcAft>
              <a:buClr>
                <a:schemeClr val="lt1"/>
              </a:buClr>
              <a:buSzPts val="1400"/>
              <a:buFont typeface="Plus Jakarta Sans SemiBold"/>
              <a:buNone/>
              <a:defRPr i="0">
                <a:solidFill>
                  <a:schemeClr val="lt1"/>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500"/>
              </a:spcBef>
              <a:spcAft>
                <a:spcPts val="0"/>
              </a:spcAft>
              <a:buClr>
                <a:schemeClr val="lt1"/>
              </a:buClr>
              <a:buSzPts val="1260"/>
              <a:buFont typeface="Arial"/>
              <a:buNone/>
              <a:defRPr sz="1050">
                <a:solidFill>
                  <a:schemeClr val="lt1"/>
                </a:solidFill>
                <a:latin typeface="Arial"/>
                <a:ea typeface="Arial"/>
                <a:cs typeface="Arial"/>
                <a:sym typeface="Arial"/>
              </a:defRPr>
            </a:lvl2pPr>
            <a:lvl3pPr marL="1371600" lvl="2" indent="-228600" algn="l">
              <a:lnSpc>
                <a:spcPct val="100000"/>
              </a:lnSpc>
              <a:spcBef>
                <a:spcPts val="210"/>
              </a:spcBef>
              <a:spcAft>
                <a:spcPts val="0"/>
              </a:spcAft>
              <a:buClr>
                <a:schemeClr val="lt1"/>
              </a:buClr>
              <a:buSzPts val="1260"/>
              <a:buFont typeface="Arial"/>
              <a:buNone/>
              <a:defRPr sz="1050">
                <a:solidFill>
                  <a:schemeClr val="lt1"/>
                </a:solidFill>
                <a:latin typeface="Arial"/>
                <a:ea typeface="Arial"/>
                <a:cs typeface="Arial"/>
                <a:sym typeface="Arial"/>
              </a:defRPr>
            </a:lvl3pPr>
            <a:lvl4pPr marL="1828800" lvl="3" indent="-228600" algn="l">
              <a:lnSpc>
                <a:spcPct val="100000"/>
              </a:lnSpc>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4pPr>
            <a:lvl5pPr marL="2286000" lvl="4" indent="-228600" algn="l">
              <a:lnSpc>
                <a:spcPct val="100000"/>
              </a:lnSpc>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5pPr>
            <a:lvl6pPr marL="2743200" lvl="5" indent="-342900" algn="l">
              <a:lnSpc>
                <a:spcPct val="100000"/>
              </a:lnSpc>
              <a:spcBef>
                <a:spcPts val="360"/>
              </a:spcBef>
              <a:spcAft>
                <a:spcPts val="0"/>
              </a:spcAft>
              <a:buClr>
                <a:schemeClr val="lt1"/>
              </a:buClr>
              <a:buSzPts val="1800"/>
              <a:buChar char="•"/>
              <a:defRPr>
                <a:solidFill>
                  <a:schemeClr val="lt1"/>
                </a:solidFill>
              </a:defRPr>
            </a:lvl6pPr>
            <a:lvl7pPr marL="3200400" lvl="6" indent="-342900" algn="l">
              <a:lnSpc>
                <a:spcPct val="100000"/>
              </a:lnSpc>
              <a:spcBef>
                <a:spcPts val="360"/>
              </a:spcBef>
              <a:spcAft>
                <a:spcPts val="0"/>
              </a:spcAft>
              <a:buClr>
                <a:schemeClr val="lt1"/>
              </a:buClr>
              <a:buSzPts val="1800"/>
              <a:buChar char="•"/>
              <a:defRPr>
                <a:solidFill>
                  <a:schemeClr val="lt1"/>
                </a:solidFill>
              </a:defRPr>
            </a:lvl7pPr>
            <a:lvl8pPr marL="3657600" lvl="7" indent="-342900" algn="l">
              <a:lnSpc>
                <a:spcPct val="100000"/>
              </a:lnSpc>
              <a:spcBef>
                <a:spcPts val="360"/>
              </a:spcBef>
              <a:spcAft>
                <a:spcPts val="0"/>
              </a:spcAft>
              <a:buClr>
                <a:schemeClr val="lt1"/>
              </a:buClr>
              <a:buSzPts val="1800"/>
              <a:buChar char="•"/>
              <a:defRPr>
                <a:solidFill>
                  <a:schemeClr val="lt1"/>
                </a:solidFill>
              </a:defRPr>
            </a:lvl8pPr>
            <a:lvl9pPr marL="4114800" lvl="8" indent="-342900" algn="l">
              <a:lnSpc>
                <a:spcPct val="100000"/>
              </a:lnSpc>
              <a:spcBef>
                <a:spcPts val="360"/>
              </a:spcBef>
              <a:spcAft>
                <a:spcPts val="0"/>
              </a:spcAft>
              <a:buClr>
                <a:schemeClr val="lt1"/>
              </a:buClr>
              <a:buSzPts val="1800"/>
              <a:buChar char="•"/>
              <a:defRPr>
                <a:solidFill>
                  <a:schemeClr val="lt1"/>
                </a:solidFill>
              </a:defRPr>
            </a:lvl9pPr>
          </a:lstStyle>
          <a:p>
            <a:endParaRPr/>
          </a:p>
        </p:txBody>
      </p:sp>
      <p:sp>
        <p:nvSpPr>
          <p:cNvPr id="39" name="Google Shape;39;p6"/>
          <p:cNvSpPr txBox="1">
            <a:spLocks noGrp="1"/>
          </p:cNvSpPr>
          <p:nvPr>
            <p:ph type="title"/>
          </p:nvPr>
        </p:nvSpPr>
        <p:spPr>
          <a:xfrm>
            <a:off x="0" y="1809750"/>
            <a:ext cx="9144000" cy="8574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0"/>
              </a:spcBef>
              <a:spcAft>
                <a:spcPts val="0"/>
              </a:spcAft>
              <a:buClr>
                <a:schemeClr val="lt1"/>
              </a:buClr>
              <a:buSzPts val="3300"/>
              <a:buFont typeface="Plus Jakarta Sans"/>
              <a:buNone/>
              <a:defRPr sz="2300" b="0" i="0">
                <a:solidFill>
                  <a:schemeClr val="lt1"/>
                </a:solidFill>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a:endParaRPr/>
          </a:p>
        </p:txBody>
      </p:sp>
      <p:pic>
        <p:nvPicPr>
          <p:cNvPr id="40" name="Google Shape;40;p6"/>
          <p:cNvPicPr preferRelativeResize="0"/>
          <p:nvPr/>
        </p:nvPicPr>
        <p:blipFill rotWithShape="1">
          <a:blip r:embed="rId3">
            <a:alphaModFix/>
          </a:blip>
          <a:srcRect/>
          <a:stretch/>
        </p:blipFill>
        <p:spPr>
          <a:xfrm>
            <a:off x="3634350" y="4452250"/>
            <a:ext cx="1875325" cy="230300"/>
          </a:xfrm>
          <a:prstGeom prst="rect">
            <a:avLst/>
          </a:prstGeom>
          <a:noFill/>
          <a:ln>
            <a:noFill/>
          </a:ln>
        </p:spPr>
      </p:pic>
      <p:sp>
        <p:nvSpPr>
          <p:cNvPr id="41" name="Google Shape;41;p6"/>
          <p:cNvSpPr/>
          <p:nvPr/>
        </p:nvSpPr>
        <p:spPr>
          <a:xfrm>
            <a:off x="261600" y="4630175"/>
            <a:ext cx="2553000" cy="4686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dk1"/>
              </a:solidFill>
              <a:latin typeface="Plus Jakarta Sans"/>
              <a:ea typeface="Plus Jakarta Sans"/>
              <a:cs typeface="Plus Jakarta Sans"/>
              <a:sym typeface="Plus Jakarta Sans"/>
            </a:endParaRPr>
          </a:p>
        </p:txBody>
      </p:sp>
    </p:spTree>
  </p:cSld>
  <p:clrMapOvr>
    <a:masterClrMapping/>
  </p:clrMapOvr>
  <p:transition spd="slow">
    <p:push/>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ransition Page | Twilight">
  <p:cSld name="Transition Page | Twilight">
    <p:bg>
      <p:bgPr>
        <a:solidFill>
          <a:schemeClr val="dk1"/>
        </a:solidFill>
        <a:effectLst/>
      </p:bgPr>
    </p:bg>
    <p:spTree>
      <p:nvGrpSpPr>
        <p:cNvPr id="1" name="Shape 42"/>
        <p:cNvGrpSpPr/>
        <p:nvPr/>
      </p:nvGrpSpPr>
      <p:grpSpPr>
        <a:xfrm>
          <a:off x="0" y="0"/>
          <a:ext cx="0" cy="0"/>
          <a:chOff x="0" y="0"/>
          <a:chExt cx="0" cy="0"/>
        </a:xfrm>
      </p:grpSpPr>
      <p:pic>
        <p:nvPicPr>
          <p:cNvPr id="43" name="Google Shape;43;p7"/>
          <p:cNvPicPr preferRelativeResize="0"/>
          <p:nvPr/>
        </p:nvPicPr>
        <p:blipFill rotWithShape="1">
          <a:blip r:embed="rId2">
            <a:alphaModFix/>
          </a:blip>
          <a:srcRect t="17732" r="31295" b="47181"/>
          <a:stretch/>
        </p:blipFill>
        <p:spPr>
          <a:xfrm rot="-5400000">
            <a:off x="6827075" y="244375"/>
            <a:ext cx="2561301" cy="2072550"/>
          </a:xfrm>
          <a:prstGeom prst="rect">
            <a:avLst/>
          </a:prstGeom>
          <a:noFill/>
          <a:ln>
            <a:noFill/>
          </a:ln>
        </p:spPr>
      </p:pic>
      <p:sp>
        <p:nvSpPr>
          <p:cNvPr id="44" name="Google Shape;44;p7"/>
          <p:cNvSpPr txBox="1">
            <a:spLocks noGrp="1"/>
          </p:cNvSpPr>
          <p:nvPr>
            <p:ph type="body" idx="1"/>
          </p:nvPr>
        </p:nvSpPr>
        <p:spPr>
          <a:xfrm>
            <a:off x="0" y="1533525"/>
            <a:ext cx="9144000" cy="324000"/>
          </a:xfrm>
          <a:prstGeom prst="rect">
            <a:avLst/>
          </a:prstGeom>
          <a:noFill/>
          <a:ln>
            <a:noFill/>
          </a:ln>
        </p:spPr>
        <p:txBody>
          <a:bodyPr spcFirstLastPara="1" wrap="square" lIns="0" tIns="45700" rIns="91425" bIns="45700" anchor="t" anchorCtr="0">
            <a:noAutofit/>
          </a:bodyPr>
          <a:lstStyle>
            <a:lvl1pPr marL="457200" lvl="0" indent="-228600" algn="ctr">
              <a:lnSpc>
                <a:spcPct val="100000"/>
              </a:lnSpc>
              <a:spcBef>
                <a:spcPts val="0"/>
              </a:spcBef>
              <a:spcAft>
                <a:spcPts val="0"/>
              </a:spcAft>
              <a:buClr>
                <a:schemeClr val="lt1"/>
              </a:buClr>
              <a:buSzPts val="1400"/>
              <a:buFont typeface="Plus Jakarta Sans SemiBold"/>
              <a:buNone/>
              <a:defRPr i="0">
                <a:solidFill>
                  <a:schemeClr val="lt1"/>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500"/>
              </a:spcBef>
              <a:spcAft>
                <a:spcPts val="0"/>
              </a:spcAft>
              <a:buClr>
                <a:schemeClr val="lt1"/>
              </a:buClr>
              <a:buSzPts val="1260"/>
              <a:buFont typeface="Arial"/>
              <a:buNone/>
              <a:defRPr sz="1050">
                <a:solidFill>
                  <a:schemeClr val="lt1"/>
                </a:solidFill>
                <a:latin typeface="Arial"/>
                <a:ea typeface="Arial"/>
                <a:cs typeface="Arial"/>
                <a:sym typeface="Arial"/>
              </a:defRPr>
            </a:lvl2pPr>
            <a:lvl3pPr marL="1371600" lvl="2" indent="-228600" algn="l">
              <a:lnSpc>
                <a:spcPct val="100000"/>
              </a:lnSpc>
              <a:spcBef>
                <a:spcPts val="210"/>
              </a:spcBef>
              <a:spcAft>
                <a:spcPts val="0"/>
              </a:spcAft>
              <a:buClr>
                <a:schemeClr val="lt1"/>
              </a:buClr>
              <a:buSzPts val="1260"/>
              <a:buFont typeface="Arial"/>
              <a:buNone/>
              <a:defRPr sz="1050">
                <a:solidFill>
                  <a:schemeClr val="lt1"/>
                </a:solidFill>
                <a:latin typeface="Arial"/>
                <a:ea typeface="Arial"/>
                <a:cs typeface="Arial"/>
                <a:sym typeface="Arial"/>
              </a:defRPr>
            </a:lvl3pPr>
            <a:lvl4pPr marL="1828800" lvl="3" indent="-228600" algn="l">
              <a:lnSpc>
                <a:spcPct val="100000"/>
              </a:lnSpc>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4pPr>
            <a:lvl5pPr marL="2286000" lvl="4" indent="-228600" algn="l">
              <a:lnSpc>
                <a:spcPct val="100000"/>
              </a:lnSpc>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5pPr>
            <a:lvl6pPr marL="2743200" lvl="5" indent="-342900" algn="l">
              <a:lnSpc>
                <a:spcPct val="100000"/>
              </a:lnSpc>
              <a:spcBef>
                <a:spcPts val="360"/>
              </a:spcBef>
              <a:spcAft>
                <a:spcPts val="0"/>
              </a:spcAft>
              <a:buClr>
                <a:schemeClr val="lt1"/>
              </a:buClr>
              <a:buSzPts val="1800"/>
              <a:buChar char="•"/>
              <a:defRPr>
                <a:solidFill>
                  <a:schemeClr val="lt1"/>
                </a:solidFill>
              </a:defRPr>
            </a:lvl6pPr>
            <a:lvl7pPr marL="3200400" lvl="6" indent="-342900" algn="l">
              <a:lnSpc>
                <a:spcPct val="100000"/>
              </a:lnSpc>
              <a:spcBef>
                <a:spcPts val="360"/>
              </a:spcBef>
              <a:spcAft>
                <a:spcPts val="0"/>
              </a:spcAft>
              <a:buClr>
                <a:schemeClr val="lt1"/>
              </a:buClr>
              <a:buSzPts val="1800"/>
              <a:buChar char="•"/>
              <a:defRPr>
                <a:solidFill>
                  <a:schemeClr val="lt1"/>
                </a:solidFill>
              </a:defRPr>
            </a:lvl7pPr>
            <a:lvl8pPr marL="3657600" lvl="7" indent="-342900" algn="l">
              <a:lnSpc>
                <a:spcPct val="100000"/>
              </a:lnSpc>
              <a:spcBef>
                <a:spcPts val="360"/>
              </a:spcBef>
              <a:spcAft>
                <a:spcPts val="0"/>
              </a:spcAft>
              <a:buClr>
                <a:schemeClr val="lt1"/>
              </a:buClr>
              <a:buSzPts val="1800"/>
              <a:buChar char="•"/>
              <a:defRPr>
                <a:solidFill>
                  <a:schemeClr val="lt1"/>
                </a:solidFill>
              </a:defRPr>
            </a:lvl8pPr>
            <a:lvl9pPr marL="4114800" lvl="8" indent="-342900" algn="l">
              <a:lnSpc>
                <a:spcPct val="100000"/>
              </a:lnSpc>
              <a:spcBef>
                <a:spcPts val="360"/>
              </a:spcBef>
              <a:spcAft>
                <a:spcPts val="0"/>
              </a:spcAft>
              <a:buClr>
                <a:schemeClr val="lt1"/>
              </a:buClr>
              <a:buSzPts val="1800"/>
              <a:buChar char="•"/>
              <a:defRPr>
                <a:solidFill>
                  <a:schemeClr val="lt1"/>
                </a:solidFill>
              </a:defRPr>
            </a:lvl9pPr>
          </a:lstStyle>
          <a:p>
            <a:endParaRPr/>
          </a:p>
        </p:txBody>
      </p:sp>
      <p:sp>
        <p:nvSpPr>
          <p:cNvPr id="45" name="Google Shape;45;p7"/>
          <p:cNvSpPr txBox="1">
            <a:spLocks noGrp="1"/>
          </p:cNvSpPr>
          <p:nvPr>
            <p:ph type="title"/>
          </p:nvPr>
        </p:nvSpPr>
        <p:spPr>
          <a:xfrm>
            <a:off x="0" y="1809750"/>
            <a:ext cx="9144000" cy="8574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0"/>
              </a:spcBef>
              <a:spcAft>
                <a:spcPts val="0"/>
              </a:spcAft>
              <a:buClr>
                <a:schemeClr val="lt1"/>
              </a:buClr>
              <a:buSzPts val="3300"/>
              <a:buFont typeface="Plus Jakarta Sans"/>
              <a:buNone/>
              <a:defRPr sz="2300" b="0" i="0">
                <a:solidFill>
                  <a:schemeClr val="lt1"/>
                </a:solidFill>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a:endParaRPr/>
          </a:p>
        </p:txBody>
      </p:sp>
      <p:pic>
        <p:nvPicPr>
          <p:cNvPr id="46" name="Google Shape;46;p7"/>
          <p:cNvPicPr preferRelativeResize="0"/>
          <p:nvPr/>
        </p:nvPicPr>
        <p:blipFill rotWithShape="1">
          <a:blip r:embed="rId3">
            <a:alphaModFix/>
          </a:blip>
          <a:srcRect/>
          <a:stretch/>
        </p:blipFill>
        <p:spPr>
          <a:xfrm>
            <a:off x="3634355" y="4452254"/>
            <a:ext cx="1875288" cy="230299"/>
          </a:xfrm>
          <a:prstGeom prst="rect">
            <a:avLst/>
          </a:prstGeom>
          <a:noFill/>
          <a:ln>
            <a:noFill/>
          </a:ln>
        </p:spPr>
      </p:pic>
      <p:sp>
        <p:nvSpPr>
          <p:cNvPr id="47" name="Google Shape;47;p7"/>
          <p:cNvSpPr/>
          <p:nvPr/>
        </p:nvSpPr>
        <p:spPr>
          <a:xfrm>
            <a:off x="448975" y="4762900"/>
            <a:ext cx="2303100" cy="1953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dk1"/>
              </a:solidFill>
              <a:latin typeface="Plus Jakarta Sans"/>
              <a:ea typeface="Plus Jakarta Sans"/>
              <a:cs typeface="Plus Jakarta Sans"/>
              <a:sym typeface="Plus Jakarta Sans"/>
            </a:endParaRPr>
          </a:p>
        </p:txBody>
      </p:sp>
    </p:spTree>
  </p:cSld>
  <p:clrMapOvr>
    <a:masterClrMapping/>
  </p:clrMapOvr>
  <p:transition spd="slow">
    <p:push/>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ransition Slide | Nodes at the Bottom | Orange">
  <p:cSld name="Transition Slide | Nodes at the Bottom | Orange">
    <p:bg>
      <p:bgPr>
        <a:solidFill>
          <a:schemeClr val="accent1"/>
        </a:solidFill>
        <a:effectLst/>
      </p:bgPr>
    </p:bg>
    <p:spTree>
      <p:nvGrpSpPr>
        <p:cNvPr id="1" name="Shape 48"/>
        <p:cNvGrpSpPr/>
        <p:nvPr/>
      </p:nvGrpSpPr>
      <p:grpSpPr>
        <a:xfrm>
          <a:off x="0" y="0"/>
          <a:ext cx="0" cy="0"/>
          <a:chOff x="0" y="0"/>
          <a:chExt cx="0" cy="0"/>
        </a:xfrm>
      </p:grpSpPr>
      <p:sp>
        <p:nvSpPr>
          <p:cNvPr id="49" name="Google Shape;49;p8"/>
          <p:cNvSpPr/>
          <p:nvPr/>
        </p:nvSpPr>
        <p:spPr>
          <a:xfrm>
            <a:off x="261600" y="4630175"/>
            <a:ext cx="2553000" cy="4686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dk1"/>
              </a:solidFill>
              <a:latin typeface="Plus Jakarta Sans"/>
              <a:ea typeface="Plus Jakarta Sans"/>
              <a:cs typeface="Plus Jakarta Sans"/>
              <a:sym typeface="Plus Jakarta Sans"/>
            </a:endParaRPr>
          </a:p>
        </p:txBody>
      </p:sp>
      <p:pic>
        <p:nvPicPr>
          <p:cNvPr id="50" name="Google Shape;50;p8"/>
          <p:cNvPicPr preferRelativeResize="0"/>
          <p:nvPr/>
        </p:nvPicPr>
        <p:blipFill rotWithShape="1">
          <a:blip r:embed="rId2">
            <a:alphaModFix/>
          </a:blip>
          <a:srcRect l="16421" t="662" r="40903" b="3386"/>
          <a:stretch/>
        </p:blipFill>
        <p:spPr>
          <a:xfrm rot="5400000">
            <a:off x="2756549" y="-1247399"/>
            <a:ext cx="3630903" cy="9150900"/>
          </a:xfrm>
          <a:prstGeom prst="rect">
            <a:avLst/>
          </a:prstGeom>
          <a:noFill/>
          <a:ln>
            <a:noFill/>
          </a:ln>
        </p:spPr>
      </p:pic>
      <p:sp>
        <p:nvSpPr>
          <p:cNvPr id="51" name="Google Shape;51;p8"/>
          <p:cNvSpPr/>
          <p:nvPr/>
        </p:nvSpPr>
        <p:spPr>
          <a:xfrm>
            <a:off x="150" y="1473425"/>
            <a:ext cx="9144000" cy="3630900"/>
          </a:xfrm>
          <a:prstGeom prst="rect">
            <a:avLst/>
          </a:prstGeom>
          <a:gradFill>
            <a:gsLst>
              <a:gs pos="0">
                <a:schemeClr val="accent1"/>
              </a:gs>
              <a:gs pos="25000">
                <a:schemeClr val="accent1"/>
              </a:gs>
              <a:gs pos="100000">
                <a:srgbClr val="FFFFFF">
                  <a:alpha val="0"/>
                </a:srgbClr>
              </a:gs>
            </a:gsLst>
            <a:lin ang="5400012" scaled="0"/>
          </a:gradFill>
          <a:ln>
            <a:noFill/>
          </a:ln>
        </p:spPr>
        <p:txBody>
          <a:bodyPr spcFirstLastPara="1" wrap="square" lIns="91425" tIns="91425" rIns="91425" bIns="91425"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dk1"/>
              </a:solidFill>
              <a:latin typeface="Plus Jakarta Sans"/>
              <a:ea typeface="Plus Jakarta Sans"/>
              <a:cs typeface="Plus Jakarta Sans"/>
              <a:sym typeface="Plus Jakarta Sans"/>
            </a:endParaRPr>
          </a:p>
        </p:txBody>
      </p:sp>
      <p:sp>
        <p:nvSpPr>
          <p:cNvPr id="52" name="Google Shape;52;p8"/>
          <p:cNvSpPr txBox="1">
            <a:spLocks noGrp="1"/>
          </p:cNvSpPr>
          <p:nvPr>
            <p:ph type="title"/>
          </p:nvPr>
        </p:nvSpPr>
        <p:spPr>
          <a:xfrm>
            <a:off x="609600" y="1938688"/>
            <a:ext cx="7620000" cy="612900"/>
          </a:xfrm>
          <a:prstGeom prst="rect">
            <a:avLst/>
          </a:prstGeom>
          <a:noFill/>
          <a:ln>
            <a:noFill/>
          </a:ln>
        </p:spPr>
        <p:txBody>
          <a:bodyPr spcFirstLastPara="1" wrap="square" lIns="0" tIns="45700" rIns="91425" bIns="45700" anchor="b" anchorCtr="0">
            <a:noAutofit/>
          </a:bodyPr>
          <a:lstStyle>
            <a:lvl1pPr lvl="0" algn="l">
              <a:lnSpc>
                <a:spcPct val="100000"/>
              </a:lnSpc>
              <a:spcBef>
                <a:spcPts val="0"/>
              </a:spcBef>
              <a:spcAft>
                <a:spcPts val="0"/>
              </a:spcAft>
              <a:buClr>
                <a:schemeClr val="lt1"/>
              </a:buClr>
              <a:buSzPts val="3300"/>
              <a:buFont typeface="Plus Jakarta Sans"/>
              <a:buNone/>
              <a:defRPr sz="23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8"/>
          <p:cNvSpPr txBox="1">
            <a:spLocks noGrp="1"/>
          </p:cNvSpPr>
          <p:nvPr>
            <p:ph type="body" idx="1"/>
          </p:nvPr>
        </p:nvSpPr>
        <p:spPr>
          <a:xfrm>
            <a:off x="609600" y="2634807"/>
            <a:ext cx="7543800" cy="570000"/>
          </a:xfrm>
          <a:prstGeom prst="rect">
            <a:avLst/>
          </a:prstGeom>
          <a:noFill/>
          <a:ln>
            <a:noFill/>
          </a:ln>
        </p:spPr>
        <p:txBody>
          <a:bodyPr spcFirstLastPara="1" wrap="square" lIns="0" tIns="45700" rIns="91425" bIns="45700" anchor="t" anchorCtr="0">
            <a:noAutofit/>
          </a:bodyPr>
          <a:lstStyle>
            <a:lvl1pPr marL="457200" lvl="0" indent="-228600" algn="l">
              <a:lnSpc>
                <a:spcPct val="100000"/>
              </a:lnSpc>
              <a:spcBef>
                <a:spcPts val="0"/>
              </a:spcBef>
              <a:spcAft>
                <a:spcPts val="0"/>
              </a:spcAft>
              <a:buSzPts val="1800"/>
              <a:buFont typeface="Plus Jakarta Sans SemiBold"/>
              <a:buNone/>
              <a:defRPr>
                <a:latin typeface="Plus Jakarta Sans SemiBold"/>
                <a:ea typeface="Plus Jakarta Sans SemiBold"/>
                <a:cs typeface="Plus Jakarta Sans SemiBold"/>
                <a:sym typeface="Plus Jakarta Sans SemiBold"/>
              </a:defRPr>
            </a:lvl1pPr>
            <a:lvl2pPr marL="914400" lvl="1" indent="-228600" algn="l">
              <a:lnSpc>
                <a:spcPct val="78888"/>
              </a:lnSpc>
              <a:spcBef>
                <a:spcPts val="500"/>
              </a:spcBef>
              <a:spcAft>
                <a:spcPts val="0"/>
              </a:spcAft>
              <a:buSzPts val="2160"/>
              <a:buNone/>
              <a:defRPr/>
            </a:lvl2pPr>
            <a:lvl3pPr marL="1371600" lvl="2" indent="-365760" algn="l">
              <a:lnSpc>
                <a:spcPct val="100000"/>
              </a:lnSpc>
              <a:spcBef>
                <a:spcPts val="360"/>
              </a:spcBef>
              <a:spcAft>
                <a:spcPts val="0"/>
              </a:spcAft>
              <a:buSzPts val="2160"/>
              <a:buChar char="•"/>
              <a:defRPr/>
            </a:lvl3pPr>
            <a:lvl4pPr marL="1828800" lvl="3" indent="-342900" algn="l">
              <a:lnSpc>
                <a:spcPct val="100000"/>
              </a:lnSpc>
              <a:spcBef>
                <a:spcPts val="360"/>
              </a:spcBef>
              <a:spcAft>
                <a:spcPts val="0"/>
              </a:spcAft>
              <a:buClr>
                <a:srgbClr val="4F22FE"/>
              </a:buClr>
              <a:buSzPts val="1800"/>
              <a:buChar char="–"/>
              <a:defRPr/>
            </a:lvl4pPr>
            <a:lvl5pPr marL="2286000" lvl="4" indent="-342900" algn="l">
              <a:lnSpc>
                <a:spcPct val="100000"/>
              </a:lnSpc>
              <a:spcBef>
                <a:spcPts val="360"/>
              </a:spcBef>
              <a:spcAft>
                <a:spcPts val="0"/>
              </a:spcAft>
              <a:buClr>
                <a:srgbClr val="4F22FE"/>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pic>
        <p:nvPicPr>
          <p:cNvPr id="54" name="Google Shape;54;p8"/>
          <p:cNvPicPr preferRelativeResize="0"/>
          <p:nvPr/>
        </p:nvPicPr>
        <p:blipFill rotWithShape="1">
          <a:blip r:embed="rId3">
            <a:alphaModFix/>
          </a:blip>
          <a:srcRect/>
          <a:stretch/>
        </p:blipFill>
        <p:spPr>
          <a:xfrm>
            <a:off x="609600" y="686457"/>
            <a:ext cx="2321469" cy="285093"/>
          </a:xfrm>
          <a:prstGeom prst="rect">
            <a:avLst/>
          </a:prstGeom>
          <a:noFill/>
          <a:ln>
            <a:noFill/>
          </a:ln>
        </p:spPr>
      </p:pic>
      <p:pic>
        <p:nvPicPr>
          <p:cNvPr id="55" name="Google Shape;55;p8"/>
          <p:cNvPicPr preferRelativeResize="0"/>
          <p:nvPr/>
        </p:nvPicPr>
        <p:blipFill rotWithShape="1">
          <a:blip r:embed="rId4">
            <a:alphaModFix/>
          </a:blip>
          <a:srcRect/>
          <a:stretch/>
        </p:blipFill>
        <p:spPr>
          <a:xfrm>
            <a:off x="609600" y="686452"/>
            <a:ext cx="2321475" cy="285098"/>
          </a:xfrm>
          <a:prstGeom prst="rect">
            <a:avLst/>
          </a:prstGeom>
          <a:noFill/>
          <a:ln>
            <a:noFill/>
          </a:ln>
        </p:spPr>
      </p:pic>
      <p:sp>
        <p:nvSpPr>
          <p:cNvPr id="56" name="Google Shape;56;p8"/>
          <p:cNvSpPr txBox="1"/>
          <p:nvPr/>
        </p:nvSpPr>
        <p:spPr>
          <a:xfrm>
            <a:off x="380125" y="4737800"/>
            <a:ext cx="4613700" cy="2877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Clr>
                <a:schemeClr val="lt1"/>
              </a:buClr>
              <a:buSzPts val="600"/>
              <a:buFont typeface="Plus Jakarta Sans"/>
              <a:buNone/>
            </a:pPr>
            <a:r>
              <a:rPr lang="en" sz="600" b="0" i="0" u="none" strike="noStrike" cap="none">
                <a:solidFill>
                  <a:schemeClr val="lt1"/>
                </a:solidFill>
                <a:latin typeface="Plus Jakarta Sans"/>
                <a:ea typeface="Plus Jakarta Sans"/>
                <a:cs typeface="Plus Jakarta Sans"/>
                <a:sym typeface="Plus Jakarta Sans"/>
              </a:rPr>
              <a:t>©2025 Cloudera, Inc. All Rights Reserved.</a:t>
            </a:r>
            <a:endParaRPr sz="600" b="0" i="0" u="none" strike="noStrike" cap="none">
              <a:solidFill>
                <a:schemeClr val="lt1"/>
              </a:solidFill>
              <a:latin typeface="Plus Jakarta Sans"/>
              <a:ea typeface="Plus Jakarta Sans"/>
              <a:cs typeface="Plus Jakarta Sans"/>
              <a:sym typeface="Plus Jakarta Sans"/>
            </a:endParaRPr>
          </a:p>
        </p:txBody>
      </p:sp>
    </p:spTree>
  </p:cSld>
  <p:clrMapOvr>
    <a:masterClrMapping/>
  </p:clrMapOvr>
  <p:transition spd="slow">
    <p:push/>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 White">
  <p:cSld name="Title Only | White">
    <p:spTree>
      <p:nvGrpSpPr>
        <p:cNvPr id="1" name="Shape 57"/>
        <p:cNvGrpSpPr/>
        <p:nvPr/>
      </p:nvGrpSpPr>
      <p:grpSpPr>
        <a:xfrm>
          <a:off x="0" y="0"/>
          <a:ext cx="0" cy="0"/>
          <a:chOff x="0" y="0"/>
          <a:chExt cx="0" cy="0"/>
        </a:xfrm>
      </p:grpSpPr>
      <p:sp>
        <p:nvSpPr>
          <p:cNvPr id="58" name="Google Shape;58;p9"/>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59" name="Google Shape;59;p9"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60" name="Google Shape;60;p9"/>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lnSpc>
                <a:spcPct val="100000"/>
              </a:lnSpc>
              <a:spcBef>
                <a:spcPts val="0"/>
              </a:spcBef>
              <a:spcAft>
                <a:spcPts val="0"/>
              </a:spcAft>
              <a:buClr>
                <a:srgbClr val="120046"/>
              </a:buClr>
              <a:buSzPts val="2100"/>
              <a:buNone/>
              <a:defRPr sz="23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9"/>
          <p:cNvSpPr txBox="1">
            <a:spLocks noGrp="1"/>
          </p:cNvSpPr>
          <p:nvPr>
            <p:ph type="body" idx="1"/>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accent4"/>
              </a:buClr>
              <a:buSzPts val="1100"/>
              <a:buFont typeface="Plus Jakarta Sans SemiBold"/>
              <a:buNone/>
              <a:defRPr sz="1100" i="0">
                <a:solidFill>
                  <a:schemeClr val="accent4"/>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lnSpc>
                <a:spcPct val="100000"/>
              </a:lnSpc>
              <a:spcBef>
                <a:spcPts val="210"/>
              </a:spcBef>
              <a:spcAft>
                <a:spcPts val="0"/>
              </a:spcAft>
              <a:buSzPts val="1260"/>
              <a:buFont typeface="Arial"/>
              <a:buNone/>
              <a:defRPr sz="1050">
                <a:latin typeface="Arial"/>
                <a:ea typeface="Arial"/>
                <a:cs typeface="Arial"/>
                <a:sym typeface="Arial"/>
              </a:defRPr>
            </a:lvl3pPr>
            <a:lvl4pPr marL="1828800" lvl="3"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transition spd="slow">
    <p:push/>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 Twilight">
  <p:cSld name="Title Only | Twilight">
    <p:bg>
      <p:bgPr>
        <a:solidFill>
          <a:schemeClr val="accent3"/>
        </a:solidFill>
        <a:effectLst/>
      </p:bgPr>
    </p:bg>
    <p:spTree>
      <p:nvGrpSpPr>
        <p:cNvPr id="1" name="Shape 62"/>
        <p:cNvGrpSpPr/>
        <p:nvPr/>
      </p:nvGrpSpPr>
      <p:grpSpPr>
        <a:xfrm>
          <a:off x="0" y="0"/>
          <a:ext cx="0" cy="0"/>
          <a:chOff x="0" y="0"/>
          <a:chExt cx="0" cy="0"/>
        </a:xfrm>
      </p:grpSpPr>
      <p:sp>
        <p:nvSpPr>
          <p:cNvPr id="63" name="Google Shape;63;p10"/>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64" name="Google Shape;64;p10"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65" name="Google Shape;65;p10"/>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lnSpc>
                <a:spcPct val="100000"/>
              </a:lnSpc>
              <a:spcBef>
                <a:spcPts val="0"/>
              </a:spcBef>
              <a:spcAft>
                <a:spcPts val="0"/>
              </a:spcAft>
              <a:buClr>
                <a:schemeClr val="lt1"/>
              </a:buClr>
              <a:buSzPts val="2100"/>
              <a:buNone/>
              <a:defRPr sz="23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0"/>
          <p:cNvSpPr txBox="1">
            <a:spLocks noGrp="1"/>
          </p:cNvSpPr>
          <p:nvPr>
            <p:ph type="body" idx="1"/>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lt1"/>
              </a:buClr>
              <a:buSzPts val="1100"/>
              <a:buFont typeface="Plus Jakarta Sans SemiBold"/>
              <a:buNone/>
              <a:defRPr sz="1100" i="0">
                <a:solidFill>
                  <a:schemeClr val="lt1"/>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lnSpc>
                <a:spcPct val="100000"/>
              </a:lnSpc>
              <a:spcBef>
                <a:spcPts val="210"/>
              </a:spcBef>
              <a:spcAft>
                <a:spcPts val="0"/>
              </a:spcAft>
              <a:buSzPts val="1260"/>
              <a:buFont typeface="Arial"/>
              <a:buNone/>
              <a:defRPr sz="1050">
                <a:latin typeface="Arial"/>
                <a:ea typeface="Arial"/>
                <a:cs typeface="Arial"/>
                <a:sym typeface="Arial"/>
              </a:defRPr>
            </a:lvl3pPr>
            <a:lvl4pPr marL="1828800" lvl="3"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transition spd="slow">
    <p:push/>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mp; Body | Twilight">
  <p:cSld name="Title &amp; Body | Twilight">
    <p:bg>
      <p:bgPr>
        <a:solidFill>
          <a:schemeClr val="dk1"/>
        </a:solidFill>
        <a:effectLst/>
      </p:bgPr>
    </p:bg>
    <p:spTree>
      <p:nvGrpSpPr>
        <p:cNvPr id="1" name="Shape 67"/>
        <p:cNvGrpSpPr/>
        <p:nvPr/>
      </p:nvGrpSpPr>
      <p:grpSpPr>
        <a:xfrm>
          <a:off x="0" y="0"/>
          <a:ext cx="0" cy="0"/>
          <a:chOff x="0" y="0"/>
          <a:chExt cx="0" cy="0"/>
        </a:xfrm>
      </p:grpSpPr>
      <p:sp>
        <p:nvSpPr>
          <p:cNvPr id="68" name="Google Shape;68;p11"/>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69" name="Google Shape;69;p11"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70" name="Google Shape;70;p11"/>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lnSpc>
                <a:spcPct val="100000"/>
              </a:lnSpc>
              <a:spcBef>
                <a:spcPts val="0"/>
              </a:spcBef>
              <a:spcAft>
                <a:spcPts val="0"/>
              </a:spcAft>
              <a:buClr>
                <a:schemeClr val="lt1"/>
              </a:buClr>
              <a:buSzPts val="2100"/>
              <a:buNone/>
              <a:defRPr sz="2300">
                <a:solidFill>
                  <a:schemeClr val="lt1"/>
                </a:solidFill>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a:endParaRPr/>
          </a:p>
        </p:txBody>
      </p:sp>
      <p:sp>
        <p:nvSpPr>
          <p:cNvPr id="71" name="Google Shape;71;p11"/>
          <p:cNvSpPr txBox="1">
            <a:spLocks noGrp="1"/>
          </p:cNvSpPr>
          <p:nvPr>
            <p:ph type="body" idx="1"/>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lt1"/>
              </a:buClr>
              <a:buSzPts val="1100"/>
              <a:buFont typeface="Plus Jakarta Sans SemiBold"/>
              <a:buNone/>
              <a:defRPr sz="1100" i="0">
                <a:solidFill>
                  <a:schemeClr val="lt1"/>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Clr>
                <a:schemeClr val="lt1"/>
              </a:buClr>
              <a:buSzPts val="1260"/>
              <a:buFont typeface="Arial"/>
              <a:buNone/>
              <a:defRPr sz="1050">
                <a:solidFill>
                  <a:schemeClr val="lt1"/>
                </a:solidFill>
                <a:latin typeface="Arial"/>
                <a:ea typeface="Arial"/>
                <a:cs typeface="Arial"/>
                <a:sym typeface="Arial"/>
              </a:defRPr>
            </a:lvl2pPr>
            <a:lvl3pPr marL="1371600" lvl="2" indent="-228600" algn="l">
              <a:lnSpc>
                <a:spcPct val="100000"/>
              </a:lnSpc>
              <a:spcBef>
                <a:spcPts val="210"/>
              </a:spcBef>
              <a:spcAft>
                <a:spcPts val="0"/>
              </a:spcAft>
              <a:buClr>
                <a:schemeClr val="lt1"/>
              </a:buClr>
              <a:buSzPts val="1260"/>
              <a:buFont typeface="Arial"/>
              <a:buNone/>
              <a:defRPr sz="1050">
                <a:solidFill>
                  <a:schemeClr val="lt1"/>
                </a:solidFill>
                <a:latin typeface="Arial"/>
                <a:ea typeface="Arial"/>
                <a:cs typeface="Arial"/>
                <a:sym typeface="Arial"/>
              </a:defRPr>
            </a:lvl3pPr>
            <a:lvl4pPr marL="1828800" lvl="3" indent="-228600" algn="l">
              <a:lnSpc>
                <a:spcPct val="100000"/>
              </a:lnSpc>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4pPr>
            <a:lvl5pPr marL="2286000" lvl="4" indent="-228600" algn="l">
              <a:lnSpc>
                <a:spcPct val="100000"/>
              </a:lnSpc>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5pPr>
            <a:lvl6pPr marL="2743200" lvl="5" indent="-342900" algn="l">
              <a:lnSpc>
                <a:spcPct val="100000"/>
              </a:lnSpc>
              <a:spcBef>
                <a:spcPts val="360"/>
              </a:spcBef>
              <a:spcAft>
                <a:spcPts val="0"/>
              </a:spcAft>
              <a:buClr>
                <a:schemeClr val="lt1"/>
              </a:buClr>
              <a:buSzPts val="1800"/>
              <a:buChar char="•"/>
              <a:defRPr>
                <a:solidFill>
                  <a:schemeClr val="lt1"/>
                </a:solidFill>
              </a:defRPr>
            </a:lvl6pPr>
            <a:lvl7pPr marL="3200400" lvl="6" indent="-342900" algn="l">
              <a:lnSpc>
                <a:spcPct val="100000"/>
              </a:lnSpc>
              <a:spcBef>
                <a:spcPts val="360"/>
              </a:spcBef>
              <a:spcAft>
                <a:spcPts val="0"/>
              </a:spcAft>
              <a:buClr>
                <a:schemeClr val="lt1"/>
              </a:buClr>
              <a:buSzPts val="1800"/>
              <a:buChar char="•"/>
              <a:defRPr>
                <a:solidFill>
                  <a:schemeClr val="lt1"/>
                </a:solidFill>
              </a:defRPr>
            </a:lvl7pPr>
            <a:lvl8pPr marL="3657600" lvl="7" indent="-342900" algn="l">
              <a:lnSpc>
                <a:spcPct val="100000"/>
              </a:lnSpc>
              <a:spcBef>
                <a:spcPts val="360"/>
              </a:spcBef>
              <a:spcAft>
                <a:spcPts val="0"/>
              </a:spcAft>
              <a:buClr>
                <a:schemeClr val="lt1"/>
              </a:buClr>
              <a:buSzPts val="1800"/>
              <a:buChar char="•"/>
              <a:defRPr>
                <a:solidFill>
                  <a:schemeClr val="lt1"/>
                </a:solidFill>
              </a:defRPr>
            </a:lvl8pPr>
            <a:lvl9pPr marL="4114800" lvl="8" indent="-342900" algn="l">
              <a:lnSpc>
                <a:spcPct val="100000"/>
              </a:lnSpc>
              <a:spcBef>
                <a:spcPts val="360"/>
              </a:spcBef>
              <a:spcAft>
                <a:spcPts val="0"/>
              </a:spcAft>
              <a:buClr>
                <a:schemeClr val="lt1"/>
              </a:buClr>
              <a:buSzPts val="1800"/>
              <a:buChar char="•"/>
              <a:defRPr>
                <a:solidFill>
                  <a:schemeClr val="lt1"/>
                </a:solidFill>
              </a:defRPr>
            </a:lvl9pPr>
          </a:lstStyle>
          <a:p>
            <a:endParaRPr/>
          </a:p>
        </p:txBody>
      </p:sp>
      <p:sp>
        <p:nvSpPr>
          <p:cNvPr id="72" name="Google Shape;72;p11"/>
          <p:cNvSpPr txBox="1">
            <a:spLocks noGrp="1"/>
          </p:cNvSpPr>
          <p:nvPr>
            <p:ph type="body" idx="2"/>
          </p:nvPr>
        </p:nvSpPr>
        <p:spPr>
          <a:xfrm>
            <a:off x="533400" y="1370000"/>
            <a:ext cx="4138200" cy="30825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lt1"/>
              </a:buClr>
              <a:buSzPts val="1800"/>
              <a:buNone/>
              <a:defRPr>
                <a:solidFill>
                  <a:schemeClr val="lt1"/>
                </a:solidFill>
              </a:defRPr>
            </a:lvl1pPr>
            <a:lvl2pPr marL="914400" lvl="1" indent="-228600" algn="l">
              <a:lnSpc>
                <a:spcPct val="78888"/>
              </a:lnSpc>
              <a:spcBef>
                <a:spcPts val="400"/>
              </a:spcBef>
              <a:spcAft>
                <a:spcPts val="0"/>
              </a:spcAft>
              <a:buClr>
                <a:schemeClr val="lt1"/>
              </a:buClr>
              <a:buSzPts val="2160"/>
              <a:buNone/>
              <a:defRPr>
                <a:solidFill>
                  <a:schemeClr val="lt1"/>
                </a:solidFill>
              </a:defRPr>
            </a:lvl2pPr>
            <a:lvl3pPr marL="1371600" lvl="2" indent="-365760" algn="l">
              <a:lnSpc>
                <a:spcPct val="100000"/>
              </a:lnSpc>
              <a:spcBef>
                <a:spcPts val="360"/>
              </a:spcBef>
              <a:spcAft>
                <a:spcPts val="0"/>
              </a:spcAft>
              <a:buClr>
                <a:schemeClr val="lt1"/>
              </a:buClr>
              <a:buSzPts val="2160"/>
              <a:buChar char="•"/>
              <a:defRPr>
                <a:solidFill>
                  <a:schemeClr val="lt1"/>
                </a:solidFill>
              </a:defRPr>
            </a:lvl3pPr>
            <a:lvl4pPr marL="1828800" lvl="3" indent="-342900" algn="l">
              <a:lnSpc>
                <a:spcPct val="100000"/>
              </a:lnSpc>
              <a:spcBef>
                <a:spcPts val="360"/>
              </a:spcBef>
              <a:spcAft>
                <a:spcPts val="0"/>
              </a:spcAft>
              <a:buClr>
                <a:schemeClr val="lt1"/>
              </a:buClr>
              <a:buSzPts val="1800"/>
              <a:buChar char="–"/>
              <a:defRPr>
                <a:solidFill>
                  <a:schemeClr val="lt1"/>
                </a:solidFill>
              </a:defRPr>
            </a:lvl4pPr>
            <a:lvl5pPr marL="2286000" lvl="4" indent="-342900" algn="l">
              <a:lnSpc>
                <a:spcPct val="100000"/>
              </a:lnSpc>
              <a:spcBef>
                <a:spcPts val="360"/>
              </a:spcBef>
              <a:spcAft>
                <a:spcPts val="0"/>
              </a:spcAft>
              <a:buClr>
                <a:schemeClr val="lt1"/>
              </a:buClr>
              <a:buSzPts val="1800"/>
              <a:buChar char="»"/>
              <a:defRPr>
                <a:solidFill>
                  <a:schemeClr val="lt1"/>
                </a:solidFill>
              </a:defRPr>
            </a:lvl5pPr>
            <a:lvl6pPr marL="2743200" lvl="5" indent="-342900" algn="l">
              <a:lnSpc>
                <a:spcPct val="100000"/>
              </a:lnSpc>
              <a:spcBef>
                <a:spcPts val="360"/>
              </a:spcBef>
              <a:spcAft>
                <a:spcPts val="0"/>
              </a:spcAft>
              <a:buClr>
                <a:schemeClr val="lt1"/>
              </a:buClr>
              <a:buSzPts val="1800"/>
              <a:buChar char="•"/>
              <a:defRPr>
                <a:solidFill>
                  <a:schemeClr val="lt1"/>
                </a:solidFill>
              </a:defRPr>
            </a:lvl6pPr>
            <a:lvl7pPr marL="3200400" lvl="6" indent="-342900" algn="l">
              <a:lnSpc>
                <a:spcPct val="100000"/>
              </a:lnSpc>
              <a:spcBef>
                <a:spcPts val="360"/>
              </a:spcBef>
              <a:spcAft>
                <a:spcPts val="0"/>
              </a:spcAft>
              <a:buClr>
                <a:schemeClr val="lt1"/>
              </a:buClr>
              <a:buSzPts val="1800"/>
              <a:buChar char="•"/>
              <a:defRPr>
                <a:solidFill>
                  <a:schemeClr val="lt1"/>
                </a:solidFill>
              </a:defRPr>
            </a:lvl7pPr>
            <a:lvl8pPr marL="3657600" lvl="7" indent="-342900" algn="l">
              <a:lnSpc>
                <a:spcPct val="100000"/>
              </a:lnSpc>
              <a:spcBef>
                <a:spcPts val="360"/>
              </a:spcBef>
              <a:spcAft>
                <a:spcPts val="0"/>
              </a:spcAft>
              <a:buClr>
                <a:schemeClr val="lt1"/>
              </a:buClr>
              <a:buSzPts val="1800"/>
              <a:buChar char="•"/>
              <a:defRPr>
                <a:solidFill>
                  <a:schemeClr val="lt1"/>
                </a:solidFill>
              </a:defRPr>
            </a:lvl8pPr>
            <a:lvl9pPr marL="4114800" lvl="8" indent="-342900" algn="l">
              <a:lnSpc>
                <a:spcPct val="100000"/>
              </a:lnSpc>
              <a:spcBef>
                <a:spcPts val="360"/>
              </a:spcBef>
              <a:spcAft>
                <a:spcPts val="0"/>
              </a:spcAft>
              <a:buClr>
                <a:schemeClr val="lt1"/>
              </a:buClr>
              <a:buSzPts val="1800"/>
              <a:buChar char="•"/>
              <a:defRPr>
                <a:solidFill>
                  <a:schemeClr val="lt1"/>
                </a:solidFill>
              </a:defRPr>
            </a:lvl9pPr>
          </a:lstStyle>
          <a:p>
            <a:endParaRPr/>
          </a:p>
        </p:txBody>
      </p:sp>
    </p:spTree>
  </p:cSld>
  <p:clrMapOvr>
    <a:masterClrMapping/>
  </p:clrMapOvr>
  <p:transition spd="slow">
    <p:push/>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2 Column Text">
  <p:cSld name="2 Column Text">
    <p:spTree>
      <p:nvGrpSpPr>
        <p:cNvPr id="1" name="Shape 73"/>
        <p:cNvGrpSpPr/>
        <p:nvPr/>
      </p:nvGrpSpPr>
      <p:grpSpPr>
        <a:xfrm>
          <a:off x="0" y="0"/>
          <a:ext cx="0" cy="0"/>
          <a:chOff x="0" y="0"/>
          <a:chExt cx="0" cy="0"/>
        </a:xfrm>
      </p:grpSpPr>
      <p:sp>
        <p:nvSpPr>
          <p:cNvPr id="74" name="Google Shape;74;p12"/>
          <p:cNvSpPr txBox="1">
            <a:spLocks noGrp="1"/>
          </p:cNvSpPr>
          <p:nvPr>
            <p:ph type="body" idx="1"/>
          </p:nvPr>
        </p:nvSpPr>
        <p:spPr>
          <a:xfrm>
            <a:off x="533400" y="1370000"/>
            <a:ext cx="3760200" cy="30825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SzPts val="1800"/>
              <a:buNone/>
              <a:defRPr/>
            </a:lvl1pPr>
            <a:lvl2pPr marL="914400" lvl="1" indent="-228600" algn="l">
              <a:lnSpc>
                <a:spcPct val="78888"/>
              </a:lnSpc>
              <a:spcBef>
                <a:spcPts val="400"/>
              </a:spcBef>
              <a:spcAft>
                <a:spcPts val="0"/>
              </a:spcAft>
              <a:buClr>
                <a:srgbClr val="000000"/>
              </a:buClr>
              <a:buSzPts val="2160"/>
              <a:buNone/>
              <a:defRPr/>
            </a:lvl2pPr>
            <a:lvl3pPr marL="1371600" lvl="2" indent="-365760" algn="l">
              <a:lnSpc>
                <a:spcPct val="100000"/>
              </a:lnSpc>
              <a:spcBef>
                <a:spcPts val="360"/>
              </a:spcBef>
              <a:spcAft>
                <a:spcPts val="0"/>
              </a:spcAft>
              <a:buClr>
                <a:srgbClr val="000000"/>
              </a:buClr>
              <a:buSzPts val="2160"/>
              <a:buChar char="•"/>
              <a:defRPr>
                <a:solidFill>
                  <a:srgbClr val="000000"/>
                </a:solidFill>
              </a:defRPr>
            </a:lvl3pPr>
            <a:lvl4pPr marL="1828800" lvl="3" indent="-342900" algn="l">
              <a:lnSpc>
                <a:spcPct val="100000"/>
              </a:lnSpc>
              <a:spcBef>
                <a:spcPts val="360"/>
              </a:spcBef>
              <a:spcAft>
                <a:spcPts val="0"/>
              </a:spcAft>
              <a:buClr>
                <a:srgbClr val="000000"/>
              </a:buClr>
              <a:buSzPts val="1800"/>
              <a:buChar char="–"/>
              <a:defRPr>
                <a:solidFill>
                  <a:srgbClr val="000000"/>
                </a:solidFill>
              </a:defRPr>
            </a:lvl4pPr>
            <a:lvl5pPr marL="2286000" lvl="4" indent="-342900" algn="l">
              <a:lnSpc>
                <a:spcPct val="100000"/>
              </a:lnSpc>
              <a:spcBef>
                <a:spcPts val="360"/>
              </a:spcBef>
              <a:spcAft>
                <a:spcPts val="0"/>
              </a:spcAft>
              <a:buClr>
                <a:srgbClr val="000000"/>
              </a:buClr>
              <a:buSzPts val="1800"/>
              <a:buChar char="»"/>
              <a:defRPr>
                <a:solidFill>
                  <a:srgbClr val="000000"/>
                </a:solidFill>
              </a:defRPr>
            </a:lvl5pPr>
            <a:lvl6pPr marL="2743200" lvl="5" indent="-342900" algn="l">
              <a:lnSpc>
                <a:spcPct val="100000"/>
              </a:lnSpc>
              <a:spcBef>
                <a:spcPts val="360"/>
              </a:spcBef>
              <a:spcAft>
                <a:spcPts val="0"/>
              </a:spcAft>
              <a:buClr>
                <a:srgbClr val="000000"/>
              </a:buClr>
              <a:buSzPts val="1800"/>
              <a:buChar char="•"/>
              <a:defRPr>
                <a:solidFill>
                  <a:srgbClr val="000000"/>
                </a:solidFill>
              </a:defRPr>
            </a:lvl6pPr>
            <a:lvl7pPr marL="3200400" lvl="6" indent="-342900" algn="l">
              <a:lnSpc>
                <a:spcPct val="100000"/>
              </a:lnSpc>
              <a:spcBef>
                <a:spcPts val="360"/>
              </a:spcBef>
              <a:spcAft>
                <a:spcPts val="0"/>
              </a:spcAft>
              <a:buClr>
                <a:srgbClr val="000000"/>
              </a:buClr>
              <a:buSzPts val="1800"/>
              <a:buChar char="•"/>
              <a:defRPr>
                <a:solidFill>
                  <a:srgbClr val="000000"/>
                </a:solidFill>
              </a:defRPr>
            </a:lvl7pPr>
            <a:lvl8pPr marL="3657600" lvl="7" indent="-342900" algn="l">
              <a:lnSpc>
                <a:spcPct val="100000"/>
              </a:lnSpc>
              <a:spcBef>
                <a:spcPts val="360"/>
              </a:spcBef>
              <a:spcAft>
                <a:spcPts val="0"/>
              </a:spcAft>
              <a:buClr>
                <a:srgbClr val="000000"/>
              </a:buClr>
              <a:buSzPts val="1800"/>
              <a:buChar char="•"/>
              <a:defRPr>
                <a:solidFill>
                  <a:srgbClr val="000000"/>
                </a:solidFill>
              </a:defRPr>
            </a:lvl8pPr>
            <a:lvl9pPr marL="4114800" lvl="8" indent="-342900" algn="l">
              <a:lnSpc>
                <a:spcPct val="100000"/>
              </a:lnSpc>
              <a:spcBef>
                <a:spcPts val="360"/>
              </a:spcBef>
              <a:spcAft>
                <a:spcPts val="0"/>
              </a:spcAft>
              <a:buClr>
                <a:srgbClr val="000000"/>
              </a:buClr>
              <a:buSzPts val="1800"/>
              <a:buChar char="•"/>
              <a:defRPr>
                <a:solidFill>
                  <a:srgbClr val="000000"/>
                </a:solidFill>
              </a:defRPr>
            </a:lvl9pPr>
          </a:lstStyle>
          <a:p>
            <a:endParaRPr/>
          </a:p>
        </p:txBody>
      </p:sp>
      <p:sp>
        <p:nvSpPr>
          <p:cNvPr id="75" name="Google Shape;75;p12"/>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76" name="Google Shape;76;p12"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77" name="Google Shape;77;p12"/>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lnSpc>
                <a:spcPct val="100000"/>
              </a:lnSpc>
              <a:spcBef>
                <a:spcPts val="0"/>
              </a:spcBef>
              <a:spcAft>
                <a:spcPts val="0"/>
              </a:spcAft>
              <a:buClr>
                <a:srgbClr val="120046"/>
              </a:buClr>
              <a:buSzPts val="2100"/>
              <a:buNone/>
              <a:defRPr sz="23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2"/>
          <p:cNvSpPr txBox="1">
            <a:spLocks noGrp="1"/>
          </p:cNvSpPr>
          <p:nvPr>
            <p:ph type="body" idx="2"/>
          </p:nvPr>
        </p:nvSpPr>
        <p:spPr>
          <a:xfrm>
            <a:off x="533400" y="1370000"/>
            <a:ext cx="3760200" cy="30825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SzPts val="1800"/>
              <a:buNone/>
              <a:defRPr/>
            </a:lvl1pPr>
            <a:lvl2pPr marL="914400" lvl="1" indent="-228600" algn="l">
              <a:lnSpc>
                <a:spcPct val="78888"/>
              </a:lnSpc>
              <a:spcBef>
                <a:spcPts val="400"/>
              </a:spcBef>
              <a:spcAft>
                <a:spcPts val="0"/>
              </a:spcAft>
              <a:buClr>
                <a:srgbClr val="000000"/>
              </a:buClr>
              <a:buSzPts val="2160"/>
              <a:buNone/>
              <a:defRPr/>
            </a:lvl2pPr>
            <a:lvl3pPr marL="1371600" lvl="2" indent="-365760" algn="l">
              <a:lnSpc>
                <a:spcPct val="100000"/>
              </a:lnSpc>
              <a:spcBef>
                <a:spcPts val="360"/>
              </a:spcBef>
              <a:spcAft>
                <a:spcPts val="0"/>
              </a:spcAft>
              <a:buClr>
                <a:srgbClr val="000000"/>
              </a:buClr>
              <a:buSzPts val="2160"/>
              <a:buChar char="•"/>
              <a:defRPr>
                <a:solidFill>
                  <a:srgbClr val="000000"/>
                </a:solidFill>
              </a:defRPr>
            </a:lvl3pPr>
            <a:lvl4pPr marL="1828800" lvl="3" indent="-342900" algn="l">
              <a:lnSpc>
                <a:spcPct val="100000"/>
              </a:lnSpc>
              <a:spcBef>
                <a:spcPts val="360"/>
              </a:spcBef>
              <a:spcAft>
                <a:spcPts val="0"/>
              </a:spcAft>
              <a:buClr>
                <a:srgbClr val="000000"/>
              </a:buClr>
              <a:buSzPts val="1800"/>
              <a:buChar char="–"/>
              <a:defRPr>
                <a:solidFill>
                  <a:srgbClr val="000000"/>
                </a:solidFill>
              </a:defRPr>
            </a:lvl4pPr>
            <a:lvl5pPr marL="2286000" lvl="4" indent="-342900" algn="l">
              <a:lnSpc>
                <a:spcPct val="100000"/>
              </a:lnSpc>
              <a:spcBef>
                <a:spcPts val="360"/>
              </a:spcBef>
              <a:spcAft>
                <a:spcPts val="0"/>
              </a:spcAft>
              <a:buClr>
                <a:srgbClr val="000000"/>
              </a:buClr>
              <a:buSzPts val="1800"/>
              <a:buChar char="»"/>
              <a:defRPr>
                <a:solidFill>
                  <a:srgbClr val="000000"/>
                </a:solidFill>
              </a:defRPr>
            </a:lvl5pPr>
            <a:lvl6pPr marL="2743200" lvl="5" indent="-342900" algn="l">
              <a:lnSpc>
                <a:spcPct val="100000"/>
              </a:lnSpc>
              <a:spcBef>
                <a:spcPts val="360"/>
              </a:spcBef>
              <a:spcAft>
                <a:spcPts val="0"/>
              </a:spcAft>
              <a:buClr>
                <a:srgbClr val="000000"/>
              </a:buClr>
              <a:buSzPts val="1800"/>
              <a:buChar char="•"/>
              <a:defRPr>
                <a:solidFill>
                  <a:srgbClr val="000000"/>
                </a:solidFill>
              </a:defRPr>
            </a:lvl6pPr>
            <a:lvl7pPr marL="3200400" lvl="6" indent="-342900" algn="l">
              <a:lnSpc>
                <a:spcPct val="100000"/>
              </a:lnSpc>
              <a:spcBef>
                <a:spcPts val="360"/>
              </a:spcBef>
              <a:spcAft>
                <a:spcPts val="0"/>
              </a:spcAft>
              <a:buClr>
                <a:srgbClr val="000000"/>
              </a:buClr>
              <a:buSzPts val="1800"/>
              <a:buChar char="•"/>
              <a:defRPr>
                <a:solidFill>
                  <a:srgbClr val="000000"/>
                </a:solidFill>
              </a:defRPr>
            </a:lvl7pPr>
            <a:lvl8pPr marL="3657600" lvl="7" indent="-342900" algn="l">
              <a:lnSpc>
                <a:spcPct val="100000"/>
              </a:lnSpc>
              <a:spcBef>
                <a:spcPts val="360"/>
              </a:spcBef>
              <a:spcAft>
                <a:spcPts val="0"/>
              </a:spcAft>
              <a:buClr>
                <a:srgbClr val="000000"/>
              </a:buClr>
              <a:buSzPts val="1800"/>
              <a:buChar char="•"/>
              <a:defRPr>
                <a:solidFill>
                  <a:srgbClr val="000000"/>
                </a:solidFill>
              </a:defRPr>
            </a:lvl8pPr>
            <a:lvl9pPr marL="4114800" lvl="8" indent="-342900" algn="l">
              <a:lnSpc>
                <a:spcPct val="100000"/>
              </a:lnSpc>
              <a:spcBef>
                <a:spcPts val="360"/>
              </a:spcBef>
              <a:spcAft>
                <a:spcPts val="0"/>
              </a:spcAft>
              <a:buClr>
                <a:srgbClr val="000000"/>
              </a:buClr>
              <a:buSzPts val="1800"/>
              <a:buChar char="•"/>
              <a:defRPr>
                <a:solidFill>
                  <a:srgbClr val="000000"/>
                </a:solidFill>
              </a:defRPr>
            </a:lvl9pPr>
          </a:lstStyle>
          <a:p>
            <a:endParaRPr/>
          </a:p>
        </p:txBody>
      </p:sp>
      <p:sp>
        <p:nvSpPr>
          <p:cNvPr id="79" name="Google Shape;79;p12"/>
          <p:cNvSpPr txBox="1">
            <a:spLocks noGrp="1"/>
          </p:cNvSpPr>
          <p:nvPr>
            <p:ph type="body" idx="3"/>
          </p:nvPr>
        </p:nvSpPr>
        <p:spPr>
          <a:xfrm>
            <a:off x="4755900" y="1370000"/>
            <a:ext cx="3760200" cy="30825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SzPts val="1800"/>
              <a:buNone/>
              <a:defRPr/>
            </a:lvl1pPr>
            <a:lvl2pPr marL="914400" lvl="1" indent="-228600" algn="l">
              <a:lnSpc>
                <a:spcPct val="78888"/>
              </a:lnSpc>
              <a:spcBef>
                <a:spcPts val="400"/>
              </a:spcBef>
              <a:spcAft>
                <a:spcPts val="0"/>
              </a:spcAft>
              <a:buClr>
                <a:srgbClr val="000000"/>
              </a:buClr>
              <a:buSzPts val="2160"/>
              <a:buNone/>
              <a:defRPr/>
            </a:lvl2pPr>
            <a:lvl3pPr marL="1371600" lvl="2" indent="-365760" algn="l">
              <a:lnSpc>
                <a:spcPct val="100000"/>
              </a:lnSpc>
              <a:spcBef>
                <a:spcPts val="360"/>
              </a:spcBef>
              <a:spcAft>
                <a:spcPts val="0"/>
              </a:spcAft>
              <a:buClr>
                <a:srgbClr val="000000"/>
              </a:buClr>
              <a:buSzPts val="2160"/>
              <a:buChar char="•"/>
              <a:defRPr>
                <a:solidFill>
                  <a:srgbClr val="000000"/>
                </a:solidFill>
              </a:defRPr>
            </a:lvl3pPr>
            <a:lvl4pPr marL="1828800" lvl="3" indent="-342900" algn="l">
              <a:lnSpc>
                <a:spcPct val="100000"/>
              </a:lnSpc>
              <a:spcBef>
                <a:spcPts val="360"/>
              </a:spcBef>
              <a:spcAft>
                <a:spcPts val="0"/>
              </a:spcAft>
              <a:buClr>
                <a:srgbClr val="000000"/>
              </a:buClr>
              <a:buSzPts val="1800"/>
              <a:buChar char="–"/>
              <a:defRPr>
                <a:solidFill>
                  <a:srgbClr val="000000"/>
                </a:solidFill>
              </a:defRPr>
            </a:lvl4pPr>
            <a:lvl5pPr marL="2286000" lvl="4" indent="-342900" algn="l">
              <a:lnSpc>
                <a:spcPct val="100000"/>
              </a:lnSpc>
              <a:spcBef>
                <a:spcPts val="360"/>
              </a:spcBef>
              <a:spcAft>
                <a:spcPts val="0"/>
              </a:spcAft>
              <a:buClr>
                <a:srgbClr val="000000"/>
              </a:buClr>
              <a:buSzPts val="1800"/>
              <a:buChar char="»"/>
              <a:defRPr>
                <a:solidFill>
                  <a:srgbClr val="000000"/>
                </a:solidFill>
              </a:defRPr>
            </a:lvl5pPr>
            <a:lvl6pPr marL="2743200" lvl="5" indent="-342900" algn="l">
              <a:lnSpc>
                <a:spcPct val="100000"/>
              </a:lnSpc>
              <a:spcBef>
                <a:spcPts val="360"/>
              </a:spcBef>
              <a:spcAft>
                <a:spcPts val="0"/>
              </a:spcAft>
              <a:buClr>
                <a:srgbClr val="000000"/>
              </a:buClr>
              <a:buSzPts val="1800"/>
              <a:buChar char="•"/>
              <a:defRPr>
                <a:solidFill>
                  <a:srgbClr val="000000"/>
                </a:solidFill>
              </a:defRPr>
            </a:lvl6pPr>
            <a:lvl7pPr marL="3200400" lvl="6" indent="-342900" algn="l">
              <a:lnSpc>
                <a:spcPct val="100000"/>
              </a:lnSpc>
              <a:spcBef>
                <a:spcPts val="360"/>
              </a:spcBef>
              <a:spcAft>
                <a:spcPts val="0"/>
              </a:spcAft>
              <a:buClr>
                <a:srgbClr val="000000"/>
              </a:buClr>
              <a:buSzPts val="1800"/>
              <a:buChar char="•"/>
              <a:defRPr>
                <a:solidFill>
                  <a:srgbClr val="000000"/>
                </a:solidFill>
              </a:defRPr>
            </a:lvl7pPr>
            <a:lvl8pPr marL="3657600" lvl="7" indent="-342900" algn="l">
              <a:lnSpc>
                <a:spcPct val="100000"/>
              </a:lnSpc>
              <a:spcBef>
                <a:spcPts val="360"/>
              </a:spcBef>
              <a:spcAft>
                <a:spcPts val="0"/>
              </a:spcAft>
              <a:buClr>
                <a:srgbClr val="000000"/>
              </a:buClr>
              <a:buSzPts val="1800"/>
              <a:buChar char="•"/>
              <a:defRPr>
                <a:solidFill>
                  <a:srgbClr val="000000"/>
                </a:solidFill>
              </a:defRPr>
            </a:lvl8pPr>
            <a:lvl9pPr marL="4114800" lvl="8" indent="-342900" algn="l">
              <a:lnSpc>
                <a:spcPct val="100000"/>
              </a:lnSpc>
              <a:spcBef>
                <a:spcPts val="360"/>
              </a:spcBef>
              <a:spcAft>
                <a:spcPts val="0"/>
              </a:spcAft>
              <a:buClr>
                <a:srgbClr val="000000"/>
              </a:buClr>
              <a:buSzPts val="1800"/>
              <a:buChar char="•"/>
              <a:defRPr>
                <a:solidFill>
                  <a:srgbClr val="000000"/>
                </a:solidFill>
              </a:defRPr>
            </a:lvl9pPr>
          </a:lstStyle>
          <a:p>
            <a:endParaRPr/>
          </a:p>
        </p:txBody>
      </p:sp>
      <p:sp>
        <p:nvSpPr>
          <p:cNvPr id="80" name="Google Shape;80;p12"/>
          <p:cNvSpPr txBox="1">
            <a:spLocks noGrp="1"/>
          </p:cNvSpPr>
          <p:nvPr>
            <p:ph type="body" idx="4"/>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accent4"/>
              </a:buClr>
              <a:buSzPts val="1100"/>
              <a:buFont typeface="Plus Jakarta Sans SemiBold"/>
              <a:buNone/>
              <a:defRPr sz="1100" i="0">
                <a:solidFill>
                  <a:schemeClr val="accent4"/>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lnSpc>
                <a:spcPct val="100000"/>
              </a:lnSpc>
              <a:spcBef>
                <a:spcPts val="210"/>
              </a:spcBef>
              <a:spcAft>
                <a:spcPts val="0"/>
              </a:spcAft>
              <a:buSzPts val="1260"/>
              <a:buFont typeface="Arial"/>
              <a:buNone/>
              <a:defRPr sz="1050">
                <a:latin typeface="Arial"/>
                <a:ea typeface="Arial"/>
                <a:cs typeface="Arial"/>
                <a:sym typeface="Arial"/>
              </a:defRPr>
            </a:lvl3pPr>
            <a:lvl4pPr marL="1828800" lvl="3"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transition spd="slow">
    <p:push/>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2 Column Text | Twilight">
  <p:cSld name="2 Column Text | Twilight">
    <p:bg>
      <p:bgPr>
        <a:solidFill>
          <a:schemeClr val="dk1"/>
        </a:solidFill>
        <a:effectLst/>
      </p:bgPr>
    </p:bg>
    <p:spTree>
      <p:nvGrpSpPr>
        <p:cNvPr id="1" name="Shape 81"/>
        <p:cNvGrpSpPr/>
        <p:nvPr/>
      </p:nvGrpSpPr>
      <p:grpSpPr>
        <a:xfrm>
          <a:off x="0" y="0"/>
          <a:ext cx="0" cy="0"/>
          <a:chOff x="0" y="0"/>
          <a:chExt cx="0" cy="0"/>
        </a:xfrm>
      </p:grpSpPr>
      <p:sp>
        <p:nvSpPr>
          <p:cNvPr id="82" name="Google Shape;82;p13"/>
          <p:cNvSpPr txBox="1">
            <a:spLocks noGrp="1"/>
          </p:cNvSpPr>
          <p:nvPr>
            <p:ph type="body" idx="1"/>
          </p:nvPr>
        </p:nvSpPr>
        <p:spPr>
          <a:xfrm>
            <a:off x="533400" y="1370000"/>
            <a:ext cx="3760200" cy="30825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lt1"/>
              </a:buClr>
              <a:buSzPts val="1800"/>
              <a:buNone/>
              <a:defRPr>
                <a:solidFill>
                  <a:schemeClr val="lt1"/>
                </a:solidFill>
              </a:defRPr>
            </a:lvl1pPr>
            <a:lvl2pPr marL="914400" lvl="1" indent="-228600" algn="l">
              <a:lnSpc>
                <a:spcPct val="78888"/>
              </a:lnSpc>
              <a:spcBef>
                <a:spcPts val="400"/>
              </a:spcBef>
              <a:spcAft>
                <a:spcPts val="0"/>
              </a:spcAft>
              <a:buClr>
                <a:schemeClr val="lt1"/>
              </a:buClr>
              <a:buSzPts val="2160"/>
              <a:buNone/>
              <a:defRPr>
                <a:solidFill>
                  <a:schemeClr val="lt1"/>
                </a:solidFill>
              </a:defRPr>
            </a:lvl2pPr>
            <a:lvl3pPr marL="1371600" lvl="2" indent="-365760" algn="l">
              <a:lnSpc>
                <a:spcPct val="100000"/>
              </a:lnSpc>
              <a:spcBef>
                <a:spcPts val="360"/>
              </a:spcBef>
              <a:spcAft>
                <a:spcPts val="0"/>
              </a:spcAft>
              <a:buClr>
                <a:schemeClr val="lt1"/>
              </a:buClr>
              <a:buSzPts val="2160"/>
              <a:buChar char="•"/>
              <a:defRPr>
                <a:solidFill>
                  <a:schemeClr val="lt1"/>
                </a:solidFill>
              </a:defRPr>
            </a:lvl3pPr>
            <a:lvl4pPr marL="1828800" lvl="3" indent="-342900" algn="l">
              <a:lnSpc>
                <a:spcPct val="100000"/>
              </a:lnSpc>
              <a:spcBef>
                <a:spcPts val="360"/>
              </a:spcBef>
              <a:spcAft>
                <a:spcPts val="0"/>
              </a:spcAft>
              <a:buClr>
                <a:schemeClr val="lt1"/>
              </a:buClr>
              <a:buSzPts val="1800"/>
              <a:buChar char="–"/>
              <a:defRPr>
                <a:solidFill>
                  <a:schemeClr val="lt1"/>
                </a:solidFill>
              </a:defRPr>
            </a:lvl4pPr>
            <a:lvl5pPr marL="2286000" lvl="4" indent="-342900" algn="l">
              <a:lnSpc>
                <a:spcPct val="100000"/>
              </a:lnSpc>
              <a:spcBef>
                <a:spcPts val="360"/>
              </a:spcBef>
              <a:spcAft>
                <a:spcPts val="0"/>
              </a:spcAft>
              <a:buClr>
                <a:schemeClr val="lt1"/>
              </a:buClr>
              <a:buSzPts val="1800"/>
              <a:buChar char="»"/>
              <a:defRPr>
                <a:solidFill>
                  <a:schemeClr val="lt1"/>
                </a:solidFill>
              </a:defRPr>
            </a:lvl5pPr>
            <a:lvl6pPr marL="2743200" lvl="5" indent="-342900" algn="l">
              <a:lnSpc>
                <a:spcPct val="100000"/>
              </a:lnSpc>
              <a:spcBef>
                <a:spcPts val="360"/>
              </a:spcBef>
              <a:spcAft>
                <a:spcPts val="0"/>
              </a:spcAft>
              <a:buClr>
                <a:schemeClr val="lt1"/>
              </a:buClr>
              <a:buSzPts val="1800"/>
              <a:buChar char="•"/>
              <a:defRPr>
                <a:solidFill>
                  <a:schemeClr val="lt1"/>
                </a:solidFill>
              </a:defRPr>
            </a:lvl6pPr>
            <a:lvl7pPr marL="3200400" lvl="6" indent="-342900" algn="l">
              <a:lnSpc>
                <a:spcPct val="100000"/>
              </a:lnSpc>
              <a:spcBef>
                <a:spcPts val="360"/>
              </a:spcBef>
              <a:spcAft>
                <a:spcPts val="0"/>
              </a:spcAft>
              <a:buClr>
                <a:schemeClr val="lt1"/>
              </a:buClr>
              <a:buSzPts val="1800"/>
              <a:buChar char="•"/>
              <a:defRPr>
                <a:solidFill>
                  <a:schemeClr val="lt1"/>
                </a:solidFill>
              </a:defRPr>
            </a:lvl7pPr>
            <a:lvl8pPr marL="3657600" lvl="7" indent="-342900" algn="l">
              <a:lnSpc>
                <a:spcPct val="100000"/>
              </a:lnSpc>
              <a:spcBef>
                <a:spcPts val="360"/>
              </a:spcBef>
              <a:spcAft>
                <a:spcPts val="0"/>
              </a:spcAft>
              <a:buClr>
                <a:schemeClr val="lt1"/>
              </a:buClr>
              <a:buSzPts val="1800"/>
              <a:buChar char="•"/>
              <a:defRPr>
                <a:solidFill>
                  <a:schemeClr val="lt1"/>
                </a:solidFill>
              </a:defRPr>
            </a:lvl8pPr>
            <a:lvl9pPr marL="4114800" lvl="8" indent="-342900" algn="l">
              <a:lnSpc>
                <a:spcPct val="100000"/>
              </a:lnSpc>
              <a:spcBef>
                <a:spcPts val="360"/>
              </a:spcBef>
              <a:spcAft>
                <a:spcPts val="0"/>
              </a:spcAft>
              <a:buClr>
                <a:schemeClr val="lt1"/>
              </a:buClr>
              <a:buSzPts val="1800"/>
              <a:buChar char="•"/>
              <a:defRPr>
                <a:solidFill>
                  <a:schemeClr val="lt1"/>
                </a:solidFill>
              </a:defRPr>
            </a:lvl9pPr>
          </a:lstStyle>
          <a:p>
            <a:endParaRPr/>
          </a:p>
        </p:txBody>
      </p:sp>
      <p:sp>
        <p:nvSpPr>
          <p:cNvPr id="83" name="Google Shape;83;p13"/>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84" name="Google Shape;84;p13"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85" name="Google Shape;85;p13"/>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lnSpc>
                <a:spcPct val="100000"/>
              </a:lnSpc>
              <a:spcBef>
                <a:spcPts val="0"/>
              </a:spcBef>
              <a:spcAft>
                <a:spcPts val="0"/>
              </a:spcAft>
              <a:buClr>
                <a:schemeClr val="lt1"/>
              </a:buClr>
              <a:buSzPts val="2100"/>
              <a:buNone/>
              <a:defRPr sz="2300">
                <a:solidFill>
                  <a:schemeClr val="lt1"/>
                </a:solidFill>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a:endParaRPr/>
          </a:p>
        </p:txBody>
      </p:sp>
      <p:sp>
        <p:nvSpPr>
          <p:cNvPr id="86" name="Google Shape;86;p13"/>
          <p:cNvSpPr txBox="1">
            <a:spLocks noGrp="1"/>
          </p:cNvSpPr>
          <p:nvPr>
            <p:ph type="body" idx="2"/>
          </p:nvPr>
        </p:nvSpPr>
        <p:spPr>
          <a:xfrm>
            <a:off x="533400" y="1370000"/>
            <a:ext cx="3760200" cy="30825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lt1"/>
              </a:buClr>
              <a:buSzPts val="1800"/>
              <a:buNone/>
              <a:defRPr>
                <a:solidFill>
                  <a:schemeClr val="lt1"/>
                </a:solidFill>
              </a:defRPr>
            </a:lvl1pPr>
            <a:lvl2pPr marL="914400" lvl="1" indent="-228600" algn="l">
              <a:lnSpc>
                <a:spcPct val="78888"/>
              </a:lnSpc>
              <a:spcBef>
                <a:spcPts val="400"/>
              </a:spcBef>
              <a:spcAft>
                <a:spcPts val="0"/>
              </a:spcAft>
              <a:buClr>
                <a:schemeClr val="lt1"/>
              </a:buClr>
              <a:buSzPts val="2160"/>
              <a:buNone/>
              <a:defRPr>
                <a:solidFill>
                  <a:schemeClr val="lt1"/>
                </a:solidFill>
              </a:defRPr>
            </a:lvl2pPr>
            <a:lvl3pPr marL="1371600" lvl="2" indent="-365760" algn="l">
              <a:lnSpc>
                <a:spcPct val="100000"/>
              </a:lnSpc>
              <a:spcBef>
                <a:spcPts val="360"/>
              </a:spcBef>
              <a:spcAft>
                <a:spcPts val="0"/>
              </a:spcAft>
              <a:buClr>
                <a:schemeClr val="lt1"/>
              </a:buClr>
              <a:buSzPts val="2160"/>
              <a:buChar char="•"/>
              <a:defRPr>
                <a:solidFill>
                  <a:schemeClr val="lt1"/>
                </a:solidFill>
              </a:defRPr>
            </a:lvl3pPr>
            <a:lvl4pPr marL="1828800" lvl="3" indent="-342900" algn="l">
              <a:lnSpc>
                <a:spcPct val="100000"/>
              </a:lnSpc>
              <a:spcBef>
                <a:spcPts val="360"/>
              </a:spcBef>
              <a:spcAft>
                <a:spcPts val="0"/>
              </a:spcAft>
              <a:buClr>
                <a:schemeClr val="lt1"/>
              </a:buClr>
              <a:buSzPts val="1800"/>
              <a:buChar char="–"/>
              <a:defRPr>
                <a:solidFill>
                  <a:schemeClr val="lt1"/>
                </a:solidFill>
              </a:defRPr>
            </a:lvl4pPr>
            <a:lvl5pPr marL="2286000" lvl="4" indent="-342900" algn="l">
              <a:lnSpc>
                <a:spcPct val="100000"/>
              </a:lnSpc>
              <a:spcBef>
                <a:spcPts val="360"/>
              </a:spcBef>
              <a:spcAft>
                <a:spcPts val="0"/>
              </a:spcAft>
              <a:buClr>
                <a:schemeClr val="lt1"/>
              </a:buClr>
              <a:buSzPts val="1800"/>
              <a:buChar char="»"/>
              <a:defRPr>
                <a:solidFill>
                  <a:schemeClr val="lt1"/>
                </a:solidFill>
              </a:defRPr>
            </a:lvl5pPr>
            <a:lvl6pPr marL="2743200" lvl="5" indent="-342900" algn="l">
              <a:lnSpc>
                <a:spcPct val="100000"/>
              </a:lnSpc>
              <a:spcBef>
                <a:spcPts val="360"/>
              </a:spcBef>
              <a:spcAft>
                <a:spcPts val="0"/>
              </a:spcAft>
              <a:buClr>
                <a:schemeClr val="lt1"/>
              </a:buClr>
              <a:buSzPts val="1800"/>
              <a:buChar char="•"/>
              <a:defRPr>
                <a:solidFill>
                  <a:schemeClr val="lt1"/>
                </a:solidFill>
              </a:defRPr>
            </a:lvl6pPr>
            <a:lvl7pPr marL="3200400" lvl="6" indent="-342900" algn="l">
              <a:lnSpc>
                <a:spcPct val="100000"/>
              </a:lnSpc>
              <a:spcBef>
                <a:spcPts val="360"/>
              </a:spcBef>
              <a:spcAft>
                <a:spcPts val="0"/>
              </a:spcAft>
              <a:buClr>
                <a:schemeClr val="lt1"/>
              </a:buClr>
              <a:buSzPts val="1800"/>
              <a:buChar char="•"/>
              <a:defRPr>
                <a:solidFill>
                  <a:schemeClr val="lt1"/>
                </a:solidFill>
              </a:defRPr>
            </a:lvl7pPr>
            <a:lvl8pPr marL="3657600" lvl="7" indent="-342900" algn="l">
              <a:lnSpc>
                <a:spcPct val="100000"/>
              </a:lnSpc>
              <a:spcBef>
                <a:spcPts val="360"/>
              </a:spcBef>
              <a:spcAft>
                <a:spcPts val="0"/>
              </a:spcAft>
              <a:buClr>
                <a:schemeClr val="lt1"/>
              </a:buClr>
              <a:buSzPts val="1800"/>
              <a:buChar char="•"/>
              <a:defRPr>
                <a:solidFill>
                  <a:schemeClr val="lt1"/>
                </a:solidFill>
              </a:defRPr>
            </a:lvl8pPr>
            <a:lvl9pPr marL="4114800" lvl="8" indent="-342900" algn="l">
              <a:lnSpc>
                <a:spcPct val="100000"/>
              </a:lnSpc>
              <a:spcBef>
                <a:spcPts val="360"/>
              </a:spcBef>
              <a:spcAft>
                <a:spcPts val="0"/>
              </a:spcAft>
              <a:buClr>
                <a:schemeClr val="lt1"/>
              </a:buClr>
              <a:buSzPts val="1800"/>
              <a:buChar char="•"/>
              <a:defRPr>
                <a:solidFill>
                  <a:schemeClr val="lt1"/>
                </a:solidFill>
              </a:defRPr>
            </a:lvl9pPr>
          </a:lstStyle>
          <a:p>
            <a:endParaRPr/>
          </a:p>
        </p:txBody>
      </p:sp>
      <p:sp>
        <p:nvSpPr>
          <p:cNvPr id="87" name="Google Shape;87;p13"/>
          <p:cNvSpPr txBox="1">
            <a:spLocks noGrp="1"/>
          </p:cNvSpPr>
          <p:nvPr>
            <p:ph type="body" idx="3"/>
          </p:nvPr>
        </p:nvSpPr>
        <p:spPr>
          <a:xfrm>
            <a:off x="4755900" y="1370000"/>
            <a:ext cx="3760200" cy="30825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lt1"/>
              </a:buClr>
              <a:buSzPts val="1800"/>
              <a:buNone/>
              <a:defRPr>
                <a:solidFill>
                  <a:schemeClr val="lt1"/>
                </a:solidFill>
              </a:defRPr>
            </a:lvl1pPr>
            <a:lvl2pPr marL="914400" lvl="1" indent="-228600" algn="l">
              <a:lnSpc>
                <a:spcPct val="78888"/>
              </a:lnSpc>
              <a:spcBef>
                <a:spcPts val="400"/>
              </a:spcBef>
              <a:spcAft>
                <a:spcPts val="0"/>
              </a:spcAft>
              <a:buClr>
                <a:schemeClr val="lt1"/>
              </a:buClr>
              <a:buSzPts val="2160"/>
              <a:buNone/>
              <a:defRPr>
                <a:solidFill>
                  <a:schemeClr val="lt1"/>
                </a:solidFill>
              </a:defRPr>
            </a:lvl2pPr>
            <a:lvl3pPr marL="1371600" lvl="2" indent="-365760" algn="l">
              <a:lnSpc>
                <a:spcPct val="100000"/>
              </a:lnSpc>
              <a:spcBef>
                <a:spcPts val="360"/>
              </a:spcBef>
              <a:spcAft>
                <a:spcPts val="0"/>
              </a:spcAft>
              <a:buClr>
                <a:schemeClr val="lt1"/>
              </a:buClr>
              <a:buSzPts val="2160"/>
              <a:buChar char="•"/>
              <a:defRPr>
                <a:solidFill>
                  <a:schemeClr val="lt1"/>
                </a:solidFill>
              </a:defRPr>
            </a:lvl3pPr>
            <a:lvl4pPr marL="1828800" lvl="3" indent="-342900" algn="l">
              <a:lnSpc>
                <a:spcPct val="100000"/>
              </a:lnSpc>
              <a:spcBef>
                <a:spcPts val="360"/>
              </a:spcBef>
              <a:spcAft>
                <a:spcPts val="0"/>
              </a:spcAft>
              <a:buClr>
                <a:schemeClr val="lt1"/>
              </a:buClr>
              <a:buSzPts val="1800"/>
              <a:buChar char="–"/>
              <a:defRPr>
                <a:solidFill>
                  <a:schemeClr val="lt1"/>
                </a:solidFill>
              </a:defRPr>
            </a:lvl4pPr>
            <a:lvl5pPr marL="2286000" lvl="4" indent="-342900" algn="l">
              <a:lnSpc>
                <a:spcPct val="100000"/>
              </a:lnSpc>
              <a:spcBef>
                <a:spcPts val="360"/>
              </a:spcBef>
              <a:spcAft>
                <a:spcPts val="0"/>
              </a:spcAft>
              <a:buClr>
                <a:schemeClr val="lt1"/>
              </a:buClr>
              <a:buSzPts val="1800"/>
              <a:buChar char="»"/>
              <a:defRPr>
                <a:solidFill>
                  <a:schemeClr val="lt1"/>
                </a:solidFill>
              </a:defRPr>
            </a:lvl5pPr>
            <a:lvl6pPr marL="2743200" lvl="5" indent="-342900" algn="l">
              <a:lnSpc>
                <a:spcPct val="100000"/>
              </a:lnSpc>
              <a:spcBef>
                <a:spcPts val="360"/>
              </a:spcBef>
              <a:spcAft>
                <a:spcPts val="0"/>
              </a:spcAft>
              <a:buClr>
                <a:schemeClr val="lt1"/>
              </a:buClr>
              <a:buSzPts val="1800"/>
              <a:buChar char="•"/>
              <a:defRPr>
                <a:solidFill>
                  <a:schemeClr val="lt1"/>
                </a:solidFill>
              </a:defRPr>
            </a:lvl6pPr>
            <a:lvl7pPr marL="3200400" lvl="6" indent="-342900" algn="l">
              <a:lnSpc>
                <a:spcPct val="100000"/>
              </a:lnSpc>
              <a:spcBef>
                <a:spcPts val="360"/>
              </a:spcBef>
              <a:spcAft>
                <a:spcPts val="0"/>
              </a:spcAft>
              <a:buClr>
                <a:schemeClr val="lt1"/>
              </a:buClr>
              <a:buSzPts val="1800"/>
              <a:buChar char="•"/>
              <a:defRPr>
                <a:solidFill>
                  <a:schemeClr val="lt1"/>
                </a:solidFill>
              </a:defRPr>
            </a:lvl7pPr>
            <a:lvl8pPr marL="3657600" lvl="7" indent="-342900" algn="l">
              <a:lnSpc>
                <a:spcPct val="100000"/>
              </a:lnSpc>
              <a:spcBef>
                <a:spcPts val="360"/>
              </a:spcBef>
              <a:spcAft>
                <a:spcPts val="0"/>
              </a:spcAft>
              <a:buClr>
                <a:schemeClr val="lt1"/>
              </a:buClr>
              <a:buSzPts val="1800"/>
              <a:buChar char="•"/>
              <a:defRPr>
                <a:solidFill>
                  <a:schemeClr val="lt1"/>
                </a:solidFill>
              </a:defRPr>
            </a:lvl8pPr>
            <a:lvl9pPr marL="4114800" lvl="8" indent="-342900" algn="l">
              <a:lnSpc>
                <a:spcPct val="100000"/>
              </a:lnSpc>
              <a:spcBef>
                <a:spcPts val="360"/>
              </a:spcBef>
              <a:spcAft>
                <a:spcPts val="0"/>
              </a:spcAft>
              <a:buClr>
                <a:schemeClr val="lt1"/>
              </a:buClr>
              <a:buSzPts val="1800"/>
              <a:buChar char="•"/>
              <a:defRPr>
                <a:solidFill>
                  <a:schemeClr val="lt1"/>
                </a:solidFill>
              </a:defRPr>
            </a:lvl9pPr>
          </a:lstStyle>
          <a:p>
            <a:endParaRPr/>
          </a:p>
        </p:txBody>
      </p:sp>
      <p:sp>
        <p:nvSpPr>
          <p:cNvPr id="88" name="Google Shape;88;p13"/>
          <p:cNvSpPr txBox="1">
            <a:spLocks noGrp="1"/>
          </p:cNvSpPr>
          <p:nvPr>
            <p:ph type="body" idx="4"/>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lt1"/>
              </a:buClr>
              <a:buSzPts val="1100"/>
              <a:buFont typeface="Plus Jakarta Sans SemiBold"/>
              <a:buNone/>
              <a:defRPr sz="1100" i="0">
                <a:solidFill>
                  <a:schemeClr val="lt1"/>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Clr>
                <a:schemeClr val="lt1"/>
              </a:buClr>
              <a:buSzPts val="1260"/>
              <a:buFont typeface="Arial"/>
              <a:buNone/>
              <a:defRPr sz="1050">
                <a:solidFill>
                  <a:schemeClr val="lt1"/>
                </a:solidFill>
                <a:latin typeface="Arial"/>
                <a:ea typeface="Arial"/>
                <a:cs typeface="Arial"/>
                <a:sym typeface="Arial"/>
              </a:defRPr>
            </a:lvl2pPr>
            <a:lvl3pPr marL="1371600" lvl="2" indent="-228600" algn="l">
              <a:lnSpc>
                <a:spcPct val="100000"/>
              </a:lnSpc>
              <a:spcBef>
                <a:spcPts val="210"/>
              </a:spcBef>
              <a:spcAft>
                <a:spcPts val="0"/>
              </a:spcAft>
              <a:buClr>
                <a:schemeClr val="lt1"/>
              </a:buClr>
              <a:buSzPts val="1260"/>
              <a:buFont typeface="Arial"/>
              <a:buNone/>
              <a:defRPr sz="1050">
                <a:solidFill>
                  <a:schemeClr val="lt1"/>
                </a:solidFill>
                <a:latin typeface="Arial"/>
                <a:ea typeface="Arial"/>
                <a:cs typeface="Arial"/>
                <a:sym typeface="Arial"/>
              </a:defRPr>
            </a:lvl3pPr>
            <a:lvl4pPr marL="1828800" lvl="3" indent="-228600" algn="l">
              <a:lnSpc>
                <a:spcPct val="100000"/>
              </a:lnSpc>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4pPr>
            <a:lvl5pPr marL="2286000" lvl="4" indent="-228600" algn="l">
              <a:lnSpc>
                <a:spcPct val="100000"/>
              </a:lnSpc>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5pPr>
            <a:lvl6pPr marL="2743200" lvl="5" indent="-342900" algn="l">
              <a:lnSpc>
                <a:spcPct val="100000"/>
              </a:lnSpc>
              <a:spcBef>
                <a:spcPts val="360"/>
              </a:spcBef>
              <a:spcAft>
                <a:spcPts val="0"/>
              </a:spcAft>
              <a:buClr>
                <a:schemeClr val="lt1"/>
              </a:buClr>
              <a:buSzPts val="1800"/>
              <a:buChar char="•"/>
              <a:defRPr>
                <a:solidFill>
                  <a:schemeClr val="lt1"/>
                </a:solidFill>
              </a:defRPr>
            </a:lvl6pPr>
            <a:lvl7pPr marL="3200400" lvl="6" indent="-342900" algn="l">
              <a:lnSpc>
                <a:spcPct val="100000"/>
              </a:lnSpc>
              <a:spcBef>
                <a:spcPts val="360"/>
              </a:spcBef>
              <a:spcAft>
                <a:spcPts val="0"/>
              </a:spcAft>
              <a:buClr>
                <a:schemeClr val="lt1"/>
              </a:buClr>
              <a:buSzPts val="1800"/>
              <a:buChar char="•"/>
              <a:defRPr>
                <a:solidFill>
                  <a:schemeClr val="lt1"/>
                </a:solidFill>
              </a:defRPr>
            </a:lvl7pPr>
            <a:lvl8pPr marL="3657600" lvl="7" indent="-342900" algn="l">
              <a:lnSpc>
                <a:spcPct val="100000"/>
              </a:lnSpc>
              <a:spcBef>
                <a:spcPts val="360"/>
              </a:spcBef>
              <a:spcAft>
                <a:spcPts val="0"/>
              </a:spcAft>
              <a:buClr>
                <a:schemeClr val="lt1"/>
              </a:buClr>
              <a:buSzPts val="1800"/>
              <a:buChar char="•"/>
              <a:defRPr>
                <a:solidFill>
                  <a:schemeClr val="lt1"/>
                </a:solidFill>
              </a:defRPr>
            </a:lvl8pPr>
            <a:lvl9pPr marL="4114800" lvl="8" indent="-342900" algn="l">
              <a:lnSpc>
                <a:spcPct val="100000"/>
              </a:lnSpc>
              <a:spcBef>
                <a:spcPts val="360"/>
              </a:spcBef>
              <a:spcAft>
                <a:spcPts val="0"/>
              </a:spcAft>
              <a:buClr>
                <a:schemeClr val="lt1"/>
              </a:buClr>
              <a:buSzPts val="1800"/>
              <a:buChar char="•"/>
              <a:defRPr>
                <a:solidFill>
                  <a:schemeClr val="lt1"/>
                </a:solidFill>
              </a:defRPr>
            </a:lvl9pPr>
          </a:lstStyle>
          <a:p>
            <a:endParaRPr/>
          </a:p>
        </p:txBody>
      </p:sp>
    </p:spTree>
  </p:cSld>
  <p:clrMapOvr>
    <a:masterClrMapping/>
  </p:clrMapOvr>
  <p:transition spd="slow">
    <p:push/>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Inline Image on the Right">
  <p:cSld name="Inline Image on the Right">
    <p:spTree>
      <p:nvGrpSpPr>
        <p:cNvPr id="1" name="Shape 89"/>
        <p:cNvGrpSpPr/>
        <p:nvPr/>
      </p:nvGrpSpPr>
      <p:grpSpPr>
        <a:xfrm>
          <a:off x="0" y="0"/>
          <a:ext cx="0" cy="0"/>
          <a:chOff x="0" y="0"/>
          <a:chExt cx="0" cy="0"/>
        </a:xfrm>
      </p:grpSpPr>
      <p:sp>
        <p:nvSpPr>
          <p:cNvPr id="90" name="Google Shape;90;p14"/>
          <p:cNvSpPr txBox="1">
            <a:spLocks noGrp="1"/>
          </p:cNvSpPr>
          <p:nvPr>
            <p:ph type="body" idx="1"/>
          </p:nvPr>
        </p:nvSpPr>
        <p:spPr>
          <a:xfrm>
            <a:off x="533400" y="1370000"/>
            <a:ext cx="3923400" cy="15066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rgbClr val="000000"/>
              </a:buClr>
              <a:buSzPts val="1800"/>
              <a:buNone/>
              <a:defRPr/>
            </a:lvl1pPr>
            <a:lvl2pPr marL="914400" lvl="1" indent="-228600" algn="l">
              <a:lnSpc>
                <a:spcPct val="78888"/>
              </a:lnSpc>
              <a:spcBef>
                <a:spcPts val="400"/>
              </a:spcBef>
              <a:spcAft>
                <a:spcPts val="0"/>
              </a:spcAft>
              <a:buSzPts val="2160"/>
              <a:buNone/>
              <a:defRPr/>
            </a:lvl2pPr>
            <a:lvl3pPr marL="1371600" lvl="2" indent="-365760" algn="l">
              <a:lnSpc>
                <a:spcPct val="100000"/>
              </a:lnSpc>
              <a:spcBef>
                <a:spcPts val="360"/>
              </a:spcBef>
              <a:spcAft>
                <a:spcPts val="0"/>
              </a:spcAft>
              <a:buSzPts val="2160"/>
              <a:buChar char="•"/>
              <a:defRPr/>
            </a:lvl3pPr>
            <a:lvl4pPr marL="1828800" lvl="3" indent="-342900" algn="l">
              <a:lnSpc>
                <a:spcPct val="100000"/>
              </a:lnSpc>
              <a:spcBef>
                <a:spcPts val="360"/>
              </a:spcBef>
              <a:spcAft>
                <a:spcPts val="0"/>
              </a:spcAft>
              <a:buClr>
                <a:srgbClr val="4E5661"/>
              </a:buClr>
              <a:buSzPts val="1800"/>
              <a:buChar char="–"/>
              <a:defRPr/>
            </a:lvl4pPr>
            <a:lvl5pPr marL="2286000" lvl="4" indent="-342900" algn="l">
              <a:lnSpc>
                <a:spcPct val="100000"/>
              </a:lnSpc>
              <a:spcBef>
                <a:spcPts val="360"/>
              </a:spcBef>
              <a:spcAft>
                <a:spcPts val="0"/>
              </a:spcAft>
              <a:buClr>
                <a:srgbClr val="4E566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91" name="Google Shape;91;p14"/>
          <p:cNvSpPr>
            <a:spLocks noGrp="1"/>
          </p:cNvSpPr>
          <p:nvPr>
            <p:ph type="pic" idx="2"/>
          </p:nvPr>
        </p:nvSpPr>
        <p:spPr>
          <a:xfrm>
            <a:off x="4600100" y="1283925"/>
            <a:ext cx="4064100" cy="3261600"/>
          </a:xfrm>
          <a:prstGeom prst="roundRect">
            <a:avLst>
              <a:gd name="adj" fmla="val 6744"/>
            </a:avLst>
          </a:prstGeom>
          <a:noFill/>
          <a:ln>
            <a:noFill/>
          </a:ln>
        </p:spPr>
      </p:sp>
      <p:sp>
        <p:nvSpPr>
          <p:cNvPr id="92" name="Google Shape;92;p14"/>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93" name="Google Shape;93;p14"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94" name="Google Shape;94;p14"/>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lnSpc>
                <a:spcPct val="100000"/>
              </a:lnSpc>
              <a:spcBef>
                <a:spcPts val="0"/>
              </a:spcBef>
              <a:spcAft>
                <a:spcPts val="0"/>
              </a:spcAft>
              <a:buClr>
                <a:srgbClr val="120046"/>
              </a:buClr>
              <a:buSzPts val="2100"/>
              <a:buNone/>
              <a:defRPr sz="23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5" name="Google Shape;95;p14"/>
          <p:cNvSpPr txBox="1">
            <a:spLocks noGrp="1"/>
          </p:cNvSpPr>
          <p:nvPr>
            <p:ph type="body" idx="3"/>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accent4"/>
              </a:buClr>
              <a:buSzPts val="1100"/>
              <a:buFont typeface="Plus Jakarta Sans SemiBold"/>
              <a:buNone/>
              <a:defRPr sz="1100" i="0">
                <a:solidFill>
                  <a:schemeClr val="accent4"/>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lnSpc>
                <a:spcPct val="100000"/>
              </a:lnSpc>
              <a:spcBef>
                <a:spcPts val="210"/>
              </a:spcBef>
              <a:spcAft>
                <a:spcPts val="0"/>
              </a:spcAft>
              <a:buSzPts val="1260"/>
              <a:buFont typeface="Arial"/>
              <a:buNone/>
              <a:defRPr sz="1050">
                <a:latin typeface="Arial"/>
                <a:ea typeface="Arial"/>
                <a:cs typeface="Arial"/>
                <a:sym typeface="Arial"/>
              </a:defRPr>
            </a:lvl3pPr>
            <a:lvl4pPr marL="1828800" lvl="3"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transition spd="slow">
    <p:push/>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Inline Image on the Right | Twilight">
  <p:cSld name="Inline Image on the Right | Twilight">
    <p:bg>
      <p:bgPr>
        <a:solidFill>
          <a:schemeClr val="dk1"/>
        </a:solidFill>
        <a:effectLst/>
      </p:bgPr>
    </p:bg>
    <p:spTree>
      <p:nvGrpSpPr>
        <p:cNvPr id="1" name="Shape 96"/>
        <p:cNvGrpSpPr/>
        <p:nvPr/>
      </p:nvGrpSpPr>
      <p:grpSpPr>
        <a:xfrm>
          <a:off x="0" y="0"/>
          <a:ext cx="0" cy="0"/>
          <a:chOff x="0" y="0"/>
          <a:chExt cx="0" cy="0"/>
        </a:xfrm>
      </p:grpSpPr>
      <p:sp>
        <p:nvSpPr>
          <p:cNvPr id="97" name="Google Shape;97;p15"/>
          <p:cNvSpPr txBox="1">
            <a:spLocks noGrp="1"/>
          </p:cNvSpPr>
          <p:nvPr>
            <p:ph type="body" idx="1"/>
          </p:nvPr>
        </p:nvSpPr>
        <p:spPr>
          <a:xfrm>
            <a:off x="533400" y="1370000"/>
            <a:ext cx="3893100" cy="15066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lt1"/>
              </a:buClr>
              <a:buSzPts val="1800"/>
              <a:buNone/>
              <a:defRPr>
                <a:solidFill>
                  <a:schemeClr val="lt1"/>
                </a:solidFill>
              </a:defRPr>
            </a:lvl1pPr>
            <a:lvl2pPr marL="914400" lvl="1" indent="-228600" algn="l">
              <a:lnSpc>
                <a:spcPct val="78888"/>
              </a:lnSpc>
              <a:spcBef>
                <a:spcPts val="400"/>
              </a:spcBef>
              <a:spcAft>
                <a:spcPts val="0"/>
              </a:spcAft>
              <a:buClr>
                <a:schemeClr val="lt1"/>
              </a:buClr>
              <a:buSzPts val="2160"/>
              <a:buNone/>
              <a:defRPr>
                <a:solidFill>
                  <a:schemeClr val="lt1"/>
                </a:solidFill>
              </a:defRPr>
            </a:lvl2pPr>
            <a:lvl3pPr marL="1371600" lvl="2" indent="-365760" algn="l">
              <a:lnSpc>
                <a:spcPct val="100000"/>
              </a:lnSpc>
              <a:spcBef>
                <a:spcPts val="360"/>
              </a:spcBef>
              <a:spcAft>
                <a:spcPts val="0"/>
              </a:spcAft>
              <a:buClr>
                <a:schemeClr val="lt1"/>
              </a:buClr>
              <a:buSzPts val="2160"/>
              <a:buChar char="•"/>
              <a:defRPr>
                <a:solidFill>
                  <a:schemeClr val="lt1"/>
                </a:solidFill>
              </a:defRPr>
            </a:lvl3pPr>
            <a:lvl4pPr marL="1828800" lvl="3" indent="-342900" algn="l">
              <a:lnSpc>
                <a:spcPct val="100000"/>
              </a:lnSpc>
              <a:spcBef>
                <a:spcPts val="360"/>
              </a:spcBef>
              <a:spcAft>
                <a:spcPts val="0"/>
              </a:spcAft>
              <a:buClr>
                <a:schemeClr val="lt1"/>
              </a:buClr>
              <a:buSzPts val="1800"/>
              <a:buChar char="–"/>
              <a:defRPr>
                <a:solidFill>
                  <a:schemeClr val="lt1"/>
                </a:solidFill>
              </a:defRPr>
            </a:lvl4pPr>
            <a:lvl5pPr marL="2286000" lvl="4" indent="-342900" algn="l">
              <a:lnSpc>
                <a:spcPct val="100000"/>
              </a:lnSpc>
              <a:spcBef>
                <a:spcPts val="360"/>
              </a:spcBef>
              <a:spcAft>
                <a:spcPts val="0"/>
              </a:spcAft>
              <a:buClr>
                <a:schemeClr val="lt1"/>
              </a:buClr>
              <a:buSzPts val="1800"/>
              <a:buChar char="»"/>
              <a:defRPr>
                <a:solidFill>
                  <a:schemeClr val="lt1"/>
                </a:solidFill>
              </a:defRPr>
            </a:lvl5pPr>
            <a:lvl6pPr marL="2743200" lvl="5" indent="-342900" algn="l">
              <a:lnSpc>
                <a:spcPct val="100000"/>
              </a:lnSpc>
              <a:spcBef>
                <a:spcPts val="360"/>
              </a:spcBef>
              <a:spcAft>
                <a:spcPts val="0"/>
              </a:spcAft>
              <a:buClr>
                <a:schemeClr val="lt1"/>
              </a:buClr>
              <a:buSzPts val="1800"/>
              <a:buChar char="•"/>
              <a:defRPr>
                <a:solidFill>
                  <a:schemeClr val="lt1"/>
                </a:solidFill>
              </a:defRPr>
            </a:lvl6pPr>
            <a:lvl7pPr marL="3200400" lvl="6" indent="-342900" algn="l">
              <a:lnSpc>
                <a:spcPct val="100000"/>
              </a:lnSpc>
              <a:spcBef>
                <a:spcPts val="360"/>
              </a:spcBef>
              <a:spcAft>
                <a:spcPts val="0"/>
              </a:spcAft>
              <a:buClr>
                <a:schemeClr val="lt1"/>
              </a:buClr>
              <a:buSzPts val="1800"/>
              <a:buChar char="•"/>
              <a:defRPr>
                <a:solidFill>
                  <a:schemeClr val="lt1"/>
                </a:solidFill>
              </a:defRPr>
            </a:lvl7pPr>
            <a:lvl8pPr marL="3657600" lvl="7" indent="-342900" algn="l">
              <a:lnSpc>
                <a:spcPct val="100000"/>
              </a:lnSpc>
              <a:spcBef>
                <a:spcPts val="360"/>
              </a:spcBef>
              <a:spcAft>
                <a:spcPts val="0"/>
              </a:spcAft>
              <a:buClr>
                <a:schemeClr val="lt1"/>
              </a:buClr>
              <a:buSzPts val="1800"/>
              <a:buChar char="•"/>
              <a:defRPr>
                <a:solidFill>
                  <a:schemeClr val="lt1"/>
                </a:solidFill>
              </a:defRPr>
            </a:lvl8pPr>
            <a:lvl9pPr marL="4114800" lvl="8" indent="-342900" algn="l">
              <a:lnSpc>
                <a:spcPct val="100000"/>
              </a:lnSpc>
              <a:spcBef>
                <a:spcPts val="360"/>
              </a:spcBef>
              <a:spcAft>
                <a:spcPts val="0"/>
              </a:spcAft>
              <a:buClr>
                <a:schemeClr val="lt1"/>
              </a:buClr>
              <a:buSzPts val="1800"/>
              <a:buChar char="•"/>
              <a:defRPr>
                <a:solidFill>
                  <a:schemeClr val="lt1"/>
                </a:solidFill>
              </a:defRPr>
            </a:lvl9pPr>
          </a:lstStyle>
          <a:p>
            <a:endParaRPr/>
          </a:p>
        </p:txBody>
      </p:sp>
      <p:sp>
        <p:nvSpPr>
          <p:cNvPr id="98" name="Google Shape;98;p15"/>
          <p:cNvSpPr>
            <a:spLocks noGrp="1"/>
          </p:cNvSpPr>
          <p:nvPr>
            <p:ph type="pic" idx="2"/>
          </p:nvPr>
        </p:nvSpPr>
        <p:spPr>
          <a:xfrm>
            <a:off x="4600100" y="1283925"/>
            <a:ext cx="4064100" cy="3261600"/>
          </a:xfrm>
          <a:prstGeom prst="roundRect">
            <a:avLst>
              <a:gd name="adj" fmla="val 6744"/>
            </a:avLst>
          </a:prstGeom>
          <a:noFill/>
          <a:ln>
            <a:noFill/>
          </a:ln>
        </p:spPr>
      </p:sp>
      <p:sp>
        <p:nvSpPr>
          <p:cNvPr id="99" name="Google Shape;99;p15"/>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100" name="Google Shape;100;p15"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101" name="Google Shape;101;p15"/>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lnSpc>
                <a:spcPct val="100000"/>
              </a:lnSpc>
              <a:spcBef>
                <a:spcPts val="0"/>
              </a:spcBef>
              <a:spcAft>
                <a:spcPts val="0"/>
              </a:spcAft>
              <a:buClr>
                <a:schemeClr val="lt1"/>
              </a:buClr>
              <a:buSzPts val="2100"/>
              <a:buNone/>
              <a:defRPr sz="2300">
                <a:solidFill>
                  <a:schemeClr val="lt1"/>
                </a:solidFill>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a:endParaRPr/>
          </a:p>
        </p:txBody>
      </p:sp>
      <p:sp>
        <p:nvSpPr>
          <p:cNvPr id="102" name="Google Shape;102;p15"/>
          <p:cNvSpPr txBox="1">
            <a:spLocks noGrp="1"/>
          </p:cNvSpPr>
          <p:nvPr>
            <p:ph type="body" idx="3"/>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lt1"/>
              </a:buClr>
              <a:buSzPts val="1100"/>
              <a:buFont typeface="Plus Jakarta Sans SemiBold"/>
              <a:buNone/>
              <a:defRPr sz="1100" i="0">
                <a:solidFill>
                  <a:schemeClr val="lt1"/>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Clr>
                <a:schemeClr val="lt1"/>
              </a:buClr>
              <a:buSzPts val="1260"/>
              <a:buFont typeface="Arial"/>
              <a:buNone/>
              <a:defRPr sz="1050">
                <a:solidFill>
                  <a:schemeClr val="lt1"/>
                </a:solidFill>
                <a:latin typeface="Arial"/>
                <a:ea typeface="Arial"/>
                <a:cs typeface="Arial"/>
                <a:sym typeface="Arial"/>
              </a:defRPr>
            </a:lvl2pPr>
            <a:lvl3pPr marL="1371600" lvl="2" indent="-228600" algn="l">
              <a:lnSpc>
                <a:spcPct val="100000"/>
              </a:lnSpc>
              <a:spcBef>
                <a:spcPts val="210"/>
              </a:spcBef>
              <a:spcAft>
                <a:spcPts val="0"/>
              </a:spcAft>
              <a:buClr>
                <a:schemeClr val="lt1"/>
              </a:buClr>
              <a:buSzPts val="1260"/>
              <a:buFont typeface="Arial"/>
              <a:buNone/>
              <a:defRPr sz="1050">
                <a:solidFill>
                  <a:schemeClr val="lt1"/>
                </a:solidFill>
                <a:latin typeface="Arial"/>
                <a:ea typeface="Arial"/>
                <a:cs typeface="Arial"/>
                <a:sym typeface="Arial"/>
              </a:defRPr>
            </a:lvl3pPr>
            <a:lvl4pPr marL="1828800" lvl="3" indent="-228600" algn="l">
              <a:lnSpc>
                <a:spcPct val="100000"/>
              </a:lnSpc>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4pPr>
            <a:lvl5pPr marL="2286000" lvl="4" indent="-228600" algn="l">
              <a:lnSpc>
                <a:spcPct val="100000"/>
              </a:lnSpc>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5pPr>
            <a:lvl6pPr marL="2743200" lvl="5" indent="-342900" algn="l">
              <a:lnSpc>
                <a:spcPct val="100000"/>
              </a:lnSpc>
              <a:spcBef>
                <a:spcPts val="360"/>
              </a:spcBef>
              <a:spcAft>
                <a:spcPts val="0"/>
              </a:spcAft>
              <a:buClr>
                <a:schemeClr val="lt1"/>
              </a:buClr>
              <a:buSzPts val="1800"/>
              <a:buChar char="•"/>
              <a:defRPr>
                <a:solidFill>
                  <a:schemeClr val="lt1"/>
                </a:solidFill>
              </a:defRPr>
            </a:lvl6pPr>
            <a:lvl7pPr marL="3200400" lvl="6" indent="-342900" algn="l">
              <a:lnSpc>
                <a:spcPct val="100000"/>
              </a:lnSpc>
              <a:spcBef>
                <a:spcPts val="360"/>
              </a:spcBef>
              <a:spcAft>
                <a:spcPts val="0"/>
              </a:spcAft>
              <a:buClr>
                <a:schemeClr val="lt1"/>
              </a:buClr>
              <a:buSzPts val="1800"/>
              <a:buChar char="•"/>
              <a:defRPr>
                <a:solidFill>
                  <a:schemeClr val="lt1"/>
                </a:solidFill>
              </a:defRPr>
            </a:lvl7pPr>
            <a:lvl8pPr marL="3657600" lvl="7" indent="-342900" algn="l">
              <a:lnSpc>
                <a:spcPct val="100000"/>
              </a:lnSpc>
              <a:spcBef>
                <a:spcPts val="360"/>
              </a:spcBef>
              <a:spcAft>
                <a:spcPts val="0"/>
              </a:spcAft>
              <a:buClr>
                <a:schemeClr val="lt1"/>
              </a:buClr>
              <a:buSzPts val="1800"/>
              <a:buChar char="•"/>
              <a:defRPr>
                <a:solidFill>
                  <a:schemeClr val="lt1"/>
                </a:solidFill>
              </a:defRPr>
            </a:lvl8pPr>
            <a:lvl9pPr marL="4114800" lvl="8" indent="-342900" algn="l">
              <a:lnSpc>
                <a:spcPct val="100000"/>
              </a:lnSpc>
              <a:spcBef>
                <a:spcPts val="360"/>
              </a:spcBef>
              <a:spcAft>
                <a:spcPts val="0"/>
              </a:spcAft>
              <a:buClr>
                <a:schemeClr val="lt1"/>
              </a:buClr>
              <a:buSzPts val="1800"/>
              <a:buChar char="•"/>
              <a:defRPr>
                <a:solidFill>
                  <a:schemeClr val="lt1"/>
                </a:solidFill>
              </a:defRPr>
            </a:lvl9pPr>
          </a:lstStyle>
          <a:p>
            <a:endParaRPr/>
          </a:p>
        </p:txBody>
      </p:sp>
    </p:spTree>
  </p:cSld>
  <p:clrMapOvr>
    <a:masterClrMapping/>
  </p:clrMapOvr>
  <p:transition spd="slow">
    <p:push/>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Inline Image on the Left">
  <p:cSld name="Inline Image on the Left">
    <p:spTree>
      <p:nvGrpSpPr>
        <p:cNvPr id="1" name="Shape 103"/>
        <p:cNvGrpSpPr/>
        <p:nvPr/>
      </p:nvGrpSpPr>
      <p:grpSpPr>
        <a:xfrm>
          <a:off x="0" y="0"/>
          <a:ext cx="0" cy="0"/>
          <a:chOff x="0" y="0"/>
          <a:chExt cx="0" cy="0"/>
        </a:xfrm>
      </p:grpSpPr>
      <p:sp>
        <p:nvSpPr>
          <p:cNvPr id="104" name="Google Shape;104;p16"/>
          <p:cNvSpPr txBox="1">
            <a:spLocks noGrp="1"/>
          </p:cNvSpPr>
          <p:nvPr>
            <p:ph type="body" idx="1"/>
          </p:nvPr>
        </p:nvSpPr>
        <p:spPr>
          <a:xfrm>
            <a:off x="4923250" y="1370000"/>
            <a:ext cx="3766500" cy="15066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rgbClr val="000000"/>
              </a:buClr>
              <a:buSzPts val="1800"/>
              <a:buNone/>
              <a:defRPr/>
            </a:lvl1pPr>
            <a:lvl2pPr marL="914400" lvl="1" indent="-228600" algn="l">
              <a:lnSpc>
                <a:spcPct val="78888"/>
              </a:lnSpc>
              <a:spcBef>
                <a:spcPts val="400"/>
              </a:spcBef>
              <a:spcAft>
                <a:spcPts val="0"/>
              </a:spcAft>
              <a:buSzPts val="2160"/>
              <a:buNone/>
              <a:defRPr/>
            </a:lvl2pPr>
            <a:lvl3pPr marL="1371600" lvl="2" indent="-365760" algn="l">
              <a:lnSpc>
                <a:spcPct val="100000"/>
              </a:lnSpc>
              <a:spcBef>
                <a:spcPts val="360"/>
              </a:spcBef>
              <a:spcAft>
                <a:spcPts val="0"/>
              </a:spcAft>
              <a:buSzPts val="2160"/>
              <a:buChar char="•"/>
              <a:defRPr/>
            </a:lvl3pPr>
            <a:lvl4pPr marL="1828800" lvl="3" indent="-342900" algn="l">
              <a:lnSpc>
                <a:spcPct val="100000"/>
              </a:lnSpc>
              <a:spcBef>
                <a:spcPts val="360"/>
              </a:spcBef>
              <a:spcAft>
                <a:spcPts val="0"/>
              </a:spcAft>
              <a:buClr>
                <a:srgbClr val="4E5661"/>
              </a:buClr>
              <a:buSzPts val="1800"/>
              <a:buChar char="–"/>
              <a:defRPr/>
            </a:lvl4pPr>
            <a:lvl5pPr marL="2286000" lvl="4" indent="-342900" algn="l">
              <a:lnSpc>
                <a:spcPct val="100000"/>
              </a:lnSpc>
              <a:spcBef>
                <a:spcPts val="360"/>
              </a:spcBef>
              <a:spcAft>
                <a:spcPts val="0"/>
              </a:spcAft>
              <a:buClr>
                <a:srgbClr val="4E566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05" name="Google Shape;105;p16"/>
          <p:cNvSpPr>
            <a:spLocks noGrp="1"/>
          </p:cNvSpPr>
          <p:nvPr>
            <p:ph type="pic" idx="2"/>
          </p:nvPr>
        </p:nvSpPr>
        <p:spPr>
          <a:xfrm>
            <a:off x="625675" y="1283925"/>
            <a:ext cx="4064100" cy="3261600"/>
          </a:xfrm>
          <a:prstGeom prst="roundRect">
            <a:avLst>
              <a:gd name="adj" fmla="val 6744"/>
            </a:avLst>
          </a:prstGeom>
          <a:noFill/>
          <a:ln>
            <a:noFill/>
          </a:ln>
        </p:spPr>
      </p:sp>
      <p:sp>
        <p:nvSpPr>
          <p:cNvPr id="106" name="Google Shape;106;p16"/>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107" name="Google Shape;107;p16"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108" name="Google Shape;108;p16"/>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lnSpc>
                <a:spcPct val="100000"/>
              </a:lnSpc>
              <a:spcBef>
                <a:spcPts val="0"/>
              </a:spcBef>
              <a:spcAft>
                <a:spcPts val="0"/>
              </a:spcAft>
              <a:buClr>
                <a:srgbClr val="120046"/>
              </a:buClr>
              <a:buSzPts val="2100"/>
              <a:buNone/>
              <a:defRPr sz="23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9" name="Google Shape;109;p16"/>
          <p:cNvSpPr txBox="1">
            <a:spLocks noGrp="1"/>
          </p:cNvSpPr>
          <p:nvPr>
            <p:ph type="body" idx="3"/>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accent4"/>
              </a:buClr>
              <a:buSzPts val="1100"/>
              <a:buFont typeface="Plus Jakarta Sans SemiBold"/>
              <a:buNone/>
              <a:defRPr sz="1100" i="0">
                <a:solidFill>
                  <a:schemeClr val="accent4"/>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lnSpc>
                <a:spcPct val="100000"/>
              </a:lnSpc>
              <a:spcBef>
                <a:spcPts val="210"/>
              </a:spcBef>
              <a:spcAft>
                <a:spcPts val="0"/>
              </a:spcAft>
              <a:buSzPts val="1260"/>
              <a:buFont typeface="Arial"/>
              <a:buNone/>
              <a:defRPr sz="1050">
                <a:latin typeface="Arial"/>
                <a:ea typeface="Arial"/>
                <a:cs typeface="Arial"/>
                <a:sym typeface="Arial"/>
              </a:defRPr>
            </a:lvl3pPr>
            <a:lvl4pPr marL="1828800" lvl="3"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transition spd="slow">
    <p:push/>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Headline Left Side Image Right">
  <p:cSld name="Headline Left Side Image Right">
    <p:spTree>
      <p:nvGrpSpPr>
        <p:cNvPr id="1" name="Shape 110"/>
        <p:cNvGrpSpPr/>
        <p:nvPr/>
      </p:nvGrpSpPr>
      <p:grpSpPr>
        <a:xfrm>
          <a:off x="0" y="0"/>
          <a:ext cx="0" cy="0"/>
          <a:chOff x="0" y="0"/>
          <a:chExt cx="0" cy="0"/>
        </a:xfrm>
      </p:grpSpPr>
      <p:sp>
        <p:nvSpPr>
          <p:cNvPr id="111" name="Google Shape;111;p17"/>
          <p:cNvSpPr>
            <a:spLocks noGrp="1"/>
          </p:cNvSpPr>
          <p:nvPr>
            <p:ph type="pic" idx="2"/>
          </p:nvPr>
        </p:nvSpPr>
        <p:spPr>
          <a:xfrm>
            <a:off x="5350350" y="-20975"/>
            <a:ext cx="3793800" cy="5102100"/>
          </a:xfrm>
          <a:prstGeom prst="rect">
            <a:avLst/>
          </a:prstGeom>
          <a:noFill/>
          <a:ln>
            <a:noFill/>
          </a:ln>
        </p:spPr>
      </p:sp>
      <p:sp>
        <p:nvSpPr>
          <p:cNvPr id="112" name="Google Shape;112;p17"/>
          <p:cNvSpPr txBox="1">
            <a:spLocks noGrp="1"/>
          </p:cNvSpPr>
          <p:nvPr>
            <p:ph type="body" idx="1"/>
          </p:nvPr>
        </p:nvSpPr>
        <p:spPr>
          <a:xfrm>
            <a:off x="520600" y="1370012"/>
            <a:ext cx="3962400" cy="15066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rgbClr val="000000"/>
              </a:buClr>
              <a:buSzPts val="1800"/>
              <a:buNone/>
              <a:defRPr/>
            </a:lvl1pPr>
            <a:lvl2pPr marL="914400" lvl="1" indent="-228600" algn="l">
              <a:lnSpc>
                <a:spcPct val="78888"/>
              </a:lnSpc>
              <a:spcBef>
                <a:spcPts val="400"/>
              </a:spcBef>
              <a:spcAft>
                <a:spcPts val="0"/>
              </a:spcAft>
              <a:buSzPts val="2160"/>
              <a:buNone/>
              <a:defRPr/>
            </a:lvl2pPr>
            <a:lvl3pPr marL="1371600" lvl="2" indent="-365760" algn="l">
              <a:lnSpc>
                <a:spcPct val="100000"/>
              </a:lnSpc>
              <a:spcBef>
                <a:spcPts val="360"/>
              </a:spcBef>
              <a:spcAft>
                <a:spcPts val="0"/>
              </a:spcAft>
              <a:buSzPts val="2160"/>
              <a:buChar char="•"/>
              <a:defRPr/>
            </a:lvl3pPr>
            <a:lvl4pPr marL="1828800" lvl="3" indent="-342900" algn="l">
              <a:lnSpc>
                <a:spcPct val="100000"/>
              </a:lnSpc>
              <a:spcBef>
                <a:spcPts val="360"/>
              </a:spcBef>
              <a:spcAft>
                <a:spcPts val="0"/>
              </a:spcAft>
              <a:buClr>
                <a:srgbClr val="4E5661"/>
              </a:buClr>
              <a:buSzPts val="1800"/>
              <a:buChar char="–"/>
              <a:defRPr/>
            </a:lvl4pPr>
            <a:lvl5pPr marL="2286000" lvl="4" indent="-342900" algn="l">
              <a:lnSpc>
                <a:spcPct val="100000"/>
              </a:lnSpc>
              <a:spcBef>
                <a:spcPts val="360"/>
              </a:spcBef>
              <a:spcAft>
                <a:spcPts val="0"/>
              </a:spcAft>
              <a:buClr>
                <a:srgbClr val="4E566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13" name="Google Shape;113;p17"/>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114" name="Google Shape;114;p17"/>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lnSpc>
                <a:spcPct val="100000"/>
              </a:lnSpc>
              <a:spcBef>
                <a:spcPts val="0"/>
              </a:spcBef>
              <a:spcAft>
                <a:spcPts val="0"/>
              </a:spcAft>
              <a:buClr>
                <a:srgbClr val="120046"/>
              </a:buClr>
              <a:buSzPts val="2100"/>
              <a:buNone/>
              <a:defRPr sz="23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p17"/>
          <p:cNvSpPr txBox="1">
            <a:spLocks noGrp="1"/>
          </p:cNvSpPr>
          <p:nvPr>
            <p:ph type="body" idx="3"/>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accent4"/>
              </a:buClr>
              <a:buSzPts val="1100"/>
              <a:buFont typeface="Plus Jakarta Sans SemiBold"/>
              <a:buNone/>
              <a:defRPr sz="1100" i="0">
                <a:solidFill>
                  <a:schemeClr val="accent4"/>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lnSpc>
                <a:spcPct val="100000"/>
              </a:lnSpc>
              <a:spcBef>
                <a:spcPts val="210"/>
              </a:spcBef>
              <a:spcAft>
                <a:spcPts val="0"/>
              </a:spcAft>
              <a:buSzPts val="1260"/>
              <a:buFont typeface="Arial"/>
              <a:buNone/>
              <a:defRPr sz="1050">
                <a:latin typeface="Arial"/>
                <a:ea typeface="Arial"/>
                <a:cs typeface="Arial"/>
                <a:sym typeface="Arial"/>
              </a:defRPr>
            </a:lvl3pPr>
            <a:lvl4pPr marL="1828800" lvl="3"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transition spd="slow">
    <p:push/>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Headline Left Side Image Right | Twilight">
  <p:cSld name="Headline Left Side Image Right | Twilight">
    <p:bg>
      <p:bgPr>
        <a:solidFill>
          <a:schemeClr val="dk1"/>
        </a:solidFill>
        <a:effectLst/>
      </p:bgPr>
    </p:bg>
    <p:spTree>
      <p:nvGrpSpPr>
        <p:cNvPr id="1" name="Shape 116"/>
        <p:cNvGrpSpPr/>
        <p:nvPr/>
      </p:nvGrpSpPr>
      <p:grpSpPr>
        <a:xfrm>
          <a:off x="0" y="0"/>
          <a:ext cx="0" cy="0"/>
          <a:chOff x="0" y="0"/>
          <a:chExt cx="0" cy="0"/>
        </a:xfrm>
      </p:grpSpPr>
      <p:sp>
        <p:nvSpPr>
          <p:cNvPr id="117" name="Google Shape;117;p18"/>
          <p:cNvSpPr>
            <a:spLocks noGrp="1"/>
          </p:cNvSpPr>
          <p:nvPr>
            <p:ph type="pic" idx="2"/>
          </p:nvPr>
        </p:nvSpPr>
        <p:spPr>
          <a:xfrm>
            <a:off x="5350350" y="-20975"/>
            <a:ext cx="3793800" cy="5102100"/>
          </a:xfrm>
          <a:prstGeom prst="rect">
            <a:avLst/>
          </a:prstGeom>
          <a:noFill/>
          <a:ln>
            <a:noFill/>
          </a:ln>
        </p:spPr>
      </p:sp>
      <p:sp>
        <p:nvSpPr>
          <p:cNvPr id="118" name="Google Shape;118;p18"/>
          <p:cNvSpPr txBox="1">
            <a:spLocks noGrp="1"/>
          </p:cNvSpPr>
          <p:nvPr>
            <p:ph type="body" idx="1"/>
          </p:nvPr>
        </p:nvSpPr>
        <p:spPr>
          <a:xfrm>
            <a:off x="520600" y="1370012"/>
            <a:ext cx="3962400" cy="15066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lt1"/>
              </a:buClr>
              <a:buSzPts val="1800"/>
              <a:buNone/>
              <a:defRPr>
                <a:solidFill>
                  <a:schemeClr val="lt1"/>
                </a:solidFill>
              </a:defRPr>
            </a:lvl1pPr>
            <a:lvl2pPr marL="914400" lvl="1" indent="-228600" algn="l">
              <a:lnSpc>
                <a:spcPct val="78888"/>
              </a:lnSpc>
              <a:spcBef>
                <a:spcPts val="400"/>
              </a:spcBef>
              <a:spcAft>
                <a:spcPts val="0"/>
              </a:spcAft>
              <a:buClr>
                <a:schemeClr val="lt1"/>
              </a:buClr>
              <a:buSzPts val="2160"/>
              <a:buNone/>
              <a:defRPr>
                <a:solidFill>
                  <a:schemeClr val="lt1"/>
                </a:solidFill>
              </a:defRPr>
            </a:lvl2pPr>
            <a:lvl3pPr marL="1371600" lvl="2" indent="-365760" algn="l">
              <a:lnSpc>
                <a:spcPct val="100000"/>
              </a:lnSpc>
              <a:spcBef>
                <a:spcPts val="360"/>
              </a:spcBef>
              <a:spcAft>
                <a:spcPts val="0"/>
              </a:spcAft>
              <a:buClr>
                <a:schemeClr val="lt1"/>
              </a:buClr>
              <a:buSzPts val="2160"/>
              <a:buChar char="•"/>
              <a:defRPr>
                <a:solidFill>
                  <a:schemeClr val="lt1"/>
                </a:solidFill>
              </a:defRPr>
            </a:lvl3pPr>
            <a:lvl4pPr marL="1828800" lvl="3" indent="-342900" algn="l">
              <a:lnSpc>
                <a:spcPct val="100000"/>
              </a:lnSpc>
              <a:spcBef>
                <a:spcPts val="360"/>
              </a:spcBef>
              <a:spcAft>
                <a:spcPts val="0"/>
              </a:spcAft>
              <a:buClr>
                <a:schemeClr val="lt1"/>
              </a:buClr>
              <a:buSzPts val="1800"/>
              <a:buChar char="–"/>
              <a:defRPr>
                <a:solidFill>
                  <a:schemeClr val="lt1"/>
                </a:solidFill>
              </a:defRPr>
            </a:lvl4pPr>
            <a:lvl5pPr marL="2286000" lvl="4" indent="-342900" algn="l">
              <a:lnSpc>
                <a:spcPct val="100000"/>
              </a:lnSpc>
              <a:spcBef>
                <a:spcPts val="360"/>
              </a:spcBef>
              <a:spcAft>
                <a:spcPts val="0"/>
              </a:spcAft>
              <a:buClr>
                <a:schemeClr val="lt1"/>
              </a:buClr>
              <a:buSzPts val="1800"/>
              <a:buChar char="»"/>
              <a:defRPr>
                <a:solidFill>
                  <a:schemeClr val="lt1"/>
                </a:solidFill>
              </a:defRPr>
            </a:lvl5pPr>
            <a:lvl6pPr marL="2743200" lvl="5" indent="-342900" algn="l">
              <a:lnSpc>
                <a:spcPct val="100000"/>
              </a:lnSpc>
              <a:spcBef>
                <a:spcPts val="360"/>
              </a:spcBef>
              <a:spcAft>
                <a:spcPts val="0"/>
              </a:spcAft>
              <a:buClr>
                <a:schemeClr val="lt1"/>
              </a:buClr>
              <a:buSzPts val="1800"/>
              <a:buChar char="•"/>
              <a:defRPr>
                <a:solidFill>
                  <a:schemeClr val="lt1"/>
                </a:solidFill>
              </a:defRPr>
            </a:lvl6pPr>
            <a:lvl7pPr marL="3200400" lvl="6" indent="-342900" algn="l">
              <a:lnSpc>
                <a:spcPct val="100000"/>
              </a:lnSpc>
              <a:spcBef>
                <a:spcPts val="360"/>
              </a:spcBef>
              <a:spcAft>
                <a:spcPts val="0"/>
              </a:spcAft>
              <a:buClr>
                <a:schemeClr val="lt1"/>
              </a:buClr>
              <a:buSzPts val="1800"/>
              <a:buChar char="•"/>
              <a:defRPr>
                <a:solidFill>
                  <a:schemeClr val="lt1"/>
                </a:solidFill>
              </a:defRPr>
            </a:lvl7pPr>
            <a:lvl8pPr marL="3657600" lvl="7" indent="-342900" algn="l">
              <a:lnSpc>
                <a:spcPct val="100000"/>
              </a:lnSpc>
              <a:spcBef>
                <a:spcPts val="360"/>
              </a:spcBef>
              <a:spcAft>
                <a:spcPts val="0"/>
              </a:spcAft>
              <a:buClr>
                <a:schemeClr val="lt1"/>
              </a:buClr>
              <a:buSzPts val="1800"/>
              <a:buChar char="•"/>
              <a:defRPr>
                <a:solidFill>
                  <a:schemeClr val="lt1"/>
                </a:solidFill>
              </a:defRPr>
            </a:lvl8pPr>
            <a:lvl9pPr marL="4114800" lvl="8" indent="-342900" algn="l">
              <a:lnSpc>
                <a:spcPct val="100000"/>
              </a:lnSpc>
              <a:spcBef>
                <a:spcPts val="360"/>
              </a:spcBef>
              <a:spcAft>
                <a:spcPts val="0"/>
              </a:spcAft>
              <a:buClr>
                <a:schemeClr val="lt1"/>
              </a:buClr>
              <a:buSzPts val="1800"/>
              <a:buChar char="•"/>
              <a:defRPr>
                <a:solidFill>
                  <a:schemeClr val="lt1"/>
                </a:solidFill>
              </a:defRPr>
            </a:lvl9pPr>
          </a:lstStyle>
          <a:p>
            <a:endParaRPr/>
          </a:p>
        </p:txBody>
      </p:sp>
      <p:sp>
        <p:nvSpPr>
          <p:cNvPr id="119" name="Google Shape;119;p18"/>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120" name="Google Shape;120;p18"/>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lnSpc>
                <a:spcPct val="100000"/>
              </a:lnSpc>
              <a:spcBef>
                <a:spcPts val="0"/>
              </a:spcBef>
              <a:spcAft>
                <a:spcPts val="0"/>
              </a:spcAft>
              <a:buClr>
                <a:schemeClr val="lt1"/>
              </a:buClr>
              <a:buSzPts val="2100"/>
              <a:buNone/>
              <a:defRPr sz="2300">
                <a:solidFill>
                  <a:schemeClr val="lt1"/>
                </a:solidFill>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a:endParaRPr/>
          </a:p>
        </p:txBody>
      </p:sp>
      <p:sp>
        <p:nvSpPr>
          <p:cNvPr id="121" name="Google Shape;121;p18"/>
          <p:cNvSpPr txBox="1">
            <a:spLocks noGrp="1"/>
          </p:cNvSpPr>
          <p:nvPr>
            <p:ph type="body" idx="3"/>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lt1"/>
              </a:buClr>
              <a:buSzPts val="1100"/>
              <a:buFont typeface="Plus Jakarta Sans SemiBold"/>
              <a:buNone/>
              <a:defRPr sz="1100" i="0">
                <a:solidFill>
                  <a:schemeClr val="lt1"/>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Clr>
                <a:schemeClr val="lt1"/>
              </a:buClr>
              <a:buSzPts val="1260"/>
              <a:buFont typeface="Arial"/>
              <a:buNone/>
              <a:defRPr sz="1050">
                <a:solidFill>
                  <a:schemeClr val="lt1"/>
                </a:solidFill>
                <a:latin typeface="Arial"/>
                <a:ea typeface="Arial"/>
                <a:cs typeface="Arial"/>
                <a:sym typeface="Arial"/>
              </a:defRPr>
            </a:lvl2pPr>
            <a:lvl3pPr marL="1371600" lvl="2" indent="-228600" algn="l">
              <a:lnSpc>
                <a:spcPct val="100000"/>
              </a:lnSpc>
              <a:spcBef>
                <a:spcPts val="210"/>
              </a:spcBef>
              <a:spcAft>
                <a:spcPts val="0"/>
              </a:spcAft>
              <a:buClr>
                <a:schemeClr val="lt1"/>
              </a:buClr>
              <a:buSzPts val="1260"/>
              <a:buFont typeface="Arial"/>
              <a:buNone/>
              <a:defRPr sz="1050">
                <a:solidFill>
                  <a:schemeClr val="lt1"/>
                </a:solidFill>
                <a:latin typeface="Arial"/>
                <a:ea typeface="Arial"/>
                <a:cs typeface="Arial"/>
                <a:sym typeface="Arial"/>
              </a:defRPr>
            </a:lvl3pPr>
            <a:lvl4pPr marL="1828800" lvl="3" indent="-228600" algn="l">
              <a:lnSpc>
                <a:spcPct val="100000"/>
              </a:lnSpc>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4pPr>
            <a:lvl5pPr marL="2286000" lvl="4" indent="-228600" algn="l">
              <a:lnSpc>
                <a:spcPct val="100000"/>
              </a:lnSpc>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5pPr>
            <a:lvl6pPr marL="2743200" lvl="5" indent="-342900" algn="l">
              <a:lnSpc>
                <a:spcPct val="100000"/>
              </a:lnSpc>
              <a:spcBef>
                <a:spcPts val="360"/>
              </a:spcBef>
              <a:spcAft>
                <a:spcPts val="0"/>
              </a:spcAft>
              <a:buClr>
                <a:schemeClr val="lt1"/>
              </a:buClr>
              <a:buSzPts val="1800"/>
              <a:buChar char="•"/>
              <a:defRPr>
                <a:solidFill>
                  <a:schemeClr val="lt1"/>
                </a:solidFill>
              </a:defRPr>
            </a:lvl6pPr>
            <a:lvl7pPr marL="3200400" lvl="6" indent="-342900" algn="l">
              <a:lnSpc>
                <a:spcPct val="100000"/>
              </a:lnSpc>
              <a:spcBef>
                <a:spcPts val="360"/>
              </a:spcBef>
              <a:spcAft>
                <a:spcPts val="0"/>
              </a:spcAft>
              <a:buClr>
                <a:schemeClr val="lt1"/>
              </a:buClr>
              <a:buSzPts val="1800"/>
              <a:buChar char="•"/>
              <a:defRPr>
                <a:solidFill>
                  <a:schemeClr val="lt1"/>
                </a:solidFill>
              </a:defRPr>
            </a:lvl7pPr>
            <a:lvl8pPr marL="3657600" lvl="7" indent="-342900" algn="l">
              <a:lnSpc>
                <a:spcPct val="100000"/>
              </a:lnSpc>
              <a:spcBef>
                <a:spcPts val="360"/>
              </a:spcBef>
              <a:spcAft>
                <a:spcPts val="0"/>
              </a:spcAft>
              <a:buClr>
                <a:schemeClr val="lt1"/>
              </a:buClr>
              <a:buSzPts val="1800"/>
              <a:buChar char="•"/>
              <a:defRPr>
                <a:solidFill>
                  <a:schemeClr val="lt1"/>
                </a:solidFill>
              </a:defRPr>
            </a:lvl8pPr>
            <a:lvl9pPr marL="4114800" lvl="8" indent="-342900" algn="l">
              <a:lnSpc>
                <a:spcPct val="100000"/>
              </a:lnSpc>
              <a:spcBef>
                <a:spcPts val="360"/>
              </a:spcBef>
              <a:spcAft>
                <a:spcPts val="0"/>
              </a:spcAft>
              <a:buClr>
                <a:schemeClr val="lt1"/>
              </a:buClr>
              <a:buSzPts val="1800"/>
              <a:buChar char="•"/>
              <a:defRPr>
                <a:solidFill>
                  <a:schemeClr val="lt1"/>
                </a:solidFill>
              </a:defRPr>
            </a:lvl9pPr>
          </a:lstStyle>
          <a:p>
            <a:endParaRPr/>
          </a:p>
        </p:txBody>
      </p:sp>
    </p:spTree>
  </p:cSld>
  <p:clrMapOvr>
    <a:masterClrMapping/>
  </p:clrMapOvr>
  <p:transition spd="slow">
    <p:push/>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Headline Right Side Image Left">
  <p:cSld name="Headline Right Side Image Left">
    <p:spTree>
      <p:nvGrpSpPr>
        <p:cNvPr id="1" name="Shape 122"/>
        <p:cNvGrpSpPr/>
        <p:nvPr/>
      </p:nvGrpSpPr>
      <p:grpSpPr>
        <a:xfrm>
          <a:off x="0" y="0"/>
          <a:ext cx="0" cy="0"/>
          <a:chOff x="0" y="0"/>
          <a:chExt cx="0" cy="0"/>
        </a:xfrm>
      </p:grpSpPr>
      <p:sp>
        <p:nvSpPr>
          <p:cNvPr id="123" name="Google Shape;123;p19"/>
          <p:cNvSpPr txBox="1">
            <a:spLocks noGrp="1"/>
          </p:cNvSpPr>
          <p:nvPr>
            <p:ph type="title"/>
          </p:nvPr>
        </p:nvSpPr>
        <p:spPr>
          <a:xfrm>
            <a:off x="4135300" y="284250"/>
            <a:ext cx="4464900" cy="612900"/>
          </a:xfrm>
          <a:prstGeom prst="rect">
            <a:avLst/>
          </a:prstGeom>
          <a:noFill/>
          <a:ln>
            <a:noFill/>
          </a:ln>
        </p:spPr>
        <p:txBody>
          <a:bodyPr spcFirstLastPara="1" wrap="square" lIns="91425" tIns="0" rIns="91425" bIns="45700" anchor="t" anchorCtr="0">
            <a:noAutofit/>
          </a:bodyPr>
          <a:lstStyle>
            <a:lvl1pPr lvl="0" algn="l">
              <a:lnSpc>
                <a:spcPct val="100000"/>
              </a:lnSpc>
              <a:spcBef>
                <a:spcPts val="0"/>
              </a:spcBef>
              <a:spcAft>
                <a:spcPts val="0"/>
              </a:spcAft>
              <a:buClr>
                <a:srgbClr val="120046"/>
              </a:buClr>
              <a:buSzPts val="2100"/>
              <a:buNone/>
              <a:defRPr sz="23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4" name="Google Shape;124;p19"/>
          <p:cNvSpPr txBox="1">
            <a:spLocks noGrp="1"/>
          </p:cNvSpPr>
          <p:nvPr>
            <p:ph type="body" idx="1"/>
          </p:nvPr>
        </p:nvSpPr>
        <p:spPr>
          <a:xfrm>
            <a:off x="4135300" y="1370000"/>
            <a:ext cx="4464900" cy="15066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rgbClr val="000000"/>
              </a:buClr>
              <a:buSzPts val="1800"/>
              <a:buNone/>
              <a:defRPr/>
            </a:lvl1pPr>
            <a:lvl2pPr marL="914400" lvl="1" indent="-228600" algn="l">
              <a:lnSpc>
                <a:spcPct val="78888"/>
              </a:lnSpc>
              <a:spcBef>
                <a:spcPts val="400"/>
              </a:spcBef>
              <a:spcAft>
                <a:spcPts val="0"/>
              </a:spcAft>
              <a:buSzPts val="2160"/>
              <a:buNone/>
              <a:defRPr/>
            </a:lvl2pPr>
            <a:lvl3pPr marL="1371600" lvl="2" indent="-365760" algn="l">
              <a:lnSpc>
                <a:spcPct val="100000"/>
              </a:lnSpc>
              <a:spcBef>
                <a:spcPts val="360"/>
              </a:spcBef>
              <a:spcAft>
                <a:spcPts val="0"/>
              </a:spcAft>
              <a:buSzPts val="2160"/>
              <a:buChar char="•"/>
              <a:defRPr/>
            </a:lvl3pPr>
            <a:lvl4pPr marL="1828800" lvl="3" indent="-342900" algn="l">
              <a:lnSpc>
                <a:spcPct val="100000"/>
              </a:lnSpc>
              <a:spcBef>
                <a:spcPts val="360"/>
              </a:spcBef>
              <a:spcAft>
                <a:spcPts val="0"/>
              </a:spcAft>
              <a:buClr>
                <a:srgbClr val="4E5661"/>
              </a:buClr>
              <a:buSzPts val="1800"/>
              <a:buChar char="–"/>
              <a:defRPr/>
            </a:lvl4pPr>
            <a:lvl5pPr marL="2286000" lvl="4" indent="-342900" algn="l">
              <a:lnSpc>
                <a:spcPct val="100000"/>
              </a:lnSpc>
              <a:spcBef>
                <a:spcPts val="360"/>
              </a:spcBef>
              <a:spcAft>
                <a:spcPts val="0"/>
              </a:spcAft>
              <a:buClr>
                <a:srgbClr val="4E566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25" name="Google Shape;125;p19"/>
          <p:cNvSpPr/>
          <p:nvPr/>
        </p:nvSpPr>
        <p:spPr>
          <a:xfrm>
            <a:off x="3879400" y="897026"/>
            <a:ext cx="762000" cy="226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26" name="Google Shape;126;p19"/>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127" name="Google Shape;127;p19"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128" name="Google Shape;128;p19"/>
          <p:cNvSpPr>
            <a:spLocks noGrp="1"/>
          </p:cNvSpPr>
          <p:nvPr>
            <p:ph type="pic" idx="2"/>
          </p:nvPr>
        </p:nvSpPr>
        <p:spPr>
          <a:xfrm>
            <a:off x="0" y="-20975"/>
            <a:ext cx="3793800" cy="5102100"/>
          </a:xfrm>
          <a:prstGeom prst="rect">
            <a:avLst/>
          </a:prstGeom>
          <a:noFill/>
          <a:ln>
            <a:noFill/>
          </a:ln>
        </p:spPr>
      </p:sp>
      <p:sp>
        <p:nvSpPr>
          <p:cNvPr id="129" name="Google Shape;129;p19"/>
          <p:cNvSpPr txBox="1">
            <a:spLocks noGrp="1"/>
          </p:cNvSpPr>
          <p:nvPr>
            <p:ph type="body" idx="3"/>
          </p:nvPr>
        </p:nvSpPr>
        <p:spPr>
          <a:xfrm>
            <a:off x="41353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accent4"/>
              </a:buClr>
              <a:buSzPts val="1100"/>
              <a:buFont typeface="Plus Jakarta Sans SemiBold"/>
              <a:buNone/>
              <a:defRPr sz="1100" i="0">
                <a:solidFill>
                  <a:schemeClr val="accent4"/>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lnSpc>
                <a:spcPct val="100000"/>
              </a:lnSpc>
              <a:spcBef>
                <a:spcPts val="210"/>
              </a:spcBef>
              <a:spcAft>
                <a:spcPts val="0"/>
              </a:spcAft>
              <a:buSzPts val="1260"/>
              <a:buFont typeface="Arial"/>
              <a:buNone/>
              <a:defRPr sz="1050">
                <a:latin typeface="Arial"/>
                <a:ea typeface="Arial"/>
                <a:cs typeface="Arial"/>
                <a:sym typeface="Arial"/>
              </a:defRPr>
            </a:lvl3pPr>
            <a:lvl4pPr marL="1828800" lvl="3"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transition spd="slow">
    <p:push/>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Headline Right Side Image Left | Twilight">
  <p:cSld name="Headline Right Side Image Left | Twilight">
    <p:bg>
      <p:bgPr>
        <a:solidFill>
          <a:schemeClr val="dk1"/>
        </a:solidFill>
        <a:effectLst/>
      </p:bgPr>
    </p:bg>
    <p:spTree>
      <p:nvGrpSpPr>
        <p:cNvPr id="1" name="Shape 130"/>
        <p:cNvGrpSpPr/>
        <p:nvPr/>
      </p:nvGrpSpPr>
      <p:grpSpPr>
        <a:xfrm>
          <a:off x="0" y="0"/>
          <a:ext cx="0" cy="0"/>
          <a:chOff x="0" y="0"/>
          <a:chExt cx="0" cy="0"/>
        </a:xfrm>
      </p:grpSpPr>
      <p:sp>
        <p:nvSpPr>
          <p:cNvPr id="131" name="Google Shape;131;p20"/>
          <p:cNvSpPr txBox="1">
            <a:spLocks noGrp="1"/>
          </p:cNvSpPr>
          <p:nvPr>
            <p:ph type="title"/>
          </p:nvPr>
        </p:nvSpPr>
        <p:spPr>
          <a:xfrm>
            <a:off x="4135300" y="284250"/>
            <a:ext cx="4464900" cy="612900"/>
          </a:xfrm>
          <a:prstGeom prst="rect">
            <a:avLst/>
          </a:prstGeom>
          <a:noFill/>
          <a:ln>
            <a:noFill/>
          </a:ln>
        </p:spPr>
        <p:txBody>
          <a:bodyPr spcFirstLastPara="1" wrap="square" lIns="91425" tIns="0" rIns="91425" bIns="45700" anchor="t" anchorCtr="0">
            <a:noAutofit/>
          </a:bodyPr>
          <a:lstStyle>
            <a:lvl1pPr lvl="0" algn="l">
              <a:lnSpc>
                <a:spcPct val="100000"/>
              </a:lnSpc>
              <a:spcBef>
                <a:spcPts val="0"/>
              </a:spcBef>
              <a:spcAft>
                <a:spcPts val="0"/>
              </a:spcAft>
              <a:buClr>
                <a:schemeClr val="lt1"/>
              </a:buClr>
              <a:buSzPts val="2100"/>
              <a:buNone/>
              <a:defRPr sz="2300">
                <a:solidFill>
                  <a:schemeClr val="lt1"/>
                </a:solidFill>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a:endParaRPr/>
          </a:p>
        </p:txBody>
      </p:sp>
      <p:sp>
        <p:nvSpPr>
          <p:cNvPr id="132" name="Google Shape;132;p20"/>
          <p:cNvSpPr txBox="1">
            <a:spLocks noGrp="1"/>
          </p:cNvSpPr>
          <p:nvPr>
            <p:ph type="body" idx="1"/>
          </p:nvPr>
        </p:nvSpPr>
        <p:spPr>
          <a:xfrm>
            <a:off x="4135300" y="1370000"/>
            <a:ext cx="4464900" cy="15066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lt1"/>
              </a:buClr>
              <a:buSzPts val="1800"/>
              <a:buNone/>
              <a:defRPr>
                <a:solidFill>
                  <a:schemeClr val="lt1"/>
                </a:solidFill>
              </a:defRPr>
            </a:lvl1pPr>
            <a:lvl2pPr marL="914400" lvl="1" indent="-228600" algn="l">
              <a:lnSpc>
                <a:spcPct val="78888"/>
              </a:lnSpc>
              <a:spcBef>
                <a:spcPts val="400"/>
              </a:spcBef>
              <a:spcAft>
                <a:spcPts val="0"/>
              </a:spcAft>
              <a:buClr>
                <a:schemeClr val="lt1"/>
              </a:buClr>
              <a:buSzPts val="2160"/>
              <a:buNone/>
              <a:defRPr>
                <a:solidFill>
                  <a:schemeClr val="lt1"/>
                </a:solidFill>
              </a:defRPr>
            </a:lvl2pPr>
            <a:lvl3pPr marL="1371600" lvl="2" indent="-365760" algn="l">
              <a:lnSpc>
                <a:spcPct val="100000"/>
              </a:lnSpc>
              <a:spcBef>
                <a:spcPts val="360"/>
              </a:spcBef>
              <a:spcAft>
                <a:spcPts val="0"/>
              </a:spcAft>
              <a:buClr>
                <a:schemeClr val="lt1"/>
              </a:buClr>
              <a:buSzPts val="2160"/>
              <a:buChar char="•"/>
              <a:defRPr>
                <a:solidFill>
                  <a:schemeClr val="lt1"/>
                </a:solidFill>
              </a:defRPr>
            </a:lvl3pPr>
            <a:lvl4pPr marL="1828800" lvl="3" indent="-342900" algn="l">
              <a:lnSpc>
                <a:spcPct val="100000"/>
              </a:lnSpc>
              <a:spcBef>
                <a:spcPts val="360"/>
              </a:spcBef>
              <a:spcAft>
                <a:spcPts val="0"/>
              </a:spcAft>
              <a:buClr>
                <a:schemeClr val="lt1"/>
              </a:buClr>
              <a:buSzPts val="1800"/>
              <a:buChar char="–"/>
              <a:defRPr>
                <a:solidFill>
                  <a:schemeClr val="lt1"/>
                </a:solidFill>
              </a:defRPr>
            </a:lvl4pPr>
            <a:lvl5pPr marL="2286000" lvl="4" indent="-342900" algn="l">
              <a:lnSpc>
                <a:spcPct val="100000"/>
              </a:lnSpc>
              <a:spcBef>
                <a:spcPts val="360"/>
              </a:spcBef>
              <a:spcAft>
                <a:spcPts val="0"/>
              </a:spcAft>
              <a:buClr>
                <a:schemeClr val="lt1"/>
              </a:buClr>
              <a:buSzPts val="1800"/>
              <a:buChar char="»"/>
              <a:defRPr>
                <a:solidFill>
                  <a:schemeClr val="lt1"/>
                </a:solidFill>
              </a:defRPr>
            </a:lvl5pPr>
            <a:lvl6pPr marL="2743200" lvl="5" indent="-342900" algn="l">
              <a:lnSpc>
                <a:spcPct val="100000"/>
              </a:lnSpc>
              <a:spcBef>
                <a:spcPts val="360"/>
              </a:spcBef>
              <a:spcAft>
                <a:spcPts val="0"/>
              </a:spcAft>
              <a:buClr>
                <a:schemeClr val="lt1"/>
              </a:buClr>
              <a:buSzPts val="1800"/>
              <a:buChar char="•"/>
              <a:defRPr>
                <a:solidFill>
                  <a:schemeClr val="lt1"/>
                </a:solidFill>
              </a:defRPr>
            </a:lvl6pPr>
            <a:lvl7pPr marL="3200400" lvl="6" indent="-342900" algn="l">
              <a:lnSpc>
                <a:spcPct val="100000"/>
              </a:lnSpc>
              <a:spcBef>
                <a:spcPts val="360"/>
              </a:spcBef>
              <a:spcAft>
                <a:spcPts val="0"/>
              </a:spcAft>
              <a:buClr>
                <a:schemeClr val="lt1"/>
              </a:buClr>
              <a:buSzPts val="1800"/>
              <a:buChar char="•"/>
              <a:defRPr>
                <a:solidFill>
                  <a:schemeClr val="lt1"/>
                </a:solidFill>
              </a:defRPr>
            </a:lvl7pPr>
            <a:lvl8pPr marL="3657600" lvl="7" indent="-342900" algn="l">
              <a:lnSpc>
                <a:spcPct val="100000"/>
              </a:lnSpc>
              <a:spcBef>
                <a:spcPts val="360"/>
              </a:spcBef>
              <a:spcAft>
                <a:spcPts val="0"/>
              </a:spcAft>
              <a:buClr>
                <a:schemeClr val="lt1"/>
              </a:buClr>
              <a:buSzPts val="1800"/>
              <a:buChar char="•"/>
              <a:defRPr>
                <a:solidFill>
                  <a:schemeClr val="lt1"/>
                </a:solidFill>
              </a:defRPr>
            </a:lvl8pPr>
            <a:lvl9pPr marL="4114800" lvl="8" indent="-342900" algn="l">
              <a:lnSpc>
                <a:spcPct val="100000"/>
              </a:lnSpc>
              <a:spcBef>
                <a:spcPts val="360"/>
              </a:spcBef>
              <a:spcAft>
                <a:spcPts val="0"/>
              </a:spcAft>
              <a:buClr>
                <a:schemeClr val="lt1"/>
              </a:buClr>
              <a:buSzPts val="1800"/>
              <a:buChar char="•"/>
              <a:defRPr>
                <a:solidFill>
                  <a:schemeClr val="lt1"/>
                </a:solidFill>
              </a:defRPr>
            </a:lvl9pPr>
          </a:lstStyle>
          <a:p>
            <a:endParaRPr/>
          </a:p>
        </p:txBody>
      </p:sp>
      <p:sp>
        <p:nvSpPr>
          <p:cNvPr id="133" name="Google Shape;133;p20"/>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134" name="Google Shape;134;p20"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135" name="Google Shape;135;p20"/>
          <p:cNvSpPr>
            <a:spLocks noGrp="1"/>
          </p:cNvSpPr>
          <p:nvPr>
            <p:ph type="pic" idx="2"/>
          </p:nvPr>
        </p:nvSpPr>
        <p:spPr>
          <a:xfrm>
            <a:off x="0" y="-20975"/>
            <a:ext cx="3793800" cy="5102100"/>
          </a:xfrm>
          <a:prstGeom prst="rect">
            <a:avLst/>
          </a:prstGeom>
          <a:noFill/>
          <a:ln>
            <a:noFill/>
          </a:ln>
        </p:spPr>
      </p:sp>
      <p:sp>
        <p:nvSpPr>
          <p:cNvPr id="136" name="Google Shape;136;p20"/>
          <p:cNvSpPr txBox="1">
            <a:spLocks noGrp="1"/>
          </p:cNvSpPr>
          <p:nvPr>
            <p:ph type="body" idx="3"/>
          </p:nvPr>
        </p:nvSpPr>
        <p:spPr>
          <a:xfrm>
            <a:off x="41353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lt1"/>
              </a:buClr>
              <a:buSzPts val="1100"/>
              <a:buFont typeface="Plus Jakarta Sans SemiBold"/>
              <a:buNone/>
              <a:defRPr sz="1100" i="0">
                <a:solidFill>
                  <a:schemeClr val="lt1"/>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Clr>
                <a:schemeClr val="lt1"/>
              </a:buClr>
              <a:buSzPts val="1260"/>
              <a:buFont typeface="Arial"/>
              <a:buNone/>
              <a:defRPr sz="1050">
                <a:solidFill>
                  <a:schemeClr val="lt1"/>
                </a:solidFill>
                <a:latin typeface="Arial"/>
                <a:ea typeface="Arial"/>
                <a:cs typeface="Arial"/>
                <a:sym typeface="Arial"/>
              </a:defRPr>
            </a:lvl2pPr>
            <a:lvl3pPr marL="1371600" lvl="2" indent="-228600" algn="l">
              <a:lnSpc>
                <a:spcPct val="100000"/>
              </a:lnSpc>
              <a:spcBef>
                <a:spcPts val="210"/>
              </a:spcBef>
              <a:spcAft>
                <a:spcPts val="0"/>
              </a:spcAft>
              <a:buClr>
                <a:schemeClr val="lt1"/>
              </a:buClr>
              <a:buSzPts val="1260"/>
              <a:buFont typeface="Arial"/>
              <a:buNone/>
              <a:defRPr sz="1050">
                <a:solidFill>
                  <a:schemeClr val="lt1"/>
                </a:solidFill>
                <a:latin typeface="Arial"/>
                <a:ea typeface="Arial"/>
                <a:cs typeface="Arial"/>
                <a:sym typeface="Arial"/>
              </a:defRPr>
            </a:lvl3pPr>
            <a:lvl4pPr marL="1828800" lvl="3" indent="-228600" algn="l">
              <a:lnSpc>
                <a:spcPct val="100000"/>
              </a:lnSpc>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4pPr>
            <a:lvl5pPr marL="2286000" lvl="4" indent="-228600" algn="l">
              <a:lnSpc>
                <a:spcPct val="100000"/>
              </a:lnSpc>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5pPr>
            <a:lvl6pPr marL="2743200" lvl="5" indent="-342900" algn="l">
              <a:lnSpc>
                <a:spcPct val="100000"/>
              </a:lnSpc>
              <a:spcBef>
                <a:spcPts val="360"/>
              </a:spcBef>
              <a:spcAft>
                <a:spcPts val="0"/>
              </a:spcAft>
              <a:buClr>
                <a:schemeClr val="lt1"/>
              </a:buClr>
              <a:buSzPts val="1800"/>
              <a:buChar char="•"/>
              <a:defRPr>
                <a:solidFill>
                  <a:schemeClr val="lt1"/>
                </a:solidFill>
              </a:defRPr>
            </a:lvl6pPr>
            <a:lvl7pPr marL="3200400" lvl="6" indent="-342900" algn="l">
              <a:lnSpc>
                <a:spcPct val="100000"/>
              </a:lnSpc>
              <a:spcBef>
                <a:spcPts val="360"/>
              </a:spcBef>
              <a:spcAft>
                <a:spcPts val="0"/>
              </a:spcAft>
              <a:buClr>
                <a:schemeClr val="lt1"/>
              </a:buClr>
              <a:buSzPts val="1800"/>
              <a:buChar char="•"/>
              <a:defRPr>
                <a:solidFill>
                  <a:schemeClr val="lt1"/>
                </a:solidFill>
              </a:defRPr>
            </a:lvl7pPr>
            <a:lvl8pPr marL="3657600" lvl="7" indent="-342900" algn="l">
              <a:lnSpc>
                <a:spcPct val="100000"/>
              </a:lnSpc>
              <a:spcBef>
                <a:spcPts val="360"/>
              </a:spcBef>
              <a:spcAft>
                <a:spcPts val="0"/>
              </a:spcAft>
              <a:buClr>
                <a:schemeClr val="lt1"/>
              </a:buClr>
              <a:buSzPts val="1800"/>
              <a:buChar char="•"/>
              <a:defRPr>
                <a:solidFill>
                  <a:schemeClr val="lt1"/>
                </a:solidFill>
              </a:defRPr>
            </a:lvl8pPr>
            <a:lvl9pPr marL="4114800" lvl="8" indent="-342900" algn="l">
              <a:lnSpc>
                <a:spcPct val="100000"/>
              </a:lnSpc>
              <a:spcBef>
                <a:spcPts val="360"/>
              </a:spcBef>
              <a:spcAft>
                <a:spcPts val="0"/>
              </a:spcAft>
              <a:buClr>
                <a:schemeClr val="lt1"/>
              </a:buClr>
              <a:buSzPts val="1800"/>
              <a:buChar char="•"/>
              <a:defRPr>
                <a:solidFill>
                  <a:schemeClr val="lt1"/>
                </a:solidFill>
              </a:defRPr>
            </a:lvl9pPr>
          </a:lstStyle>
          <a:p>
            <a:endParaRPr/>
          </a:p>
        </p:txBody>
      </p:sp>
    </p:spTree>
  </p:cSld>
  <p:clrMapOvr>
    <a:masterClrMapping/>
  </p:clrMapOvr>
  <p:transition spd="slow">
    <p:push/>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3 Column Layout">
  <p:cSld name="3 Column Layout">
    <p:spTree>
      <p:nvGrpSpPr>
        <p:cNvPr id="1" name="Shape 137"/>
        <p:cNvGrpSpPr/>
        <p:nvPr/>
      </p:nvGrpSpPr>
      <p:grpSpPr>
        <a:xfrm>
          <a:off x="0" y="0"/>
          <a:ext cx="0" cy="0"/>
          <a:chOff x="0" y="0"/>
          <a:chExt cx="0" cy="0"/>
        </a:xfrm>
      </p:grpSpPr>
      <p:sp>
        <p:nvSpPr>
          <p:cNvPr id="138" name="Google Shape;138;p21"/>
          <p:cNvSpPr txBox="1">
            <a:spLocks noGrp="1"/>
          </p:cNvSpPr>
          <p:nvPr>
            <p:ph type="body" idx="1"/>
          </p:nvPr>
        </p:nvSpPr>
        <p:spPr>
          <a:xfrm>
            <a:off x="533400" y="1370012"/>
            <a:ext cx="2362200" cy="15066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rgbClr val="000000"/>
              </a:buClr>
              <a:buSzPts val="1800"/>
              <a:buNone/>
              <a:defRPr/>
            </a:lvl1pPr>
            <a:lvl2pPr marL="914400" lvl="1" indent="-228600" algn="l">
              <a:lnSpc>
                <a:spcPct val="78888"/>
              </a:lnSpc>
              <a:spcBef>
                <a:spcPts val="400"/>
              </a:spcBef>
              <a:spcAft>
                <a:spcPts val="0"/>
              </a:spcAft>
              <a:buSzPts val="2160"/>
              <a:buNone/>
              <a:defRPr/>
            </a:lvl2pPr>
            <a:lvl3pPr marL="1371600" lvl="2" indent="-365760" algn="l">
              <a:lnSpc>
                <a:spcPct val="100000"/>
              </a:lnSpc>
              <a:spcBef>
                <a:spcPts val="360"/>
              </a:spcBef>
              <a:spcAft>
                <a:spcPts val="0"/>
              </a:spcAft>
              <a:buSzPts val="2160"/>
              <a:buChar char="•"/>
              <a:defRPr/>
            </a:lvl3pPr>
            <a:lvl4pPr marL="1828800" lvl="3" indent="-342900" algn="l">
              <a:lnSpc>
                <a:spcPct val="100000"/>
              </a:lnSpc>
              <a:spcBef>
                <a:spcPts val="360"/>
              </a:spcBef>
              <a:spcAft>
                <a:spcPts val="0"/>
              </a:spcAft>
              <a:buClr>
                <a:srgbClr val="4E5661"/>
              </a:buClr>
              <a:buSzPts val="1800"/>
              <a:buChar char="–"/>
              <a:defRPr/>
            </a:lvl4pPr>
            <a:lvl5pPr marL="2286000" lvl="4" indent="-342900" algn="l">
              <a:lnSpc>
                <a:spcPct val="100000"/>
              </a:lnSpc>
              <a:spcBef>
                <a:spcPts val="360"/>
              </a:spcBef>
              <a:spcAft>
                <a:spcPts val="0"/>
              </a:spcAft>
              <a:buClr>
                <a:srgbClr val="4E566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39" name="Google Shape;139;p21"/>
          <p:cNvSpPr txBox="1">
            <a:spLocks noGrp="1"/>
          </p:cNvSpPr>
          <p:nvPr>
            <p:ph type="body" idx="2"/>
          </p:nvPr>
        </p:nvSpPr>
        <p:spPr>
          <a:xfrm>
            <a:off x="3165987" y="1370012"/>
            <a:ext cx="2362200" cy="15066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rgbClr val="000000"/>
              </a:buClr>
              <a:buSzPts val="1800"/>
              <a:buNone/>
              <a:defRPr/>
            </a:lvl1pPr>
            <a:lvl2pPr marL="914400" lvl="1" indent="-228600" algn="l">
              <a:lnSpc>
                <a:spcPct val="78888"/>
              </a:lnSpc>
              <a:spcBef>
                <a:spcPts val="400"/>
              </a:spcBef>
              <a:spcAft>
                <a:spcPts val="0"/>
              </a:spcAft>
              <a:buSzPts val="2160"/>
              <a:buNone/>
              <a:defRPr/>
            </a:lvl2pPr>
            <a:lvl3pPr marL="1371600" lvl="2" indent="-365760" algn="l">
              <a:lnSpc>
                <a:spcPct val="100000"/>
              </a:lnSpc>
              <a:spcBef>
                <a:spcPts val="360"/>
              </a:spcBef>
              <a:spcAft>
                <a:spcPts val="0"/>
              </a:spcAft>
              <a:buSzPts val="2160"/>
              <a:buChar char="•"/>
              <a:defRPr/>
            </a:lvl3pPr>
            <a:lvl4pPr marL="1828800" lvl="3" indent="-342900" algn="l">
              <a:lnSpc>
                <a:spcPct val="100000"/>
              </a:lnSpc>
              <a:spcBef>
                <a:spcPts val="360"/>
              </a:spcBef>
              <a:spcAft>
                <a:spcPts val="0"/>
              </a:spcAft>
              <a:buClr>
                <a:srgbClr val="4E5661"/>
              </a:buClr>
              <a:buSzPts val="1800"/>
              <a:buChar char="–"/>
              <a:defRPr/>
            </a:lvl4pPr>
            <a:lvl5pPr marL="2286000" lvl="4" indent="-342900" algn="l">
              <a:lnSpc>
                <a:spcPct val="100000"/>
              </a:lnSpc>
              <a:spcBef>
                <a:spcPts val="360"/>
              </a:spcBef>
              <a:spcAft>
                <a:spcPts val="0"/>
              </a:spcAft>
              <a:buClr>
                <a:srgbClr val="4E566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40" name="Google Shape;140;p21"/>
          <p:cNvSpPr txBox="1">
            <a:spLocks noGrp="1"/>
          </p:cNvSpPr>
          <p:nvPr>
            <p:ph type="body" idx="3"/>
          </p:nvPr>
        </p:nvSpPr>
        <p:spPr>
          <a:xfrm>
            <a:off x="5798575" y="1370012"/>
            <a:ext cx="2362200" cy="15066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rgbClr val="000000"/>
              </a:buClr>
              <a:buSzPts val="1800"/>
              <a:buNone/>
              <a:defRPr/>
            </a:lvl1pPr>
            <a:lvl2pPr marL="914400" lvl="1" indent="-228600" algn="l">
              <a:lnSpc>
                <a:spcPct val="78888"/>
              </a:lnSpc>
              <a:spcBef>
                <a:spcPts val="400"/>
              </a:spcBef>
              <a:spcAft>
                <a:spcPts val="0"/>
              </a:spcAft>
              <a:buSzPts val="2160"/>
              <a:buNone/>
              <a:defRPr/>
            </a:lvl2pPr>
            <a:lvl3pPr marL="1371600" lvl="2" indent="-365760" algn="l">
              <a:lnSpc>
                <a:spcPct val="100000"/>
              </a:lnSpc>
              <a:spcBef>
                <a:spcPts val="360"/>
              </a:spcBef>
              <a:spcAft>
                <a:spcPts val="0"/>
              </a:spcAft>
              <a:buSzPts val="2160"/>
              <a:buChar char="•"/>
              <a:defRPr/>
            </a:lvl3pPr>
            <a:lvl4pPr marL="1828800" lvl="3" indent="-342900" algn="l">
              <a:lnSpc>
                <a:spcPct val="100000"/>
              </a:lnSpc>
              <a:spcBef>
                <a:spcPts val="360"/>
              </a:spcBef>
              <a:spcAft>
                <a:spcPts val="0"/>
              </a:spcAft>
              <a:buClr>
                <a:srgbClr val="4E5661"/>
              </a:buClr>
              <a:buSzPts val="1800"/>
              <a:buChar char="–"/>
              <a:defRPr/>
            </a:lvl4pPr>
            <a:lvl5pPr marL="2286000" lvl="4" indent="-342900" algn="l">
              <a:lnSpc>
                <a:spcPct val="100000"/>
              </a:lnSpc>
              <a:spcBef>
                <a:spcPts val="360"/>
              </a:spcBef>
              <a:spcAft>
                <a:spcPts val="0"/>
              </a:spcAft>
              <a:buClr>
                <a:srgbClr val="4E566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41" name="Google Shape;141;p21"/>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142" name="Google Shape;142;p21"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143" name="Google Shape;143;p21"/>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lnSpc>
                <a:spcPct val="100000"/>
              </a:lnSpc>
              <a:spcBef>
                <a:spcPts val="0"/>
              </a:spcBef>
              <a:spcAft>
                <a:spcPts val="0"/>
              </a:spcAft>
              <a:buClr>
                <a:srgbClr val="120046"/>
              </a:buClr>
              <a:buSzPts val="2100"/>
              <a:buNone/>
              <a:defRPr sz="23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4" name="Google Shape;144;p21"/>
          <p:cNvSpPr txBox="1">
            <a:spLocks noGrp="1"/>
          </p:cNvSpPr>
          <p:nvPr>
            <p:ph type="body" idx="4"/>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accent4"/>
              </a:buClr>
              <a:buSzPts val="1100"/>
              <a:buFont typeface="Plus Jakarta Sans SemiBold"/>
              <a:buNone/>
              <a:defRPr sz="1100" i="0">
                <a:solidFill>
                  <a:schemeClr val="accent4"/>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lnSpc>
                <a:spcPct val="100000"/>
              </a:lnSpc>
              <a:spcBef>
                <a:spcPts val="210"/>
              </a:spcBef>
              <a:spcAft>
                <a:spcPts val="0"/>
              </a:spcAft>
              <a:buSzPts val="1260"/>
              <a:buFont typeface="Arial"/>
              <a:buNone/>
              <a:defRPr sz="1050">
                <a:latin typeface="Arial"/>
                <a:ea typeface="Arial"/>
                <a:cs typeface="Arial"/>
                <a:sym typeface="Arial"/>
              </a:defRPr>
            </a:lvl3pPr>
            <a:lvl4pPr marL="1828800" lvl="3"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transition spd="slow">
    <p:push/>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3 Column Layout | Twilight">
  <p:cSld name="3 Column Layout | Twilight">
    <p:bg>
      <p:bgPr>
        <a:solidFill>
          <a:schemeClr val="dk1"/>
        </a:solidFill>
        <a:effectLst/>
      </p:bgPr>
    </p:bg>
    <p:spTree>
      <p:nvGrpSpPr>
        <p:cNvPr id="1" name="Shape 145"/>
        <p:cNvGrpSpPr/>
        <p:nvPr/>
      </p:nvGrpSpPr>
      <p:grpSpPr>
        <a:xfrm>
          <a:off x="0" y="0"/>
          <a:ext cx="0" cy="0"/>
          <a:chOff x="0" y="0"/>
          <a:chExt cx="0" cy="0"/>
        </a:xfrm>
      </p:grpSpPr>
      <p:sp>
        <p:nvSpPr>
          <p:cNvPr id="146" name="Google Shape;146;p22"/>
          <p:cNvSpPr txBox="1">
            <a:spLocks noGrp="1"/>
          </p:cNvSpPr>
          <p:nvPr>
            <p:ph type="body" idx="1"/>
          </p:nvPr>
        </p:nvSpPr>
        <p:spPr>
          <a:xfrm>
            <a:off x="533400" y="1370012"/>
            <a:ext cx="2362200" cy="15066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lt1"/>
              </a:buClr>
              <a:buSzPts val="1800"/>
              <a:buNone/>
              <a:defRPr>
                <a:solidFill>
                  <a:schemeClr val="lt1"/>
                </a:solidFill>
              </a:defRPr>
            </a:lvl1pPr>
            <a:lvl2pPr marL="914400" lvl="1" indent="-228600" algn="l">
              <a:lnSpc>
                <a:spcPct val="78888"/>
              </a:lnSpc>
              <a:spcBef>
                <a:spcPts val="400"/>
              </a:spcBef>
              <a:spcAft>
                <a:spcPts val="0"/>
              </a:spcAft>
              <a:buClr>
                <a:schemeClr val="lt1"/>
              </a:buClr>
              <a:buSzPts val="2160"/>
              <a:buNone/>
              <a:defRPr>
                <a:solidFill>
                  <a:schemeClr val="lt1"/>
                </a:solidFill>
              </a:defRPr>
            </a:lvl2pPr>
            <a:lvl3pPr marL="1371600" lvl="2" indent="-365760" algn="l">
              <a:lnSpc>
                <a:spcPct val="100000"/>
              </a:lnSpc>
              <a:spcBef>
                <a:spcPts val="360"/>
              </a:spcBef>
              <a:spcAft>
                <a:spcPts val="0"/>
              </a:spcAft>
              <a:buClr>
                <a:schemeClr val="lt1"/>
              </a:buClr>
              <a:buSzPts val="2160"/>
              <a:buChar char="•"/>
              <a:defRPr>
                <a:solidFill>
                  <a:schemeClr val="lt1"/>
                </a:solidFill>
              </a:defRPr>
            </a:lvl3pPr>
            <a:lvl4pPr marL="1828800" lvl="3" indent="-342900" algn="l">
              <a:lnSpc>
                <a:spcPct val="100000"/>
              </a:lnSpc>
              <a:spcBef>
                <a:spcPts val="360"/>
              </a:spcBef>
              <a:spcAft>
                <a:spcPts val="0"/>
              </a:spcAft>
              <a:buClr>
                <a:schemeClr val="lt1"/>
              </a:buClr>
              <a:buSzPts val="1800"/>
              <a:buChar char="–"/>
              <a:defRPr>
                <a:solidFill>
                  <a:schemeClr val="lt1"/>
                </a:solidFill>
              </a:defRPr>
            </a:lvl4pPr>
            <a:lvl5pPr marL="2286000" lvl="4" indent="-342900" algn="l">
              <a:lnSpc>
                <a:spcPct val="100000"/>
              </a:lnSpc>
              <a:spcBef>
                <a:spcPts val="360"/>
              </a:spcBef>
              <a:spcAft>
                <a:spcPts val="0"/>
              </a:spcAft>
              <a:buClr>
                <a:schemeClr val="lt1"/>
              </a:buClr>
              <a:buSzPts val="1800"/>
              <a:buChar char="»"/>
              <a:defRPr>
                <a:solidFill>
                  <a:schemeClr val="lt1"/>
                </a:solidFill>
              </a:defRPr>
            </a:lvl5pPr>
            <a:lvl6pPr marL="2743200" lvl="5" indent="-342900" algn="l">
              <a:lnSpc>
                <a:spcPct val="100000"/>
              </a:lnSpc>
              <a:spcBef>
                <a:spcPts val="360"/>
              </a:spcBef>
              <a:spcAft>
                <a:spcPts val="0"/>
              </a:spcAft>
              <a:buClr>
                <a:schemeClr val="lt1"/>
              </a:buClr>
              <a:buSzPts val="1800"/>
              <a:buChar char="•"/>
              <a:defRPr>
                <a:solidFill>
                  <a:schemeClr val="lt1"/>
                </a:solidFill>
              </a:defRPr>
            </a:lvl6pPr>
            <a:lvl7pPr marL="3200400" lvl="6" indent="-342900" algn="l">
              <a:lnSpc>
                <a:spcPct val="100000"/>
              </a:lnSpc>
              <a:spcBef>
                <a:spcPts val="360"/>
              </a:spcBef>
              <a:spcAft>
                <a:spcPts val="0"/>
              </a:spcAft>
              <a:buClr>
                <a:schemeClr val="lt1"/>
              </a:buClr>
              <a:buSzPts val="1800"/>
              <a:buChar char="•"/>
              <a:defRPr>
                <a:solidFill>
                  <a:schemeClr val="lt1"/>
                </a:solidFill>
              </a:defRPr>
            </a:lvl7pPr>
            <a:lvl8pPr marL="3657600" lvl="7" indent="-342900" algn="l">
              <a:lnSpc>
                <a:spcPct val="100000"/>
              </a:lnSpc>
              <a:spcBef>
                <a:spcPts val="360"/>
              </a:spcBef>
              <a:spcAft>
                <a:spcPts val="0"/>
              </a:spcAft>
              <a:buClr>
                <a:schemeClr val="lt1"/>
              </a:buClr>
              <a:buSzPts val="1800"/>
              <a:buChar char="•"/>
              <a:defRPr>
                <a:solidFill>
                  <a:schemeClr val="lt1"/>
                </a:solidFill>
              </a:defRPr>
            </a:lvl8pPr>
            <a:lvl9pPr marL="4114800" lvl="8" indent="-342900" algn="l">
              <a:lnSpc>
                <a:spcPct val="100000"/>
              </a:lnSpc>
              <a:spcBef>
                <a:spcPts val="360"/>
              </a:spcBef>
              <a:spcAft>
                <a:spcPts val="0"/>
              </a:spcAft>
              <a:buClr>
                <a:schemeClr val="lt1"/>
              </a:buClr>
              <a:buSzPts val="1800"/>
              <a:buChar char="•"/>
              <a:defRPr>
                <a:solidFill>
                  <a:schemeClr val="lt1"/>
                </a:solidFill>
              </a:defRPr>
            </a:lvl9pPr>
          </a:lstStyle>
          <a:p>
            <a:endParaRPr/>
          </a:p>
        </p:txBody>
      </p:sp>
      <p:sp>
        <p:nvSpPr>
          <p:cNvPr id="147" name="Google Shape;147;p22"/>
          <p:cNvSpPr txBox="1">
            <a:spLocks noGrp="1"/>
          </p:cNvSpPr>
          <p:nvPr>
            <p:ph type="body" idx="2"/>
          </p:nvPr>
        </p:nvSpPr>
        <p:spPr>
          <a:xfrm>
            <a:off x="3165987" y="1370012"/>
            <a:ext cx="2362200" cy="15066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lt1"/>
              </a:buClr>
              <a:buSzPts val="1800"/>
              <a:buNone/>
              <a:defRPr>
                <a:solidFill>
                  <a:schemeClr val="lt1"/>
                </a:solidFill>
              </a:defRPr>
            </a:lvl1pPr>
            <a:lvl2pPr marL="914400" lvl="1" indent="-228600" algn="l">
              <a:lnSpc>
                <a:spcPct val="78888"/>
              </a:lnSpc>
              <a:spcBef>
                <a:spcPts val="400"/>
              </a:spcBef>
              <a:spcAft>
                <a:spcPts val="0"/>
              </a:spcAft>
              <a:buClr>
                <a:schemeClr val="lt1"/>
              </a:buClr>
              <a:buSzPts val="2160"/>
              <a:buNone/>
              <a:defRPr>
                <a:solidFill>
                  <a:schemeClr val="lt1"/>
                </a:solidFill>
              </a:defRPr>
            </a:lvl2pPr>
            <a:lvl3pPr marL="1371600" lvl="2" indent="-365760" algn="l">
              <a:lnSpc>
                <a:spcPct val="100000"/>
              </a:lnSpc>
              <a:spcBef>
                <a:spcPts val="360"/>
              </a:spcBef>
              <a:spcAft>
                <a:spcPts val="0"/>
              </a:spcAft>
              <a:buClr>
                <a:schemeClr val="lt1"/>
              </a:buClr>
              <a:buSzPts val="2160"/>
              <a:buChar char="•"/>
              <a:defRPr>
                <a:solidFill>
                  <a:schemeClr val="lt1"/>
                </a:solidFill>
              </a:defRPr>
            </a:lvl3pPr>
            <a:lvl4pPr marL="1828800" lvl="3" indent="-342900" algn="l">
              <a:lnSpc>
                <a:spcPct val="100000"/>
              </a:lnSpc>
              <a:spcBef>
                <a:spcPts val="360"/>
              </a:spcBef>
              <a:spcAft>
                <a:spcPts val="0"/>
              </a:spcAft>
              <a:buClr>
                <a:schemeClr val="lt1"/>
              </a:buClr>
              <a:buSzPts val="1800"/>
              <a:buChar char="–"/>
              <a:defRPr>
                <a:solidFill>
                  <a:schemeClr val="lt1"/>
                </a:solidFill>
              </a:defRPr>
            </a:lvl4pPr>
            <a:lvl5pPr marL="2286000" lvl="4" indent="-342900" algn="l">
              <a:lnSpc>
                <a:spcPct val="100000"/>
              </a:lnSpc>
              <a:spcBef>
                <a:spcPts val="360"/>
              </a:spcBef>
              <a:spcAft>
                <a:spcPts val="0"/>
              </a:spcAft>
              <a:buClr>
                <a:schemeClr val="lt1"/>
              </a:buClr>
              <a:buSzPts val="1800"/>
              <a:buChar char="»"/>
              <a:defRPr>
                <a:solidFill>
                  <a:schemeClr val="lt1"/>
                </a:solidFill>
              </a:defRPr>
            </a:lvl5pPr>
            <a:lvl6pPr marL="2743200" lvl="5" indent="-342900" algn="l">
              <a:lnSpc>
                <a:spcPct val="100000"/>
              </a:lnSpc>
              <a:spcBef>
                <a:spcPts val="360"/>
              </a:spcBef>
              <a:spcAft>
                <a:spcPts val="0"/>
              </a:spcAft>
              <a:buClr>
                <a:schemeClr val="lt1"/>
              </a:buClr>
              <a:buSzPts val="1800"/>
              <a:buChar char="•"/>
              <a:defRPr>
                <a:solidFill>
                  <a:schemeClr val="lt1"/>
                </a:solidFill>
              </a:defRPr>
            </a:lvl6pPr>
            <a:lvl7pPr marL="3200400" lvl="6" indent="-342900" algn="l">
              <a:lnSpc>
                <a:spcPct val="100000"/>
              </a:lnSpc>
              <a:spcBef>
                <a:spcPts val="360"/>
              </a:spcBef>
              <a:spcAft>
                <a:spcPts val="0"/>
              </a:spcAft>
              <a:buClr>
                <a:schemeClr val="lt1"/>
              </a:buClr>
              <a:buSzPts val="1800"/>
              <a:buChar char="•"/>
              <a:defRPr>
                <a:solidFill>
                  <a:schemeClr val="lt1"/>
                </a:solidFill>
              </a:defRPr>
            </a:lvl7pPr>
            <a:lvl8pPr marL="3657600" lvl="7" indent="-342900" algn="l">
              <a:lnSpc>
                <a:spcPct val="100000"/>
              </a:lnSpc>
              <a:spcBef>
                <a:spcPts val="360"/>
              </a:spcBef>
              <a:spcAft>
                <a:spcPts val="0"/>
              </a:spcAft>
              <a:buClr>
                <a:schemeClr val="lt1"/>
              </a:buClr>
              <a:buSzPts val="1800"/>
              <a:buChar char="•"/>
              <a:defRPr>
                <a:solidFill>
                  <a:schemeClr val="lt1"/>
                </a:solidFill>
              </a:defRPr>
            </a:lvl8pPr>
            <a:lvl9pPr marL="4114800" lvl="8" indent="-342900" algn="l">
              <a:lnSpc>
                <a:spcPct val="100000"/>
              </a:lnSpc>
              <a:spcBef>
                <a:spcPts val="360"/>
              </a:spcBef>
              <a:spcAft>
                <a:spcPts val="0"/>
              </a:spcAft>
              <a:buClr>
                <a:schemeClr val="lt1"/>
              </a:buClr>
              <a:buSzPts val="1800"/>
              <a:buChar char="•"/>
              <a:defRPr>
                <a:solidFill>
                  <a:schemeClr val="lt1"/>
                </a:solidFill>
              </a:defRPr>
            </a:lvl9pPr>
          </a:lstStyle>
          <a:p>
            <a:endParaRPr/>
          </a:p>
        </p:txBody>
      </p:sp>
      <p:sp>
        <p:nvSpPr>
          <p:cNvPr id="148" name="Google Shape;148;p22"/>
          <p:cNvSpPr txBox="1">
            <a:spLocks noGrp="1"/>
          </p:cNvSpPr>
          <p:nvPr>
            <p:ph type="body" idx="3"/>
          </p:nvPr>
        </p:nvSpPr>
        <p:spPr>
          <a:xfrm>
            <a:off x="5798575" y="1370012"/>
            <a:ext cx="2362200" cy="15066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lt1"/>
              </a:buClr>
              <a:buSzPts val="1800"/>
              <a:buNone/>
              <a:defRPr>
                <a:solidFill>
                  <a:schemeClr val="lt1"/>
                </a:solidFill>
              </a:defRPr>
            </a:lvl1pPr>
            <a:lvl2pPr marL="914400" lvl="1" indent="-228600" algn="l">
              <a:lnSpc>
                <a:spcPct val="78888"/>
              </a:lnSpc>
              <a:spcBef>
                <a:spcPts val="400"/>
              </a:spcBef>
              <a:spcAft>
                <a:spcPts val="0"/>
              </a:spcAft>
              <a:buClr>
                <a:schemeClr val="lt1"/>
              </a:buClr>
              <a:buSzPts val="2160"/>
              <a:buNone/>
              <a:defRPr>
                <a:solidFill>
                  <a:schemeClr val="lt1"/>
                </a:solidFill>
              </a:defRPr>
            </a:lvl2pPr>
            <a:lvl3pPr marL="1371600" lvl="2" indent="-365760" algn="l">
              <a:lnSpc>
                <a:spcPct val="100000"/>
              </a:lnSpc>
              <a:spcBef>
                <a:spcPts val="360"/>
              </a:spcBef>
              <a:spcAft>
                <a:spcPts val="0"/>
              </a:spcAft>
              <a:buClr>
                <a:schemeClr val="lt1"/>
              </a:buClr>
              <a:buSzPts val="2160"/>
              <a:buChar char="•"/>
              <a:defRPr>
                <a:solidFill>
                  <a:schemeClr val="lt1"/>
                </a:solidFill>
              </a:defRPr>
            </a:lvl3pPr>
            <a:lvl4pPr marL="1828800" lvl="3" indent="-342900" algn="l">
              <a:lnSpc>
                <a:spcPct val="100000"/>
              </a:lnSpc>
              <a:spcBef>
                <a:spcPts val="360"/>
              </a:spcBef>
              <a:spcAft>
                <a:spcPts val="0"/>
              </a:spcAft>
              <a:buClr>
                <a:schemeClr val="lt1"/>
              </a:buClr>
              <a:buSzPts val="1800"/>
              <a:buChar char="–"/>
              <a:defRPr>
                <a:solidFill>
                  <a:schemeClr val="lt1"/>
                </a:solidFill>
              </a:defRPr>
            </a:lvl4pPr>
            <a:lvl5pPr marL="2286000" lvl="4" indent="-342900" algn="l">
              <a:lnSpc>
                <a:spcPct val="100000"/>
              </a:lnSpc>
              <a:spcBef>
                <a:spcPts val="360"/>
              </a:spcBef>
              <a:spcAft>
                <a:spcPts val="0"/>
              </a:spcAft>
              <a:buClr>
                <a:schemeClr val="lt1"/>
              </a:buClr>
              <a:buSzPts val="1800"/>
              <a:buChar char="»"/>
              <a:defRPr>
                <a:solidFill>
                  <a:schemeClr val="lt1"/>
                </a:solidFill>
              </a:defRPr>
            </a:lvl5pPr>
            <a:lvl6pPr marL="2743200" lvl="5" indent="-342900" algn="l">
              <a:lnSpc>
                <a:spcPct val="100000"/>
              </a:lnSpc>
              <a:spcBef>
                <a:spcPts val="360"/>
              </a:spcBef>
              <a:spcAft>
                <a:spcPts val="0"/>
              </a:spcAft>
              <a:buClr>
                <a:schemeClr val="lt1"/>
              </a:buClr>
              <a:buSzPts val="1800"/>
              <a:buChar char="•"/>
              <a:defRPr>
                <a:solidFill>
                  <a:schemeClr val="lt1"/>
                </a:solidFill>
              </a:defRPr>
            </a:lvl6pPr>
            <a:lvl7pPr marL="3200400" lvl="6" indent="-342900" algn="l">
              <a:lnSpc>
                <a:spcPct val="100000"/>
              </a:lnSpc>
              <a:spcBef>
                <a:spcPts val="360"/>
              </a:spcBef>
              <a:spcAft>
                <a:spcPts val="0"/>
              </a:spcAft>
              <a:buClr>
                <a:schemeClr val="lt1"/>
              </a:buClr>
              <a:buSzPts val="1800"/>
              <a:buChar char="•"/>
              <a:defRPr>
                <a:solidFill>
                  <a:schemeClr val="lt1"/>
                </a:solidFill>
              </a:defRPr>
            </a:lvl7pPr>
            <a:lvl8pPr marL="3657600" lvl="7" indent="-342900" algn="l">
              <a:lnSpc>
                <a:spcPct val="100000"/>
              </a:lnSpc>
              <a:spcBef>
                <a:spcPts val="360"/>
              </a:spcBef>
              <a:spcAft>
                <a:spcPts val="0"/>
              </a:spcAft>
              <a:buClr>
                <a:schemeClr val="lt1"/>
              </a:buClr>
              <a:buSzPts val="1800"/>
              <a:buChar char="•"/>
              <a:defRPr>
                <a:solidFill>
                  <a:schemeClr val="lt1"/>
                </a:solidFill>
              </a:defRPr>
            </a:lvl8pPr>
            <a:lvl9pPr marL="4114800" lvl="8" indent="-342900" algn="l">
              <a:lnSpc>
                <a:spcPct val="100000"/>
              </a:lnSpc>
              <a:spcBef>
                <a:spcPts val="360"/>
              </a:spcBef>
              <a:spcAft>
                <a:spcPts val="0"/>
              </a:spcAft>
              <a:buClr>
                <a:schemeClr val="lt1"/>
              </a:buClr>
              <a:buSzPts val="1800"/>
              <a:buChar char="•"/>
              <a:defRPr>
                <a:solidFill>
                  <a:schemeClr val="lt1"/>
                </a:solidFill>
              </a:defRPr>
            </a:lvl9pPr>
          </a:lstStyle>
          <a:p>
            <a:endParaRPr/>
          </a:p>
        </p:txBody>
      </p:sp>
      <p:sp>
        <p:nvSpPr>
          <p:cNvPr id="149" name="Google Shape;149;p22"/>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150" name="Google Shape;150;p22"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151" name="Google Shape;151;p22"/>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lnSpc>
                <a:spcPct val="100000"/>
              </a:lnSpc>
              <a:spcBef>
                <a:spcPts val="0"/>
              </a:spcBef>
              <a:spcAft>
                <a:spcPts val="0"/>
              </a:spcAft>
              <a:buClr>
                <a:schemeClr val="lt1"/>
              </a:buClr>
              <a:buSzPts val="2100"/>
              <a:buNone/>
              <a:defRPr sz="2300">
                <a:solidFill>
                  <a:schemeClr val="lt1"/>
                </a:solidFill>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a:endParaRPr/>
          </a:p>
        </p:txBody>
      </p:sp>
      <p:sp>
        <p:nvSpPr>
          <p:cNvPr id="152" name="Google Shape;152;p22"/>
          <p:cNvSpPr txBox="1">
            <a:spLocks noGrp="1"/>
          </p:cNvSpPr>
          <p:nvPr>
            <p:ph type="body" idx="4"/>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lt1"/>
              </a:buClr>
              <a:buSzPts val="1100"/>
              <a:buFont typeface="Plus Jakarta Sans SemiBold"/>
              <a:buNone/>
              <a:defRPr sz="1100" i="0">
                <a:solidFill>
                  <a:schemeClr val="lt1"/>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Clr>
                <a:schemeClr val="lt1"/>
              </a:buClr>
              <a:buSzPts val="1260"/>
              <a:buFont typeface="Arial"/>
              <a:buNone/>
              <a:defRPr sz="1050">
                <a:solidFill>
                  <a:schemeClr val="lt1"/>
                </a:solidFill>
                <a:latin typeface="Arial"/>
                <a:ea typeface="Arial"/>
                <a:cs typeface="Arial"/>
                <a:sym typeface="Arial"/>
              </a:defRPr>
            </a:lvl2pPr>
            <a:lvl3pPr marL="1371600" lvl="2" indent="-228600" algn="l">
              <a:lnSpc>
                <a:spcPct val="100000"/>
              </a:lnSpc>
              <a:spcBef>
                <a:spcPts val="210"/>
              </a:spcBef>
              <a:spcAft>
                <a:spcPts val="0"/>
              </a:spcAft>
              <a:buClr>
                <a:schemeClr val="lt1"/>
              </a:buClr>
              <a:buSzPts val="1260"/>
              <a:buFont typeface="Arial"/>
              <a:buNone/>
              <a:defRPr sz="1050">
                <a:solidFill>
                  <a:schemeClr val="lt1"/>
                </a:solidFill>
                <a:latin typeface="Arial"/>
                <a:ea typeface="Arial"/>
                <a:cs typeface="Arial"/>
                <a:sym typeface="Arial"/>
              </a:defRPr>
            </a:lvl3pPr>
            <a:lvl4pPr marL="1828800" lvl="3" indent="-228600" algn="l">
              <a:lnSpc>
                <a:spcPct val="100000"/>
              </a:lnSpc>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4pPr>
            <a:lvl5pPr marL="2286000" lvl="4" indent="-228600" algn="l">
              <a:lnSpc>
                <a:spcPct val="100000"/>
              </a:lnSpc>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5pPr>
            <a:lvl6pPr marL="2743200" lvl="5" indent="-342900" algn="l">
              <a:lnSpc>
                <a:spcPct val="100000"/>
              </a:lnSpc>
              <a:spcBef>
                <a:spcPts val="360"/>
              </a:spcBef>
              <a:spcAft>
                <a:spcPts val="0"/>
              </a:spcAft>
              <a:buClr>
                <a:schemeClr val="lt1"/>
              </a:buClr>
              <a:buSzPts val="1800"/>
              <a:buChar char="•"/>
              <a:defRPr>
                <a:solidFill>
                  <a:schemeClr val="lt1"/>
                </a:solidFill>
              </a:defRPr>
            </a:lvl6pPr>
            <a:lvl7pPr marL="3200400" lvl="6" indent="-342900" algn="l">
              <a:lnSpc>
                <a:spcPct val="100000"/>
              </a:lnSpc>
              <a:spcBef>
                <a:spcPts val="360"/>
              </a:spcBef>
              <a:spcAft>
                <a:spcPts val="0"/>
              </a:spcAft>
              <a:buClr>
                <a:schemeClr val="lt1"/>
              </a:buClr>
              <a:buSzPts val="1800"/>
              <a:buChar char="•"/>
              <a:defRPr>
                <a:solidFill>
                  <a:schemeClr val="lt1"/>
                </a:solidFill>
              </a:defRPr>
            </a:lvl7pPr>
            <a:lvl8pPr marL="3657600" lvl="7" indent="-342900" algn="l">
              <a:lnSpc>
                <a:spcPct val="100000"/>
              </a:lnSpc>
              <a:spcBef>
                <a:spcPts val="360"/>
              </a:spcBef>
              <a:spcAft>
                <a:spcPts val="0"/>
              </a:spcAft>
              <a:buClr>
                <a:schemeClr val="lt1"/>
              </a:buClr>
              <a:buSzPts val="1800"/>
              <a:buChar char="•"/>
              <a:defRPr>
                <a:solidFill>
                  <a:schemeClr val="lt1"/>
                </a:solidFill>
              </a:defRPr>
            </a:lvl8pPr>
            <a:lvl9pPr marL="4114800" lvl="8" indent="-342900" algn="l">
              <a:lnSpc>
                <a:spcPct val="100000"/>
              </a:lnSpc>
              <a:spcBef>
                <a:spcPts val="360"/>
              </a:spcBef>
              <a:spcAft>
                <a:spcPts val="0"/>
              </a:spcAft>
              <a:buClr>
                <a:schemeClr val="lt1"/>
              </a:buClr>
              <a:buSzPts val="1800"/>
              <a:buChar char="•"/>
              <a:defRPr>
                <a:solidFill>
                  <a:schemeClr val="lt1"/>
                </a:solidFill>
              </a:defRPr>
            </a:lvl9pPr>
          </a:lstStyle>
          <a:p>
            <a:endParaRPr/>
          </a:p>
        </p:txBody>
      </p:sp>
    </p:spTree>
  </p:cSld>
  <p:clrMapOvr>
    <a:masterClrMapping/>
  </p:clrMapOvr>
  <p:transition spd="slow">
    <p:push/>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Orange Background Nodes Top Right 2">
  <p:cSld name="Orange Background Nodes Top Right 2">
    <p:bg>
      <p:bgPr>
        <a:solidFill>
          <a:schemeClr val="accent1"/>
        </a:solidFill>
        <a:effectLst/>
      </p:bgPr>
    </p:bg>
    <p:spTree>
      <p:nvGrpSpPr>
        <p:cNvPr id="1" name="Shape 153"/>
        <p:cNvGrpSpPr/>
        <p:nvPr/>
      </p:nvGrpSpPr>
      <p:grpSpPr>
        <a:xfrm>
          <a:off x="0" y="0"/>
          <a:ext cx="0" cy="0"/>
          <a:chOff x="0" y="0"/>
          <a:chExt cx="0" cy="0"/>
        </a:xfrm>
      </p:grpSpPr>
      <p:sp>
        <p:nvSpPr>
          <p:cNvPr id="154" name="Google Shape;154;p23"/>
          <p:cNvSpPr txBox="1">
            <a:spLocks noGrp="1"/>
          </p:cNvSpPr>
          <p:nvPr>
            <p:ph type="body" idx="1"/>
          </p:nvPr>
        </p:nvSpPr>
        <p:spPr>
          <a:xfrm>
            <a:off x="533400" y="1370025"/>
            <a:ext cx="7023600" cy="32622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lt1"/>
              </a:buClr>
              <a:buSzPts val="1400"/>
              <a:buFont typeface="Plus Jakarta Sans"/>
              <a:buNone/>
              <a:defRPr>
                <a:solidFill>
                  <a:schemeClr val="lt1"/>
                </a:solidFill>
              </a:defRPr>
            </a:lvl1pPr>
            <a:lvl2pPr marL="914400" lvl="1" indent="-228600" algn="l">
              <a:lnSpc>
                <a:spcPct val="118333"/>
              </a:lnSpc>
              <a:spcBef>
                <a:spcPts val="400"/>
              </a:spcBef>
              <a:spcAft>
                <a:spcPts val="0"/>
              </a:spcAft>
              <a:buSzPts val="1440"/>
              <a:buFont typeface="Plus Jakarta Sans"/>
              <a:buNone/>
              <a:defRPr>
                <a:solidFill>
                  <a:schemeClr val="lt1"/>
                </a:solidFill>
              </a:defRPr>
            </a:lvl2pPr>
            <a:lvl3pPr marL="1371600" lvl="2" indent="-304800" algn="l">
              <a:lnSpc>
                <a:spcPct val="100000"/>
              </a:lnSpc>
              <a:spcBef>
                <a:spcPts val="200"/>
              </a:spcBef>
              <a:spcAft>
                <a:spcPts val="0"/>
              </a:spcAft>
              <a:buClr>
                <a:schemeClr val="lt1"/>
              </a:buClr>
              <a:buSzPts val="1200"/>
              <a:buChar char="•"/>
              <a:defRPr>
                <a:solidFill>
                  <a:schemeClr val="lt1"/>
                </a:solidFill>
              </a:defRPr>
            </a:lvl3pPr>
            <a:lvl4pPr marL="1828800" lvl="3" indent="-292100" algn="l">
              <a:lnSpc>
                <a:spcPct val="100000"/>
              </a:lnSpc>
              <a:spcBef>
                <a:spcPts val="200"/>
              </a:spcBef>
              <a:spcAft>
                <a:spcPts val="0"/>
              </a:spcAft>
              <a:buClr>
                <a:schemeClr val="lt1"/>
              </a:buClr>
              <a:buSzPts val="1000"/>
              <a:buChar char="–"/>
              <a:defRPr>
                <a:solidFill>
                  <a:schemeClr val="lt1"/>
                </a:solidFill>
              </a:defRPr>
            </a:lvl4pPr>
            <a:lvl5pPr marL="2286000" lvl="4" indent="-292100" algn="l">
              <a:lnSpc>
                <a:spcPct val="100000"/>
              </a:lnSpc>
              <a:spcBef>
                <a:spcPts val="200"/>
              </a:spcBef>
              <a:spcAft>
                <a:spcPts val="0"/>
              </a:spcAft>
              <a:buClr>
                <a:schemeClr val="lt1"/>
              </a:buClr>
              <a:buSzPts val="1000"/>
              <a:buChar char="»"/>
              <a:defRPr>
                <a:solidFill>
                  <a:schemeClr val="lt1"/>
                </a:solidFil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55" name="Google Shape;155;p23"/>
          <p:cNvSpPr/>
          <p:nvPr/>
        </p:nvSpPr>
        <p:spPr>
          <a:xfrm rot="-5400000">
            <a:off x="4542000" y="539200"/>
            <a:ext cx="73500" cy="9157500"/>
          </a:xfrm>
          <a:prstGeom prst="rect">
            <a:avLst/>
          </a:prstGeom>
          <a:solidFill>
            <a:schemeClr val="lt1"/>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156" name="Google Shape;156;p23"/>
          <p:cNvPicPr preferRelativeResize="0"/>
          <p:nvPr/>
        </p:nvPicPr>
        <p:blipFill rotWithShape="1">
          <a:blip r:embed="rId2">
            <a:alphaModFix/>
          </a:blip>
          <a:srcRect/>
          <a:stretch/>
        </p:blipFill>
        <p:spPr>
          <a:xfrm>
            <a:off x="7382600" y="4769550"/>
            <a:ext cx="1133500" cy="139201"/>
          </a:xfrm>
          <a:prstGeom prst="rect">
            <a:avLst/>
          </a:prstGeom>
          <a:noFill/>
          <a:ln>
            <a:noFill/>
          </a:ln>
        </p:spPr>
      </p:pic>
      <p:sp>
        <p:nvSpPr>
          <p:cNvPr id="157" name="Google Shape;157;p23"/>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lnSpc>
                <a:spcPct val="100000"/>
              </a:lnSpc>
              <a:spcBef>
                <a:spcPts val="0"/>
              </a:spcBef>
              <a:spcAft>
                <a:spcPts val="0"/>
              </a:spcAft>
              <a:buClr>
                <a:schemeClr val="lt1"/>
              </a:buClr>
              <a:buSzPts val="2100"/>
              <a:buNone/>
              <a:defRPr sz="2300">
                <a:solidFill>
                  <a:schemeClr val="lt1"/>
                </a:solidFill>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a:endParaRPr/>
          </a:p>
        </p:txBody>
      </p:sp>
      <p:sp>
        <p:nvSpPr>
          <p:cNvPr id="158" name="Google Shape;158;p23"/>
          <p:cNvSpPr txBox="1">
            <a:spLocks noGrp="1"/>
          </p:cNvSpPr>
          <p:nvPr>
            <p:ph type="body" idx="2"/>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lt1"/>
              </a:buClr>
              <a:buSzPts val="1100"/>
              <a:buFont typeface="Plus Jakarta Sans SemiBold"/>
              <a:buNone/>
              <a:defRPr sz="1100" i="0">
                <a:solidFill>
                  <a:schemeClr val="lt1"/>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Clr>
                <a:schemeClr val="lt1"/>
              </a:buClr>
              <a:buSzPts val="1260"/>
              <a:buFont typeface="Arial"/>
              <a:buNone/>
              <a:defRPr sz="1050">
                <a:solidFill>
                  <a:schemeClr val="lt1"/>
                </a:solidFill>
                <a:latin typeface="Arial"/>
                <a:ea typeface="Arial"/>
                <a:cs typeface="Arial"/>
                <a:sym typeface="Arial"/>
              </a:defRPr>
            </a:lvl2pPr>
            <a:lvl3pPr marL="1371600" lvl="2" indent="-228600" algn="l">
              <a:lnSpc>
                <a:spcPct val="100000"/>
              </a:lnSpc>
              <a:spcBef>
                <a:spcPts val="210"/>
              </a:spcBef>
              <a:spcAft>
                <a:spcPts val="0"/>
              </a:spcAft>
              <a:buClr>
                <a:schemeClr val="lt1"/>
              </a:buClr>
              <a:buSzPts val="1260"/>
              <a:buFont typeface="Arial"/>
              <a:buNone/>
              <a:defRPr sz="1050">
                <a:solidFill>
                  <a:schemeClr val="lt1"/>
                </a:solidFill>
                <a:latin typeface="Arial"/>
                <a:ea typeface="Arial"/>
                <a:cs typeface="Arial"/>
                <a:sym typeface="Arial"/>
              </a:defRPr>
            </a:lvl3pPr>
            <a:lvl4pPr marL="1828800" lvl="3" indent="-228600" algn="l">
              <a:lnSpc>
                <a:spcPct val="100000"/>
              </a:lnSpc>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4pPr>
            <a:lvl5pPr marL="2286000" lvl="4" indent="-228600" algn="l">
              <a:lnSpc>
                <a:spcPct val="100000"/>
              </a:lnSpc>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5pPr>
            <a:lvl6pPr marL="2743200" lvl="5" indent="-342900" algn="l">
              <a:lnSpc>
                <a:spcPct val="100000"/>
              </a:lnSpc>
              <a:spcBef>
                <a:spcPts val="360"/>
              </a:spcBef>
              <a:spcAft>
                <a:spcPts val="0"/>
              </a:spcAft>
              <a:buClr>
                <a:schemeClr val="lt1"/>
              </a:buClr>
              <a:buSzPts val="1800"/>
              <a:buChar char="•"/>
              <a:defRPr>
                <a:solidFill>
                  <a:schemeClr val="lt1"/>
                </a:solidFill>
              </a:defRPr>
            </a:lvl6pPr>
            <a:lvl7pPr marL="3200400" lvl="6" indent="-342900" algn="l">
              <a:lnSpc>
                <a:spcPct val="100000"/>
              </a:lnSpc>
              <a:spcBef>
                <a:spcPts val="360"/>
              </a:spcBef>
              <a:spcAft>
                <a:spcPts val="0"/>
              </a:spcAft>
              <a:buClr>
                <a:schemeClr val="lt1"/>
              </a:buClr>
              <a:buSzPts val="1800"/>
              <a:buChar char="•"/>
              <a:defRPr>
                <a:solidFill>
                  <a:schemeClr val="lt1"/>
                </a:solidFill>
              </a:defRPr>
            </a:lvl7pPr>
            <a:lvl8pPr marL="3657600" lvl="7" indent="-342900" algn="l">
              <a:lnSpc>
                <a:spcPct val="100000"/>
              </a:lnSpc>
              <a:spcBef>
                <a:spcPts val="360"/>
              </a:spcBef>
              <a:spcAft>
                <a:spcPts val="0"/>
              </a:spcAft>
              <a:buClr>
                <a:schemeClr val="lt1"/>
              </a:buClr>
              <a:buSzPts val="1800"/>
              <a:buChar char="•"/>
              <a:defRPr>
                <a:solidFill>
                  <a:schemeClr val="lt1"/>
                </a:solidFill>
              </a:defRPr>
            </a:lvl8pPr>
            <a:lvl9pPr marL="4114800" lvl="8" indent="-342900" algn="l">
              <a:lnSpc>
                <a:spcPct val="100000"/>
              </a:lnSpc>
              <a:spcBef>
                <a:spcPts val="360"/>
              </a:spcBef>
              <a:spcAft>
                <a:spcPts val="0"/>
              </a:spcAft>
              <a:buClr>
                <a:schemeClr val="lt1"/>
              </a:buClr>
              <a:buSzPts val="1800"/>
              <a:buChar char="•"/>
              <a:defRPr>
                <a:solidFill>
                  <a:schemeClr val="lt1"/>
                </a:solidFill>
              </a:defRPr>
            </a:lvl9pPr>
          </a:lstStyle>
          <a:p>
            <a:endParaRPr/>
          </a:p>
        </p:txBody>
      </p:sp>
      <p:pic>
        <p:nvPicPr>
          <p:cNvPr id="159" name="Google Shape;159;p23"/>
          <p:cNvPicPr preferRelativeResize="0"/>
          <p:nvPr/>
        </p:nvPicPr>
        <p:blipFill rotWithShape="1">
          <a:blip r:embed="rId3">
            <a:alphaModFix/>
          </a:blip>
          <a:srcRect/>
          <a:stretch/>
        </p:blipFill>
        <p:spPr>
          <a:xfrm>
            <a:off x="7611575" y="0"/>
            <a:ext cx="1532425" cy="3244899"/>
          </a:xfrm>
          <a:prstGeom prst="rect">
            <a:avLst/>
          </a:prstGeom>
          <a:noFill/>
          <a:ln>
            <a:noFill/>
          </a:ln>
        </p:spPr>
      </p:pic>
      <p:sp>
        <p:nvSpPr>
          <p:cNvPr id="160" name="Google Shape;160;p23"/>
          <p:cNvSpPr txBox="1"/>
          <p:nvPr/>
        </p:nvSpPr>
        <p:spPr>
          <a:xfrm>
            <a:off x="380125" y="4737800"/>
            <a:ext cx="4613700" cy="2877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Clr>
                <a:schemeClr val="lt1"/>
              </a:buClr>
              <a:buSzPts val="600"/>
              <a:buFont typeface="Plus Jakarta Sans"/>
              <a:buNone/>
            </a:pPr>
            <a:r>
              <a:rPr lang="en" sz="600" b="0" i="0" u="none" strike="noStrike" cap="none">
                <a:solidFill>
                  <a:schemeClr val="lt1"/>
                </a:solidFill>
                <a:latin typeface="Plus Jakarta Sans"/>
                <a:ea typeface="Plus Jakarta Sans"/>
                <a:cs typeface="Plus Jakarta Sans"/>
                <a:sym typeface="Plus Jakarta Sans"/>
              </a:rPr>
              <a:t>©2025 Cloudera, Inc. All Rights Reserved. </a:t>
            </a:r>
            <a:endParaRPr sz="600" b="0" i="0" u="none" strike="noStrike" cap="none">
              <a:solidFill>
                <a:schemeClr val="lt1"/>
              </a:solidFill>
              <a:latin typeface="Plus Jakarta Sans"/>
              <a:ea typeface="Plus Jakarta Sans"/>
              <a:cs typeface="Plus Jakarta Sans"/>
              <a:sym typeface="Plus Jakarta Sans"/>
            </a:endParaRPr>
          </a:p>
        </p:txBody>
      </p:sp>
    </p:spTree>
  </p:cSld>
  <p:clrMapOvr>
    <a:masterClrMapping/>
  </p:clrMapOvr>
  <p:transition spd="slow">
    <p:push/>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Quote with Image | White">
  <p:cSld name="Quote with Image | White">
    <p:spTree>
      <p:nvGrpSpPr>
        <p:cNvPr id="1" name="Shape 161"/>
        <p:cNvGrpSpPr/>
        <p:nvPr/>
      </p:nvGrpSpPr>
      <p:grpSpPr>
        <a:xfrm>
          <a:off x="0" y="0"/>
          <a:ext cx="0" cy="0"/>
          <a:chOff x="0" y="0"/>
          <a:chExt cx="0" cy="0"/>
        </a:xfrm>
      </p:grpSpPr>
      <p:sp>
        <p:nvSpPr>
          <p:cNvPr id="162" name="Google Shape;162;p24"/>
          <p:cNvSpPr/>
          <p:nvPr/>
        </p:nvSpPr>
        <p:spPr>
          <a:xfrm>
            <a:off x="297925" y="3329814"/>
            <a:ext cx="762000" cy="226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b="0" i="0" u="none" strike="noStrike" cap="none">
              <a:solidFill>
                <a:schemeClr val="dk1"/>
              </a:solidFill>
              <a:latin typeface="Calibri"/>
              <a:ea typeface="Calibri"/>
              <a:cs typeface="Calibri"/>
              <a:sym typeface="Calibri"/>
            </a:endParaRPr>
          </a:p>
        </p:txBody>
      </p:sp>
      <p:cxnSp>
        <p:nvCxnSpPr>
          <p:cNvPr id="163" name="Google Shape;163;p24"/>
          <p:cNvCxnSpPr/>
          <p:nvPr/>
        </p:nvCxnSpPr>
        <p:spPr>
          <a:xfrm rot="10800000">
            <a:off x="630145" y="3480538"/>
            <a:ext cx="502800" cy="0"/>
          </a:xfrm>
          <a:prstGeom prst="straightConnector1">
            <a:avLst/>
          </a:prstGeom>
          <a:noFill/>
          <a:ln w="19050" cap="flat" cmpd="sng">
            <a:solidFill>
              <a:srgbClr val="FF550C"/>
            </a:solidFill>
            <a:prstDash val="solid"/>
            <a:round/>
            <a:headEnd type="none" w="sm" len="sm"/>
            <a:tailEnd type="none" w="sm" len="sm"/>
          </a:ln>
        </p:spPr>
      </p:cxnSp>
      <p:sp>
        <p:nvSpPr>
          <p:cNvPr id="164" name="Google Shape;164;p24"/>
          <p:cNvSpPr txBox="1">
            <a:spLocks noGrp="1"/>
          </p:cNvSpPr>
          <p:nvPr>
            <p:ph type="body" idx="1"/>
          </p:nvPr>
        </p:nvSpPr>
        <p:spPr>
          <a:xfrm>
            <a:off x="553825" y="3652682"/>
            <a:ext cx="3962400" cy="687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accent2"/>
              </a:buClr>
              <a:buSzPts val="2000"/>
              <a:buFont typeface="Plus Jakarta Sans SemiBold"/>
              <a:buNone/>
              <a:defRPr sz="1600">
                <a:solidFill>
                  <a:schemeClr val="accent2"/>
                </a:solidFill>
                <a:latin typeface="Plus Jakarta Sans SemiBold"/>
                <a:ea typeface="Plus Jakarta Sans SemiBold"/>
                <a:cs typeface="Plus Jakarta Sans SemiBold"/>
                <a:sym typeface="Plus Jakarta Sans SemiBold"/>
              </a:defRPr>
            </a:lvl1pPr>
            <a:lvl2pPr marL="914400" lvl="1" indent="-228600" algn="l">
              <a:lnSpc>
                <a:spcPct val="78888"/>
              </a:lnSpc>
              <a:spcBef>
                <a:spcPts val="400"/>
              </a:spcBef>
              <a:spcAft>
                <a:spcPts val="0"/>
              </a:spcAft>
              <a:buClr>
                <a:schemeClr val="accent2"/>
              </a:buClr>
              <a:buSzPts val="2160"/>
              <a:buNone/>
              <a:defRPr>
                <a:solidFill>
                  <a:schemeClr val="accent2"/>
                </a:solidFill>
              </a:defRPr>
            </a:lvl2pPr>
            <a:lvl3pPr marL="1371600" lvl="2" indent="-365760" algn="l">
              <a:lnSpc>
                <a:spcPct val="100000"/>
              </a:lnSpc>
              <a:spcBef>
                <a:spcPts val="360"/>
              </a:spcBef>
              <a:spcAft>
                <a:spcPts val="0"/>
              </a:spcAft>
              <a:buSzPts val="2160"/>
              <a:buChar char="•"/>
              <a:defRPr/>
            </a:lvl3pPr>
            <a:lvl4pPr marL="1828800" lvl="3" indent="-342900" algn="l">
              <a:lnSpc>
                <a:spcPct val="100000"/>
              </a:lnSpc>
              <a:spcBef>
                <a:spcPts val="360"/>
              </a:spcBef>
              <a:spcAft>
                <a:spcPts val="0"/>
              </a:spcAft>
              <a:buClr>
                <a:srgbClr val="4E5661"/>
              </a:buClr>
              <a:buSzPts val="1800"/>
              <a:buChar char="–"/>
              <a:defRPr/>
            </a:lvl4pPr>
            <a:lvl5pPr marL="2286000" lvl="4" indent="-342900" algn="l">
              <a:lnSpc>
                <a:spcPct val="100000"/>
              </a:lnSpc>
              <a:spcBef>
                <a:spcPts val="360"/>
              </a:spcBef>
              <a:spcAft>
                <a:spcPts val="0"/>
              </a:spcAft>
              <a:buClr>
                <a:srgbClr val="4E566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65" name="Google Shape;165;p24"/>
          <p:cNvSpPr txBox="1">
            <a:spLocks noGrp="1"/>
          </p:cNvSpPr>
          <p:nvPr>
            <p:ph type="body" idx="2"/>
          </p:nvPr>
        </p:nvSpPr>
        <p:spPr>
          <a:xfrm>
            <a:off x="553825" y="3978509"/>
            <a:ext cx="39624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accent2"/>
              </a:buClr>
              <a:buSzPts val="1400"/>
              <a:buNone/>
              <a:defRPr sz="1000">
                <a:solidFill>
                  <a:schemeClr val="accent2"/>
                </a:solidFill>
              </a:defRPr>
            </a:lvl1pPr>
            <a:lvl2pPr marL="914400" lvl="1" indent="-228600" algn="l">
              <a:lnSpc>
                <a:spcPct val="78888"/>
              </a:lnSpc>
              <a:spcBef>
                <a:spcPts val="400"/>
              </a:spcBef>
              <a:spcAft>
                <a:spcPts val="0"/>
              </a:spcAft>
              <a:buClr>
                <a:schemeClr val="accent2"/>
              </a:buClr>
              <a:buSzPts val="2160"/>
              <a:buNone/>
              <a:defRPr>
                <a:solidFill>
                  <a:schemeClr val="accent2"/>
                </a:solidFill>
              </a:defRPr>
            </a:lvl2pPr>
            <a:lvl3pPr marL="1371600" lvl="2" indent="-365760" algn="l">
              <a:lnSpc>
                <a:spcPct val="100000"/>
              </a:lnSpc>
              <a:spcBef>
                <a:spcPts val="360"/>
              </a:spcBef>
              <a:spcAft>
                <a:spcPts val="0"/>
              </a:spcAft>
              <a:buSzPts val="2160"/>
              <a:buChar char="•"/>
              <a:defRPr/>
            </a:lvl3pPr>
            <a:lvl4pPr marL="1828800" lvl="3" indent="-342900" algn="l">
              <a:lnSpc>
                <a:spcPct val="100000"/>
              </a:lnSpc>
              <a:spcBef>
                <a:spcPts val="360"/>
              </a:spcBef>
              <a:spcAft>
                <a:spcPts val="0"/>
              </a:spcAft>
              <a:buClr>
                <a:srgbClr val="4E5661"/>
              </a:buClr>
              <a:buSzPts val="1800"/>
              <a:buChar char="–"/>
              <a:defRPr/>
            </a:lvl4pPr>
            <a:lvl5pPr marL="2286000" lvl="4" indent="-342900" algn="l">
              <a:lnSpc>
                <a:spcPct val="100000"/>
              </a:lnSpc>
              <a:spcBef>
                <a:spcPts val="360"/>
              </a:spcBef>
              <a:spcAft>
                <a:spcPts val="0"/>
              </a:spcAft>
              <a:buClr>
                <a:srgbClr val="4E566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66" name="Google Shape;166;p24"/>
          <p:cNvSpPr txBox="1">
            <a:spLocks noGrp="1"/>
          </p:cNvSpPr>
          <p:nvPr>
            <p:ph type="body" idx="3"/>
          </p:nvPr>
        </p:nvSpPr>
        <p:spPr>
          <a:xfrm>
            <a:off x="553825" y="1595988"/>
            <a:ext cx="3725400" cy="1506600"/>
          </a:xfrm>
          <a:prstGeom prst="rect">
            <a:avLst/>
          </a:prstGeom>
          <a:noFill/>
          <a:ln>
            <a:noFill/>
          </a:ln>
        </p:spPr>
        <p:txBody>
          <a:bodyPr spcFirstLastPara="1" wrap="square" lIns="91425" tIns="45700" rIns="91425" bIns="45700" anchor="t" anchorCtr="0">
            <a:noAutofit/>
          </a:bodyPr>
          <a:lstStyle>
            <a:lvl1pPr marL="457200" lvl="0" indent="-228600" algn="l">
              <a:lnSpc>
                <a:spcPct val="115000"/>
              </a:lnSpc>
              <a:spcBef>
                <a:spcPts val="0"/>
              </a:spcBef>
              <a:spcAft>
                <a:spcPts val="0"/>
              </a:spcAft>
              <a:buClr>
                <a:srgbClr val="000000"/>
              </a:buClr>
              <a:buSzPts val="2200"/>
              <a:buNone/>
              <a:defRPr sz="1800"/>
            </a:lvl1pPr>
            <a:lvl2pPr marL="914400" lvl="1" indent="-228600" algn="l">
              <a:lnSpc>
                <a:spcPct val="150000"/>
              </a:lnSpc>
              <a:spcBef>
                <a:spcPts val="400"/>
              </a:spcBef>
              <a:spcAft>
                <a:spcPts val="0"/>
              </a:spcAft>
              <a:buSzPts val="2160"/>
              <a:buNone/>
              <a:defRPr/>
            </a:lvl2pPr>
            <a:lvl3pPr marL="1371600" lvl="2" indent="-365760" algn="l">
              <a:lnSpc>
                <a:spcPct val="150000"/>
              </a:lnSpc>
              <a:spcBef>
                <a:spcPts val="360"/>
              </a:spcBef>
              <a:spcAft>
                <a:spcPts val="0"/>
              </a:spcAft>
              <a:buSzPts val="2160"/>
              <a:buChar char="•"/>
              <a:defRPr/>
            </a:lvl3pPr>
            <a:lvl4pPr marL="1828800" lvl="3" indent="-342900" algn="l">
              <a:lnSpc>
                <a:spcPct val="150000"/>
              </a:lnSpc>
              <a:spcBef>
                <a:spcPts val="360"/>
              </a:spcBef>
              <a:spcAft>
                <a:spcPts val="0"/>
              </a:spcAft>
              <a:buClr>
                <a:srgbClr val="4E5661"/>
              </a:buClr>
              <a:buSzPts val="1800"/>
              <a:buChar char="–"/>
              <a:defRPr/>
            </a:lvl4pPr>
            <a:lvl5pPr marL="2286000" lvl="4" indent="-342900" algn="l">
              <a:lnSpc>
                <a:spcPct val="150000"/>
              </a:lnSpc>
              <a:spcBef>
                <a:spcPts val="360"/>
              </a:spcBef>
              <a:spcAft>
                <a:spcPts val="0"/>
              </a:spcAft>
              <a:buClr>
                <a:srgbClr val="4E5661"/>
              </a:buClr>
              <a:buSzPts val="1800"/>
              <a:buChar char="»"/>
              <a:defRPr/>
            </a:lvl5pPr>
            <a:lvl6pPr marL="2743200" lvl="5" indent="-342900" algn="l">
              <a:lnSpc>
                <a:spcPct val="150000"/>
              </a:lnSpc>
              <a:spcBef>
                <a:spcPts val="360"/>
              </a:spcBef>
              <a:spcAft>
                <a:spcPts val="0"/>
              </a:spcAft>
              <a:buClr>
                <a:schemeClr val="dk1"/>
              </a:buClr>
              <a:buSzPts val="1800"/>
              <a:buChar char="•"/>
              <a:defRPr/>
            </a:lvl6pPr>
            <a:lvl7pPr marL="3200400" lvl="6" indent="-342900" algn="l">
              <a:lnSpc>
                <a:spcPct val="150000"/>
              </a:lnSpc>
              <a:spcBef>
                <a:spcPts val="360"/>
              </a:spcBef>
              <a:spcAft>
                <a:spcPts val="0"/>
              </a:spcAft>
              <a:buClr>
                <a:schemeClr val="dk1"/>
              </a:buClr>
              <a:buSzPts val="1800"/>
              <a:buChar char="•"/>
              <a:defRPr/>
            </a:lvl7pPr>
            <a:lvl8pPr marL="3657600" lvl="7" indent="-342900" algn="l">
              <a:lnSpc>
                <a:spcPct val="150000"/>
              </a:lnSpc>
              <a:spcBef>
                <a:spcPts val="360"/>
              </a:spcBef>
              <a:spcAft>
                <a:spcPts val="0"/>
              </a:spcAft>
              <a:buClr>
                <a:schemeClr val="dk1"/>
              </a:buClr>
              <a:buSzPts val="1800"/>
              <a:buChar char="•"/>
              <a:defRPr/>
            </a:lvl8pPr>
            <a:lvl9pPr marL="4114800" lvl="8" indent="-342900" algn="l">
              <a:lnSpc>
                <a:spcPct val="150000"/>
              </a:lnSpc>
              <a:spcBef>
                <a:spcPts val="360"/>
              </a:spcBef>
              <a:spcAft>
                <a:spcPts val="0"/>
              </a:spcAft>
              <a:buClr>
                <a:schemeClr val="dk1"/>
              </a:buClr>
              <a:buSzPts val="1800"/>
              <a:buChar char="•"/>
              <a:defRPr/>
            </a:lvl9pPr>
          </a:lstStyle>
          <a:p>
            <a:endParaRPr/>
          </a:p>
        </p:txBody>
      </p:sp>
      <p:sp>
        <p:nvSpPr>
          <p:cNvPr id="167" name="Google Shape;167;p24"/>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168" name="Google Shape;168;p24"/>
          <p:cNvSpPr>
            <a:spLocks noGrp="1"/>
          </p:cNvSpPr>
          <p:nvPr>
            <p:ph type="pic" idx="4"/>
          </p:nvPr>
        </p:nvSpPr>
        <p:spPr>
          <a:xfrm>
            <a:off x="5350350" y="-20975"/>
            <a:ext cx="3793800" cy="5102100"/>
          </a:xfrm>
          <a:prstGeom prst="rect">
            <a:avLst/>
          </a:prstGeom>
          <a:noFill/>
          <a:ln>
            <a:noFill/>
          </a:ln>
        </p:spPr>
      </p:sp>
      <p:sp>
        <p:nvSpPr>
          <p:cNvPr id="169" name="Google Shape;169;p24"/>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lnSpc>
                <a:spcPct val="100000"/>
              </a:lnSpc>
              <a:spcBef>
                <a:spcPts val="0"/>
              </a:spcBef>
              <a:spcAft>
                <a:spcPts val="0"/>
              </a:spcAft>
              <a:buClr>
                <a:srgbClr val="120046"/>
              </a:buClr>
              <a:buSzPts val="2100"/>
              <a:buNone/>
              <a:defRPr sz="23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0" name="Google Shape;170;p24"/>
          <p:cNvSpPr txBox="1">
            <a:spLocks noGrp="1"/>
          </p:cNvSpPr>
          <p:nvPr>
            <p:ph type="body" idx="5"/>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accent4"/>
              </a:buClr>
              <a:buSzPts val="1100"/>
              <a:buFont typeface="Plus Jakarta Sans SemiBold"/>
              <a:buNone/>
              <a:defRPr sz="1100" i="0">
                <a:solidFill>
                  <a:schemeClr val="accent4"/>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lnSpc>
                <a:spcPct val="100000"/>
              </a:lnSpc>
              <a:spcBef>
                <a:spcPts val="210"/>
              </a:spcBef>
              <a:spcAft>
                <a:spcPts val="0"/>
              </a:spcAft>
              <a:buSzPts val="1260"/>
              <a:buFont typeface="Arial"/>
              <a:buNone/>
              <a:defRPr sz="1050">
                <a:latin typeface="Arial"/>
                <a:ea typeface="Arial"/>
                <a:cs typeface="Arial"/>
                <a:sym typeface="Arial"/>
              </a:defRPr>
            </a:lvl3pPr>
            <a:lvl4pPr marL="1828800" lvl="3"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transition spd="slow">
    <p:push/>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Quote with Image | Twilight">
  <p:cSld name="Quote with Image | Twilight">
    <p:bg>
      <p:bgPr>
        <a:solidFill>
          <a:schemeClr val="dk1"/>
        </a:solidFill>
        <a:effectLst/>
      </p:bgPr>
    </p:bg>
    <p:spTree>
      <p:nvGrpSpPr>
        <p:cNvPr id="1" name="Shape 171"/>
        <p:cNvGrpSpPr/>
        <p:nvPr/>
      </p:nvGrpSpPr>
      <p:grpSpPr>
        <a:xfrm>
          <a:off x="0" y="0"/>
          <a:ext cx="0" cy="0"/>
          <a:chOff x="0" y="0"/>
          <a:chExt cx="0" cy="0"/>
        </a:xfrm>
      </p:grpSpPr>
      <p:cxnSp>
        <p:nvCxnSpPr>
          <p:cNvPr id="172" name="Google Shape;172;p25"/>
          <p:cNvCxnSpPr/>
          <p:nvPr/>
        </p:nvCxnSpPr>
        <p:spPr>
          <a:xfrm rot="10800000">
            <a:off x="630145" y="3480538"/>
            <a:ext cx="502800" cy="0"/>
          </a:xfrm>
          <a:prstGeom prst="straightConnector1">
            <a:avLst/>
          </a:prstGeom>
          <a:noFill/>
          <a:ln w="19050" cap="flat" cmpd="sng">
            <a:solidFill>
              <a:srgbClr val="FF550C"/>
            </a:solidFill>
            <a:prstDash val="solid"/>
            <a:round/>
            <a:headEnd type="none" w="sm" len="sm"/>
            <a:tailEnd type="none" w="sm" len="sm"/>
          </a:ln>
        </p:spPr>
      </p:cxnSp>
      <p:sp>
        <p:nvSpPr>
          <p:cNvPr id="173" name="Google Shape;173;p25"/>
          <p:cNvSpPr txBox="1">
            <a:spLocks noGrp="1"/>
          </p:cNvSpPr>
          <p:nvPr>
            <p:ph type="body" idx="1"/>
          </p:nvPr>
        </p:nvSpPr>
        <p:spPr>
          <a:xfrm>
            <a:off x="553825" y="3652682"/>
            <a:ext cx="3962400" cy="687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lt1"/>
              </a:buClr>
              <a:buSzPts val="2000"/>
              <a:buFont typeface="Plus Jakarta Sans SemiBold"/>
              <a:buNone/>
              <a:defRPr sz="1600">
                <a:solidFill>
                  <a:schemeClr val="lt1"/>
                </a:solidFill>
                <a:latin typeface="Plus Jakarta Sans SemiBold"/>
                <a:ea typeface="Plus Jakarta Sans SemiBold"/>
                <a:cs typeface="Plus Jakarta Sans SemiBold"/>
                <a:sym typeface="Plus Jakarta Sans SemiBold"/>
              </a:defRPr>
            </a:lvl1pPr>
            <a:lvl2pPr marL="914400" lvl="1" indent="-228600" algn="l">
              <a:lnSpc>
                <a:spcPct val="78888"/>
              </a:lnSpc>
              <a:spcBef>
                <a:spcPts val="400"/>
              </a:spcBef>
              <a:spcAft>
                <a:spcPts val="0"/>
              </a:spcAft>
              <a:buClr>
                <a:schemeClr val="lt1"/>
              </a:buClr>
              <a:buSzPts val="2160"/>
              <a:buNone/>
              <a:defRPr>
                <a:solidFill>
                  <a:schemeClr val="lt1"/>
                </a:solidFill>
              </a:defRPr>
            </a:lvl2pPr>
            <a:lvl3pPr marL="1371600" lvl="2" indent="-365760" algn="l">
              <a:lnSpc>
                <a:spcPct val="100000"/>
              </a:lnSpc>
              <a:spcBef>
                <a:spcPts val="360"/>
              </a:spcBef>
              <a:spcAft>
                <a:spcPts val="0"/>
              </a:spcAft>
              <a:buClr>
                <a:schemeClr val="lt1"/>
              </a:buClr>
              <a:buSzPts val="2160"/>
              <a:buChar char="•"/>
              <a:defRPr>
                <a:solidFill>
                  <a:schemeClr val="lt1"/>
                </a:solidFill>
              </a:defRPr>
            </a:lvl3pPr>
            <a:lvl4pPr marL="1828800" lvl="3" indent="-342900" algn="l">
              <a:lnSpc>
                <a:spcPct val="100000"/>
              </a:lnSpc>
              <a:spcBef>
                <a:spcPts val="360"/>
              </a:spcBef>
              <a:spcAft>
                <a:spcPts val="0"/>
              </a:spcAft>
              <a:buClr>
                <a:schemeClr val="lt1"/>
              </a:buClr>
              <a:buSzPts val="1800"/>
              <a:buChar char="–"/>
              <a:defRPr>
                <a:solidFill>
                  <a:schemeClr val="lt1"/>
                </a:solidFill>
              </a:defRPr>
            </a:lvl4pPr>
            <a:lvl5pPr marL="2286000" lvl="4" indent="-342900" algn="l">
              <a:lnSpc>
                <a:spcPct val="100000"/>
              </a:lnSpc>
              <a:spcBef>
                <a:spcPts val="360"/>
              </a:spcBef>
              <a:spcAft>
                <a:spcPts val="0"/>
              </a:spcAft>
              <a:buClr>
                <a:schemeClr val="lt1"/>
              </a:buClr>
              <a:buSzPts val="1800"/>
              <a:buChar char="»"/>
              <a:defRPr>
                <a:solidFill>
                  <a:schemeClr val="lt1"/>
                </a:solidFill>
              </a:defRPr>
            </a:lvl5pPr>
            <a:lvl6pPr marL="2743200" lvl="5" indent="-342900" algn="l">
              <a:lnSpc>
                <a:spcPct val="100000"/>
              </a:lnSpc>
              <a:spcBef>
                <a:spcPts val="360"/>
              </a:spcBef>
              <a:spcAft>
                <a:spcPts val="0"/>
              </a:spcAft>
              <a:buClr>
                <a:schemeClr val="lt1"/>
              </a:buClr>
              <a:buSzPts val="1800"/>
              <a:buChar char="•"/>
              <a:defRPr>
                <a:solidFill>
                  <a:schemeClr val="lt1"/>
                </a:solidFill>
              </a:defRPr>
            </a:lvl6pPr>
            <a:lvl7pPr marL="3200400" lvl="6" indent="-342900" algn="l">
              <a:lnSpc>
                <a:spcPct val="100000"/>
              </a:lnSpc>
              <a:spcBef>
                <a:spcPts val="360"/>
              </a:spcBef>
              <a:spcAft>
                <a:spcPts val="0"/>
              </a:spcAft>
              <a:buClr>
                <a:schemeClr val="lt1"/>
              </a:buClr>
              <a:buSzPts val="1800"/>
              <a:buChar char="•"/>
              <a:defRPr>
                <a:solidFill>
                  <a:schemeClr val="lt1"/>
                </a:solidFill>
              </a:defRPr>
            </a:lvl7pPr>
            <a:lvl8pPr marL="3657600" lvl="7" indent="-342900" algn="l">
              <a:lnSpc>
                <a:spcPct val="100000"/>
              </a:lnSpc>
              <a:spcBef>
                <a:spcPts val="360"/>
              </a:spcBef>
              <a:spcAft>
                <a:spcPts val="0"/>
              </a:spcAft>
              <a:buClr>
                <a:schemeClr val="lt1"/>
              </a:buClr>
              <a:buSzPts val="1800"/>
              <a:buChar char="•"/>
              <a:defRPr>
                <a:solidFill>
                  <a:schemeClr val="lt1"/>
                </a:solidFill>
              </a:defRPr>
            </a:lvl8pPr>
            <a:lvl9pPr marL="4114800" lvl="8" indent="-342900" algn="l">
              <a:lnSpc>
                <a:spcPct val="100000"/>
              </a:lnSpc>
              <a:spcBef>
                <a:spcPts val="360"/>
              </a:spcBef>
              <a:spcAft>
                <a:spcPts val="0"/>
              </a:spcAft>
              <a:buClr>
                <a:schemeClr val="lt1"/>
              </a:buClr>
              <a:buSzPts val="1800"/>
              <a:buChar char="•"/>
              <a:defRPr>
                <a:solidFill>
                  <a:schemeClr val="lt1"/>
                </a:solidFill>
              </a:defRPr>
            </a:lvl9pPr>
          </a:lstStyle>
          <a:p>
            <a:endParaRPr/>
          </a:p>
        </p:txBody>
      </p:sp>
      <p:sp>
        <p:nvSpPr>
          <p:cNvPr id="174" name="Google Shape;174;p25"/>
          <p:cNvSpPr txBox="1">
            <a:spLocks noGrp="1"/>
          </p:cNvSpPr>
          <p:nvPr>
            <p:ph type="body" idx="2"/>
          </p:nvPr>
        </p:nvSpPr>
        <p:spPr>
          <a:xfrm>
            <a:off x="553825" y="3978509"/>
            <a:ext cx="39624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accent2"/>
              </a:buClr>
              <a:buSzPts val="1400"/>
              <a:buNone/>
              <a:defRPr sz="1000">
                <a:solidFill>
                  <a:schemeClr val="accent2"/>
                </a:solidFill>
              </a:defRPr>
            </a:lvl1pPr>
            <a:lvl2pPr marL="914400" lvl="1" indent="-228600" algn="l">
              <a:lnSpc>
                <a:spcPct val="78888"/>
              </a:lnSpc>
              <a:spcBef>
                <a:spcPts val="400"/>
              </a:spcBef>
              <a:spcAft>
                <a:spcPts val="0"/>
              </a:spcAft>
              <a:buClr>
                <a:schemeClr val="accent2"/>
              </a:buClr>
              <a:buSzPts val="2160"/>
              <a:buNone/>
              <a:defRPr>
                <a:solidFill>
                  <a:schemeClr val="accent2"/>
                </a:solidFill>
              </a:defRPr>
            </a:lvl2pPr>
            <a:lvl3pPr marL="1371600" lvl="2" indent="-365760" algn="l">
              <a:lnSpc>
                <a:spcPct val="100000"/>
              </a:lnSpc>
              <a:spcBef>
                <a:spcPts val="360"/>
              </a:spcBef>
              <a:spcAft>
                <a:spcPts val="0"/>
              </a:spcAft>
              <a:buSzPts val="2160"/>
              <a:buChar char="•"/>
              <a:defRPr/>
            </a:lvl3pPr>
            <a:lvl4pPr marL="1828800" lvl="3" indent="-342900" algn="l">
              <a:lnSpc>
                <a:spcPct val="100000"/>
              </a:lnSpc>
              <a:spcBef>
                <a:spcPts val="360"/>
              </a:spcBef>
              <a:spcAft>
                <a:spcPts val="0"/>
              </a:spcAft>
              <a:buClr>
                <a:srgbClr val="4E5661"/>
              </a:buClr>
              <a:buSzPts val="1800"/>
              <a:buChar char="–"/>
              <a:defRPr/>
            </a:lvl4pPr>
            <a:lvl5pPr marL="2286000" lvl="4" indent="-342900" algn="l">
              <a:lnSpc>
                <a:spcPct val="100000"/>
              </a:lnSpc>
              <a:spcBef>
                <a:spcPts val="360"/>
              </a:spcBef>
              <a:spcAft>
                <a:spcPts val="0"/>
              </a:spcAft>
              <a:buClr>
                <a:srgbClr val="4E566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75" name="Google Shape;175;p25"/>
          <p:cNvSpPr txBox="1">
            <a:spLocks noGrp="1"/>
          </p:cNvSpPr>
          <p:nvPr>
            <p:ph type="body" idx="3"/>
          </p:nvPr>
        </p:nvSpPr>
        <p:spPr>
          <a:xfrm>
            <a:off x="553825" y="1595988"/>
            <a:ext cx="3725400" cy="1506600"/>
          </a:xfrm>
          <a:prstGeom prst="rect">
            <a:avLst/>
          </a:prstGeom>
          <a:noFill/>
          <a:ln>
            <a:noFill/>
          </a:ln>
        </p:spPr>
        <p:txBody>
          <a:bodyPr spcFirstLastPara="1" wrap="square" lIns="91425" tIns="45700" rIns="91425" bIns="45700" anchor="t" anchorCtr="0">
            <a:noAutofit/>
          </a:bodyPr>
          <a:lstStyle>
            <a:lvl1pPr marL="457200" lvl="0" indent="-228600" algn="l">
              <a:lnSpc>
                <a:spcPct val="115000"/>
              </a:lnSpc>
              <a:spcBef>
                <a:spcPts val="0"/>
              </a:spcBef>
              <a:spcAft>
                <a:spcPts val="0"/>
              </a:spcAft>
              <a:buClr>
                <a:schemeClr val="lt1"/>
              </a:buClr>
              <a:buSzPts val="2200"/>
              <a:buNone/>
              <a:defRPr sz="1800">
                <a:solidFill>
                  <a:schemeClr val="lt1"/>
                </a:solidFill>
              </a:defRPr>
            </a:lvl1pPr>
            <a:lvl2pPr marL="914400" lvl="1" indent="-228600" algn="l">
              <a:lnSpc>
                <a:spcPct val="150000"/>
              </a:lnSpc>
              <a:spcBef>
                <a:spcPts val="400"/>
              </a:spcBef>
              <a:spcAft>
                <a:spcPts val="0"/>
              </a:spcAft>
              <a:buClr>
                <a:schemeClr val="lt1"/>
              </a:buClr>
              <a:buSzPts val="2160"/>
              <a:buNone/>
              <a:defRPr>
                <a:solidFill>
                  <a:schemeClr val="lt1"/>
                </a:solidFill>
              </a:defRPr>
            </a:lvl2pPr>
            <a:lvl3pPr marL="1371600" lvl="2" indent="-365760" algn="l">
              <a:lnSpc>
                <a:spcPct val="150000"/>
              </a:lnSpc>
              <a:spcBef>
                <a:spcPts val="360"/>
              </a:spcBef>
              <a:spcAft>
                <a:spcPts val="0"/>
              </a:spcAft>
              <a:buClr>
                <a:schemeClr val="lt1"/>
              </a:buClr>
              <a:buSzPts val="2160"/>
              <a:buChar char="•"/>
              <a:defRPr>
                <a:solidFill>
                  <a:schemeClr val="lt1"/>
                </a:solidFill>
              </a:defRPr>
            </a:lvl3pPr>
            <a:lvl4pPr marL="1828800" lvl="3" indent="-342900" algn="l">
              <a:lnSpc>
                <a:spcPct val="150000"/>
              </a:lnSpc>
              <a:spcBef>
                <a:spcPts val="360"/>
              </a:spcBef>
              <a:spcAft>
                <a:spcPts val="0"/>
              </a:spcAft>
              <a:buClr>
                <a:schemeClr val="lt1"/>
              </a:buClr>
              <a:buSzPts val="1800"/>
              <a:buChar char="–"/>
              <a:defRPr>
                <a:solidFill>
                  <a:schemeClr val="lt1"/>
                </a:solidFill>
              </a:defRPr>
            </a:lvl4pPr>
            <a:lvl5pPr marL="2286000" lvl="4" indent="-342900" algn="l">
              <a:lnSpc>
                <a:spcPct val="150000"/>
              </a:lnSpc>
              <a:spcBef>
                <a:spcPts val="360"/>
              </a:spcBef>
              <a:spcAft>
                <a:spcPts val="0"/>
              </a:spcAft>
              <a:buClr>
                <a:schemeClr val="lt1"/>
              </a:buClr>
              <a:buSzPts val="1800"/>
              <a:buChar char="»"/>
              <a:defRPr>
                <a:solidFill>
                  <a:schemeClr val="lt1"/>
                </a:solidFill>
              </a:defRPr>
            </a:lvl5pPr>
            <a:lvl6pPr marL="2743200" lvl="5" indent="-342900" algn="l">
              <a:lnSpc>
                <a:spcPct val="150000"/>
              </a:lnSpc>
              <a:spcBef>
                <a:spcPts val="360"/>
              </a:spcBef>
              <a:spcAft>
                <a:spcPts val="0"/>
              </a:spcAft>
              <a:buClr>
                <a:schemeClr val="lt1"/>
              </a:buClr>
              <a:buSzPts val="1800"/>
              <a:buChar char="•"/>
              <a:defRPr>
                <a:solidFill>
                  <a:schemeClr val="lt1"/>
                </a:solidFill>
              </a:defRPr>
            </a:lvl6pPr>
            <a:lvl7pPr marL="3200400" lvl="6" indent="-342900" algn="l">
              <a:lnSpc>
                <a:spcPct val="150000"/>
              </a:lnSpc>
              <a:spcBef>
                <a:spcPts val="360"/>
              </a:spcBef>
              <a:spcAft>
                <a:spcPts val="0"/>
              </a:spcAft>
              <a:buClr>
                <a:schemeClr val="lt1"/>
              </a:buClr>
              <a:buSzPts val="1800"/>
              <a:buChar char="•"/>
              <a:defRPr>
                <a:solidFill>
                  <a:schemeClr val="lt1"/>
                </a:solidFill>
              </a:defRPr>
            </a:lvl7pPr>
            <a:lvl8pPr marL="3657600" lvl="7" indent="-342900" algn="l">
              <a:lnSpc>
                <a:spcPct val="150000"/>
              </a:lnSpc>
              <a:spcBef>
                <a:spcPts val="360"/>
              </a:spcBef>
              <a:spcAft>
                <a:spcPts val="0"/>
              </a:spcAft>
              <a:buClr>
                <a:schemeClr val="lt1"/>
              </a:buClr>
              <a:buSzPts val="1800"/>
              <a:buChar char="•"/>
              <a:defRPr>
                <a:solidFill>
                  <a:schemeClr val="lt1"/>
                </a:solidFill>
              </a:defRPr>
            </a:lvl8pPr>
            <a:lvl9pPr marL="4114800" lvl="8" indent="-342900" algn="l">
              <a:lnSpc>
                <a:spcPct val="150000"/>
              </a:lnSpc>
              <a:spcBef>
                <a:spcPts val="360"/>
              </a:spcBef>
              <a:spcAft>
                <a:spcPts val="0"/>
              </a:spcAft>
              <a:buClr>
                <a:schemeClr val="lt1"/>
              </a:buClr>
              <a:buSzPts val="1800"/>
              <a:buChar char="•"/>
              <a:defRPr>
                <a:solidFill>
                  <a:schemeClr val="lt1"/>
                </a:solidFill>
              </a:defRPr>
            </a:lvl9pPr>
          </a:lstStyle>
          <a:p>
            <a:endParaRPr/>
          </a:p>
        </p:txBody>
      </p:sp>
      <p:sp>
        <p:nvSpPr>
          <p:cNvPr id="176" name="Google Shape;176;p25"/>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177" name="Google Shape;177;p25"/>
          <p:cNvSpPr>
            <a:spLocks noGrp="1"/>
          </p:cNvSpPr>
          <p:nvPr>
            <p:ph type="pic" idx="4"/>
          </p:nvPr>
        </p:nvSpPr>
        <p:spPr>
          <a:xfrm>
            <a:off x="5350350" y="-20975"/>
            <a:ext cx="3793800" cy="5102100"/>
          </a:xfrm>
          <a:prstGeom prst="rect">
            <a:avLst/>
          </a:prstGeom>
          <a:noFill/>
          <a:ln>
            <a:noFill/>
          </a:ln>
        </p:spPr>
      </p:sp>
      <p:sp>
        <p:nvSpPr>
          <p:cNvPr id="178" name="Google Shape;178;p25"/>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lnSpc>
                <a:spcPct val="100000"/>
              </a:lnSpc>
              <a:spcBef>
                <a:spcPts val="0"/>
              </a:spcBef>
              <a:spcAft>
                <a:spcPts val="0"/>
              </a:spcAft>
              <a:buClr>
                <a:srgbClr val="120046"/>
              </a:buClr>
              <a:buSzPts val="2100"/>
              <a:buNone/>
              <a:defRPr sz="23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9" name="Google Shape;179;p25"/>
          <p:cNvSpPr txBox="1">
            <a:spLocks noGrp="1"/>
          </p:cNvSpPr>
          <p:nvPr>
            <p:ph type="body" idx="5"/>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lt1"/>
              </a:buClr>
              <a:buSzPts val="1100"/>
              <a:buFont typeface="Plus Jakarta Sans SemiBold"/>
              <a:buNone/>
              <a:defRPr sz="1100" i="0">
                <a:solidFill>
                  <a:schemeClr val="lt1"/>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Clr>
                <a:schemeClr val="lt1"/>
              </a:buClr>
              <a:buSzPts val="1260"/>
              <a:buFont typeface="Arial"/>
              <a:buNone/>
              <a:defRPr sz="1050">
                <a:solidFill>
                  <a:schemeClr val="lt1"/>
                </a:solidFill>
                <a:latin typeface="Arial"/>
                <a:ea typeface="Arial"/>
                <a:cs typeface="Arial"/>
                <a:sym typeface="Arial"/>
              </a:defRPr>
            </a:lvl2pPr>
            <a:lvl3pPr marL="1371600" lvl="2" indent="-228600" algn="l">
              <a:lnSpc>
                <a:spcPct val="100000"/>
              </a:lnSpc>
              <a:spcBef>
                <a:spcPts val="210"/>
              </a:spcBef>
              <a:spcAft>
                <a:spcPts val="0"/>
              </a:spcAft>
              <a:buClr>
                <a:schemeClr val="lt1"/>
              </a:buClr>
              <a:buSzPts val="1260"/>
              <a:buFont typeface="Arial"/>
              <a:buNone/>
              <a:defRPr sz="1050">
                <a:solidFill>
                  <a:schemeClr val="lt1"/>
                </a:solidFill>
                <a:latin typeface="Arial"/>
                <a:ea typeface="Arial"/>
                <a:cs typeface="Arial"/>
                <a:sym typeface="Arial"/>
              </a:defRPr>
            </a:lvl3pPr>
            <a:lvl4pPr marL="1828800" lvl="3" indent="-228600" algn="l">
              <a:lnSpc>
                <a:spcPct val="100000"/>
              </a:lnSpc>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4pPr>
            <a:lvl5pPr marL="2286000" lvl="4" indent="-228600" algn="l">
              <a:lnSpc>
                <a:spcPct val="100000"/>
              </a:lnSpc>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5pPr>
            <a:lvl6pPr marL="2743200" lvl="5" indent="-342900" algn="l">
              <a:lnSpc>
                <a:spcPct val="100000"/>
              </a:lnSpc>
              <a:spcBef>
                <a:spcPts val="360"/>
              </a:spcBef>
              <a:spcAft>
                <a:spcPts val="0"/>
              </a:spcAft>
              <a:buClr>
                <a:schemeClr val="lt1"/>
              </a:buClr>
              <a:buSzPts val="1800"/>
              <a:buChar char="•"/>
              <a:defRPr>
                <a:solidFill>
                  <a:schemeClr val="lt1"/>
                </a:solidFill>
              </a:defRPr>
            </a:lvl6pPr>
            <a:lvl7pPr marL="3200400" lvl="6" indent="-342900" algn="l">
              <a:lnSpc>
                <a:spcPct val="100000"/>
              </a:lnSpc>
              <a:spcBef>
                <a:spcPts val="360"/>
              </a:spcBef>
              <a:spcAft>
                <a:spcPts val="0"/>
              </a:spcAft>
              <a:buClr>
                <a:schemeClr val="lt1"/>
              </a:buClr>
              <a:buSzPts val="1800"/>
              <a:buChar char="•"/>
              <a:defRPr>
                <a:solidFill>
                  <a:schemeClr val="lt1"/>
                </a:solidFill>
              </a:defRPr>
            </a:lvl7pPr>
            <a:lvl8pPr marL="3657600" lvl="7" indent="-342900" algn="l">
              <a:lnSpc>
                <a:spcPct val="100000"/>
              </a:lnSpc>
              <a:spcBef>
                <a:spcPts val="360"/>
              </a:spcBef>
              <a:spcAft>
                <a:spcPts val="0"/>
              </a:spcAft>
              <a:buClr>
                <a:schemeClr val="lt1"/>
              </a:buClr>
              <a:buSzPts val="1800"/>
              <a:buChar char="•"/>
              <a:defRPr>
                <a:solidFill>
                  <a:schemeClr val="lt1"/>
                </a:solidFill>
              </a:defRPr>
            </a:lvl8pPr>
            <a:lvl9pPr marL="4114800" lvl="8" indent="-342900" algn="l">
              <a:lnSpc>
                <a:spcPct val="100000"/>
              </a:lnSpc>
              <a:spcBef>
                <a:spcPts val="360"/>
              </a:spcBef>
              <a:spcAft>
                <a:spcPts val="0"/>
              </a:spcAft>
              <a:buClr>
                <a:schemeClr val="lt1"/>
              </a:buClr>
              <a:buSzPts val="1800"/>
              <a:buChar char="•"/>
              <a:defRPr>
                <a:solidFill>
                  <a:schemeClr val="lt1"/>
                </a:solidFill>
              </a:defRPr>
            </a:lvl9pPr>
          </a:lstStyle>
          <a:p>
            <a:endParaRPr/>
          </a:p>
        </p:txBody>
      </p:sp>
    </p:spTree>
  </p:cSld>
  <p:clrMapOvr>
    <a:masterClrMapping/>
  </p:clrMapOvr>
  <p:transition spd="slow">
    <p:push/>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Quote | Twilight">
  <p:cSld name="Quote | Twilight">
    <p:bg>
      <p:bgPr>
        <a:solidFill>
          <a:schemeClr val="dk1"/>
        </a:solidFill>
        <a:effectLst/>
      </p:bgPr>
    </p:bg>
    <p:spTree>
      <p:nvGrpSpPr>
        <p:cNvPr id="1" name="Shape 180"/>
        <p:cNvGrpSpPr/>
        <p:nvPr/>
      </p:nvGrpSpPr>
      <p:grpSpPr>
        <a:xfrm>
          <a:off x="0" y="0"/>
          <a:ext cx="0" cy="0"/>
          <a:chOff x="0" y="0"/>
          <a:chExt cx="0" cy="0"/>
        </a:xfrm>
      </p:grpSpPr>
      <p:pic>
        <p:nvPicPr>
          <p:cNvPr id="181" name="Google Shape;181;p26"/>
          <p:cNvPicPr preferRelativeResize="0"/>
          <p:nvPr/>
        </p:nvPicPr>
        <p:blipFill rotWithShape="1">
          <a:blip r:embed="rId2">
            <a:alphaModFix/>
          </a:blip>
          <a:srcRect b="7628"/>
          <a:stretch/>
        </p:blipFill>
        <p:spPr>
          <a:xfrm>
            <a:off x="0" y="4326801"/>
            <a:ext cx="9144000" cy="754400"/>
          </a:xfrm>
          <a:prstGeom prst="rect">
            <a:avLst/>
          </a:prstGeom>
          <a:noFill/>
          <a:ln>
            <a:noFill/>
          </a:ln>
        </p:spPr>
      </p:pic>
      <p:cxnSp>
        <p:nvCxnSpPr>
          <p:cNvPr id="182" name="Google Shape;182;p26"/>
          <p:cNvCxnSpPr/>
          <p:nvPr/>
        </p:nvCxnSpPr>
        <p:spPr>
          <a:xfrm rot="10800000">
            <a:off x="713220" y="1047750"/>
            <a:ext cx="502800" cy="0"/>
          </a:xfrm>
          <a:prstGeom prst="straightConnector1">
            <a:avLst/>
          </a:prstGeom>
          <a:noFill/>
          <a:ln w="19050" cap="flat" cmpd="sng">
            <a:solidFill>
              <a:srgbClr val="FF550C"/>
            </a:solidFill>
            <a:prstDash val="solid"/>
            <a:round/>
            <a:headEnd type="none" w="sm" len="sm"/>
            <a:tailEnd type="none" w="sm" len="sm"/>
          </a:ln>
        </p:spPr>
      </p:cxnSp>
      <p:sp>
        <p:nvSpPr>
          <p:cNvPr id="183" name="Google Shape;183;p26"/>
          <p:cNvSpPr/>
          <p:nvPr/>
        </p:nvSpPr>
        <p:spPr>
          <a:xfrm>
            <a:off x="600100" y="943775"/>
            <a:ext cx="675000" cy="193800"/>
          </a:xfrm>
          <a:prstGeom prst="rect">
            <a:avLst/>
          </a:prstGeom>
          <a:solidFill>
            <a:schemeClr val="dk1"/>
          </a:solidFill>
          <a:ln>
            <a:noFill/>
          </a:ln>
        </p:spPr>
        <p:txBody>
          <a:bodyPr spcFirstLastPara="1" wrap="square" lIns="91425" tIns="91425" rIns="91425" bIns="91425"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dk1"/>
              </a:solidFill>
              <a:latin typeface="Plus Jakarta Sans"/>
              <a:ea typeface="Plus Jakarta Sans"/>
              <a:cs typeface="Plus Jakarta Sans"/>
              <a:sym typeface="Plus Jakarta Sans"/>
            </a:endParaRPr>
          </a:p>
        </p:txBody>
      </p:sp>
      <p:pic>
        <p:nvPicPr>
          <p:cNvPr id="184" name="Google Shape;184;p26"/>
          <p:cNvPicPr preferRelativeResize="0"/>
          <p:nvPr/>
        </p:nvPicPr>
        <p:blipFill rotWithShape="1">
          <a:blip r:embed="rId3">
            <a:alphaModFix/>
          </a:blip>
          <a:srcRect/>
          <a:stretch/>
        </p:blipFill>
        <p:spPr>
          <a:xfrm>
            <a:off x="400525" y="572375"/>
            <a:ext cx="753875" cy="608450"/>
          </a:xfrm>
          <a:prstGeom prst="rect">
            <a:avLst/>
          </a:prstGeom>
          <a:noFill/>
          <a:ln>
            <a:noFill/>
          </a:ln>
        </p:spPr>
      </p:pic>
      <p:cxnSp>
        <p:nvCxnSpPr>
          <p:cNvPr id="185" name="Google Shape;185;p26"/>
          <p:cNvCxnSpPr/>
          <p:nvPr/>
        </p:nvCxnSpPr>
        <p:spPr>
          <a:xfrm rot="10800000">
            <a:off x="1818095" y="3384463"/>
            <a:ext cx="502800" cy="0"/>
          </a:xfrm>
          <a:prstGeom prst="straightConnector1">
            <a:avLst/>
          </a:prstGeom>
          <a:noFill/>
          <a:ln w="19050" cap="flat" cmpd="sng">
            <a:solidFill>
              <a:schemeClr val="accent1"/>
            </a:solidFill>
            <a:prstDash val="solid"/>
            <a:round/>
            <a:headEnd type="none" w="sm" len="sm"/>
            <a:tailEnd type="none" w="sm" len="sm"/>
          </a:ln>
        </p:spPr>
      </p:cxnSp>
      <p:sp>
        <p:nvSpPr>
          <p:cNvPr id="186" name="Google Shape;186;p26"/>
          <p:cNvSpPr txBox="1">
            <a:spLocks noGrp="1"/>
          </p:cNvSpPr>
          <p:nvPr>
            <p:ph type="body" idx="1"/>
          </p:nvPr>
        </p:nvSpPr>
        <p:spPr>
          <a:xfrm>
            <a:off x="1741775" y="3556607"/>
            <a:ext cx="3962400" cy="687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accent2"/>
              </a:buClr>
              <a:buSzPts val="2000"/>
              <a:buFont typeface="Plus Jakarta Sans SemiBold"/>
              <a:buNone/>
              <a:defRPr sz="1600">
                <a:solidFill>
                  <a:schemeClr val="accent2"/>
                </a:solidFill>
                <a:latin typeface="Plus Jakarta Sans SemiBold"/>
                <a:ea typeface="Plus Jakarta Sans SemiBold"/>
                <a:cs typeface="Plus Jakarta Sans SemiBold"/>
                <a:sym typeface="Plus Jakarta Sans SemiBold"/>
              </a:defRPr>
            </a:lvl1pPr>
            <a:lvl2pPr marL="914400" lvl="1" indent="-228600" algn="l">
              <a:lnSpc>
                <a:spcPct val="78888"/>
              </a:lnSpc>
              <a:spcBef>
                <a:spcPts val="400"/>
              </a:spcBef>
              <a:spcAft>
                <a:spcPts val="0"/>
              </a:spcAft>
              <a:buClr>
                <a:schemeClr val="accent2"/>
              </a:buClr>
              <a:buSzPts val="2160"/>
              <a:buNone/>
              <a:defRPr>
                <a:solidFill>
                  <a:schemeClr val="accent2"/>
                </a:solidFill>
              </a:defRPr>
            </a:lvl2pPr>
            <a:lvl3pPr marL="1371600" lvl="2" indent="-365760" algn="l">
              <a:lnSpc>
                <a:spcPct val="100000"/>
              </a:lnSpc>
              <a:spcBef>
                <a:spcPts val="360"/>
              </a:spcBef>
              <a:spcAft>
                <a:spcPts val="0"/>
              </a:spcAft>
              <a:buClr>
                <a:schemeClr val="accent2"/>
              </a:buClr>
              <a:buSzPts val="2160"/>
              <a:buChar char="•"/>
              <a:defRPr>
                <a:solidFill>
                  <a:schemeClr val="accent2"/>
                </a:solidFill>
              </a:defRPr>
            </a:lvl3pPr>
            <a:lvl4pPr marL="1828800" lvl="3" indent="-342900" algn="l">
              <a:lnSpc>
                <a:spcPct val="100000"/>
              </a:lnSpc>
              <a:spcBef>
                <a:spcPts val="360"/>
              </a:spcBef>
              <a:spcAft>
                <a:spcPts val="0"/>
              </a:spcAft>
              <a:buClr>
                <a:schemeClr val="accent2"/>
              </a:buClr>
              <a:buSzPts val="1800"/>
              <a:buChar char="–"/>
              <a:defRPr>
                <a:solidFill>
                  <a:schemeClr val="accent2"/>
                </a:solidFill>
              </a:defRPr>
            </a:lvl4pPr>
            <a:lvl5pPr marL="2286000" lvl="4" indent="-342900" algn="l">
              <a:lnSpc>
                <a:spcPct val="100000"/>
              </a:lnSpc>
              <a:spcBef>
                <a:spcPts val="360"/>
              </a:spcBef>
              <a:spcAft>
                <a:spcPts val="0"/>
              </a:spcAft>
              <a:buClr>
                <a:schemeClr val="accent2"/>
              </a:buClr>
              <a:buSzPts val="1800"/>
              <a:buChar char="»"/>
              <a:defRPr>
                <a:solidFill>
                  <a:schemeClr val="accent2"/>
                </a:solidFill>
              </a:defRPr>
            </a:lvl5pPr>
            <a:lvl6pPr marL="2743200" lvl="5" indent="-342900" algn="l">
              <a:lnSpc>
                <a:spcPct val="100000"/>
              </a:lnSpc>
              <a:spcBef>
                <a:spcPts val="360"/>
              </a:spcBef>
              <a:spcAft>
                <a:spcPts val="0"/>
              </a:spcAft>
              <a:buClr>
                <a:schemeClr val="accent2"/>
              </a:buClr>
              <a:buSzPts val="1800"/>
              <a:buChar char="•"/>
              <a:defRPr>
                <a:solidFill>
                  <a:schemeClr val="accent2"/>
                </a:solidFill>
              </a:defRPr>
            </a:lvl6pPr>
            <a:lvl7pPr marL="3200400" lvl="6" indent="-342900" algn="l">
              <a:lnSpc>
                <a:spcPct val="100000"/>
              </a:lnSpc>
              <a:spcBef>
                <a:spcPts val="360"/>
              </a:spcBef>
              <a:spcAft>
                <a:spcPts val="0"/>
              </a:spcAft>
              <a:buClr>
                <a:schemeClr val="accent2"/>
              </a:buClr>
              <a:buSzPts val="1800"/>
              <a:buChar char="•"/>
              <a:defRPr>
                <a:solidFill>
                  <a:schemeClr val="accent2"/>
                </a:solidFill>
              </a:defRPr>
            </a:lvl7pPr>
            <a:lvl8pPr marL="3657600" lvl="7" indent="-342900" algn="l">
              <a:lnSpc>
                <a:spcPct val="100000"/>
              </a:lnSpc>
              <a:spcBef>
                <a:spcPts val="360"/>
              </a:spcBef>
              <a:spcAft>
                <a:spcPts val="0"/>
              </a:spcAft>
              <a:buClr>
                <a:schemeClr val="accent2"/>
              </a:buClr>
              <a:buSzPts val="1800"/>
              <a:buChar char="•"/>
              <a:defRPr>
                <a:solidFill>
                  <a:schemeClr val="accent2"/>
                </a:solidFill>
              </a:defRPr>
            </a:lvl8pPr>
            <a:lvl9pPr marL="4114800" lvl="8" indent="-342900" algn="l">
              <a:lnSpc>
                <a:spcPct val="100000"/>
              </a:lnSpc>
              <a:spcBef>
                <a:spcPts val="360"/>
              </a:spcBef>
              <a:spcAft>
                <a:spcPts val="0"/>
              </a:spcAft>
              <a:buClr>
                <a:schemeClr val="accent2"/>
              </a:buClr>
              <a:buSzPts val="1800"/>
              <a:buChar char="•"/>
              <a:defRPr>
                <a:solidFill>
                  <a:schemeClr val="accent2"/>
                </a:solidFill>
              </a:defRPr>
            </a:lvl9pPr>
          </a:lstStyle>
          <a:p>
            <a:endParaRPr/>
          </a:p>
        </p:txBody>
      </p:sp>
      <p:sp>
        <p:nvSpPr>
          <p:cNvPr id="187" name="Google Shape;187;p26"/>
          <p:cNvSpPr txBox="1">
            <a:spLocks noGrp="1"/>
          </p:cNvSpPr>
          <p:nvPr>
            <p:ph type="body" idx="2"/>
          </p:nvPr>
        </p:nvSpPr>
        <p:spPr>
          <a:xfrm>
            <a:off x="1741775" y="3882434"/>
            <a:ext cx="39624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accent2"/>
              </a:buClr>
              <a:buSzPts val="1400"/>
              <a:buNone/>
              <a:defRPr sz="1000">
                <a:solidFill>
                  <a:schemeClr val="accent2"/>
                </a:solidFill>
              </a:defRPr>
            </a:lvl1pPr>
            <a:lvl2pPr marL="914400" lvl="1" indent="-228600" algn="l">
              <a:lnSpc>
                <a:spcPct val="78888"/>
              </a:lnSpc>
              <a:spcBef>
                <a:spcPts val="400"/>
              </a:spcBef>
              <a:spcAft>
                <a:spcPts val="0"/>
              </a:spcAft>
              <a:buClr>
                <a:schemeClr val="accent2"/>
              </a:buClr>
              <a:buSzPts val="2160"/>
              <a:buNone/>
              <a:defRPr>
                <a:solidFill>
                  <a:schemeClr val="accent2"/>
                </a:solidFill>
              </a:defRPr>
            </a:lvl2pPr>
            <a:lvl3pPr marL="1371600" lvl="2" indent="-365760" algn="l">
              <a:lnSpc>
                <a:spcPct val="100000"/>
              </a:lnSpc>
              <a:spcBef>
                <a:spcPts val="360"/>
              </a:spcBef>
              <a:spcAft>
                <a:spcPts val="0"/>
              </a:spcAft>
              <a:buClr>
                <a:schemeClr val="accent2"/>
              </a:buClr>
              <a:buSzPts val="2160"/>
              <a:buChar char="•"/>
              <a:defRPr>
                <a:solidFill>
                  <a:schemeClr val="accent2"/>
                </a:solidFill>
              </a:defRPr>
            </a:lvl3pPr>
            <a:lvl4pPr marL="1828800" lvl="3" indent="-342900" algn="l">
              <a:lnSpc>
                <a:spcPct val="100000"/>
              </a:lnSpc>
              <a:spcBef>
                <a:spcPts val="360"/>
              </a:spcBef>
              <a:spcAft>
                <a:spcPts val="0"/>
              </a:spcAft>
              <a:buClr>
                <a:schemeClr val="accent2"/>
              </a:buClr>
              <a:buSzPts val="1800"/>
              <a:buChar char="–"/>
              <a:defRPr>
                <a:solidFill>
                  <a:schemeClr val="accent2"/>
                </a:solidFill>
              </a:defRPr>
            </a:lvl4pPr>
            <a:lvl5pPr marL="2286000" lvl="4" indent="-342900" algn="l">
              <a:lnSpc>
                <a:spcPct val="100000"/>
              </a:lnSpc>
              <a:spcBef>
                <a:spcPts val="360"/>
              </a:spcBef>
              <a:spcAft>
                <a:spcPts val="0"/>
              </a:spcAft>
              <a:buClr>
                <a:schemeClr val="accent2"/>
              </a:buClr>
              <a:buSzPts val="1800"/>
              <a:buChar char="»"/>
              <a:defRPr>
                <a:solidFill>
                  <a:schemeClr val="accent2"/>
                </a:solidFill>
              </a:defRPr>
            </a:lvl5pPr>
            <a:lvl6pPr marL="2743200" lvl="5" indent="-342900" algn="l">
              <a:lnSpc>
                <a:spcPct val="100000"/>
              </a:lnSpc>
              <a:spcBef>
                <a:spcPts val="360"/>
              </a:spcBef>
              <a:spcAft>
                <a:spcPts val="0"/>
              </a:spcAft>
              <a:buClr>
                <a:schemeClr val="accent2"/>
              </a:buClr>
              <a:buSzPts val="1800"/>
              <a:buChar char="•"/>
              <a:defRPr>
                <a:solidFill>
                  <a:schemeClr val="accent2"/>
                </a:solidFill>
              </a:defRPr>
            </a:lvl6pPr>
            <a:lvl7pPr marL="3200400" lvl="6" indent="-342900" algn="l">
              <a:lnSpc>
                <a:spcPct val="100000"/>
              </a:lnSpc>
              <a:spcBef>
                <a:spcPts val="360"/>
              </a:spcBef>
              <a:spcAft>
                <a:spcPts val="0"/>
              </a:spcAft>
              <a:buClr>
                <a:schemeClr val="accent2"/>
              </a:buClr>
              <a:buSzPts val="1800"/>
              <a:buChar char="•"/>
              <a:defRPr>
                <a:solidFill>
                  <a:schemeClr val="accent2"/>
                </a:solidFill>
              </a:defRPr>
            </a:lvl7pPr>
            <a:lvl8pPr marL="3657600" lvl="7" indent="-342900" algn="l">
              <a:lnSpc>
                <a:spcPct val="100000"/>
              </a:lnSpc>
              <a:spcBef>
                <a:spcPts val="360"/>
              </a:spcBef>
              <a:spcAft>
                <a:spcPts val="0"/>
              </a:spcAft>
              <a:buClr>
                <a:schemeClr val="accent2"/>
              </a:buClr>
              <a:buSzPts val="1800"/>
              <a:buChar char="•"/>
              <a:defRPr>
                <a:solidFill>
                  <a:schemeClr val="accent2"/>
                </a:solidFill>
              </a:defRPr>
            </a:lvl8pPr>
            <a:lvl9pPr marL="4114800" lvl="8" indent="-342900" algn="l">
              <a:lnSpc>
                <a:spcPct val="100000"/>
              </a:lnSpc>
              <a:spcBef>
                <a:spcPts val="360"/>
              </a:spcBef>
              <a:spcAft>
                <a:spcPts val="0"/>
              </a:spcAft>
              <a:buClr>
                <a:schemeClr val="accent2"/>
              </a:buClr>
              <a:buSzPts val="1800"/>
              <a:buChar char="•"/>
              <a:defRPr>
                <a:solidFill>
                  <a:schemeClr val="accent2"/>
                </a:solidFill>
              </a:defRPr>
            </a:lvl9pPr>
          </a:lstStyle>
          <a:p>
            <a:endParaRPr/>
          </a:p>
        </p:txBody>
      </p:sp>
      <p:sp>
        <p:nvSpPr>
          <p:cNvPr id="188" name="Google Shape;188;p26"/>
          <p:cNvSpPr txBox="1">
            <a:spLocks noGrp="1"/>
          </p:cNvSpPr>
          <p:nvPr>
            <p:ph type="body" idx="3"/>
          </p:nvPr>
        </p:nvSpPr>
        <p:spPr>
          <a:xfrm>
            <a:off x="1741775" y="961075"/>
            <a:ext cx="5686800" cy="2324400"/>
          </a:xfrm>
          <a:prstGeom prst="rect">
            <a:avLst/>
          </a:prstGeom>
          <a:noFill/>
          <a:ln>
            <a:noFill/>
          </a:ln>
        </p:spPr>
        <p:txBody>
          <a:bodyPr spcFirstLastPara="1" wrap="square" lIns="91425" tIns="45700" rIns="91425" bIns="45700" anchor="t" anchorCtr="0">
            <a:noAutofit/>
          </a:bodyPr>
          <a:lstStyle>
            <a:lvl1pPr marL="457200" lvl="0" indent="-228600" algn="l">
              <a:lnSpc>
                <a:spcPct val="115000"/>
              </a:lnSpc>
              <a:spcBef>
                <a:spcPts val="0"/>
              </a:spcBef>
              <a:spcAft>
                <a:spcPts val="0"/>
              </a:spcAft>
              <a:buClr>
                <a:schemeClr val="lt1"/>
              </a:buClr>
              <a:buSzPts val="2900"/>
              <a:buFont typeface="Plus Jakarta Sans SemiBold"/>
              <a:buNone/>
              <a:defRPr sz="2500">
                <a:solidFill>
                  <a:schemeClr val="lt1"/>
                </a:solidFill>
                <a:latin typeface="Plus Jakarta Sans SemiBold"/>
                <a:ea typeface="Plus Jakarta Sans SemiBold"/>
                <a:cs typeface="Plus Jakarta Sans SemiBold"/>
                <a:sym typeface="Plus Jakarta Sans SemiBold"/>
              </a:defRPr>
            </a:lvl1pPr>
            <a:lvl2pPr marL="914400" lvl="1" indent="-228600" algn="l">
              <a:lnSpc>
                <a:spcPct val="150000"/>
              </a:lnSpc>
              <a:spcBef>
                <a:spcPts val="400"/>
              </a:spcBef>
              <a:spcAft>
                <a:spcPts val="0"/>
              </a:spcAft>
              <a:buSzPts val="2160"/>
              <a:buNone/>
              <a:defRPr/>
            </a:lvl2pPr>
            <a:lvl3pPr marL="1371600" lvl="2" indent="-365760" algn="l">
              <a:lnSpc>
                <a:spcPct val="150000"/>
              </a:lnSpc>
              <a:spcBef>
                <a:spcPts val="360"/>
              </a:spcBef>
              <a:spcAft>
                <a:spcPts val="0"/>
              </a:spcAft>
              <a:buSzPts val="2160"/>
              <a:buChar char="•"/>
              <a:defRPr/>
            </a:lvl3pPr>
            <a:lvl4pPr marL="1828800" lvl="3" indent="-342900" algn="l">
              <a:lnSpc>
                <a:spcPct val="150000"/>
              </a:lnSpc>
              <a:spcBef>
                <a:spcPts val="360"/>
              </a:spcBef>
              <a:spcAft>
                <a:spcPts val="0"/>
              </a:spcAft>
              <a:buClr>
                <a:srgbClr val="4E5661"/>
              </a:buClr>
              <a:buSzPts val="1800"/>
              <a:buChar char="–"/>
              <a:defRPr/>
            </a:lvl4pPr>
            <a:lvl5pPr marL="2286000" lvl="4" indent="-342900" algn="l">
              <a:lnSpc>
                <a:spcPct val="150000"/>
              </a:lnSpc>
              <a:spcBef>
                <a:spcPts val="360"/>
              </a:spcBef>
              <a:spcAft>
                <a:spcPts val="0"/>
              </a:spcAft>
              <a:buClr>
                <a:srgbClr val="4E5661"/>
              </a:buClr>
              <a:buSzPts val="1800"/>
              <a:buChar char="»"/>
              <a:defRPr/>
            </a:lvl5pPr>
            <a:lvl6pPr marL="2743200" lvl="5" indent="-342900" algn="l">
              <a:lnSpc>
                <a:spcPct val="150000"/>
              </a:lnSpc>
              <a:spcBef>
                <a:spcPts val="360"/>
              </a:spcBef>
              <a:spcAft>
                <a:spcPts val="0"/>
              </a:spcAft>
              <a:buClr>
                <a:schemeClr val="dk1"/>
              </a:buClr>
              <a:buSzPts val="1800"/>
              <a:buChar char="•"/>
              <a:defRPr/>
            </a:lvl6pPr>
            <a:lvl7pPr marL="3200400" lvl="6" indent="-342900" algn="l">
              <a:lnSpc>
                <a:spcPct val="150000"/>
              </a:lnSpc>
              <a:spcBef>
                <a:spcPts val="360"/>
              </a:spcBef>
              <a:spcAft>
                <a:spcPts val="0"/>
              </a:spcAft>
              <a:buClr>
                <a:schemeClr val="dk1"/>
              </a:buClr>
              <a:buSzPts val="1800"/>
              <a:buChar char="•"/>
              <a:defRPr/>
            </a:lvl7pPr>
            <a:lvl8pPr marL="3657600" lvl="7" indent="-342900" algn="l">
              <a:lnSpc>
                <a:spcPct val="150000"/>
              </a:lnSpc>
              <a:spcBef>
                <a:spcPts val="360"/>
              </a:spcBef>
              <a:spcAft>
                <a:spcPts val="0"/>
              </a:spcAft>
              <a:buClr>
                <a:schemeClr val="dk1"/>
              </a:buClr>
              <a:buSzPts val="1800"/>
              <a:buChar char="•"/>
              <a:defRPr/>
            </a:lvl8pPr>
            <a:lvl9pPr marL="4114800" lvl="8" indent="-342900" algn="l">
              <a:lnSpc>
                <a:spcPct val="150000"/>
              </a:lnSpc>
              <a:spcBef>
                <a:spcPts val="360"/>
              </a:spcBef>
              <a:spcAft>
                <a:spcPts val="0"/>
              </a:spcAft>
              <a:buClr>
                <a:schemeClr val="dk1"/>
              </a:buClr>
              <a:buSzPts val="1800"/>
              <a:buChar char="•"/>
              <a:defRPr/>
            </a:lvl9pPr>
          </a:lstStyle>
          <a:p>
            <a:endParaRPr/>
          </a:p>
        </p:txBody>
      </p:sp>
      <p:sp>
        <p:nvSpPr>
          <p:cNvPr id="189" name="Google Shape;189;p26"/>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190" name="Google Shape;190;p26" descr=" "/>
          <p:cNvPicPr preferRelativeResize="0"/>
          <p:nvPr/>
        </p:nvPicPr>
        <p:blipFill rotWithShape="1">
          <a:blip r:embed="rId4">
            <a:alphaModFix/>
          </a:blip>
          <a:srcRect/>
          <a:stretch/>
        </p:blipFill>
        <p:spPr>
          <a:xfrm>
            <a:off x="7382610" y="4766314"/>
            <a:ext cx="1133484" cy="142859"/>
          </a:xfrm>
          <a:prstGeom prst="rect">
            <a:avLst/>
          </a:prstGeom>
          <a:noFill/>
          <a:ln>
            <a:noFill/>
          </a:ln>
        </p:spPr>
      </p:pic>
      <p:sp>
        <p:nvSpPr>
          <p:cNvPr id="191" name="Google Shape;191;p26"/>
          <p:cNvSpPr txBox="1"/>
          <p:nvPr/>
        </p:nvSpPr>
        <p:spPr>
          <a:xfrm>
            <a:off x="380125" y="4737800"/>
            <a:ext cx="4613700" cy="2877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Clr>
                <a:schemeClr val="lt1"/>
              </a:buClr>
              <a:buSzPts val="600"/>
              <a:buFont typeface="Plus Jakarta Sans"/>
              <a:buNone/>
            </a:pPr>
            <a:r>
              <a:rPr lang="en" sz="600" b="0" i="0" u="none" strike="noStrike" cap="none">
                <a:solidFill>
                  <a:schemeClr val="lt1"/>
                </a:solidFill>
                <a:latin typeface="Plus Jakarta Sans"/>
                <a:ea typeface="Plus Jakarta Sans"/>
                <a:cs typeface="Plus Jakarta Sans"/>
                <a:sym typeface="Plus Jakarta Sans"/>
              </a:rPr>
              <a:t>©2025 Cloudera, Inc. All Rights Reserved. </a:t>
            </a:r>
            <a:endParaRPr sz="600" b="0" i="0" u="none" strike="noStrike" cap="none">
              <a:solidFill>
                <a:schemeClr val="lt1"/>
              </a:solidFill>
              <a:latin typeface="Plus Jakarta Sans"/>
              <a:ea typeface="Plus Jakarta Sans"/>
              <a:cs typeface="Plus Jakarta Sans"/>
              <a:sym typeface="Plus Jakarta Sans"/>
            </a:endParaRPr>
          </a:p>
        </p:txBody>
      </p:sp>
    </p:spTree>
  </p:cSld>
  <p:clrMapOvr>
    <a:masterClrMapping/>
  </p:clrMapOvr>
  <p:transition spd="slow">
    <p:push/>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Quote | Orange">
  <p:cSld name="Quote | Orange">
    <p:bg>
      <p:bgPr>
        <a:solidFill>
          <a:schemeClr val="accent1"/>
        </a:solidFill>
        <a:effectLst/>
      </p:bgPr>
    </p:bg>
    <p:spTree>
      <p:nvGrpSpPr>
        <p:cNvPr id="1" name="Shape 192"/>
        <p:cNvGrpSpPr/>
        <p:nvPr/>
      </p:nvGrpSpPr>
      <p:grpSpPr>
        <a:xfrm>
          <a:off x="0" y="0"/>
          <a:ext cx="0" cy="0"/>
          <a:chOff x="0" y="0"/>
          <a:chExt cx="0" cy="0"/>
        </a:xfrm>
      </p:grpSpPr>
      <p:pic>
        <p:nvPicPr>
          <p:cNvPr id="193" name="Google Shape;193;p27"/>
          <p:cNvPicPr preferRelativeResize="0"/>
          <p:nvPr/>
        </p:nvPicPr>
        <p:blipFill rotWithShape="1">
          <a:blip r:embed="rId2">
            <a:alphaModFix/>
          </a:blip>
          <a:srcRect/>
          <a:stretch/>
        </p:blipFill>
        <p:spPr>
          <a:xfrm>
            <a:off x="0" y="4326811"/>
            <a:ext cx="9144000" cy="816678"/>
          </a:xfrm>
          <a:prstGeom prst="rect">
            <a:avLst/>
          </a:prstGeom>
          <a:noFill/>
          <a:ln>
            <a:noFill/>
          </a:ln>
        </p:spPr>
      </p:pic>
      <p:cxnSp>
        <p:nvCxnSpPr>
          <p:cNvPr id="194" name="Google Shape;194;p27"/>
          <p:cNvCxnSpPr/>
          <p:nvPr/>
        </p:nvCxnSpPr>
        <p:spPr>
          <a:xfrm rot="10800000">
            <a:off x="713220" y="1047750"/>
            <a:ext cx="502800" cy="0"/>
          </a:xfrm>
          <a:prstGeom prst="straightConnector1">
            <a:avLst/>
          </a:prstGeom>
          <a:noFill/>
          <a:ln w="19050" cap="flat" cmpd="sng">
            <a:solidFill>
              <a:srgbClr val="FF550C"/>
            </a:solidFill>
            <a:prstDash val="solid"/>
            <a:round/>
            <a:headEnd type="none" w="sm" len="sm"/>
            <a:tailEnd type="none" w="sm" len="sm"/>
          </a:ln>
        </p:spPr>
      </p:cxnSp>
      <p:sp>
        <p:nvSpPr>
          <p:cNvPr id="195" name="Google Shape;195;p27"/>
          <p:cNvSpPr/>
          <p:nvPr/>
        </p:nvSpPr>
        <p:spPr>
          <a:xfrm>
            <a:off x="600100" y="943775"/>
            <a:ext cx="675000" cy="1938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accent1"/>
              </a:solidFill>
              <a:latin typeface="Plus Jakarta Sans"/>
              <a:ea typeface="Plus Jakarta Sans"/>
              <a:cs typeface="Plus Jakarta Sans"/>
              <a:sym typeface="Plus Jakarta Sans"/>
            </a:endParaRPr>
          </a:p>
        </p:txBody>
      </p:sp>
      <p:pic>
        <p:nvPicPr>
          <p:cNvPr id="196" name="Google Shape;196;p27"/>
          <p:cNvPicPr preferRelativeResize="0"/>
          <p:nvPr/>
        </p:nvPicPr>
        <p:blipFill rotWithShape="1">
          <a:blip r:embed="rId3">
            <a:alphaModFix/>
          </a:blip>
          <a:srcRect/>
          <a:stretch/>
        </p:blipFill>
        <p:spPr>
          <a:xfrm>
            <a:off x="400525" y="572375"/>
            <a:ext cx="753875" cy="608450"/>
          </a:xfrm>
          <a:prstGeom prst="rect">
            <a:avLst/>
          </a:prstGeom>
          <a:noFill/>
          <a:ln>
            <a:noFill/>
          </a:ln>
        </p:spPr>
      </p:pic>
      <p:cxnSp>
        <p:nvCxnSpPr>
          <p:cNvPr id="197" name="Google Shape;197;p27"/>
          <p:cNvCxnSpPr/>
          <p:nvPr/>
        </p:nvCxnSpPr>
        <p:spPr>
          <a:xfrm rot="10800000">
            <a:off x="1818095" y="3384463"/>
            <a:ext cx="502800" cy="0"/>
          </a:xfrm>
          <a:prstGeom prst="straightConnector1">
            <a:avLst/>
          </a:prstGeom>
          <a:noFill/>
          <a:ln w="19050" cap="flat" cmpd="sng">
            <a:solidFill>
              <a:schemeClr val="dk1"/>
            </a:solidFill>
            <a:prstDash val="solid"/>
            <a:round/>
            <a:headEnd type="none" w="sm" len="sm"/>
            <a:tailEnd type="none" w="sm" len="sm"/>
          </a:ln>
        </p:spPr>
      </p:cxnSp>
      <p:sp>
        <p:nvSpPr>
          <p:cNvPr id="198" name="Google Shape;198;p27"/>
          <p:cNvSpPr txBox="1">
            <a:spLocks noGrp="1"/>
          </p:cNvSpPr>
          <p:nvPr>
            <p:ph type="body" idx="1"/>
          </p:nvPr>
        </p:nvSpPr>
        <p:spPr>
          <a:xfrm>
            <a:off x="1741775" y="3556607"/>
            <a:ext cx="3962400" cy="687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lt1"/>
              </a:buClr>
              <a:buSzPts val="2000"/>
              <a:buFont typeface="Plus Jakarta Sans SemiBold"/>
              <a:buNone/>
              <a:defRPr sz="1600">
                <a:solidFill>
                  <a:schemeClr val="lt1"/>
                </a:solidFill>
                <a:latin typeface="Plus Jakarta Sans SemiBold"/>
                <a:ea typeface="Plus Jakarta Sans SemiBold"/>
                <a:cs typeface="Plus Jakarta Sans SemiBold"/>
                <a:sym typeface="Plus Jakarta Sans SemiBold"/>
              </a:defRPr>
            </a:lvl1pPr>
            <a:lvl2pPr marL="914400" lvl="1" indent="-228600" algn="l">
              <a:lnSpc>
                <a:spcPct val="78888"/>
              </a:lnSpc>
              <a:spcBef>
                <a:spcPts val="400"/>
              </a:spcBef>
              <a:spcAft>
                <a:spcPts val="0"/>
              </a:spcAft>
              <a:buClr>
                <a:schemeClr val="lt1"/>
              </a:buClr>
              <a:buSzPts val="2160"/>
              <a:buNone/>
              <a:defRPr>
                <a:solidFill>
                  <a:schemeClr val="lt1"/>
                </a:solidFill>
              </a:defRPr>
            </a:lvl2pPr>
            <a:lvl3pPr marL="1371600" lvl="2" indent="-365760" algn="l">
              <a:lnSpc>
                <a:spcPct val="100000"/>
              </a:lnSpc>
              <a:spcBef>
                <a:spcPts val="360"/>
              </a:spcBef>
              <a:spcAft>
                <a:spcPts val="0"/>
              </a:spcAft>
              <a:buClr>
                <a:schemeClr val="lt1"/>
              </a:buClr>
              <a:buSzPts val="2160"/>
              <a:buChar char="•"/>
              <a:defRPr>
                <a:solidFill>
                  <a:schemeClr val="lt1"/>
                </a:solidFill>
              </a:defRPr>
            </a:lvl3pPr>
            <a:lvl4pPr marL="1828800" lvl="3" indent="-342900" algn="l">
              <a:lnSpc>
                <a:spcPct val="100000"/>
              </a:lnSpc>
              <a:spcBef>
                <a:spcPts val="360"/>
              </a:spcBef>
              <a:spcAft>
                <a:spcPts val="0"/>
              </a:spcAft>
              <a:buClr>
                <a:schemeClr val="lt1"/>
              </a:buClr>
              <a:buSzPts val="1800"/>
              <a:buChar char="–"/>
              <a:defRPr>
                <a:solidFill>
                  <a:schemeClr val="lt1"/>
                </a:solidFill>
              </a:defRPr>
            </a:lvl4pPr>
            <a:lvl5pPr marL="2286000" lvl="4" indent="-342900" algn="l">
              <a:lnSpc>
                <a:spcPct val="100000"/>
              </a:lnSpc>
              <a:spcBef>
                <a:spcPts val="360"/>
              </a:spcBef>
              <a:spcAft>
                <a:spcPts val="0"/>
              </a:spcAft>
              <a:buClr>
                <a:schemeClr val="lt1"/>
              </a:buClr>
              <a:buSzPts val="1800"/>
              <a:buChar char="»"/>
              <a:defRPr>
                <a:solidFill>
                  <a:schemeClr val="lt1"/>
                </a:solidFill>
              </a:defRPr>
            </a:lvl5pPr>
            <a:lvl6pPr marL="2743200" lvl="5" indent="-342900" algn="l">
              <a:lnSpc>
                <a:spcPct val="100000"/>
              </a:lnSpc>
              <a:spcBef>
                <a:spcPts val="360"/>
              </a:spcBef>
              <a:spcAft>
                <a:spcPts val="0"/>
              </a:spcAft>
              <a:buClr>
                <a:schemeClr val="lt1"/>
              </a:buClr>
              <a:buSzPts val="1800"/>
              <a:buChar char="•"/>
              <a:defRPr>
                <a:solidFill>
                  <a:schemeClr val="lt1"/>
                </a:solidFill>
              </a:defRPr>
            </a:lvl6pPr>
            <a:lvl7pPr marL="3200400" lvl="6" indent="-342900" algn="l">
              <a:lnSpc>
                <a:spcPct val="100000"/>
              </a:lnSpc>
              <a:spcBef>
                <a:spcPts val="360"/>
              </a:spcBef>
              <a:spcAft>
                <a:spcPts val="0"/>
              </a:spcAft>
              <a:buClr>
                <a:schemeClr val="lt1"/>
              </a:buClr>
              <a:buSzPts val="1800"/>
              <a:buChar char="•"/>
              <a:defRPr>
                <a:solidFill>
                  <a:schemeClr val="lt1"/>
                </a:solidFill>
              </a:defRPr>
            </a:lvl7pPr>
            <a:lvl8pPr marL="3657600" lvl="7" indent="-342900" algn="l">
              <a:lnSpc>
                <a:spcPct val="100000"/>
              </a:lnSpc>
              <a:spcBef>
                <a:spcPts val="360"/>
              </a:spcBef>
              <a:spcAft>
                <a:spcPts val="0"/>
              </a:spcAft>
              <a:buClr>
                <a:schemeClr val="lt1"/>
              </a:buClr>
              <a:buSzPts val="1800"/>
              <a:buChar char="•"/>
              <a:defRPr>
                <a:solidFill>
                  <a:schemeClr val="lt1"/>
                </a:solidFill>
              </a:defRPr>
            </a:lvl8pPr>
            <a:lvl9pPr marL="4114800" lvl="8" indent="-342900" algn="l">
              <a:lnSpc>
                <a:spcPct val="100000"/>
              </a:lnSpc>
              <a:spcBef>
                <a:spcPts val="360"/>
              </a:spcBef>
              <a:spcAft>
                <a:spcPts val="0"/>
              </a:spcAft>
              <a:buClr>
                <a:schemeClr val="lt1"/>
              </a:buClr>
              <a:buSzPts val="1800"/>
              <a:buChar char="•"/>
              <a:defRPr>
                <a:solidFill>
                  <a:schemeClr val="lt1"/>
                </a:solidFill>
              </a:defRPr>
            </a:lvl9pPr>
          </a:lstStyle>
          <a:p>
            <a:endParaRPr/>
          </a:p>
        </p:txBody>
      </p:sp>
      <p:sp>
        <p:nvSpPr>
          <p:cNvPr id="199" name="Google Shape;199;p27"/>
          <p:cNvSpPr txBox="1">
            <a:spLocks noGrp="1"/>
          </p:cNvSpPr>
          <p:nvPr>
            <p:ph type="body" idx="2"/>
          </p:nvPr>
        </p:nvSpPr>
        <p:spPr>
          <a:xfrm>
            <a:off x="1741775" y="3882434"/>
            <a:ext cx="39624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lt1"/>
              </a:buClr>
              <a:buSzPts val="1400"/>
              <a:buNone/>
              <a:defRPr sz="1000">
                <a:solidFill>
                  <a:schemeClr val="lt1"/>
                </a:solidFill>
              </a:defRPr>
            </a:lvl1pPr>
            <a:lvl2pPr marL="914400" lvl="1" indent="-228600" algn="l">
              <a:lnSpc>
                <a:spcPct val="78888"/>
              </a:lnSpc>
              <a:spcBef>
                <a:spcPts val="400"/>
              </a:spcBef>
              <a:spcAft>
                <a:spcPts val="0"/>
              </a:spcAft>
              <a:buClr>
                <a:schemeClr val="lt1"/>
              </a:buClr>
              <a:buSzPts val="2160"/>
              <a:buNone/>
              <a:defRPr>
                <a:solidFill>
                  <a:schemeClr val="lt1"/>
                </a:solidFill>
              </a:defRPr>
            </a:lvl2pPr>
            <a:lvl3pPr marL="1371600" lvl="2" indent="-365760" algn="l">
              <a:lnSpc>
                <a:spcPct val="100000"/>
              </a:lnSpc>
              <a:spcBef>
                <a:spcPts val="360"/>
              </a:spcBef>
              <a:spcAft>
                <a:spcPts val="0"/>
              </a:spcAft>
              <a:buClr>
                <a:schemeClr val="lt1"/>
              </a:buClr>
              <a:buSzPts val="2160"/>
              <a:buChar char="•"/>
              <a:defRPr>
                <a:solidFill>
                  <a:schemeClr val="lt1"/>
                </a:solidFill>
              </a:defRPr>
            </a:lvl3pPr>
            <a:lvl4pPr marL="1828800" lvl="3" indent="-342900" algn="l">
              <a:lnSpc>
                <a:spcPct val="100000"/>
              </a:lnSpc>
              <a:spcBef>
                <a:spcPts val="360"/>
              </a:spcBef>
              <a:spcAft>
                <a:spcPts val="0"/>
              </a:spcAft>
              <a:buClr>
                <a:schemeClr val="lt1"/>
              </a:buClr>
              <a:buSzPts val="1800"/>
              <a:buChar char="–"/>
              <a:defRPr>
                <a:solidFill>
                  <a:schemeClr val="lt1"/>
                </a:solidFill>
              </a:defRPr>
            </a:lvl4pPr>
            <a:lvl5pPr marL="2286000" lvl="4" indent="-342900" algn="l">
              <a:lnSpc>
                <a:spcPct val="100000"/>
              </a:lnSpc>
              <a:spcBef>
                <a:spcPts val="360"/>
              </a:spcBef>
              <a:spcAft>
                <a:spcPts val="0"/>
              </a:spcAft>
              <a:buClr>
                <a:schemeClr val="lt1"/>
              </a:buClr>
              <a:buSzPts val="1800"/>
              <a:buChar char="»"/>
              <a:defRPr>
                <a:solidFill>
                  <a:schemeClr val="lt1"/>
                </a:solidFill>
              </a:defRPr>
            </a:lvl5pPr>
            <a:lvl6pPr marL="2743200" lvl="5" indent="-342900" algn="l">
              <a:lnSpc>
                <a:spcPct val="100000"/>
              </a:lnSpc>
              <a:spcBef>
                <a:spcPts val="360"/>
              </a:spcBef>
              <a:spcAft>
                <a:spcPts val="0"/>
              </a:spcAft>
              <a:buClr>
                <a:schemeClr val="lt1"/>
              </a:buClr>
              <a:buSzPts val="1800"/>
              <a:buChar char="•"/>
              <a:defRPr>
                <a:solidFill>
                  <a:schemeClr val="lt1"/>
                </a:solidFill>
              </a:defRPr>
            </a:lvl6pPr>
            <a:lvl7pPr marL="3200400" lvl="6" indent="-342900" algn="l">
              <a:lnSpc>
                <a:spcPct val="100000"/>
              </a:lnSpc>
              <a:spcBef>
                <a:spcPts val="360"/>
              </a:spcBef>
              <a:spcAft>
                <a:spcPts val="0"/>
              </a:spcAft>
              <a:buClr>
                <a:schemeClr val="lt1"/>
              </a:buClr>
              <a:buSzPts val="1800"/>
              <a:buChar char="•"/>
              <a:defRPr>
                <a:solidFill>
                  <a:schemeClr val="lt1"/>
                </a:solidFill>
              </a:defRPr>
            </a:lvl7pPr>
            <a:lvl8pPr marL="3657600" lvl="7" indent="-342900" algn="l">
              <a:lnSpc>
                <a:spcPct val="100000"/>
              </a:lnSpc>
              <a:spcBef>
                <a:spcPts val="360"/>
              </a:spcBef>
              <a:spcAft>
                <a:spcPts val="0"/>
              </a:spcAft>
              <a:buClr>
                <a:schemeClr val="lt1"/>
              </a:buClr>
              <a:buSzPts val="1800"/>
              <a:buChar char="•"/>
              <a:defRPr>
                <a:solidFill>
                  <a:schemeClr val="lt1"/>
                </a:solidFill>
              </a:defRPr>
            </a:lvl8pPr>
            <a:lvl9pPr marL="4114800" lvl="8" indent="-342900" algn="l">
              <a:lnSpc>
                <a:spcPct val="100000"/>
              </a:lnSpc>
              <a:spcBef>
                <a:spcPts val="360"/>
              </a:spcBef>
              <a:spcAft>
                <a:spcPts val="0"/>
              </a:spcAft>
              <a:buClr>
                <a:schemeClr val="lt1"/>
              </a:buClr>
              <a:buSzPts val="1800"/>
              <a:buChar char="•"/>
              <a:defRPr>
                <a:solidFill>
                  <a:schemeClr val="lt1"/>
                </a:solidFill>
              </a:defRPr>
            </a:lvl9pPr>
          </a:lstStyle>
          <a:p>
            <a:endParaRPr/>
          </a:p>
        </p:txBody>
      </p:sp>
      <p:sp>
        <p:nvSpPr>
          <p:cNvPr id="200" name="Google Shape;200;p27"/>
          <p:cNvSpPr txBox="1">
            <a:spLocks noGrp="1"/>
          </p:cNvSpPr>
          <p:nvPr>
            <p:ph type="body" idx="3"/>
          </p:nvPr>
        </p:nvSpPr>
        <p:spPr>
          <a:xfrm>
            <a:off x="1741775" y="961075"/>
            <a:ext cx="5686800" cy="2324400"/>
          </a:xfrm>
          <a:prstGeom prst="rect">
            <a:avLst/>
          </a:prstGeom>
          <a:noFill/>
          <a:ln>
            <a:noFill/>
          </a:ln>
        </p:spPr>
        <p:txBody>
          <a:bodyPr spcFirstLastPara="1" wrap="square" lIns="91425" tIns="45700" rIns="91425" bIns="45700" anchor="t" anchorCtr="0">
            <a:noAutofit/>
          </a:bodyPr>
          <a:lstStyle>
            <a:lvl1pPr marL="457200" lvl="0" indent="-228600" algn="l">
              <a:lnSpc>
                <a:spcPct val="115000"/>
              </a:lnSpc>
              <a:spcBef>
                <a:spcPts val="0"/>
              </a:spcBef>
              <a:spcAft>
                <a:spcPts val="0"/>
              </a:spcAft>
              <a:buClr>
                <a:schemeClr val="lt1"/>
              </a:buClr>
              <a:buSzPts val="2900"/>
              <a:buFont typeface="Plus Jakarta Sans SemiBold"/>
              <a:buNone/>
              <a:defRPr sz="2500">
                <a:solidFill>
                  <a:schemeClr val="lt1"/>
                </a:solidFill>
                <a:latin typeface="Plus Jakarta Sans SemiBold"/>
                <a:ea typeface="Plus Jakarta Sans SemiBold"/>
                <a:cs typeface="Plus Jakarta Sans SemiBold"/>
                <a:sym typeface="Plus Jakarta Sans SemiBold"/>
              </a:defRPr>
            </a:lvl1pPr>
            <a:lvl2pPr marL="914400" lvl="1" indent="-228600" algn="l">
              <a:lnSpc>
                <a:spcPct val="150000"/>
              </a:lnSpc>
              <a:spcBef>
                <a:spcPts val="400"/>
              </a:spcBef>
              <a:spcAft>
                <a:spcPts val="0"/>
              </a:spcAft>
              <a:buSzPts val="2160"/>
              <a:buNone/>
              <a:defRPr/>
            </a:lvl2pPr>
            <a:lvl3pPr marL="1371600" lvl="2" indent="-365760" algn="l">
              <a:lnSpc>
                <a:spcPct val="150000"/>
              </a:lnSpc>
              <a:spcBef>
                <a:spcPts val="360"/>
              </a:spcBef>
              <a:spcAft>
                <a:spcPts val="0"/>
              </a:spcAft>
              <a:buSzPts val="2160"/>
              <a:buChar char="•"/>
              <a:defRPr/>
            </a:lvl3pPr>
            <a:lvl4pPr marL="1828800" lvl="3" indent="-342900" algn="l">
              <a:lnSpc>
                <a:spcPct val="150000"/>
              </a:lnSpc>
              <a:spcBef>
                <a:spcPts val="360"/>
              </a:spcBef>
              <a:spcAft>
                <a:spcPts val="0"/>
              </a:spcAft>
              <a:buClr>
                <a:srgbClr val="4E5661"/>
              </a:buClr>
              <a:buSzPts val="1800"/>
              <a:buChar char="–"/>
              <a:defRPr/>
            </a:lvl4pPr>
            <a:lvl5pPr marL="2286000" lvl="4" indent="-342900" algn="l">
              <a:lnSpc>
                <a:spcPct val="150000"/>
              </a:lnSpc>
              <a:spcBef>
                <a:spcPts val="360"/>
              </a:spcBef>
              <a:spcAft>
                <a:spcPts val="0"/>
              </a:spcAft>
              <a:buClr>
                <a:srgbClr val="4E5661"/>
              </a:buClr>
              <a:buSzPts val="1800"/>
              <a:buChar char="»"/>
              <a:defRPr/>
            </a:lvl5pPr>
            <a:lvl6pPr marL="2743200" lvl="5" indent="-342900" algn="l">
              <a:lnSpc>
                <a:spcPct val="150000"/>
              </a:lnSpc>
              <a:spcBef>
                <a:spcPts val="360"/>
              </a:spcBef>
              <a:spcAft>
                <a:spcPts val="0"/>
              </a:spcAft>
              <a:buClr>
                <a:schemeClr val="dk1"/>
              </a:buClr>
              <a:buSzPts val="1800"/>
              <a:buChar char="•"/>
              <a:defRPr/>
            </a:lvl6pPr>
            <a:lvl7pPr marL="3200400" lvl="6" indent="-342900" algn="l">
              <a:lnSpc>
                <a:spcPct val="150000"/>
              </a:lnSpc>
              <a:spcBef>
                <a:spcPts val="360"/>
              </a:spcBef>
              <a:spcAft>
                <a:spcPts val="0"/>
              </a:spcAft>
              <a:buClr>
                <a:schemeClr val="dk1"/>
              </a:buClr>
              <a:buSzPts val="1800"/>
              <a:buChar char="•"/>
              <a:defRPr/>
            </a:lvl7pPr>
            <a:lvl8pPr marL="3657600" lvl="7" indent="-342900" algn="l">
              <a:lnSpc>
                <a:spcPct val="150000"/>
              </a:lnSpc>
              <a:spcBef>
                <a:spcPts val="360"/>
              </a:spcBef>
              <a:spcAft>
                <a:spcPts val="0"/>
              </a:spcAft>
              <a:buClr>
                <a:schemeClr val="dk1"/>
              </a:buClr>
              <a:buSzPts val="1800"/>
              <a:buChar char="•"/>
              <a:defRPr/>
            </a:lvl8pPr>
            <a:lvl9pPr marL="4114800" lvl="8" indent="-342900" algn="l">
              <a:lnSpc>
                <a:spcPct val="150000"/>
              </a:lnSpc>
              <a:spcBef>
                <a:spcPts val="360"/>
              </a:spcBef>
              <a:spcAft>
                <a:spcPts val="0"/>
              </a:spcAft>
              <a:buClr>
                <a:schemeClr val="dk1"/>
              </a:buClr>
              <a:buSzPts val="1800"/>
              <a:buChar char="•"/>
              <a:defRPr/>
            </a:lvl9pPr>
          </a:lstStyle>
          <a:p>
            <a:endParaRPr/>
          </a:p>
        </p:txBody>
      </p:sp>
      <p:sp>
        <p:nvSpPr>
          <p:cNvPr id="201" name="Google Shape;201;p27"/>
          <p:cNvSpPr/>
          <p:nvPr/>
        </p:nvSpPr>
        <p:spPr>
          <a:xfrm rot="-5400000">
            <a:off x="4542000" y="539200"/>
            <a:ext cx="73500" cy="9157500"/>
          </a:xfrm>
          <a:prstGeom prst="rect">
            <a:avLst/>
          </a:prstGeom>
          <a:solidFill>
            <a:schemeClr val="lt1"/>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202" name="Google Shape;202;p27"/>
          <p:cNvPicPr preferRelativeResize="0"/>
          <p:nvPr/>
        </p:nvPicPr>
        <p:blipFill rotWithShape="1">
          <a:blip r:embed="rId4">
            <a:alphaModFix/>
          </a:blip>
          <a:srcRect/>
          <a:stretch/>
        </p:blipFill>
        <p:spPr>
          <a:xfrm>
            <a:off x="7382600" y="4769550"/>
            <a:ext cx="1133500" cy="139201"/>
          </a:xfrm>
          <a:prstGeom prst="rect">
            <a:avLst/>
          </a:prstGeom>
          <a:noFill/>
          <a:ln>
            <a:noFill/>
          </a:ln>
        </p:spPr>
      </p:pic>
      <p:sp>
        <p:nvSpPr>
          <p:cNvPr id="203" name="Google Shape;203;p27"/>
          <p:cNvSpPr txBox="1"/>
          <p:nvPr/>
        </p:nvSpPr>
        <p:spPr>
          <a:xfrm>
            <a:off x="380125" y="4737800"/>
            <a:ext cx="4613700" cy="2877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Clr>
                <a:schemeClr val="lt1"/>
              </a:buClr>
              <a:buSzPts val="600"/>
              <a:buFont typeface="Plus Jakarta Sans"/>
              <a:buNone/>
            </a:pPr>
            <a:r>
              <a:rPr lang="en" sz="600" b="0" i="0" u="none" strike="noStrike" cap="none">
                <a:solidFill>
                  <a:schemeClr val="lt1"/>
                </a:solidFill>
                <a:latin typeface="Plus Jakarta Sans"/>
                <a:ea typeface="Plus Jakarta Sans"/>
                <a:cs typeface="Plus Jakarta Sans"/>
                <a:sym typeface="Plus Jakarta Sans"/>
              </a:rPr>
              <a:t>©2025 Cloudera, Inc. All Rights Reserved. </a:t>
            </a:r>
            <a:endParaRPr sz="600" b="0" i="0" u="none" strike="noStrike" cap="none">
              <a:solidFill>
                <a:schemeClr val="lt1"/>
              </a:solidFill>
              <a:latin typeface="Plus Jakarta Sans"/>
              <a:ea typeface="Plus Jakarta Sans"/>
              <a:cs typeface="Plus Jakarta Sans"/>
              <a:sym typeface="Plus Jakarta Sans"/>
            </a:endParaRPr>
          </a:p>
        </p:txBody>
      </p:sp>
    </p:spTree>
  </p:cSld>
  <p:clrMapOvr>
    <a:masterClrMapping/>
  </p:clrMapOvr>
  <p:transition spd="slow">
    <p:push/>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Quote | White">
  <p:cSld name="Quote | White">
    <p:bg>
      <p:bgPr>
        <a:solidFill>
          <a:schemeClr val="lt1"/>
        </a:solidFill>
        <a:effectLst/>
      </p:bgPr>
    </p:bg>
    <p:spTree>
      <p:nvGrpSpPr>
        <p:cNvPr id="1" name="Shape 204"/>
        <p:cNvGrpSpPr/>
        <p:nvPr/>
      </p:nvGrpSpPr>
      <p:grpSpPr>
        <a:xfrm>
          <a:off x="0" y="0"/>
          <a:ext cx="0" cy="0"/>
          <a:chOff x="0" y="0"/>
          <a:chExt cx="0" cy="0"/>
        </a:xfrm>
      </p:grpSpPr>
      <p:pic>
        <p:nvPicPr>
          <p:cNvPr id="205" name="Google Shape;205;p28"/>
          <p:cNvPicPr preferRelativeResize="0"/>
          <p:nvPr/>
        </p:nvPicPr>
        <p:blipFill rotWithShape="1">
          <a:blip r:embed="rId2">
            <a:alphaModFix/>
          </a:blip>
          <a:srcRect t="426" b="416"/>
          <a:stretch/>
        </p:blipFill>
        <p:spPr>
          <a:xfrm>
            <a:off x="0" y="4326811"/>
            <a:ext cx="9144000" cy="816678"/>
          </a:xfrm>
          <a:prstGeom prst="rect">
            <a:avLst/>
          </a:prstGeom>
          <a:noFill/>
          <a:ln>
            <a:noFill/>
          </a:ln>
        </p:spPr>
      </p:pic>
      <p:cxnSp>
        <p:nvCxnSpPr>
          <p:cNvPr id="206" name="Google Shape;206;p28"/>
          <p:cNvCxnSpPr/>
          <p:nvPr/>
        </p:nvCxnSpPr>
        <p:spPr>
          <a:xfrm rot="10800000">
            <a:off x="713220" y="1047750"/>
            <a:ext cx="502800" cy="0"/>
          </a:xfrm>
          <a:prstGeom prst="straightConnector1">
            <a:avLst/>
          </a:prstGeom>
          <a:noFill/>
          <a:ln w="19050" cap="flat" cmpd="sng">
            <a:solidFill>
              <a:srgbClr val="FF550C"/>
            </a:solidFill>
            <a:prstDash val="solid"/>
            <a:round/>
            <a:headEnd type="none" w="sm" len="sm"/>
            <a:tailEnd type="none" w="sm" len="sm"/>
          </a:ln>
        </p:spPr>
      </p:cxnSp>
      <p:sp>
        <p:nvSpPr>
          <p:cNvPr id="207" name="Google Shape;207;p28"/>
          <p:cNvSpPr/>
          <p:nvPr/>
        </p:nvSpPr>
        <p:spPr>
          <a:xfrm>
            <a:off x="600100" y="943775"/>
            <a:ext cx="675000" cy="193800"/>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accent1"/>
              </a:solidFill>
              <a:latin typeface="Plus Jakarta Sans"/>
              <a:ea typeface="Plus Jakarta Sans"/>
              <a:cs typeface="Plus Jakarta Sans"/>
              <a:sym typeface="Plus Jakarta Sans"/>
            </a:endParaRPr>
          </a:p>
        </p:txBody>
      </p:sp>
      <p:pic>
        <p:nvPicPr>
          <p:cNvPr id="208" name="Google Shape;208;p28"/>
          <p:cNvPicPr preferRelativeResize="0"/>
          <p:nvPr/>
        </p:nvPicPr>
        <p:blipFill rotWithShape="1">
          <a:blip r:embed="rId3">
            <a:alphaModFix/>
          </a:blip>
          <a:srcRect/>
          <a:stretch/>
        </p:blipFill>
        <p:spPr>
          <a:xfrm>
            <a:off x="400525" y="572375"/>
            <a:ext cx="753875" cy="608450"/>
          </a:xfrm>
          <a:prstGeom prst="rect">
            <a:avLst/>
          </a:prstGeom>
          <a:noFill/>
          <a:ln>
            <a:noFill/>
          </a:ln>
        </p:spPr>
      </p:pic>
      <p:cxnSp>
        <p:nvCxnSpPr>
          <p:cNvPr id="209" name="Google Shape;209;p28"/>
          <p:cNvCxnSpPr/>
          <p:nvPr/>
        </p:nvCxnSpPr>
        <p:spPr>
          <a:xfrm rot="10800000">
            <a:off x="1818095" y="3384463"/>
            <a:ext cx="502800" cy="0"/>
          </a:xfrm>
          <a:prstGeom prst="straightConnector1">
            <a:avLst/>
          </a:prstGeom>
          <a:noFill/>
          <a:ln w="19050" cap="flat" cmpd="sng">
            <a:solidFill>
              <a:schemeClr val="accent1"/>
            </a:solidFill>
            <a:prstDash val="solid"/>
            <a:round/>
            <a:headEnd type="none" w="sm" len="sm"/>
            <a:tailEnd type="none" w="sm" len="sm"/>
          </a:ln>
        </p:spPr>
      </p:cxnSp>
      <p:sp>
        <p:nvSpPr>
          <p:cNvPr id="210" name="Google Shape;210;p28"/>
          <p:cNvSpPr txBox="1">
            <a:spLocks noGrp="1"/>
          </p:cNvSpPr>
          <p:nvPr>
            <p:ph type="body" idx="1"/>
          </p:nvPr>
        </p:nvSpPr>
        <p:spPr>
          <a:xfrm>
            <a:off x="1741775" y="961075"/>
            <a:ext cx="5692800" cy="2324400"/>
          </a:xfrm>
          <a:prstGeom prst="rect">
            <a:avLst/>
          </a:prstGeom>
          <a:noFill/>
          <a:ln>
            <a:noFill/>
          </a:ln>
        </p:spPr>
        <p:txBody>
          <a:bodyPr spcFirstLastPara="1" wrap="square" lIns="91425" tIns="45700" rIns="91425" bIns="45700" anchor="t" anchorCtr="0">
            <a:noAutofit/>
          </a:bodyPr>
          <a:lstStyle>
            <a:lvl1pPr marL="457200" lvl="0" indent="-228600" algn="l">
              <a:lnSpc>
                <a:spcPct val="115000"/>
              </a:lnSpc>
              <a:spcBef>
                <a:spcPts val="0"/>
              </a:spcBef>
              <a:spcAft>
                <a:spcPts val="0"/>
              </a:spcAft>
              <a:buSzPts val="2900"/>
              <a:buFont typeface="Plus Jakarta Sans SemiBold"/>
              <a:buNone/>
              <a:defRPr sz="2500">
                <a:latin typeface="Plus Jakarta Sans SemiBold"/>
                <a:ea typeface="Plus Jakarta Sans SemiBold"/>
                <a:cs typeface="Plus Jakarta Sans SemiBold"/>
                <a:sym typeface="Plus Jakarta Sans SemiBold"/>
              </a:defRPr>
            </a:lvl1pPr>
            <a:lvl2pPr marL="914400" lvl="1" indent="-228600" algn="l">
              <a:lnSpc>
                <a:spcPct val="150000"/>
              </a:lnSpc>
              <a:spcBef>
                <a:spcPts val="400"/>
              </a:spcBef>
              <a:spcAft>
                <a:spcPts val="0"/>
              </a:spcAft>
              <a:buSzPts val="2160"/>
              <a:buNone/>
              <a:defRPr/>
            </a:lvl2pPr>
            <a:lvl3pPr marL="1371600" lvl="2" indent="-365760" algn="l">
              <a:lnSpc>
                <a:spcPct val="150000"/>
              </a:lnSpc>
              <a:spcBef>
                <a:spcPts val="360"/>
              </a:spcBef>
              <a:spcAft>
                <a:spcPts val="0"/>
              </a:spcAft>
              <a:buSzPts val="2160"/>
              <a:buChar char="•"/>
              <a:defRPr/>
            </a:lvl3pPr>
            <a:lvl4pPr marL="1828800" lvl="3" indent="-342900" algn="l">
              <a:lnSpc>
                <a:spcPct val="150000"/>
              </a:lnSpc>
              <a:spcBef>
                <a:spcPts val="360"/>
              </a:spcBef>
              <a:spcAft>
                <a:spcPts val="0"/>
              </a:spcAft>
              <a:buClr>
                <a:srgbClr val="4E5661"/>
              </a:buClr>
              <a:buSzPts val="1800"/>
              <a:buChar char="–"/>
              <a:defRPr/>
            </a:lvl4pPr>
            <a:lvl5pPr marL="2286000" lvl="4" indent="-342900" algn="l">
              <a:lnSpc>
                <a:spcPct val="150000"/>
              </a:lnSpc>
              <a:spcBef>
                <a:spcPts val="360"/>
              </a:spcBef>
              <a:spcAft>
                <a:spcPts val="0"/>
              </a:spcAft>
              <a:buClr>
                <a:srgbClr val="4E5661"/>
              </a:buClr>
              <a:buSzPts val="1800"/>
              <a:buChar char="»"/>
              <a:defRPr/>
            </a:lvl5pPr>
            <a:lvl6pPr marL="2743200" lvl="5" indent="-342900" algn="l">
              <a:lnSpc>
                <a:spcPct val="150000"/>
              </a:lnSpc>
              <a:spcBef>
                <a:spcPts val="360"/>
              </a:spcBef>
              <a:spcAft>
                <a:spcPts val="0"/>
              </a:spcAft>
              <a:buClr>
                <a:schemeClr val="dk1"/>
              </a:buClr>
              <a:buSzPts val="1800"/>
              <a:buChar char="•"/>
              <a:defRPr/>
            </a:lvl6pPr>
            <a:lvl7pPr marL="3200400" lvl="6" indent="-342900" algn="l">
              <a:lnSpc>
                <a:spcPct val="150000"/>
              </a:lnSpc>
              <a:spcBef>
                <a:spcPts val="360"/>
              </a:spcBef>
              <a:spcAft>
                <a:spcPts val="0"/>
              </a:spcAft>
              <a:buClr>
                <a:schemeClr val="dk1"/>
              </a:buClr>
              <a:buSzPts val="1800"/>
              <a:buChar char="•"/>
              <a:defRPr/>
            </a:lvl7pPr>
            <a:lvl8pPr marL="3657600" lvl="7" indent="-342900" algn="l">
              <a:lnSpc>
                <a:spcPct val="150000"/>
              </a:lnSpc>
              <a:spcBef>
                <a:spcPts val="360"/>
              </a:spcBef>
              <a:spcAft>
                <a:spcPts val="0"/>
              </a:spcAft>
              <a:buClr>
                <a:schemeClr val="dk1"/>
              </a:buClr>
              <a:buSzPts val="1800"/>
              <a:buChar char="•"/>
              <a:defRPr/>
            </a:lvl8pPr>
            <a:lvl9pPr marL="4114800" lvl="8" indent="-342900" algn="l">
              <a:lnSpc>
                <a:spcPct val="150000"/>
              </a:lnSpc>
              <a:spcBef>
                <a:spcPts val="360"/>
              </a:spcBef>
              <a:spcAft>
                <a:spcPts val="0"/>
              </a:spcAft>
              <a:buClr>
                <a:schemeClr val="dk1"/>
              </a:buClr>
              <a:buSzPts val="1800"/>
              <a:buChar char="•"/>
              <a:defRPr/>
            </a:lvl9pPr>
          </a:lstStyle>
          <a:p>
            <a:endParaRPr/>
          </a:p>
        </p:txBody>
      </p:sp>
      <p:sp>
        <p:nvSpPr>
          <p:cNvPr id="211" name="Google Shape;211;p28"/>
          <p:cNvSpPr txBox="1">
            <a:spLocks noGrp="1"/>
          </p:cNvSpPr>
          <p:nvPr>
            <p:ph type="body" idx="2"/>
          </p:nvPr>
        </p:nvSpPr>
        <p:spPr>
          <a:xfrm>
            <a:off x="1741775" y="3556607"/>
            <a:ext cx="3962400" cy="687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accent2"/>
              </a:buClr>
              <a:buSzPts val="2000"/>
              <a:buFont typeface="Plus Jakarta Sans SemiBold"/>
              <a:buNone/>
              <a:defRPr sz="1600">
                <a:solidFill>
                  <a:schemeClr val="accent2"/>
                </a:solidFill>
                <a:latin typeface="Plus Jakarta Sans SemiBold"/>
                <a:ea typeface="Plus Jakarta Sans SemiBold"/>
                <a:cs typeface="Plus Jakarta Sans SemiBold"/>
                <a:sym typeface="Plus Jakarta Sans SemiBold"/>
              </a:defRPr>
            </a:lvl1pPr>
            <a:lvl2pPr marL="914400" lvl="1" indent="-228600" algn="l">
              <a:lnSpc>
                <a:spcPct val="78888"/>
              </a:lnSpc>
              <a:spcBef>
                <a:spcPts val="400"/>
              </a:spcBef>
              <a:spcAft>
                <a:spcPts val="0"/>
              </a:spcAft>
              <a:buClr>
                <a:schemeClr val="accent2"/>
              </a:buClr>
              <a:buSzPts val="2160"/>
              <a:buNone/>
              <a:defRPr>
                <a:solidFill>
                  <a:schemeClr val="accent2"/>
                </a:solidFill>
              </a:defRPr>
            </a:lvl2pPr>
            <a:lvl3pPr marL="1371600" lvl="2" indent="-365760" algn="l">
              <a:lnSpc>
                <a:spcPct val="100000"/>
              </a:lnSpc>
              <a:spcBef>
                <a:spcPts val="360"/>
              </a:spcBef>
              <a:spcAft>
                <a:spcPts val="0"/>
              </a:spcAft>
              <a:buClr>
                <a:schemeClr val="accent2"/>
              </a:buClr>
              <a:buSzPts val="2160"/>
              <a:buChar char="•"/>
              <a:defRPr>
                <a:solidFill>
                  <a:schemeClr val="accent2"/>
                </a:solidFill>
              </a:defRPr>
            </a:lvl3pPr>
            <a:lvl4pPr marL="1828800" lvl="3" indent="-342900" algn="l">
              <a:lnSpc>
                <a:spcPct val="100000"/>
              </a:lnSpc>
              <a:spcBef>
                <a:spcPts val="360"/>
              </a:spcBef>
              <a:spcAft>
                <a:spcPts val="0"/>
              </a:spcAft>
              <a:buClr>
                <a:schemeClr val="accent2"/>
              </a:buClr>
              <a:buSzPts val="1800"/>
              <a:buChar char="–"/>
              <a:defRPr>
                <a:solidFill>
                  <a:schemeClr val="accent2"/>
                </a:solidFill>
              </a:defRPr>
            </a:lvl4pPr>
            <a:lvl5pPr marL="2286000" lvl="4" indent="-342900" algn="l">
              <a:lnSpc>
                <a:spcPct val="100000"/>
              </a:lnSpc>
              <a:spcBef>
                <a:spcPts val="360"/>
              </a:spcBef>
              <a:spcAft>
                <a:spcPts val="0"/>
              </a:spcAft>
              <a:buClr>
                <a:schemeClr val="accent2"/>
              </a:buClr>
              <a:buSzPts val="1800"/>
              <a:buChar char="»"/>
              <a:defRPr>
                <a:solidFill>
                  <a:schemeClr val="accent2"/>
                </a:solidFill>
              </a:defRPr>
            </a:lvl5pPr>
            <a:lvl6pPr marL="2743200" lvl="5" indent="-342900" algn="l">
              <a:lnSpc>
                <a:spcPct val="100000"/>
              </a:lnSpc>
              <a:spcBef>
                <a:spcPts val="360"/>
              </a:spcBef>
              <a:spcAft>
                <a:spcPts val="0"/>
              </a:spcAft>
              <a:buClr>
                <a:schemeClr val="accent2"/>
              </a:buClr>
              <a:buSzPts val="1800"/>
              <a:buChar char="•"/>
              <a:defRPr>
                <a:solidFill>
                  <a:schemeClr val="accent2"/>
                </a:solidFill>
              </a:defRPr>
            </a:lvl6pPr>
            <a:lvl7pPr marL="3200400" lvl="6" indent="-342900" algn="l">
              <a:lnSpc>
                <a:spcPct val="100000"/>
              </a:lnSpc>
              <a:spcBef>
                <a:spcPts val="360"/>
              </a:spcBef>
              <a:spcAft>
                <a:spcPts val="0"/>
              </a:spcAft>
              <a:buClr>
                <a:schemeClr val="accent2"/>
              </a:buClr>
              <a:buSzPts val="1800"/>
              <a:buChar char="•"/>
              <a:defRPr>
                <a:solidFill>
                  <a:schemeClr val="accent2"/>
                </a:solidFill>
              </a:defRPr>
            </a:lvl7pPr>
            <a:lvl8pPr marL="3657600" lvl="7" indent="-342900" algn="l">
              <a:lnSpc>
                <a:spcPct val="100000"/>
              </a:lnSpc>
              <a:spcBef>
                <a:spcPts val="360"/>
              </a:spcBef>
              <a:spcAft>
                <a:spcPts val="0"/>
              </a:spcAft>
              <a:buClr>
                <a:schemeClr val="accent2"/>
              </a:buClr>
              <a:buSzPts val="1800"/>
              <a:buChar char="•"/>
              <a:defRPr>
                <a:solidFill>
                  <a:schemeClr val="accent2"/>
                </a:solidFill>
              </a:defRPr>
            </a:lvl8pPr>
            <a:lvl9pPr marL="4114800" lvl="8" indent="-342900" algn="l">
              <a:lnSpc>
                <a:spcPct val="100000"/>
              </a:lnSpc>
              <a:spcBef>
                <a:spcPts val="360"/>
              </a:spcBef>
              <a:spcAft>
                <a:spcPts val="0"/>
              </a:spcAft>
              <a:buClr>
                <a:schemeClr val="accent2"/>
              </a:buClr>
              <a:buSzPts val="1800"/>
              <a:buChar char="•"/>
              <a:defRPr>
                <a:solidFill>
                  <a:schemeClr val="accent2"/>
                </a:solidFill>
              </a:defRPr>
            </a:lvl9pPr>
          </a:lstStyle>
          <a:p>
            <a:endParaRPr/>
          </a:p>
        </p:txBody>
      </p:sp>
      <p:sp>
        <p:nvSpPr>
          <p:cNvPr id="212" name="Google Shape;212;p28"/>
          <p:cNvSpPr txBox="1">
            <a:spLocks noGrp="1"/>
          </p:cNvSpPr>
          <p:nvPr>
            <p:ph type="body" idx="3"/>
          </p:nvPr>
        </p:nvSpPr>
        <p:spPr>
          <a:xfrm>
            <a:off x="1741775" y="3882434"/>
            <a:ext cx="39624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accent2"/>
              </a:buClr>
              <a:buSzPts val="1400"/>
              <a:buNone/>
              <a:defRPr sz="1000">
                <a:solidFill>
                  <a:schemeClr val="accent2"/>
                </a:solidFill>
              </a:defRPr>
            </a:lvl1pPr>
            <a:lvl2pPr marL="914400" lvl="1" indent="-228600" algn="l">
              <a:lnSpc>
                <a:spcPct val="78888"/>
              </a:lnSpc>
              <a:spcBef>
                <a:spcPts val="400"/>
              </a:spcBef>
              <a:spcAft>
                <a:spcPts val="0"/>
              </a:spcAft>
              <a:buClr>
                <a:schemeClr val="accent2"/>
              </a:buClr>
              <a:buSzPts val="2160"/>
              <a:buNone/>
              <a:defRPr>
                <a:solidFill>
                  <a:schemeClr val="accent2"/>
                </a:solidFill>
              </a:defRPr>
            </a:lvl2pPr>
            <a:lvl3pPr marL="1371600" lvl="2" indent="-365760" algn="l">
              <a:lnSpc>
                <a:spcPct val="100000"/>
              </a:lnSpc>
              <a:spcBef>
                <a:spcPts val="360"/>
              </a:spcBef>
              <a:spcAft>
                <a:spcPts val="0"/>
              </a:spcAft>
              <a:buClr>
                <a:schemeClr val="accent2"/>
              </a:buClr>
              <a:buSzPts val="2160"/>
              <a:buChar char="•"/>
              <a:defRPr>
                <a:solidFill>
                  <a:schemeClr val="accent2"/>
                </a:solidFill>
              </a:defRPr>
            </a:lvl3pPr>
            <a:lvl4pPr marL="1828800" lvl="3" indent="-342900" algn="l">
              <a:lnSpc>
                <a:spcPct val="100000"/>
              </a:lnSpc>
              <a:spcBef>
                <a:spcPts val="360"/>
              </a:spcBef>
              <a:spcAft>
                <a:spcPts val="0"/>
              </a:spcAft>
              <a:buClr>
                <a:schemeClr val="accent2"/>
              </a:buClr>
              <a:buSzPts val="1800"/>
              <a:buChar char="–"/>
              <a:defRPr>
                <a:solidFill>
                  <a:schemeClr val="accent2"/>
                </a:solidFill>
              </a:defRPr>
            </a:lvl4pPr>
            <a:lvl5pPr marL="2286000" lvl="4" indent="-342900" algn="l">
              <a:lnSpc>
                <a:spcPct val="100000"/>
              </a:lnSpc>
              <a:spcBef>
                <a:spcPts val="360"/>
              </a:spcBef>
              <a:spcAft>
                <a:spcPts val="0"/>
              </a:spcAft>
              <a:buClr>
                <a:schemeClr val="accent2"/>
              </a:buClr>
              <a:buSzPts val="1800"/>
              <a:buChar char="»"/>
              <a:defRPr>
                <a:solidFill>
                  <a:schemeClr val="accent2"/>
                </a:solidFill>
              </a:defRPr>
            </a:lvl5pPr>
            <a:lvl6pPr marL="2743200" lvl="5" indent="-342900" algn="l">
              <a:lnSpc>
                <a:spcPct val="100000"/>
              </a:lnSpc>
              <a:spcBef>
                <a:spcPts val="360"/>
              </a:spcBef>
              <a:spcAft>
                <a:spcPts val="0"/>
              </a:spcAft>
              <a:buClr>
                <a:schemeClr val="accent2"/>
              </a:buClr>
              <a:buSzPts val="1800"/>
              <a:buChar char="•"/>
              <a:defRPr>
                <a:solidFill>
                  <a:schemeClr val="accent2"/>
                </a:solidFill>
              </a:defRPr>
            </a:lvl6pPr>
            <a:lvl7pPr marL="3200400" lvl="6" indent="-342900" algn="l">
              <a:lnSpc>
                <a:spcPct val="100000"/>
              </a:lnSpc>
              <a:spcBef>
                <a:spcPts val="360"/>
              </a:spcBef>
              <a:spcAft>
                <a:spcPts val="0"/>
              </a:spcAft>
              <a:buClr>
                <a:schemeClr val="accent2"/>
              </a:buClr>
              <a:buSzPts val="1800"/>
              <a:buChar char="•"/>
              <a:defRPr>
                <a:solidFill>
                  <a:schemeClr val="accent2"/>
                </a:solidFill>
              </a:defRPr>
            </a:lvl7pPr>
            <a:lvl8pPr marL="3657600" lvl="7" indent="-342900" algn="l">
              <a:lnSpc>
                <a:spcPct val="100000"/>
              </a:lnSpc>
              <a:spcBef>
                <a:spcPts val="360"/>
              </a:spcBef>
              <a:spcAft>
                <a:spcPts val="0"/>
              </a:spcAft>
              <a:buClr>
                <a:schemeClr val="accent2"/>
              </a:buClr>
              <a:buSzPts val="1800"/>
              <a:buChar char="•"/>
              <a:defRPr>
                <a:solidFill>
                  <a:schemeClr val="accent2"/>
                </a:solidFill>
              </a:defRPr>
            </a:lvl8pPr>
            <a:lvl9pPr marL="4114800" lvl="8" indent="-342900" algn="l">
              <a:lnSpc>
                <a:spcPct val="100000"/>
              </a:lnSpc>
              <a:spcBef>
                <a:spcPts val="360"/>
              </a:spcBef>
              <a:spcAft>
                <a:spcPts val="0"/>
              </a:spcAft>
              <a:buClr>
                <a:schemeClr val="accent2"/>
              </a:buClr>
              <a:buSzPts val="1800"/>
              <a:buChar char="•"/>
              <a:defRPr>
                <a:solidFill>
                  <a:schemeClr val="accent2"/>
                </a:solidFill>
              </a:defRPr>
            </a:lvl9pPr>
          </a:lstStyle>
          <a:p>
            <a:endParaRPr/>
          </a:p>
        </p:txBody>
      </p:sp>
      <p:sp>
        <p:nvSpPr>
          <p:cNvPr id="213" name="Google Shape;213;p28"/>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214" name="Google Shape;214;p28" descr=" "/>
          <p:cNvPicPr preferRelativeResize="0"/>
          <p:nvPr/>
        </p:nvPicPr>
        <p:blipFill rotWithShape="1">
          <a:blip r:embed="rId4">
            <a:alphaModFix/>
          </a:blip>
          <a:srcRect/>
          <a:stretch/>
        </p:blipFill>
        <p:spPr>
          <a:xfrm>
            <a:off x="7382610" y="4766314"/>
            <a:ext cx="1133484" cy="142859"/>
          </a:xfrm>
          <a:prstGeom prst="rect">
            <a:avLst/>
          </a:prstGeom>
          <a:noFill/>
          <a:ln>
            <a:noFill/>
          </a:ln>
        </p:spPr>
      </p:pic>
      <p:sp>
        <p:nvSpPr>
          <p:cNvPr id="215" name="Google Shape;215;p28"/>
          <p:cNvSpPr txBox="1"/>
          <p:nvPr/>
        </p:nvSpPr>
        <p:spPr>
          <a:xfrm>
            <a:off x="380125" y="4737800"/>
            <a:ext cx="4613700" cy="2877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Clr>
                <a:srgbClr val="888892"/>
              </a:buClr>
              <a:buSzPts val="600"/>
              <a:buFont typeface="Plus Jakarta Sans"/>
              <a:buNone/>
            </a:pPr>
            <a:r>
              <a:rPr lang="en" sz="600" b="0" i="0" u="none" strike="noStrike" cap="none">
                <a:solidFill>
                  <a:srgbClr val="888892"/>
                </a:solidFill>
                <a:latin typeface="Plus Jakarta Sans"/>
                <a:ea typeface="Plus Jakarta Sans"/>
                <a:cs typeface="Plus Jakarta Sans"/>
                <a:sym typeface="Plus Jakarta Sans"/>
              </a:rPr>
              <a:t>©2025 Cloudera, Inc. All Rights Reserved. </a:t>
            </a:r>
            <a:endParaRPr sz="600" b="0" i="0" u="none" strike="noStrike" cap="none">
              <a:solidFill>
                <a:srgbClr val="888892"/>
              </a:solidFill>
              <a:latin typeface="Plus Jakarta Sans"/>
              <a:ea typeface="Plus Jakarta Sans"/>
              <a:cs typeface="Plus Jakarta Sans"/>
              <a:sym typeface="Plus Jakarta Sans"/>
            </a:endParaRPr>
          </a:p>
        </p:txBody>
      </p:sp>
    </p:spTree>
  </p:cSld>
  <p:clrMapOvr>
    <a:masterClrMapping/>
  </p:clrMapOvr>
  <p:transition spd="slow">
    <p:push/>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Orange Nodes Top Right 1">
  <p:cSld name="Orange Nodes Top Right 1">
    <p:bg>
      <p:bgPr>
        <a:solidFill>
          <a:schemeClr val="lt1"/>
        </a:solidFill>
        <a:effectLst/>
      </p:bgPr>
    </p:bg>
    <p:spTree>
      <p:nvGrpSpPr>
        <p:cNvPr id="1" name="Shape 216"/>
        <p:cNvGrpSpPr/>
        <p:nvPr/>
      </p:nvGrpSpPr>
      <p:grpSpPr>
        <a:xfrm>
          <a:off x="0" y="0"/>
          <a:ext cx="0" cy="0"/>
          <a:chOff x="0" y="0"/>
          <a:chExt cx="0" cy="0"/>
        </a:xfrm>
      </p:grpSpPr>
      <p:sp>
        <p:nvSpPr>
          <p:cNvPr id="217" name="Google Shape;217;p29"/>
          <p:cNvSpPr txBox="1">
            <a:spLocks noGrp="1"/>
          </p:cNvSpPr>
          <p:nvPr>
            <p:ph type="body" idx="1"/>
          </p:nvPr>
        </p:nvSpPr>
        <p:spPr>
          <a:xfrm>
            <a:off x="533400" y="1370025"/>
            <a:ext cx="7074600" cy="32622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SzPts val="1400"/>
              <a:buFont typeface="Plus Jakarta Sans"/>
              <a:buNone/>
              <a:defRPr/>
            </a:lvl1pPr>
            <a:lvl2pPr marL="914400" lvl="1" indent="-228600" algn="l">
              <a:lnSpc>
                <a:spcPct val="118333"/>
              </a:lnSpc>
              <a:spcBef>
                <a:spcPts val="400"/>
              </a:spcBef>
              <a:spcAft>
                <a:spcPts val="0"/>
              </a:spcAft>
              <a:buClr>
                <a:srgbClr val="000000"/>
              </a:buClr>
              <a:buSzPts val="1440"/>
              <a:buFont typeface="Plus Jakarta Sans"/>
              <a:buNone/>
              <a:defRPr/>
            </a:lvl2pPr>
            <a:lvl3pPr marL="1371600" lvl="2" indent="-304800" algn="l">
              <a:lnSpc>
                <a:spcPct val="100000"/>
              </a:lnSpc>
              <a:spcBef>
                <a:spcPts val="200"/>
              </a:spcBef>
              <a:spcAft>
                <a:spcPts val="0"/>
              </a:spcAft>
              <a:buClr>
                <a:srgbClr val="000000"/>
              </a:buClr>
              <a:buSzPts val="1200"/>
              <a:buChar char="•"/>
              <a:defRPr>
                <a:solidFill>
                  <a:srgbClr val="000000"/>
                </a:solidFill>
              </a:defRPr>
            </a:lvl3pPr>
            <a:lvl4pPr marL="1828800" lvl="3" indent="-292100" algn="l">
              <a:lnSpc>
                <a:spcPct val="100000"/>
              </a:lnSpc>
              <a:spcBef>
                <a:spcPts val="200"/>
              </a:spcBef>
              <a:spcAft>
                <a:spcPts val="0"/>
              </a:spcAft>
              <a:buClr>
                <a:srgbClr val="000000"/>
              </a:buClr>
              <a:buSzPts val="1000"/>
              <a:buChar char="–"/>
              <a:defRPr>
                <a:solidFill>
                  <a:srgbClr val="000000"/>
                </a:solidFill>
              </a:defRPr>
            </a:lvl4pPr>
            <a:lvl5pPr marL="2286000" lvl="4" indent="-292100" algn="l">
              <a:lnSpc>
                <a:spcPct val="100000"/>
              </a:lnSpc>
              <a:spcBef>
                <a:spcPts val="200"/>
              </a:spcBef>
              <a:spcAft>
                <a:spcPts val="0"/>
              </a:spcAft>
              <a:buClr>
                <a:srgbClr val="000000"/>
              </a:buClr>
              <a:buSzPts val="1000"/>
              <a:buChar char="»"/>
              <a:defRPr>
                <a:solidFill>
                  <a:srgbClr val="000000"/>
                </a:solidFill>
              </a:defRPr>
            </a:lvl5pPr>
            <a:lvl6pPr marL="2743200" lvl="5" indent="-342900" algn="l">
              <a:lnSpc>
                <a:spcPct val="100000"/>
              </a:lnSpc>
              <a:spcBef>
                <a:spcPts val="360"/>
              </a:spcBef>
              <a:spcAft>
                <a:spcPts val="0"/>
              </a:spcAft>
              <a:buClr>
                <a:srgbClr val="000000"/>
              </a:buClr>
              <a:buSzPts val="1800"/>
              <a:buChar char="•"/>
              <a:defRPr>
                <a:solidFill>
                  <a:srgbClr val="000000"/>
                </a:solidFill>
              </a:defRPr>
            </a:lvl6pPr>
            <a:lvl7pPr marL="3200400" lvl="6" indent="-342900" algn="l">
              <a:lnSpc>
                <a:spcPct val="100000"/>
              </a:lnSpc>
              <a:spcBef>
                <a:spcPts val="360"/>
              </a:spcBef>
              <a:spcAft>
                <a:spcPts val="0"/>
              </a:spcAft>
              <a:buClr>
                <a:srgbClr val="000000"/>
              </a:buClr>
              <a:buSzPts val="1800"/>
              <a:buChar char="•"/>
              <a:defRPr>
                <a:solidFill>
                  <a:srgbClr val="000000"/>
                </a:solidFill>
              </a:defRPr>
            </a:lvl7pPr>
            <a:lvl8pPr marL="3657600" lvl="7" indent="-342900" algn="l">
              <a:lnSpc>
                <a:spcPct val="100000"/>
              </a:lnSpc>
              <a:spcBef>
                <a:spcPts val="360"/>
              </a:spcBef>
              <a:spcAft>
                <a:spcPts val="0"/>
              </a:spcAft>
              <a:buClr>
                <a:srgbClr val="000000"/>
              </a:buClr>
              <a:buSzPts val="1800"/>
              <a:buChar char="•"/>
              <a:defRPr>
                <a:solidFill>
                  <a:srgbClr val="000000"/>
                </a:solidFill>
              </a:defRPr>
            </a:lvl8pPr>
            <a:lvl9pPr marL="4114800" lvl="8" indent="-342900" algn="l">
              <a:lnSpc>
                <a:spcPct val="100000"/>
              </a:lnSpc>
              <a:spcBef>
                <a:spcPts val="360"/>
              </a:spcBef>
              <a:spcAft>
                <a:spcPts val="0"/>
              </a:spcAft>
              <a:buClr>
                <a:srgbClr val="000000"/>
              </a:buClr>
              <a:buSzPts val="1800"/>
              <a:buChar char="•"/>
              <a:defRPr>
                <a:solidFill>
                  <a:srgbClr val="000000"/>
                </a:solidFill>
              </a:defRPr>
            </a:lvl9pPr>
          </a:lstStyle>
          <a:p>
            <a:endParaRPr/>
          </a:p>
        </p:txBody>
      </p:sp>
      <p:sp>
        <p:nvSpPr>
          <p:cNvPr id="218" name="Google Shape;218;p29"/>
          <p:cNvSpPr txBox="1">
            <a:spLocks noGrp="1"/>
          </p:cNvSpPr>
          <p:nvPr>
            <p:ph type="ftr" idx="11"/>
          </p:nvPr>
        </p:nvSpPr>
        <p:spPr>
          <a:xfrm>
            <a:off x="106675" y="4795501"/>
            <a:ext cx="6039000" cy="274500"/>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Clr>
                <a:schemeClr val="lt1"/>
              </a:buClr>
              <a:buSzPts val="1400"/>
              <a:buFont typeface="Arial"/>
              <a:buNone/>
              <a:defRPr sz="1800" b="0" i="0" u="none" strike="noStrike" cap="none">
                <a:solidFill>
                  <a:schemeClr val="lt1"/>
                </a:solidFill>
                <a:latin typeface="Arial"/>
                <a:ea typeface="Arial"/>
                <a:cs typeface="Arial"/>
                <a:sym typeface="Arial"/>
              </a:defRPr>
            </a:lvl1pPr>
            <a:lvl2pPr marR="0" lvl="1" algn="l" rtl="0">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219" name="Google Shape;219;p29"/>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220" name="Google Shape;220;p29"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221" name="Google Shape;221;p29"/>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lnSpc>
                <a:spcPct val="100000"/>
              </a:lnSpc>
              <a:spcBef>
                <a:spcPts val="0"/>
              </a:spcBef>
              <a:spcAft>
                <a:spcPts val="0"/>
              </a:spcAft>
              <a:buClr>
                <a:srgbClr val="120046"/>
              </a:buClr>
              <a:buSzPts val="2100"/>
              <a:buNone/>
              <a:defRPr sz="23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2" name="Google Shape;222;p29"/>
          <p:cNvSpPr txBox="1">
            <a:spLocks noGrp="1"/>
          </p:cNvSpPr>
          <p:nvPr>
            <p:ph type="body" idx="2"/>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accent4"/>
              </a:buClr>
              <a:buSzPts val="1100"/>
              <a:buFont typeface="Plus Jakarta Sans SemiBold"/>
              <a:buNone/>
              <a:defRPr sz="1100" i="0">
                <a:solidFill>
                  <a:schemeClr val="accent4"/>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lnSpc>
                <a:spcPct val="100000"/>
              </a:lnSpc>
              <a:spcBef>
                <a:spcPts val="210"/>
              </a:spcBef>
              <a:spcAft>
                <a:spcPts val="0"/>
              </a:spcAft>
              <a:buSzPts val="1260"/>
              <a:buFont typeface="Arial"/>
              <a:buNone/>
              <a:defRPr sz="1050">
                <a:latin typeface="Arial"/>
                <a:ea typeface="Arial"/>
                <a:cs typeface="Arial"/>
                <a:sym typeface="Arial"/>
              </a:defRPr>
            </a:lvl3pPr>
            <a:lvl4pPr marL="1828800" lvl="3"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pic>
        <p:nvPicPr>
          <p:cNvPr id="223" name="Google Shape;223;p29"/>
          <p:cNvPicPr preferRelativeResize="0"/>
          <p:nvPr/>
        </p:nvPicPr>
        <p:blipFill rotWithShape="1">
          <a:blip r:embed="rId3">
            <a:alphaModFix/>
          </a:blip>
          <a:srcRect/>
          <a:stretch/>
        </p:blipFill>
        <p:spPr>
          <a:xfrm>
            <a:off x="7625075" y="0"/>
            <a:ext cx="1532425" cy="3244899"/>
          </a:xfrm>
          <a:prstGeom prst="rect">
            <a:avLst/>
          </a:prstGeom>
          <a:noFill/>
          <a:ln>
            <a:noFill/>
          </a:ln>
        </p:spPr>
      </p:pic>
    </p:spTree>
  </p:cSld>
  <p:clrMapOvr>
    <a:masterClrMapping/>
  </p:clrMapOvr>
  <p:transition spd="slow">
    <p:push/>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wilight Background Nodes Top Right 2">
  <p:cSld name="Twilight Background Nodes Top Right 2">
    <p:bg>
      <p:bgPr>
        <a:solidFill>
          <a:schemeClr val="dk1"/>
        </a:solidFill>
        <a:effectLst/>
      </p:bgPr>
    </p:bg>
    <p:spTree>
      <p:nvGrpSpPr>
        <p:cNvPr id="1" name="Shape 224"/>
        <p:cNvGrpSpPr/>
        <p:nvPr/>
      </p:nvGrpSpPr>
      <p:grpSpPr>
        <a:xfrm>
          <a:off x="0" y="0"/>
          <a:ext cx="0" cy="0"/>
          <a:chOff x="0" y="0"/>
          <a:chExt cx="0" cy="0"/>
        </a:xfrm>
      </p:grpSpPr>
      <p:sp>
        <p:nvSpPr>
          <p:cNvPr id="225" name="Google Shape;225;p30"/>
          <p:cNvSpPr txBox="1">
            <a:spLocks noGrp="1"/>
          </p:cNvSpPr>
          <p:nvPr>
            <p:ph type="body" idx="1"/>
          </p:nvPr>
        </p:nvSpPr>
        <p:spPr>
          <a:xfrm>
            <a:off x="533400" y="1370025"/>
            <a:ext cx="6972900" cy="32622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lt1"/>
              </a:buClr>
              <a:buSzPts val="1400"/>
              <a:buFont typeface="Plus Jakarta Sans"/>
              <a:buNone/>
              <a:defRPr>
                <a:solidFill>
                  <a:schemeClr val="lt1"/>
                </a:solidFill>
              </a:defRPr>
            </a:lvl1pPr>
            <a:lvl2pPr marL="914400" lvl="1" indent="-228600" algn="l">
              <a:lnSpc>
                <a:spcPct val="118333"/>
              </a:lnSpc>
              <a:spcBef>
                <a:spcPts val="400"/>
              </a:spcBef>
              <a:spcAft>
                <a:spcPts val="0"/>
              </a:spcAft>
              <a:buSzPts val="1440"/>
              <a:buFont typeface="Plus Jakarta Sans"/>
              <a:buNone/>
              <a:defRPr>
                <a:solidFill>
                  <a:schemeClr val="lt1"/>
                </a:solidFill>
              </a:defRPr>
            </a:lvl2pPr>
            <a:lvl3pPr marL="1371600" lvl="2" indent="-304800" algn="l">
              <a:lnSpc>
                <a:spcPct val="100000"/>
              </a:lnSpc>
              <a:spcBef>
                <a:spcPts val="200"/>
              </a:spcBef>
              <a:spcAft>
                <a:spcPts val="0"/>
              </a:spcAft>
              <a:buClr>
                <a:schemeClr val="lt1"/>
              </a:buClr>
              <a:buSzPts val="1200"/>
              <a:buChar char="•"/>
              <a:defRPr>
                <a:solidFill>
                  <a:schemeClr val="lt1"/>
                </a:solidFill>
              </a:defRPr>
            </a:lvl3pPr>
            <a:lvl4pPr marL="1828800" lvl="3" indent="-292100" algn="l">
              <a:lnSpc>
                <a:spcPct val="100000"/>
              </a:lnSpc>
              <a:spcBef>
                <a:spcPts val="200"/>
              </a:spcBef>
              <a:spcAft>
                <a:spcPts val="0"/>
              </a:spcAft>
              <a:buClr>
                <a:schemeClr val="lt1"/>
              </a:buClr>
              <a:buSzPts val="1000"/>
              <a:buChar char="–"/>
              <a:defRPr>
                <a:solidFill>
                  <a:schemeClr val="lt1"/>
                </a:solidFill>
              </a:defRPr>
            </a:lvl4pPr>
            <a:lvl5pPr marL="2286000" lvl="4" indent="-292100" algn="l">
              <a:lnSpc>
                <a:spcPct val="100000"/>
              </a:lnSpc>
              <a:spcBef>
                <a:spcPts val="200"/>
              </a:spcBef>
              <a:spcAft>
                <a:spcPts val="0"/>
              </a:spcAft>
              <a:buClr>
                <a:schemeClr val="lt1"/>
              </a:buClr>
              <a:buSzPts val="1000"/>
              <a:buChar char="»"/>
              <a:defRPr>
                <a:solidFill>
                  <a:schemeClr val="lt1"/>
                </a:solidFil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26" name="Google Shape;226;p30"/>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227" name="Google Shape;227;p30"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228" name="Google Shape;228;p30"/>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lnSpc>
                <a:spcPct val="100000"/>
              </a:lnSpc>
              <a:spcBef>
                <a:spcPts val="0"/>
              </a:spcBef>
              <a:spcAft>
                <a:spcPts val="0"/>
              </a:spcAft>
              <a:buClr>
                <a:schemeClr val="lt1"/>
              </a:buClr>
              <a:buSzPts val="2100"/>
              <a:buNone/>
              <a:defRPr sz="23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9" name="Google Shape;229;p30"/>
          <p:cNvSpPr txBox="1">
            <a:spLocks noGrp="1"/>
          </p:cNvSpPr>
          <p:nvPr>
            <p:ph type="body" idx="2"/>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lt1"/>
              </a:buClr>
              <a:buSzPts val="1100"/>
              <a:buFont typeface="Plus Jakarta Sans SemiBold"/>
              <a:buNone/>
              <a:defRPr sz="1100" i="0">
                <a:solidFill>
                  <a:schemeClr val="lt1"/>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lnSpc>
                <a:spcPct val="100000"/>
              </a:lnSpc>
              <a:spcBef>
                <a:spcPts val="210"/>
              </a:spcBef>
              <a:spcAft>
                <a:spcPts val="0"/>
              </a:spcAft>
              <a:buSzPts val="1260"/>
              <a:buFont typeface="Arial"/>
              <a:buNone/>
              <a:defRPr sz="1050">
                <a:latin typeface="Arial"/>
                <a:ea typeface="Arial"/>
                <a:cs typeface="Arial"/>
                <a:sym typeface="Arial"/>
              </a:defRPr>
            </a:lvl3pPr>
            <a:lvl4pPr marL="1828800" lvl="3"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pic>
        <p:nvPicPr>
          <p:cNvPr id="230" name="Google Shape;230;p30"/>
          <p:cNvPicPr preferRelativeResize="0"/>
          <p:nvPr/>
        </p:nvPicPr>
        <p:blipFill rotWithShape="1">
          <a:blip r:embed="rId3">
            <a:alphaModFix/>
          </a:blip>
          <a:srcRect/>
          <a:stretch/>
        </p:blipFill>
        <p:spPr>
          <a:xfrm>
            <a:off x="7611575" y="0"/>
            <a:ext cx="1532425" cy="3244899"/>
          </a:xfrm>
          <a:prstGeom prst="rect">
            <a:avLst/>
          </a:prstGeom>
          <a:noFill/>
          <a:ln>
            <a:noFill/>
          </a:ln>
        </p:spPr>
      </p:pic>
    </p:spTree>
  </p:cSld>
  <p:clrMapOvr>
    <a:masterClrMapping/>
  </p:clrMapOvr>
  <p:transition spd="slow">
    <p:push/>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Grey Nodes Top Right">
  <p:cSld name="Grey Nodes Top Right">
    <p:spTree>
      <p:nvGrpSpPr>
        <p:cNvPr id="1" name="Shape 231"/>
        <p:cNvGrpSpPr/>
        <p:nvPr/>
      </p:nvGrpSpPr>
      <p:grpSpPr>
        <a:xfrm>
          <a:off x="0" y="0"/>
          <a:ext cx="0" cy="0"/>
          <a:chOff x="0" y="0"/>
          <a:chExt cx="0" cy="0"/>
        </a:xfrm>
      </p:grpSpPr>
      <p:sp>
        <p:nvSpPr>
          <p:cNvPr id="232" name="Google Shape;232;p31"/>
          <p:cNvSpPr txBox="1">
            <a:spLocks noGrp="1"/>
          </p:cNvSpPr>
          <p:nvPr>
            <p:ph type="body" idx="1"/>
          </p:nvPr>
        </p:nvSpPr>
        <p:spPr>
          <a:xfrm>
            <a:off x="533400" y="1370008"/>
            <a:ext cx="8001000" cy="4593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rgbClr val="000000"/>
              </a:buClr>
              <a:buSzPts val="1800"/>
              <a:buNone/>
              <a:defRPr/>
            </a:lvl1pPr>
            <a:lvl2pPr marL="914400" lvl="1" indent="-228600" algn="l">
              <a:lnSpc>
                <a:spcPct val="78888"/>
              </a:lnSpc>
              <a:spcBef>
                <a:spcPts val="400"/>
              </a:spcBef>
              <a:spcAft>
                <a:spcPts val="0"/>
              </a:spcAft>
              <a:buSzPts val="2160"/>
              <a:buNone/>
              <a:defRPr/>
            </a:lvl2pPr>
            <a:lvl3pPr marL="1371600" lvl="2" indent="-365760" algn="l">
              <a:lnSpc>
                <a:spcPct val="100000"/>
              </a:lnSpc>
              <a:spcBef>
                <a:spcPts val="360"/>
              </a:spcBef>
              <a:spcAft>
                <a:spcPts val="0"/>
              </a:spcAft>
              <a:buSzPts val="2160"/>
              <a:buChar char="•"/>
              <a:defRPr/>
            </a:lvl3pPr>
            <a:lvl4pPr marL="1828800" lvl="3" indent="-342900" algn="l">
              <a:lnSpc>
                <a:spcPct val="100000"/>
              </a:lnSpc>
              <a:spcBef>
                <a:spcPts val="360"/>
              </a:spcBef>
              <a:spcAft>
                <a:spcPts val="0"/>
              </a:spcAft>
              <a:buClr>
                <a:srgbClr val="4E5661"/>
              </a:buClr>
              <a:buSzPts val="1800"/>
              <a:buChar char="–"/>
              <a:defRPr/>
            </a:lvl4pPr>
            <a:lvl5pPr marL="2286000" lvl="4" indent="-342900" algn="l">
              <a:lnSpc>
                <a:spcPct val="100000"/>
              </a:lnSpc>
              <a:spcBef>
                <a:spcPts val="360"/>
              </a:spcBef>
              <a:spcAft>
                <a:spcPts val="0"/>
              </a:spcAft>
              <a:buClr>
                <a:srgbClr val="4E566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33" name="Google Shape;233;p31"/>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234" name="Google Shape;234;p31"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235" name="Google Shape;235;p31"/>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lnSpc>
                <a:spcPct val="100000"/>
              </a:lnSpc>
              <a:spcBef>
                <a:spcPts val="0"/>
              </a:spcBef>
              <a:spcAft>
                <a:spcPts val="0"/>
              </a:spcAft>
              <a:buClr>
                <a:srgbClr val="120046"/>
              </a:buClr>
              <a:buSzPts val="2100"/>
              <a:buNone/>
              <a:defRPr sz="23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6" name="Google Shape;236;p31"/>
          <p:cNvSpPr txBox="1">
            <a:spLocks noGrp="1"/>
          </p:cNvSpPr>
          <p:nvPr>
            <p:ph type="body" idx="2"/>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accent4"/>
              </a:buClr>
              <a:buSzPts val="1100"/>
              <a:buFont typeface="Plus Jakarta Sans SemiBold"/>
              <a:buNone/>
              <a:defRPr sz="1100" i="0">
                <a:solidFill>
                  <a:schemeClr val="accent4"/>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lnSpc>
                <a:spcPct val="100000"/>
              </a:lnSpc>
              <a:spcBef>
                <a:spcPts val="210"/>
              </a:spcBef>
              <a:spcAft>
                <a:spcPts val="0"/>
              </a:spcAft>
              <a:buSzPts val="1260"/>
              <a:buFont typeface="Arial"/>
              <a:buNone/>
              <a:defRPr sz="1050">
                <a:latin typeface="Arial"/>
                <a:ea typeface="Arial"/>
                <a:cs typeface="Arial"/>
                <a:sym typeface="Arial"/>
              </a:defRPr>
            </a:lvl3pPr>
            <a:lvl4pPr marL="1828800" lvl="3"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pic>
        <p:nvPicPr>
          <p:cNvPr id="237" name="Google Shape;237;p31"/>
          <p:cNvPicPr preferRelativeResize="0"/>
          <p:nvPr/>
        </p:nvPicPr>
        <p:blipFill rotWithShape="1">
          <a:blip r:embed="rId3">
            <a:alphaModFix/>
          </a:blip>
          <a:srcRect/>
          <a:stretch/>
        </p:blipFill>
        <p:spPr>
          <a:xfrm>
            <a:off x="7625075" y="0"/>
            <a:ext cx="1532425" cy="3244899"/>
          </a:xfrm>
          <a:prstGeom prst="rect">
            <a:avLst/>
          </a:prstGeom>
          <a:noFill/>
          <a:ln>
            <a:noFill/>
          </a:ln>
        </p:spPr>
      </p:pic>
    </p:spTree>
  </p:cSld>
  <p:clrMapOvr>
    <a:masterClrMapping/>
  </p:clrMapOvr>
  <p:transition spd="slow">
    <p:push/>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Body | Twilight">
  <p:cSld name="Title and Body | Twilight">
    <p:bg>
      <p:bgPr>
        <a:solidFill>
          <a:schemeClr val="dk1"/>
        </a:solidFill>
        <a:effectLst/>
      </p:bgPr>
    </p:bg>
    <p:spTree>
      <p:nvGrpSpPr>
        <p:cNvPr id="1" name="Shape 238"/>
        <p:cNvGrpSpPr/>
        <p:nvPr/>
      </p:nvGrpSpPr>
      <p:grpSpPr>
        <a:xfrm>
          <a:off x="0" y="0"/>
          <a:ext cx="0" cy="0"/>
          <a:chOff x="0" y="0"/>
          <a:chExt cx="0" cy="0"/>
        </a:xfrm>
      </p:grpSpPr>
      <p:sp>
        <p:nvSpPr>
          <p:cNvPr id="239" name="Google Shape;239;p32"/>
          <p:cNvSpPr txBox="1">
            <a:spLocks noGrp="1"/>
          </p:cNvSpPr>
          <p:nvPr>
            <p:ph type="body" idx="1"/>
          </p:nvPr>
        </p:nvSpPr>
        <p:spPr>
          <a:xfrm>
            <a:off x="533400" y="1370009"/>
            <a:ext cx="28956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lt1"/>
              </a:buClr>
              <a:buSzPts val="1600"/>
              <a:buNone/>
              <a:defRPr sz="1200">
                <a:solidFill>
                  <a:schemeClr val="lt1"/>
                </a:solidFill>
              </a:defRPr>
            </a:lvl1pPr>
            <a:lvl2pPr marL="914400" lvl="1" indent="-228600" algn="l">
              <a:lnSpc>
                <a:spcPct val="78888"/>
              </a:lnSpc>
              <a:spcBef>
                <a:spcPts val="400"/>
              </a:spcBef>
              <a:spcAft>
                <a:spcPts val="0"/>
              </a:spcAft>
              <a:buSzPts val="2160"/>
              <a:buNone/>
              <a:defRPr/>
            </a:lvl2pPr>
            <a:lvl3pPr marL="1371600" lvl="2" indent="-365760" algn="l">
              <a:lnSpc>
                <a:spcPct val="100000"/>
              </a:lnSpc>
              <a:spcBef>
                <a:spcPts val="360"/>
              </a:spcBef>
              <a:spcAft>
                <a:spcPts val="0"/>
              </a:spcAft>
              <a:buSzPts val="2160"/>
              <a:buChar char="•"/>
              <a:defRPr/>
            </a:lvl3pPr>
            <a:lvl4pPr marL="1828800" lvl="3" indent="-342900" algn="l">
              <a:lnSpc>
                <a:spcPct val="100000"/>
              </a:lnSpc>
              <a:spcBef>
                <a:spcPts val="360"/>
              </a:spcBef>
              <a:spcAft>
                <a:spcPts val="0"/>
              </a:spcAft>
              <a:buClr>
                <a:srgbClr val="4E5661"/>
              </a:buClr>
              <a:buSzPts val="1800"/>
              <a:buChar char="–"/>
              <a:defRPr/>
            </a:lvl4pPr>
            <a:lvl5pPr marL="2286000" lvl="4" indent="-342900" algn="l">
              <a:lnSpc>
                <a:spcPct val="100000"/>
              </a:lnSpc>
              <a:spcBef>
                <a:spcPts val="360"/>
              </a:spcBef>
              <a:spcAft>
                <a:spcPts val="0"/>
              </a:spcAft>
              <a:buClr>
                <a:srgbClr val="4E566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40" name="Google Shape;240;p32"/>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241" name="Google Shape;241;p32"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242" name="Google Shape;242;p32"/>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lnSpc>
                <a:spcPct val="100000"/>
              </a:lnSpc>
              <a:spcBef>
                <a:spcPts val="0"/>
              </a:spcBef>
              <a:spcAft>
                <a:spcPts val="0"/>
              </a:spcAft>
              <a:buClr>
                <a:schemeClr val="lt1"/>
              </a:buClr>
              <a:buSzPts val="2100"/>
              <a:buNone/>
              <a:defRPr sz="23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3" name="Google Shape;243;p32"/>
          <p:cNvSpPr txBox="1">
            <a:spLocks noGrp="1"/>
          </p:cNvSpPr>
          <p:nvPr>
            <p:ph type="body" idx="2"/>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lt1"/>
              </a:buClr>
              <a:buSzPts val="1100"/>
              <a:buFont typeface="Plus Jakarta Sans SemiBold"/>
              <a:buNone/>
              <a:defRPr sz="1100" i="0">
                <a:solidFill>
                  <a:schemeClr val="lt1"/>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lnSpc>
                <a:spcPct val="100000"/>
              </a:lnSpc>
              <a:spcBef>
                <a:spcPts val="210"/>
              </a:spcBef>
              <a:spcAft>
                <a:spcPts val="0"/>
              </a:spcAft>
              <a:buSzPts val="1260"/>
              <a:buFont typeface="Arial"/>
              <a:buNone/>
              <a:defRPr sz="1050">
                <a:latin typeface="Arial"/>
                <a:ea typeface="Arial"/>
                <a:cs typeface="Arial"/>
                <a:sym typeface="Arial"/>
              </a:defRPr>
            </a:lvl3pPr>
            <a:lvl4pPr marL="1828800" lvl="3"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transition spd="slow">
    <p:push/>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Blue Nodes Top Right">
  <p:cSld name="Blue Nodes Top Right">
    <p:spTree>
      <p:nvGrpSpPr>
        <p:cNvPr id="1" name="Shape 244"/>
        <p:cNvGrpSpPr/>
        <p:nvPr/>
      </p:nvGrpSpPr>
      <p:grpSpPr>
        <a:xfrm>
          <a:off x="0" y="0"/>
          <a:ext cx="0" cy="0"/>
          <a:chOff x="0" y="0"/>
          <a:chExt cx="0" cy="0"/>
        </a:xfrm>
      </p:grpSpPr>
      <p:sp>
        <p:nvSpPr>
          <p:cNvPr id="245" name="Google Shape;245;p33"/>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246" name="Google Shape;246;p33"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247" name="Google Shape;247;p33"/>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lnSpc>
                <a:spcPct val="100000"/>
              </a:lnSpc>
              <a:spcBef>
                <a:spcPts val="0"/>
              </a:spcBef>
              <a:spcAft>
                <a:spcPts val="0"/>
              </a:spcAft>
              <a:buClr>
                <a:srgbClr val="120046"/>
              </a:buClr>
              <a:buSzPts val="2100"/>
              <a:buNone/>
              <a:defRPr sz="23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8" name="Google Shape;248;p33"/>
          <p:cNvSpPr txBox="1">
            <a:spLocks noGrp="1"/>
          </p:cNvSpPr>
          <p:nvPr>
            <p:ph type="body" idx="1"/>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accent4"/>
              </a:buClr>
              <a:buSzPts val="1100"/>
              <a:buFont typeface="Plus Jakarta Sans SemiBold"/>
              <a:buNone/>
              <a:defRPr sz="1100" i="0">
                <a:solidFill>
                  <a:schemeClr val="accent4"/>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lnSpc>
                <a:spcPct val="100000"/>
              </a:lnSpc>
              <a:spcBef>
                <a:spcPts val="210"/>
              </a:spcBef>
              <a:spcAft>
                <a:spcPts val="0"/>
              </a:spcAft>
              <a:buSzPts val="1260"/>
              <a:buFont typeface="Arial"/>
              <a:buNone/>
              <a:defRPr sz="1050">
                <a:latin typeface="Arial"/>
                <a:ea typeface="Arial"/>
                <a:cs typeface="Arial"/>
                <a:sym typeface="Arial"/>
              </a:defRPr>
            </a:lvl3pPr>
            <a:lvl4pPr marL="1828800" lvl="3"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49" name="Google Shape;249;p33"/>
          <p:cNvSpPr txBox="1">
            <a:spLocks noGrp="1"/>
          </p:cNvSpPr>
          <p:nvPr>
            <p:ph type="body" idx="2"/>
          </p:nvPr>
        </p:nvSpPr>
        <p:spPr>
          <a:xfrm>
            <a:off x="533400" y="1370025"/>
            <a:ext cx="7074600" cy="32622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SzPts val="1400"/>
              <a:buFont typeface="Plus Jakarta Sans"/>
              <a:buNone/>
              <a:defRPr/>
            </a:lvl1pPr>
            <a:lvl2pPr marL="914400" lvl="1" indent="-228600" algn="l">
              <a:lnSpc>
                <a:spcPct val="118333"/>
              </a:lnSpc>
              <a:spcBef>
                <a:spcPts val="400"/>
              </a:spcBef>
              <a:spcAft>
                <a:spcPts val="0"/>
              </a:spcAft>
              <a:buClr>
                <a:srgbClr val="000000"/>
              </a:buClr>
              <a:buSzPts val="1440"/>
              <a:buFont typeface="Plus Jakarta Sans"/>
              <a:buNone/>
              <a:defRPr/>
            </a:lvl2pPr>
            <a:lvl3pPr marL="1371600" lvl="2" indent="-304800" algn="l">
              <a:lnSpc>
                <a:spcPct val="100000"/>
              </a:lnSpc>
              <a:spcBef>
                <a:spcPts val="200"/>
              </a:spcBef>
              <a:spcAft>
                <a:spcPts val="0"/>
              </a:spcAft>
              <a:buClr>
                <a:srgbClr val="000000"/>
              </a:buClr>
              <a:buSzPts val="1200"/>
              <a:buChar char="•"/>
              <a:defRPr>
                <a:solidFill>
                  <a:srgbClr val="000000"/>
                </a:solidFill>
              </a:defRPr>
            </a:lvl3pPr>
            <a:lvl4pPr marL="1828800" lvl="3" indent="-292100" algn="l">
              <a:lnSpc>
                <a:spcPct val="100000"/>
              </a:lnSpc>
              <a:spcBef>
                <a:spcPts val="200"/>
              </a:spcBef>
              <a:spcAft>
                <a:spcPts val="0"/>
              </a:spcAft>
              <a:buClr>
                <a:srgbClr val="000000"/>
              </a:buClr>
              <a:buSzPts val="1000"/>
              <a:buChar char="–"/>
              <a:defRPr>
                <a:solidFill>
                  <a:srgbClr val="000000"/>
                </a:solidFill>
              </a:defRPr>
            </a:lvl4pPr>
            <a:lvl5pPr marL="2286000" lvl="4" indent="-292100" algn="l">
              <a:lnSpc>
                <a:spcPct val="100000"/>
              </a:lnSpc>
              <a:spcBef>
                <a:spcPts val="200"/>
              </a:spcBef>
              <a:spcAft>
                <a:spcPts val="0"/>
              </a:spcAft>
              <a:buClr>
                <a:srgbClr val="000000"/>
              </a:buClr>
              <a:buSzPts val="1000"/>
              <a:buChar char="»"/>
              <a:defRPr>
                <a:solidFill>
                  <a:srgbClr val="000000"/>
                </a:solidFill>
              </a:defRPr>
            </a:lvl5pPr>
            <a:lvl6pPr marL="2743200" lvl="5" indent="-342900" algn="l">
              <a:lnSpc>
                <a:spcPct val="100000"/>
              </a:lnSpc>
              <a:spcBef>
                <a:spcPts val="360"/>
              </a:spcBef>
              <a:spcAft>
                <a:spcPts val="0"/>
              </a:spcAft>
              <a:buClr>
                <a:srgbClr val="000000"/>
              </a:buClr>
              <a:buSzPts val="1800"/>
              <a:buChar char="•"/>
              <a:defRPr>
                <a:solidFill>
                  <a:srgbClr val="000000"/>
                </a:solidFill>
              </a:defRPr>
            </a:lvl6pPr>
            <a:lvl7pPr marL="3200400" lvl="6" indent="-342900" algn="l">
              <a:lnSpc>
                <a:spcPct val="100000"/>
              </a:lnSpc>
              <a:spcBef>
                <a:spcPts val="360"/>
              </a:spcBef>
              <a:spcAft>
                <a:spcPts val="0"/>
              </a:spcAft>
              <a:buClr>
                <a:srgbClr val="000000"/>
              </a:buClr>
              <a:buSzPts val="1800"/>
              <a:buChar char="•"/>
              <a:defRPr>
                <a:solidFill>
                  <a:srgbClr val="000000"/>
                </a:solidFill>
              </a:defRPr>
            </a:lvl7pPr>
            <a:lvl8pPr marL="3657600" lvl="7" indent="-342900" algn="l">
              <a:lnSpc>
                <a:spcPct val="100000"/>
              </a:lnSpc>
              <a:spcBef>
                <a:spcPts val="360"/>
              </a:spcBef>
              <a:spcAft>
                <a:spcPts val="0"/>
              </a:spcAft>
              <a:buClr>
                <a:srgbClr val="000000"/>
              </a:buClr>
              <a:buSzPts val="1800"/>
              <a:buChar char="•"/>
              <a:defRPr>
                <a:solidFill>
                  <a:srgbClr val="000000"/>
                </a:solidFill>
              </a:defRPr>
            </a:lvl8pPr>
            <a:lvl9pPr marL="4114800" lvl="8" indent="-342900" algn="l">
              <a:lnSpc>
                <a:spcPct val="100000"/>
              </a:lnSpc>
              <a:spcBef>
                <a:spcPts val="360"/>
              </a:spcBef>
              <a:spcAft>
                <a:spcPts val="0"/>
              </a:spcAft>
              <a:buClr>
                <a:srgbClr val="000000"/>
              </a:buClr>
              <a:buSzPts val="1800"/>
              <a:buChar char="•"/>
              <a:defRPr>
                <a:solidFill>
                  <a:srgbClr val="000000"/>
                </a:solidFill>
              </a:defRPr>
            </a:lvl9pPr>
          </a:lstStyle>
          <a:p>
            <a:endParaRPr/>
          </a:p>
        </p:txBody>
      </p:sp>
      <p:pic>
        <p:nvPicPr>
          <p:cNvPr id="250" name="Google Shape;250;p33"/>
          <p:cNvPicPr preferRelativeResize="0"/>
          <p:nvPr/>
        </p:nvPicPr>
        <p:blipFill rotWithShape="1">
          <a:blip r:embed="rId3">
            <a:alphaModFix/>
          </a:blip>
          <a:srcRect/>
          <a:stretch/>
        </p:blipFill>
        <p:spPr>
          <a:xfrm>
            <a:off x="7625075" y="0"/>
            <a:ext cx="1532425" cy="3244899"/>
          </a:xfrm>
          <a:prstGeom prst="rect">
            <a:avLst/>
          </a:prstGeom>
          <a:noFill/>
          <a:ln>
            <a:noFill/>
          </a:ln>
        </p:spPr>
      </p:pic>
    </p:spTree>
  </p:cSld>
  <p:clrMapOvr>
    <a:masterClrMapping/>
  </p:clrMapOvr>
  <p:transition spd="slow">
    <p:push/>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Grey Nodes Bottom Left">
  <p:cSld name="Grey Nodes Bottom Left">
    <p:spTree>
      <p:nvGrpSpPr>
        <p:cNvPr id="1" name="Shape 251"/>
        <p:cNvGrpSpPr/>
        <p:nvPr/>
      </p:nvGrpSpPr>
      <p:grpSpPr>
        <a:xfrm>
          <a:off x="0" y="0"/>
          <a:ext cx="0" cy="0"/>
          <a:chOff x="0" y="0"/>
          <a:chExt cx="0" cy="0"/>
        </a:xfrm>
      </p:grpSpPr>
      <p:pic>
        <p:nvPicPr>
          <p:cNvPr id="252" name="Google Shape;252;p34"/>
          <p:cNvPicPr preferRelativeResize="0"/>
          <p:nvPr/>
        </p:nvPicPr>
        <p:blipFill rotWithShape="1">
          <a:blip r:embed="rId2">
            <a:alphaModFix amt="30000"/>
          </a:blip>
          <a:srcRect t="24294" r="39649"/>
          <a:stretch/>
        </p:blipFill>
        <p:spPr>
          <a:xfrm rot="10800000">
            <a:off x="-1848" y="1182550"/>
            <a:ext cx="2431273" cy="3894075"/>
          </a:xfrm>
          <a:prstGeom prst="rect">
            <a:avLst/>
          </a:prstGeom>
          <a:noFill/>
          <a:ln>
            <a:noFill/>
          </a:ln>
        </p:spPr>
      </p:pic>
      <p:sp>
        <p:nvSpPr>
          <p:cNvPr id="253" name="Google Shape;253;p34"/>
          <p:cNvSpPr txBox="1">
            <a:spLocks noGrp="1"/>
          </p:cNvSpPr>
          <p:nvPr>
            <p:ph type="body" idx="1"/>
          </p:nvPr>
        </p:nvSpPr>
        <p:spPr>
          <a:xfrm>
            <a:off x="533400" y="1370012"/>
            <a:ext cx="8001000" cy="15066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rgbClr val="000000"/>
              </a:buClr>
              <a:buSzPts val="1800"/>
              <a:buNone/>
              <a:defRPr/>
            </a:lvl1pPr>
            <a:lvl2pPr marL="914400" lvl="1" indent="-228600" algn="l">
              <a:lnSpc>
                <a:spcPct val="78888"/>
              </a:lnSpc>
              <a:spcBef>
                <a:spcPts val="400"/>
              </a:spcBef>
              <a:spcAft>
                <a:spcPts val="0"/>
              </a:spcAft>
              <a:buSzPts val="2160"/>
              <a:buNone/>
              <a:defRPr/>
            </a:lvl2pPr>
            <a:lvl3pPr marL="1371600" lvl="2" indent="-365760" algn="l">
              <a:lnSpc>
                <a:spcPct val="100000"/>
              </a:lnSpc>
              <a:spcBef>
                <a:spcPts val="360"/>
              </a:spcBef>
              <a:spcAft>
                <a:spcPts val="0"/>
              </a:spcAft>
              <a:buSzPts val="2160"/>
              <a:buChar char="•"/>
              <a:defRPr/>
            </a:lvl3pPr>
            <a:lvl4pPr marL="1828800" lvl="3" indent="-342900" algn="l">
              <a:lnSpc>
                <a:spcPct val="100000"/>
              </a:lnSpc>
              <a:spcBef>
                <a:spcPts val="360"/>
              </a:spcBef>
              <a:spcAft>
                <a:spcPts val="0"/>
              </a:spcAft>
              <a:buClr>
                <a:srgbClr val="4E5661"/>
              </a:buClr>
              <a:buSzPts val="1800"/>
              <a:buChar char="–"/>
              <a:defRPr/>
            </a:lvl4pPr>
            <a:lvl5pPr marL="2286000" lvl="4" indent="-342900" algn="l">
              <a:lnSpc>
                <a:spcPct val="100000"/>
              </a:lnSpc>
              <a:spcBef>
                <a:spcPts val="360"/>
              </a:spcBef>
              <a:spcAft>
                <a:spcPts val="0"/>
              </a:spcAft>
              <a:buClr>
                <a:srgbClr val="4E566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54" name="Google Shape;254;p34"/>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255" name="Google Shape;255;p34" descr=" "/>
          <p:cNvPicPr preferRelativeResize="0"/>
          <p:nvPr/>
        </p:nvPicPr>
        <p:blipFill rotWithShape="1">
          <a:blip r:embed="rId3">
            <a:alphaModFix/>
          </a:blip>
          <a:srcRect/>
          <a:stretch/>
        </p:blipFill>
        <p:spPr>
          <a:xfrm>
            <a:off x="7382610" y="4766314"/>
            <a:ext cx="1133484" cy="142859"/>
          </a:xfrm>
          <a:prstGeom prst="rect">
            <a:avLst/>
          </a:prstGeom>
          <a:noFill/>
          <a:ln>
            <a:noFill/>
          </a:ln>
        </p:spPr>
      </p:pic>
      <p:sp>
        <p:nvSpPr>
          <p:cNvPr id="256" name="Google Shape;256;p34"/>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lnSpc>
                <a:spcPct val="100000"/>
              </a:lnSpc>
              <a:spcBef>
                <a:spcPts val="0"/>
              </a:spcBef>
              <a:spcAft>
                <a:spcPts val="0"/>
              </a:spcAft>
              <a:buClr>
                <a:srgbClr val="120046"/>
              </a:buClr>
              <a:buSzPts val="2100"/>
              <a:buNone/>
              <a:defRPr sz="23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7" name="Google Shape;257;p34"/>
          <p:cNvSpPr txBox="1">
            <a:spLocks noGrp="1"/>
          </p:cNvSpPr>
          <p:nvPr>
            <p:ph type="body" idx="2"/>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accent4"/>
              </a:buClr>
              <a:buSzPts val="1100"/>
              <a:buFont typeface="Plus Jakarta Sans SemiBold"/>
              <a:buNone/>
              <a:defRPr sz="1100" i="0">
                <a:solidFill>
                  <a:schemeClr val="accent4"/>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lnSpc>
                <a:spcPct val="100000"/>
              </a:lnSpc>
              <a:spcBef>
                <a:spcPts val="210"/>
              </a:spcBef>
              <a:spcAft>
                <a:spcPts val="0"/>
              </a:spcAft>
              <a:buSzPts val="1260"/>
              <a:buFont typeface="Arial"/>
              <a:buNone/>
              <a:defRPr sz="1050">
                <a:latin typeface="Arial"/>
                <a:ea typeface="Arial"/>
                <a:cs typeface="Arial"/>
                <a:sym typeface="Arial"/>
              </a:defRPr>
            </a:lvl3pPr>
            <a:lvl4pPr marL="1828800" lvl="3"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transition spd="slow">
    <p:push/>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mp; Body on the Right 2">
  <p:cSld name="Title &amp; Body on the Right 2">
    <p:spTree>
      <p:nvGrpSpPr>
        <p:cNvPr id="1" name="Shape 258"/>
        <p:cNvGrpSpPr/>
        <p:nvPr/>
      </p:nvGrpSpPr>
      <p:grpSpPr>
        <a:xfrm>
          <a:off x="0" y="0"/>
          <a:ext cx="0" cy="0"/>
          <a:chOff x="0" y="0"/>
          <a:chExt cx="0" cy="0"/>
        </a:xfrm>
      </p:grpSpPr>
      <p:sp>
        <p:nvSpPr>
          <p:cNvPr id="259" name="Google Shape;259;p35"/>
          <p:cNvSpPr txBox="1">
            <a:spLocks noGrp="1"/>
          </p:cNvSpPr>
          <p:nvPr>
            <p:ph type="title"/>
          </p:nvPr>
        </p:nvSpPr>
        <p:spPr>
          <a:xfrm>
            <a:off x="4267200" y="284250"/>
            <a:ext cx="4558200" cy="612900"/>
          </a:xfrm>
          <a:prstGeom prst="rect">
            <a:avLst/>
          </a:prstGeom>
          <a:noFill/>
          <a:ln>
            <a:noFill/>
          </a:ln>
        </p:spPr>
        <p:txBody>
          <a:bodyPr spcFirstLastPara="1" wrap="square" lIns="91425" tIns="0" rIns="91425" bIns="45700" anchor="t" anchorCtr="0">
            <a:noAutofit/>
          </a:bodyPr>
          <a:lstStyle>
            <a:lvl1pPr lvl="0" algn="l">
              <a:lnSpc>
                <a:spcPct val="100000"/>
              </a:lnSpc>
              <a:spcBef>
                <a:spcPts val="0"/>
              </a:spcBef>
              <a:spcAft>
                <a:spcPts val="0"/>
              </a:spcAft>
              <a:buClr>
                <a:srgbClr val="120046"/>
              </a:buClr>
              <a:buSzPts val="2100"/>
              <a:buNone/>
              <a:defRPr sz="23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0" name="Google Shape;260;p35"/>
          <p:cNvSpPr txBox="1">
            <a:spLocks noGrp="1"/>
          </p:cNvSpPr>
          <p:nvPr>
            <p:ph type="body" idx="1"/>
          </p:nvPr>
        </p:nvSpPr>
        <p:spPr>
          <a:xfrm>
            <a:off x="4267200" y="1370012"/>
            <a:ext cx="3962400" cy="15066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rgbClr val="000000"/>
              </a:buClr>
              <a:buSzPts val="1800"/>
              <a:buNone/>
              <a:defRPr/>
            </a:lvl1pPr>
            <a:lvl2pPr marL="914400" lvl="1" indent="-228600" algn="l">
              <a:lnSpc>
                <a:spcPct val="78888"/>
              </a:lnSpc>
              <a:spcBef>
                <a:spcPts val="400"/>
              </a:spcBef>
              <a:spcAft>
                <a:spcPts val="0"/>
              </a:spcAft>
              <a:buSzPts val="2160"/>
              <a:buNone/>
              <a:defRPr/>
            </a:lvl2pPr>
            <a:lvl3pPr marL="1371600" lvl="2" indent="-365760" algn="l">
              <a:lnSpc>
                <a:spcPct val="100000"/>
              </a:lnSpc>
              <a:spcBef>
                <a:spcPts val="360"/>
              </a:spcBef>
              <a:spcAft>
                <a:spcPts val="0"/>
              </a:spcAft>
              <a:buSzPts val="2160"/>
              <a:buChar char="•"/>
              <a:defRPr/>
            </a:lvl3pPr>
            <a:lvl4pPr marL="1828800" lvl="3" indent="-342900" algn="l">
              <a:lnSpc>
                <a:spcPct val="100000"/>
              </a:lnSpc>
              <a:spcBef>
                <a:spcPts val="360"/>
              </a:spcBef>
              <a:spcAft>
                <a:spcPts val="0"/>
              </a:spcAft>
              <a:buClr>
                <a:srgbClr val="4E5661"/>
              </a:buClr>
              <a:buSzPts val="1800"/>
              <a:buChar char="–"/>
              <a:defRPr/>
            </a:lvl4pPr>
            <a:lvl5pPr marL="2286000" lvl="4" indent="-342900" algn="l">
              <a:lnSpc>
                <a:spcPct val="100000"/>
              </a:lnSpc>
              <a:spcBef>
                <a:spcPts val="360"/>
              </a:spcBef>
              <a:spcAft>
                <a:spcPts val="0"/>
              </a:spcAft>
              <a:buClr>
                <a:srgbClr val="4E566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61" name="Google Shape;261;p35"/>
          <p:cNvSpPr/>
          <p:nvPr/>
        </p:nvSpPr>
        <p:spPr>
          <a:xfrm>
            <a:off x="381000" y="897026"/>
            <a:ext cx="762000" cy="226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62" name="Google Shape;262;p35"/>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263" name="Google Shape;263;p35"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264" name="Google Shape;264;p35"/>
          <p:cNvSpPr txBox="1">
            <a:spLocks noGrp="1"/>
          </p:cNvSpPr>
          <p:nvPr>
            <p:ph type="body" idx="2"/>
          </p:nvPr>
        </p:nvSpPr>
        <p:spPr>
          <a:xfrm>
            <a:off x="4267200" y="734275"/>
            <a:ext cx="44250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accent4"/>
              </a:buClr>
              <a:buSzPts val="1100"/>
              <a:buFont typeface="Plus Jakarta Sans SemiBold"/>
              <a:buNone/>
              <a:defRPr sz="1100" i="0">
                <a:solidFill>
                  <a:schemeClr val="accent4"/>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lnSpc>
                <a:spcPct val="100000"/>
              </a:lnSpc>
              <a:spcBef>
                <a:spcPts val="210"/>
              </a:spcBef>
              <a:spcAft>
                <a:spcPts val="0"/>
              </a:spcAft>
              <a:buSzPts val="1260"/>
              <a:buFont typeface="Arial"/>
              <a:buNone/>
              <a:defRPr sz="1050">
                <a:latin typeface="Arial"/>
                <a:ea typeface="Arial"/>
                <a:cs typeface="Arial"/>
                <a:sym typeface="Arial"/>
              </a:defRPr>
            </a:lvl3pPr>
            <a:lvl4pPr marL="1828800" lvl="3"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transition spd="slow">
    <p:push/>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amp; Body on the Right 1">
  <p:cSld name="Title &amp; Body on the Right 1">
    <p:spTree>
      <p:nvGrpSpPr>
        <p:cNvPr id="1" name="Shape 265"/>
        <p:cNvGrpSpPr/>
        <p:nvPr/>
      </p:nvGrpSpPr>
      <p:grpSpPr>
        <a:xfrm>
          <a:off x="0" y="0"/>
          <a:ext cx="0" cy="0"/>
          <a:chOff x="0" y="0"/>
          <a:chExt cx="0" cy="0"/>
        </a:xfrm>
      </p:grpSpPr>
      <p:sp>
        <p:nvSpPr>
          <p:cNvPr id="266" name="Google Shape;266;p36"/>
          <p:cNvSpPr txBox="1">
            <a:spLocks noGrp="1"/>
          </p:cNvSpPr>
          <p:nvPr>
            <p:ph type="title"/>
          </p:nvPr>
        </p:nvSpPr>
        <p:spPr>
          <a:xfrm>
            <a:off x="5715000" y="284253"/>
            <a:ext cx="3124200" cy="612900"/>
          </a:xfrm>
          <a:prstGeom prst="rect">
            <a:avLst/>
          </a:prstGeom>
          <a:noFill/>
          <a:ln>
            <a:noFill/>
          </a:ln>
        </p:spPr>
        <p:txBody>
          <a:bodyPr spcFirstLastPara="1" wrap="square" lIns="91425" tIns="0" rIns="91425" bIns="45700" anchor="t" anchorCtr="0">
            <a:noAutofit/>
          </a:bodyPr>
          <a:lstStyle>
            <a:lvl1pPr lvl="0" algn="l">
              <a:lnSpc>
                <a:spcPct val="100000"/>
              </a:lnSpc>
              <a:spcBef>
                <a:spcPts val="0"/>
              </a:spcBef>
              <a:spcAft>
                <a:spcPts val="0"/>
              </a:spcAft>
              <a:buClr>
                <a:srgbClr val="120046"/>
              </a:buClr>
              <a:buSzPts val="2100"/>
              <a:buNone/>
              <a:defRPr sz="23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7" name="Google Shape;267;p36"/>
          <p:cNvSpPr txBox="1">
            <a:spLocks noGrp="1"/>
          </p:cNvSpPr>
          <p:nvPr>
            <p:ph type="body" idx="1"/>
          </p:nvPr>
        </p:nvSpPr>
        <p:spPr>
          <a:xfrm>
            <a:off x="5715000" y="1903412"/>
            <a:ext cx="3124200" cy="15066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rgbClr val="000000"/>
              </a:buClr>
              <a:buSzPts val="1800"/>
              <a:buNone/>
              <a:defRPr/>
            </a:lvl1pPr>
            <a:lvl2pPr marL="914400" lvl="1" indent="-228600" algn="l">
              <a:lnSpc>
                <a:spcPct val="78888"/>
              </a:lnSpc>
              <a:spcBef>
                <a:spcPts val="400"/>
              </a:spcBef>
              <a:spcAft>
                <a:spcPts val="0"/>
              </a:spcAft>
              <a:buSzPts val="2160"/>
              <a:buNone/>
              <a:defRPr/>
            </a:lvl2pPr>
            <a:lvl3pPr marL="1371600" lvl="2" indent="-365760" algn="l">
              <a:lnSpc>
                <a:spcPct val="100000"/>
              </a:lnSpc>
              <a:spcBef>
                <a:spcPts val="360"/>
              </a:spcBef>
              <a:spcAft>
                <a:spcPts val="0"/>
              </a:spcAft>
              <a:buSzPts val="2160"/>
              <a:buChar char="•"/>
              <a:defRPr/>
            </a:lvl3pPr>
            <a:lvl4pPr marL="1828800" lvl="3" indent="-342900" algn="l">
              <a:lnSpc>
                <a:spcPct val="100000"/>
              </a:lnSpc>
              <a:spcBef>
                <a:spcPts val="360"/>
              </a:spcBef>
              <a:spcAft>
                <a:spcPts val="0"/>
              </a:spcAft>
              <a:buClr>
                <a:srgbClr val="4E5661"/>
              </a:buClr>
              <a:buSzPts val="1800"/>
              <a:buChar char="–"/>
              <a:defRPr/>
            </a:lvl4pPr>
            <a:lvl5pPr marL="2286000" lvl="4" indent="-342900" algn="l">
              <a:lnSpc>
                <a:spcPct val="100000"/>
              </a:lnSpc>
              <a:spcBef>
                <a:spcPts val="360"/>
              </a:spcBef>
              <a:spcAft>
                <a:spcPts val="0"/>
              </a:spcAft>
              <a:buClr>
                <a:srgbClr val="4E566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68" name="Google Shape;268;p36"/>
          <p:cNvSpPr/>
          <p:nvPr/>
        </p:nvSpPr>
        <p:spPr>
          <a:xfrm>
            <a:off x="381000" y="0"/>
            <a:ext cx="381000" cy="1027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69" name="Google Shape;269;p36"/>
          <p:cNvSpPr/>
          <p:nvPr/>
        </p:nvSpPr>
        <p:spPr>
          <a:xfrm>
            <a:off x="381000" y="897026"/>
            <a:ext cx="762000" cy="226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70" name="Google Shape;270;p36"/>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271" name="Google Shape;271;p36"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272" name="Google Shape;272;p36"/>
          <p:cNvSpPr txBox="1">
            <a:spLocks noGrp="1"/>
          </p:cNvSpPr>
          <p:nvPr>
            <p:ph type="body" idx="2"/>
          </p:nvPr>
        </p:nvSpPr>
        <p:spPr>
          <a:xfrm>
            <a:off x="5715000" y="1170775"/>
            <a:ext cx="31242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accent4"/>
              </a:buClr>
              <a:buSzPts val="1100"/>
              <a:buFont typeface="Plus Jakarta Sans SemiBold"/>
              <a:buNone/>
              <a:defRPr sz="1100" i="0">
                <a:solidFill>
                  <a:schemeClr val="accent4"/>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lnSpc>
                <a:spcPct val="100000"/>
              </a:lnSpc>
              <a:spcBef>
                <a:spcPts val="210"/>
              </a:spcBef>
              <a:spcAft>
                <a:spcPts val="0"/>
              </a:spcAft>
              <a:buSzPts val="1260"/>
              <a:buFont typeface="Arial"/>
              <a:buNone/>
              <a:defRPr sz="1050">
                <a:latin typeface="Arial"/>
                <a:ea typeface="Arial"/>
                <a:cs typeface="Arial"/>
                <a:sym typeface="Arial"/>
              </a:defRPr>
            </a:lvl3pPr>
            <a:lvl4pPr marL="1828800" lvl="3"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transition spd="slow">
    <p:push/>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amp; Body on the Right 1 1">
  <p:cSld name="Title &amp; Body on the Right 1 1">
    <p:bg>
      <p:bgPr>
        <a:solidFill>
          <a:schemeClr val="dk1"/>
        </a:solidFill>
        <a:effectLst/>
      </p:bgPr>
    </p:bg>
    <p:spTree>
      <p:nvGrpSpPr>
        <p:cNvPr id="1" name="Shape 273"/>
        <p:cNvGrpSpPr/>
        <p:nvPr/>
      </p:nvGrpSpPr>
      <p:grpSpPr>
        <a:xfrm>
          <a:off x="0" y="0"/>
          <a:ext cx="0" cy="0"/>
          <a:chOff x="0" y="0"/>
          <a:chExt cx="0" cy="0"/>
        </a:xfrm>
      </p:grpSpPr>
      <p:sp>
        <p:nvSpPr>
          <p:cNvPr id="274" name="Google Shape;274;p37"/>
          <p:cNvSpPr txBox="1">
            <a:spLocks noGrp="1"/>
          </p:cNvSpPr>
          <p:nvPr>
            <p:ph type="title"/>
          </p:nvPr>
        </p:nvSpPr>
        <p:spPr>
          <a:xfrm>
            <a:off x="5715000" y="284253"/>
            <a:ext cx="3124200" cy="612900"/>
          </a:xfrm>
          <a:prstGeom prst="rect">
            <a:avLst/>
          </a:prstGeom>
          <a:noFill/>
          <a:ln>
            <a:noFill/>
          </a:ln>
        </p:spPr>
        <p:txBody>
          <a:bodyPr spcFirstLastPara="1" wrap="square" lIns="91425" tIns="0" rIns="91425" bIns="45700" anchor="t" anchorCtr="0">
            <a:noAutofit/>
          </a:bodyPr>
          <a:lstStyle>
            <a:lvl1pPr lvl="0" algn="l">
              <a:lnSpc>
                <a:spcPct val="100000"/>
              </a:lnSpc>
              <a:spcBef>
                <a:spcPts val="0"/>
              </a:spcBef>
              <a:spcAft>
                <a:spcPts val="0"/>
              </a:spcAft>
              <a:buClr>
                <a:schemeClr val="lt1"/>
              </a:buClr>
              <a:buSzPts val="2100"/>
              <a:buNone/>
              <a:defRPr sz="2300">
                <a:solidFill>
                  <a:schemeClr val="lt1"/>
                </a:solidFill>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a:endParaRPr/>
          </a:p>
        </p:txBody>
      </p:sp>
      <p:sp>
        <p:nvSpPr>
          <p:cNvPr id="275" name="Google Shape;275;p37"/>
          <p:cNvSpPr txBox="1">
            <a:spLocks noGrp="1"/>
          </p:cNvSpPr>
          <p:nvPr>
            <p:ph type="body" idx="1"/>
          </p:nvPr>
        </p:nvSpPr>
        <p:spPr>
          <a:xfrm>
            <a:off x="5715000" y="1903412"/>
            <a:ext cx="3124200" cy="15066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lt1"/>
              </a:buClr>
              <a:buSzPts val="1800"/>
              <a:buNone/>
              <a:defRPr>
                <a:solidFill>
                  <a:schemeClr val="lt1"/>
                </a:solidFill>
              </a:defRPr>
            </a:lvl1pPr>
            <a:lvl2pPr marL="914400" lvl="1" indent="-228600" algn="l">
              <a:lnSpc>
                <a:spcPct val="78888"/>
              </a:lnSpc>
              <a:spcBef>
                <a:spcPts val="400"/>
              </a:spcBef>
              <a:spcAft>
                <a:spcPts val="0"/>
              </a:spcAft>
              <a:buClr>
                <a:schemeClr val="lt1"/>
              </a:buClr>
              <a:buSzPts val="2160"/>
              <a:buNone/>
              <a:defRPr>
                <a:solidFill>
                  <a:schemeClr val="lt1"/>
                </a:solidFill>
              </a:defRPr>
            </a:lvl2pPr>
            <a:lvl3pPr marL="1371600" lvl="2" indent="-365760" algn="l">
              <a:lnSpc>
                <a:spcPct val="100000"/>
              </a:lnSpc>
              <a:spcBef>
                <a:spcPts val="360"/>
              </a:spcBef>
              <a:spcAft>
                <a:spcPts val="0"/>
              </a:spcAft>
              <a:buClr>
                <a:schemeClr val="lt1"/>
              </a:buClr>
              <a:buSzPts val="2160"/>
              <a:buChar char="•"/>
              <a:defRPr>
                <a:solidFill>
                  <a:schemeClr val="lt1"/>
                </a:solidFill>
              </a:defRPr>
            </a:lvl3pPr>
            <a:lvl4pPr marL="1828800" lvl="3" indent="-342900" algn="l">
              <a:lnSpc>
                <a:spcPct val="100000"/>
              </a:lnSpc>
              <a:spcBef>
                <a:spcPts val="360"/>
              </a:spcBef>
              <a:spcAft>
                <a:spcPts val="0"/>
              </a:spcAft>
              <a:buClr>
                <a:schemeClr val="lt1"/>
              </a:buClr>
              <a:buSzPts val="1800"/>
              <a:buChar char="–"/>
              <a:defRPr>
                <a:solidFill>
                  <a:schemeClr val="lt1"/>
                </a:solidFill>
              </a:defRPr>
            </a:lvl4pPr>
            <a:lvl5pPr marL="2286000" lvl="4" indent="-342900" algn="l">
              <a:lnSpc>
                <a:spcPct val="100000"/>
              </a:lnSpc>
              <a:spcBef>
                <a:spcPts val="360"/>
              </a:spcBef>
              <a:spcAft>
                <a:spcPts val="0"/>
              </a:spcAft>
              <a:buClr>
                <a:schemeClr val="lt1"/>
              </a:buClr>
              <a:buSzPts val="1800"/>
              <a:buChar char="»"/>
              <a:defRPr>
                <a:solidFill>
                  <a:schemeClr val="lt1"/>
                </a:solidFill>
              </a:defRPr>
            </a:lvl5pPr>
            <a:lvl6pPr marL="2743200" lvl="5" indent="-342900" algn="l">
              <a:lnSpc>
                <a:spcPct val="100000"/>
              </a:lnSpc>
              <a:spcBef>
                <a:spcPts val="360"/>
              </a:spcBef>
              <a:spcAft>
                <a:spcPts val="0"/>
              </a:spcAft>
              <a:buClr>
                <a:schemeClr val="lt1"/>
              </a:buClr>
              <a:buSzPts val="1800"/>
              <a:buChar char="•"/>
              <a:defRPr>
                <a:solidFill>
                  <a:schemeClr val="lt1"/>
                </a:solidFill>
              </a:defRPr>
            </a:lvl6pPr>
            <a:lvl7pPr marL="3200400" lvl="6" indent="-342900" algn="l">
              <a:lnSpc>
                <a:spcPct val="100000"/>
              </a:lnSpc>
              <a:spcBef>
                <a:spcPts val="360"/>
              </a:spcBef>
              <a:spcAft>
                <a:spcPts val="0"/>
              </a:spcAft>
              <a:buClr>
                <a:schemeClr val="lt1"/>
              </a:buClr>
              <a:buSzPts val="1800"/>
              <a:buChar char="•"/>
              <a:defRPr>
                <a:solidFill>
                  <a:schemeClr val="lt1"/>
                </a:solidFill>
              </a:defRPr>
            </a:lvl7pPr>
            <a:lvl8pPr marL="3657600" lvl="7" indent="-342900" algn="l">
              <a:lnSpc>
                <a:spcPct val="100000"/>
              </a:lnSpc>
              <a:spcBef>
                <a:spcPts val="360"/>
              </a:spcBef>
              <a:spcAft>
                <a:spcPts val="0"/>
              </a:spcAft>
              <a:buClr>
                <a:schemeClr val="lt1"/>
              </a:buClr>
              <a:buSzPts val="1800"/>
              <a:buChar char="•"/>
              <a:defRPr>
                <a:solidFill>
                  <a:schemeClr val="lt1"/>
                </a:solidFill>
              </a:defRPr>
            </a:lvl8pPr>
            <a:lvl9pPr marL="4114800" lvl="8" indent="-342900" algn="l">
              <a:lnSpc>
                <a:spcPct val="100000"/>
              </a:lnSpc>
              <a:spcBef>
                <a:spcPts val="360"/>
              </a:spcBef>
              <a:spcAft>
                <a:spcPts val="0"/>
              </a:spcAft>
              <a:buClr>
                <a:schemeClr val="lt1"/>
              </a:buClr>
              <a:buSzPts val="1800"/>
              <a:buChar char="•"/>
              <a:defRPr>
                <a:solidFill>
                  <a:schemeClr val="lt1"/>
                </a:solidFill>
              </a:defRPr>
            </a:lvl9pPr>
          </a:lstStyle>
          <a:p>
            <a:endParaRPr/>
          </a:p>
        </p:txBody>
      </p:sp>
      <p:sp>
        <p:nvSpPr>
          <p:cNvPr id="276" name="Google Shape;276;p37"/>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277" name="Google Shape;277;p37"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278" name="Google Shape;278;p37"/>
          <p:cNvSpPr txBox="1">
            <a:spLocks noGrp="1"/>
          </p:cNvSpPr>
          <p:nvPr>
            <p:ph type="body" idx="2"/>
          </p:nvPr>
        </p:nvSpPr>
        <p:spPr>
          <a:xfrm>
            <a:off x="5715000" y="1170775"/>
            <a:ext cx="31242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lt1"/>
              </a:buClr>
              <a:buSzPts val="1100"/>
              <a:buFont typeface="Plus Jakarta Sans SemiBold"/>
              <a:buNone/>
              <a:defRPr sz="1100" i="0">
                <a:solidFill>
                  <a:schemeClr val="lt1"/>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Clr>
                <a:schemeClr val="lt1"/>
              </a:buClr>
              <a:buSzPts val="1260"/>
              <a:buFont typeface="Arial"/>
              <a:buNone/>
              <a:defRPr sz="1050">
                <a:solidFill>
                  <a:schemeClr val="lt1"/>
                </a:solidFill>
                <a:latin typeface="Arial"/>
                <a:ea typeface="Arial"/>
                <a:cs typeface="Arial"/>
                <a:sym typeface="Arial"/>
              </a:defRPr>
            </a:lvl2pPr>
            <a:lvl3pPr marL="1371600" lvl="2" indent="-228600" algn="l">
              <a:lnSpc>
                <a:spcPct val="100000"/>
              </a:lnSpc>
              <a:spcBef>
                <a:spcPts val="210"/>
              </a:spcBef>
              <a:spcAft>
                <a:spcPts val="0"/>
              </a:spcAft>
              <a:buClr>
                <a:schemeClr val="lt1"/>
              </a:buClr>
              <a:buSzPts val="1260"/>
              <a:buFont typeface="Arial"/>
              <a:buNone/>
              <a:defRPr sz="1050">
                <a:solidFill>
                  <a:schemeClr val="lt1"/>
                </a:solidFill>
                <a:latin typeface="Arial"/>
                <a:ea typeface="Arial"/>
                <a:cs typeface="Arial"/>
                <a:sym typeface="Arial"/>
              </a:defRPr>
            </a:lvl3pPr>
            <a:lvl4pPr marL="1828800" lvl="3" indent="-228600" algn="l">
              <a:lnSpc>
                <a:spcPct val="100000"/>
              </a:lnSpc>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4pPr>
            <a:lvl5pPr marL="2286000" lvl="4" indent="-228600" algn="l">
              <a:lnSpc>
                <a:spcPct val="100000"/>
              </a:lnSpc>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5pPr>
            <a:lvl6pPr marL="2743200" lvl="5" indent="-342900" algn="l">
              <a:lnSpc>
                <a:spcPct val="100000"/>
              </a:lnSpc>
              <a:spcBef>
                <a:spcPts val="360"/>
              </a:spcBef>
              <a:spcAft>
                <a:spcPts val="0"/>
              </a:spcAft>
              <a:buClr>
                <a:schemeClr val="lt1"/>
              </a:buClr>
              <a:buSzPts val="1800"/>
              <a:buChar char="•"/>
              <a:defRPr>
                <a:solidFill>
                  <a:schemeClr val="lt1"/>
                </a:solidFill>
              </a:defRPr>
            </a:lvl6pPr>
            <a:lvl7pPr marL="3200400" lvl="6" indent="-342900" algn="l">
              <a:lnSpc>
                <a:spcPct val="100000"/>
              </a:lnSpc>
              <a:spcBef>
                <a:spcPts val="360"/>
              </a:spcBef>
              <a:spcAft>
                <a:spcPts val="0"/>
              </a:spcAft>
              <a:buClr>
                <a:schemeClr val="lt1"/>
              </a:buClr>
              <a:buSzPts val="1800"/>
              <a:buChar char="•"/>
              <a:defRPr>
                <a:solidFill>
                  <a:schemeClr val="lt1"/>
                </a:solidFill>
              </a:defRPr>
            </a:lvl7pPr>
            <a:lvl8pPr marL="3657600" lvl="7" indent="-342900" algn="l">
              <a:lnSpc>
                <a:spcPct val="100000"/>
              </a:lnSpc>
              <a:spcBef>
                <a:spcPts val="360"/>
              </a:spcBef>
              <a:spcAft>
                <a:spcPts val="0"/>
              </a:spcAft>
              <a:buClr>
                <a:schemeClr val="lt1"/>
              </a:buClr>
              <a:buSzPts val="1800"/>
              <a:buChar char="•"/>
              <a:defRPr>
                <a:solidFill>
                  <a:schemeClr val="lt1"/>
                </a:solidFill>
              </a:defRPr>
            </a:lvl8pPr>
            <a:lvl9pPr marL="4114800" lvl="8" indent="-342900" algn="l">
              <a:lnSpc>
                <a:spcPct val="100000"/>
              </a:lnSpc>
              <a:spcBef>
                <a:spcPts val="360"/>
              </a:spcBef>
              <a:spcAft>
                <a:spcPts val="0"/>
              </a:spcAft>
              <a:buClr>
                <a:schemeClr val="lt1"/>
              </a:buClr>
              <a:buSzPts val="1800"/>
              <a:buChar char="•"/>
              <a:defRPr>
                <a:solidFill>
                  <a:schemeClr val="lt1"/>
                </a:solidFill>
              </a:defRPr>
            </a:lvl9pPr>
          </a:lstStyle>
          <a:p>
            <a:endParaRPr/>
          </a:p>
        </p:txBody>
      </p:sp>
    </p:spTree>
  </p:cSld>
  <p:clrMapOvr>
    <a:masterClrMapping/>
  </p:clrMapOvr>
  <p:transition spd="slow">
    <p:push/>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amp; Body on the Right 2 1">
  <p:cSld name="Title &amp; Body on the Right 2 1">
    <p:bg>
      <p:bgPr>
        <a:solidFill>
          <a:schemeClr val="dk1"/>
        </a:solidFill>
        <a:effectLst/>
      </p:bgPr>
    </p:bg>
    <p:spTree>
      <p:nvGrpSpPr>
        <p:cNvPr id="1" name="Shape 279"/>
        <p:cNvGrpSpPr/>
        <p:nvPr/>
      </p:nvGrpSpPr>
      <p:grpSpPr>
        <a:xfrm>
          <a:off x="0" y="0"/>
          <a:ext cx="0" cy="0"/>
          <a:chOff x="0" y="0"/>
          <a:chExt cx="0" cy="0"/>
        </a:xfrm>
      </p:grpSpPr>
      <p:sp>
        <p:nvSpPr>
          <p:cNvPr id="280" name="Google Shape;280;p38"/>
          <p:cNvSpPr txBox="1">
            <a:spLocks noGrp="1"/>
          </p:cNvSpPr>
          <p:nvPr>
            <p:ph type="title"/>
          </p:nvPr>
        </p:nvSpPr>
        <p:spPr>
          <a:xfrm>
            <a:off x="4267200" y="284250"/>
            <a:ext cx="4558200" cy="612900"/>
          </a:xfrm>
          <a:prstGeom prst="rect">
            <a:avLst/>
          </a:prstGeom>
          <a:noFill/>
          <a:ln>
            <a:noFill/>
          </a:ln>
        </p:spPr>
        <p:txBody>
          <a:bodyPr spcFirstLastPara="1" wrap="square" lIns="91425" tIns="0" rIns="91425" bIns="45700" anchor="t" anchorCtr="0">
            <a:noAutofit/>
          </a:bodyPr>
          <a:lstStyle>
            <a:lvl1pPr lvl="0" algn="l">
              <a:lnSpc>
                <a:spcPct val="100000"/>
              </a:lnSpc>
              <a:spcBef>
                <a:spcPts val="0"/>
              </a:spcBef>
              <a:spcAft>
                <a:spcPts val="0"/>
              </a:spcAft>
              <a:buClr>
                <a:schemeClr val="lt1"/>
              </a:buClr>
              <a:buSzPts val="2100"/>
              <a:buNone/>
              <a:defRPr sz="2300">
                <a:solidFill>
                  <a:schemeClr val="lt1"/>
                </a:solidFill>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a:endParaRPr/>
          </a:p>
        </p:txBody>
      </p:sp>
      <p:sp>
        <p:nvSpPr>
          <p:cNvPr id="281" name="Google Shape;281;p38"/>
          <p:cNvSpPr txBox="1">
            <a:spLocks noGrp="1"/>
          </p:cNvSpPr>
          <p:nvPr>
            <p:ph type="body" idx="1"/>
          </p:nvPr>
        </p:nvSpPr>
        <p:spPr>
          <a:xfrm>
            <a:off x="4267200" y="1370012"/>
            <a:ext cx="3962400" cy="15066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lt1"/>
              </a:buClr>
              <a:buSzPts val="1800"/>
              <a:buNone/>
              <a:defRPr>
                <a:solidFill>
                  <a:schemeClr val="lt1"/>
                </a:solidFill>
              </a:defRPr>
            </a:lvl1pPr>
            <a:lvl2pPr marL="914400" lvl="1" indent="-228600" algn="l">
              <a:lnSpc>
                <a:spcPct val="78888"/>
              </a:lnSpc>
              <a:spcBef>
                <a:spcPts val="400"/>
              </a:spcBef>
              <a:spcAft>
                <a:spcPts val="0"/>
              </a:spcAft>
              <a:buClr>
                <a:schemeClr val="lt1"/>
              </a:buClr>
              <a:buSzPts val="2160"/>
              <a:buNone/>
              <a:defRPr>
                <a:solidFill>
                  <a:schemeClr val="lt1"/>
                </a:solidFill>
              </a:defRPr>
            </a:lvl2pPr>
            <a:lvl3pPr marL="1371600" lvl="2" indent="-365760" algn="l">
              <a:lnSpc>
                <a:spcPct val="100000"/>
              </a:lnSpc>
              <a:spcBef>
                <a:spcPts val="360"/>
              </a:spcBef>
              <a:spcAft>
                <a:spcPts val="0"/>
              </a:spcAft>
              <a:buClr>
                <a:schemeClr val="lt1"/>
              </a:buClr>
              <a:buSzPts val="2160"/>
              <a:buChar char="•"/>
              <a:defRPr>
                <a:solidFill>
                  <a:schemeClr val="lt1"/>
                </a:solidFill>
              </a:defRPr>
            </a:lvl3pPr>
            <a:lvl4pPr marL="1828800" lvl="3" indent="-342900" algn="l">
              <a:lnSpc>
                <a:spcPct val="100000"/>
              </a:lnSpc>
              <a:spcBef>
                <a:spcPts val="360"/>
              </a:spcBef>
              <a:spcAft>
                <a:spcPts val="0"/>
              </a:spcAft>
              <a:buClr>
                <a:schemeClr val="lt1"/>
              </a:buClr>
              <a:buSzPts val="1800"/>
              <a:buChar char="–"/>
              <a:defRPr>
                <a:solidFill>
                  <a:schemeClr val="lt1"/>
                </a:solidFill>
              </a:defRPr>
            </a:lvl4pPr>
            <a:lvl5pPr marL="2286000" lvl="4" indent="-342900" algn="l">
              <a:lnSpc>
                <a:spcPct val="100000"/>
              </a:lnSpc>
              <a:spcBef>
                <a:spcPts val="360"/>
              </a:spcBef>
              <a:spcAft>
                <a:spcPts val="0"/>
              </a:spcAft>
              <a:buClr>
                <a:schemeClr val="lt1"/>
              </a:buClr>
              <a:buSzPts val="1800"/>
              <a:buChar char="»"/>
              <a:defRPr>
                <a:solidFill>
                  <a:schemeClr val="lt1"/>
                </a:solidFill>
              </a:defRPr>
            </a:lvl5pPr>
            <a:lvl6pPr marL="2743200" lvl="5" indent="-342900" algn="l">
              <a:lnSpc>
                <a:spcPct val="100000"/>
              </a:lnSpc>
              <a:spcBef>
                <a:spcPts val="360"/>
              </a:spcBef>
              <a:spcAft>
                <a:spcPts val="0"/>
              </a:spcAft>
              <a:buClr>
                <a:schemeClr val="lt1"/>
              </a:buClr>
              <a:buSzPts val="1800"/>
              <a:buChar char="•"/>
              <a:defRPr>
                <a:solidFill>
                  <a:schemeClr val="lt1"/>
                </a:solidFill>
              </a:defRPr>
            </a:lvl6pPr>
            <a:lvl7pPr marL="3200400" lvl="6" indent="-342900" algn="l">
              <a:lnSpc>
                <a:spcPct val="100000"/>
              </a:lnSpc>
              <a:spcBef>
                <a:spcPts val="360"/>
              </a:spcBef>
              <a:spcAft>
                <a:spcPts val="0"/>
              </a:spcAft>
              <a:buClr>
                <a:schemeClr val="lt1"/>
              </a:buClr>
              <a:buSzPts val="1800"/>
              <a:buChar char="•"/>
              <a:defRPr>
                <a:solidFill>
                  <a:schemeClr val="lt1"/>
                </a:solidFill>
              </a:defRPr>
            </a:lvl7pPr>
            <a:lvl8pPr marL="3657600" lvl="7" indent="-342900" algn="l">
              <a:lnSpc>
                <a:spcPct val="100000"/>
              </a:lnSpc>
              <a:spcBef>
                <a:spcPts val="360"/>
              </a:spcBef>
              <a:spcAft>
                <a:spcPts val="0"/>
              </a:spcAft>
              <a:buClr>
                <a:schemeClr val="lt1"/>
              </a:buClr>
              <a:buSzPts val="1800"/>
              <a:buChar char="•"/>
              <a:defRPr>
                <a:solidFill>
                  <a:schemeClr val="lt1"/>
                </a:solidFill>
              </a:defRPr>
            </a:lvl8pPr>
            <a:lvl9pPr marL="4114800" lvl="8" indent="-342900" algn="l">
              <a:lnSpc>
                <a:spcPct val="100000"/>
              </a:lnSpc>
              <a:spcBef>
                <a:spcPts val="360"/>
              </a:spcBef>
              <a:spcAft>
                <a:spcPts val="0"/>
              </a:spcAft>
              <a:buClr>
                <a:schemeClr val="lt1"/>
              </a:buClr>
              <a:buSzPts val="1800"/>
              <a:buChar char="•"/>
              <a:defRPr>
                <a:solidFill>
                  <a:schemeClr val="lt1"/>
                </a:solidFill>
              </a:defRPr>
            </a:lvl9pPr>
          </a:lstStyle>
          <a:p>
            <a:endParaRPr/>
          </a:p>
        </p:txBody>
      </p:sp>
      <p:sp>
        <p:nvSpPr>
          <p:cNvPr id="282" name="Google Shape;282;p38"/>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283" name="Google Shape;283;p38"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284" name="Google Shape;284;p38"/>
          <p:cNvSpPr txBox="1">
            <a:spLocks noGrp="1"/>
          </p:cNvSpPr>
          <p:nvPr>
            <p:ph type="body" idx="2"/>
          </p:nvPr>
        </p:nvSpPr>
        <p:spPr>
          <a:xfrm>
            <a:off x="4267200" y="734275"/>
            <a:ext cx="44250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lt1"/>
              </a:buClr>
              <a:buSzPts val="1100"/>
              <a:buFont typeface="Plus Jakarta Sans SemiBold"/>
              <a:buNone/>
              <a:defRPr sz="1100" i="0">
                <a:solidFill>
                  <a:schemeClr val="lt1"/>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Clr>
                <a:schemeClr val="lt1"/>
              </a:buClr>
              <a:buSzPts val="1260"/>
              <a:buFont typeface="Arial"/>
              <a:buNone/>
              <a:defRPr sz="1050">
                <a:solidFill>
                  <a:schemeClr val="lt1"/>
                </a:solidFill>
                <a:latin typeface="Arial"/>
                <a:ea typeface="Arial"/>
                <a:cs typeface="Arial"/>
                <a:sym typeface="Arial"/>
              </a:defRPr>
            </a:lvl2pPr>
            <a:lvl3pPr marL="1371600" lvl="2" indent="-228600" algn="l">
              <a:lnSpc>
                <a:spcPct val="100000"/>
              </a:lnSpc>
              <a:spcBef>
                <a:spcPts val="210"/>
              </a:spcBef>
              <a:spcAft>
                <a:spcPts val="0"/>
              </a:spcAft>
              <a:buClr>
                <a:schemeClr val="lt1"/>
              </a:buClr>
              <a:buSzPts val="1260"/>
              <a:buFont typeface="Arial"/>
              <a:buNone/>
              <a:defRPr sz="1050">
                <a:solidFill>
                  <a:schemeClr val="lt1"/>
                </a:solidFill>
                <a:latin typeface="Arial"/>
                <a:ea typeface="Arial"/>
                <a:cs typeface="Arial"/>
                <a:sym typeface="Arial"/>
              </a:defRPr>
            </a:lvl3pPr>
            <a:lvl4pPr marL="1828800" lvl="3" indent="-228600" algn="l">
              <a:lnSpc>
                <a:spcPct val="100000"/>
              </a:lnSpc>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4pPr>
            <a:lvl5pPr marL="2286000" lvl="4" indent="-228600" algn="l">
              <a:lnSpc>
                <a:spcPct val="100000"/>
              </a:lnSpc>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5pPr>
            <a:lvl6pPr marL="2743200" lvl="5" indent="-342900" algn="l">
              <a:lnSpc>
                <a:spcPct val="100000"/>
              </a:lnSpc>
              <a:spcBef>
                <a:spcPts val="360"/>
              </a:spcBef>
              <a:spcAft>
                <a:spcPts val="0"/>
              </a:spcAft>
              <a:buClr>
                <a:schemeClr val="lt1"/>
              </a:buClr>
              <a:buSzPts val="1800"/>
              <a:buChar char="•"/>
              <a:defRPr>
                <a:solidFill>
                  <a:schemeClr val="lt1"/>
                </a:solidFill>
              </a:defRPr>
            </a:lvl6pPr>
            <a:lvl7pPr marL="3200400" lvl="6" indent="-342900" algn="l">
              <a:lnSpc>
                <a:spcPct val="100000"/>
              </a:lnSpc>
              <a:spcBef>
                <a:spcPts val="360"/>
              </a:spcBef>
              <a:spcAft>
                <a:spcPts val="0"/>
              </a:spcAft>
              <a:buClr>
                <a:schemeClr val="lt1"/>
              </a:buClr>
              <a:buSzPts val="1800"/>
              <a:buChar char="•"/>
              <a:defRPr>
                <a:solidFill>
                  <a:schemeClr val="lt1"/>
                </a:solidFill>
              </a:defRPr>
            </a:lvl7pPr>
            <a:lvl8pPr marL="3657600" lvl="7" indent="-342900" algn="l">
              <a:lnSpc>
                <a:spcPct val="100000"/>
              </a:lnSpc>
              <a:spcBef>
                <a:spcPts val="360"/>
              </a:spcBef>
              <a:spcAft>
                <a:spcPts val="0"/>
              </a:spcAft>
              <a:buClr>
                <a:schemeClr val="lt1"/>
              </a:buClr>
              <a:buSzPts val="1800"/>
              <a:buChar char="•"/>
              <a:defRPr>
                <a:solidFill>
                  <a:schemeClr val="lt1"/>
                </a:solidFill>
              </a:defRPr>
            </a:lvl8pPr>
            <a:lvl9pPr marL="4114800" lvl="8" indent="-342900" algn="l">
              <a:lnSpc>
                <a:spcPct val="100000"/>
              </a:lnSpc>
              <a:spcBef>
                <a:spcPts val="360"/>
              </a:spcBef>
              <a:spcAft>
                <a:spcPts val="0"/>
              </a:spcAft>
              <a:buClr>
                <a:schemeClr val="lt1"/>
              </a:buClr>
              <a:buSzPts val="1800"/>
              <a:buChar char="•"/>
              <a:defRPr>
                <a:solidFill>
                  <a:schemeClr val="lt1"/>
                </a:solidFill>
              </a:defRPr>
            </a:lvl9pPr>
          </a:lstStyle>
          <a:p>
            <a:endParaRPr/>
          </a:p>
        </p:txBody>
      </p:sp>
    </p:spTree>
  </p:cSld>
  <p:clrMapOvr>
    <a:masterClrMapping/>
  </p:clrMapOvr>
  <p:transition spd="slow">
    <p:push/>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No logo">
  <p:cSld name="No logo">
    <p:spTree>
      <p:nvGrpSpPr>
        <p:cNvPr id="1" name="Shape 285"/>
        <p:cNvGrpSpPr/>
        <p:nvPr/>
      </p:nvGrpSpPr>
      <p:grpSpPr>
        <a:xfrm>
          <a:off x="0" y="0"/>
          <a:ext cx="0" cy="0"/>
          <a:chOff x="0" y="0"/>
          <a:chExt cx="0" cy="0"/>
        </a:xfrm>
      </p:grpSpPr>
      <p:sp>
        <p:nvSpPr>
          <p:cNvPr id="286" name="Google Shape;286;p39"/>
          <p:cNvSpPr/>
          <p:nvPr/>
        </p:nvSpPr>
        <p:spPr>
          <a:xfrm>
            <a:off x="526900" y="976075"/>
            <a:ext cx="709200" cy="189300"/>
          </a:xfrm>
          <a:prstGeom prst="rect">
            <a:avLst/>
          </a:prstGeom>
          <a:solidFill>
            <a:schemeClr val="lt2"/>
          </a:solidFill>
          <a:ln>
            <a:noFill/>
          </a:ln>
        </p:spPr>
        <p:txBody>
          <a:bodyPr spcFirstLastPara="1" wrap="square" lIns="91425" tIns="91425" rIns="91425" bIns="91425"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dk1"/>
              </a:solidFill>
              <a:latin typeface="Plus Jakarta Sans"/>
              <a:ea typeface="Plus Jakarta Sans"/>
              <a:cs typeface="Plus Jakarta Sans"/>
              <a:sym typeface="Plus Jakarta Sans"/>
            </a:endParaRPr>
          </a:p>
        </p:txBody>
      </p:sp>
      <p:sp>
        <p:nvSpPr>
          <p:cNvPr id="287" name="Google Shape;287;p39"/>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Tree>
  </p:cSld>
  <p:clrMapOvr>
    <a:masterClrMapping/>
  </p:clrMapOvr>
  <p:transition spd="slow">
    <p:push/>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No logo 1">
  <p:cSld name="No logo 1">
    <p:bg>
      <p:bgPr>
        <a:solidFill>
          <a:schemeClr val="dk1"/>
        </a:solidFill>
        <a:effectLst/>
      </p:bgPr>
    </p:bg>
    <p:spTree>
      <p:nvGrpSpPr>
        <p:cNvPr id="1" name="Shape 288"/>
        <p:cNvGrpSpPr/>
        <p:nvPr/>
      </p:nvGrpSpPr>
      <p:grpSpPr>
        <a:xfrm>
          <a:off x="0" y="0"/>
          <a:ext cx="0" cy="0"/>
          <a:chOff x="0" y="0"/>
          <a:chExt cx="0" cy="0"/>
        </a:xfrm>
      </p:grpSpPr>
      <p:sp>
        <p:nvSpPr>
          <p:cNvPr id="289" name="Google Shape;289;p40"/>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Tree>
  </p:cSld>
  <p:clrMapOvr>
    <a:masterClrMapping/>
  </p:clrMapOvr>
  <p:transition spd="slow">
    <p:push/>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Only | White 3">
  <p:cSld name="Title Only | White 3">
    <p:spTree>
      <p:nvGrpSpPr>
        <p:cNvPr id="1" name="Shape 290"/>
        <p:cNvGrpSpPr/>
        <p:nvPr/>
      </p:nvGrpSpPr>
      <p:grpSpPr>
        <a:xfrm>
          <a:off x="0" y="0"/>
          <a:ext cx="0" cy="0"/>
          <a:chOff x="0" y="0"/>
          <a:chExt cx="0" cy="0"/>
        </a:xfrm>
      </p:grpSpPr>
      <p:sp>
        <p:nvSpPr>
          <p:cNvPr id="291" name="Google Shape;291;p41"/>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292" name="Google Shape;292;p41"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293" name="Google Shape;293;p41"/>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lnSpc>
                <a:spcPct val="100000"/>
              </a:lnSpc>
              <a:spcBef>
                <a:spcPts val="0"/>
              </a:spcBef>
              <a:spcAft>
                <a:spcPts val="0"/>
              </a:spcAft>
              <a:buClr>
                <a:srgbClr val="120046"/>
              </a:buClr>
              <a:buSzPts val="2100"/>
              <a:buNone/>
              <a:defRPr sz="23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4" name="Google Shape;294;p41"/>
          <p:cNvSpPr txBox="1">
            <a:spLocks noGrp="1"/>
          </p:cNvSpPr>
          <p:nvPr>
            <p:ph type="body" idx="1"/>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accent4"/>
              </a:buClr>
              <a:buSzPts val="1100"/>
              <a:buFont typeface="Plus Jakarta Sans SemiBold"/>
              <a:buNone/>
              <a:defRPr sz="1100" i="0">
                <a:solidFill>
                  <a:schemeClr val="accent4"/>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lnSpc>
                <a:spcPct val="100000"/>
              </a:lnSpc>
              <a:spcBef>
                <a:spcPts val="210"/>
              </a:spcBef>
              <a:spcAft>
                <a:spcPts val="0"/>
              </a:spcAft>
              <a:buSzPts val="1260"/>
              <a:buFont typeface="Arial"/>
              <a:buNone/>
              <a:defRPr sz="1050">
                <a:latin typeface="Arial"/>
                <a:ea typeface="Arial"/>
                <a:cs typeface="Arial"/>
                <a:sym typeface="Arial"/>
              </a:defRPr>
            </a:lvl3pPr>
            <a:lvl4pPr marL="1828800" lvl="3"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transition spd="slow">
    <p:push/>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Only | Twilight 3">
  <p:cSld name="Title Only | Twilight 3">
    <p:bg>
      <p:bgPr>
        <a:solidFill>
          <a:schemeClr val="accent3"/>
        </a:solidFill>
        <a:effectLst/>
      </p:bgPr>
    </p:bg>
    <p:spTree>
      <p:nvGrpSpPr>
        <p:cNvPr id="1" name="Shape 295"/>
        <p:cNvGrpSpPr/>
        <p:nvPr/>
      </p:nvGrpSpPr>
      <p:grpSpPr>
        <a:xfrm>
          <a:off x="0" y="0"/>
          <a:ext cx="0" cy="0"/>
          <a:chOff x="0" y="0"/>
          <a:chExt cx="0" cy="0"/>
        </a:xfrm>
      </p:grpSpPr>
      <p:sp>
        <p:nvSpPr>
          <p:cNvPr id="296" name="Google Shape;296;p42"/>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297" name="Google Shape;297;p42"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298" name="Google Shape;298;p42"/>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lnSpc>
                <a:spcPct val="100000"/>
              </a:lnSpc>
              <a:spcBef>
                <a:spcPts val="0"/>
              </a:spcBef>
              <a:spcAft>
                <a:spcPts val="0"/>
              </a:spcAft>
              <a:buClr>
                <a:schemeClr val="lt1"/>
              </a:buClr>
              <a:buSzPts val="2100"/>
              <a:buNone/>
              <a:defRPr sz="23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9" name="Google Shape;299;p42"/>
          <p:cNvSpPr txBox="1">
            <a:spLocks noGrp="1"/>
          </p:cNvSpPr>
          <p:nvPr>
            <p:ph type="body" idx="1"/>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lt1"/>
              </a:buClr>
              <a:buSzPts val="1100"/>
              <a:buFont typeface="Plus Jakarta Sans SemiBold"/>
              <a:buNone/>
              <a:defRPr sz="1100" i="0">
                <a:solidFill>
                  <a:schemeClr val="lt1"/>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lnSpc>
                <a:spcPct val="100000"/>
              </a:lnSpc>
              <a:spcBef>
                <a:spcPts val="210"/>
              </a:spcBef>
              <a:spcAft>
                <a:spcPts val="0"/>
              </a:spcAft>
              <a:buSzPts val="1260"/>
              <a:buFont typeface="Arial"/>
              <a:buNone/>
              <a:defRPr sz="1050">
                <a:latin typeface="Arial"/>
                <a:ea typeface="Arial"/>
                <a:cs typeface="Arial"/>
                <a:sym typeface="Arial"/>
              </a:defRPr>
            </a:lvl3pPr>
            <a:lvl4pPr marL="1828800" lvl="3"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transition spd="slow">
    <p:push/>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Cover Slide | Nodes on the Left | Twilight">
  <p:cSld name="Cover Slide | Nodes on the Left | Twilight">
    <p:bg>
      <p:bgPr>
        <a:solidFill>
          <a:schemeClr val="dk1"/>
        </a:solidFill>
        <a:effectLst/>
      </p:bgPr>
    </p:bg>
    <p:spTree>
      <p:nvGrpSpPr>
        <p:cNvPr id="1" name="Shape 300"/>
        <p:cNvGrpSpPr/>
        <p:nvPr/>
      </p:nvGrpSpPr>
      <p:grpSpPr>
        <a:xfrm>
          <a:off x="0" y="0"/>
          <a:ext cx="0" cy="0"/>
          <a:chOff x="0" y="0"/>
          <a:chExt cx="0" cy="0"/>
        </a:xfrm>
      </p:grpSpPr>
      <p:sp>
        <p:nvSpPr>
          <p:cNvPr id="301" name="Google Shape;301;p43"/>
          <p:cNvSpPr/>
          <p:nvPr/>
        </p:nvSpPr>
        <p:spPr>
          <a:xfrm>
            <a:off x="261600" y="4630175"/>
            <a:ext cx="2553000" cy="4686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dk1"/>
              </a:solidFill>
              <a:latin typeface="Plus Jakarta Sans"/>
              <a:ea typeface="Plus Jakarta Sans"/>
              <a:cs typeface="Plus Jakarta Sans"/>
              <a:sym typeface="Plus Jakarta Sans"/>
            </a:endParaRPr>
          </a:p>
        </p:txBody>
      </p:sp>
      <p:sp>
        <p:nvSpPr>
          <p:cNvPr id="302" name="Google Shape;302;p43"/>
          <p:cNvSpPr txBox="1">
            <a:spLocks noGrp="1"/>
          </p:cNvSpPr>
          <p:nvPr>
            <p:ph type="body" idx="1"/>
          </p:nvPr>
        </p:nvSpPr>
        <p:spPr>
          <a:xfrm>
            <a:off x="3670625" y="4491831"/>
            <a:ext cx="3505200" cy="274500"/>
          </a:xfrm>
          <a:prstGeom prst="rect">
            <a:avLst/>
          </a:prstGeom>
          <a:noFill/>
          <a:ln>
            <a:noFill/>
          </a:ln>
        </p:spPr>
        <p:txBody>
          <a:bodyPr spcFirstLastPara="1" wrap="square" lIns="0" tIns="45700" rIns="91425" bIns="45700" anchor="t" anchorCtr="0">
            <a:noAutofit/>
          </a:bodyPr>
          <a:lstStyle>
            <a:lvl1pPr marL="457200" lvl="0" indent="-228600" algn="l">
              <a:lnSpc>
                <a:spcPct val="100000"/>
              </a:lnSpc>
              <a:spcBef>
                <a:spcPts val="0"/>
              </a:spcBef>
              <a:spcAft>
                <a:spcPts val="0"/>
              </a:spcAft>
              <a:buClr>
                <a:schemeClr val="lt1"/>
              </a:buClr>
              <a:buSzPts val="1300"/>
              <a:buFont typeface="Plus Jakarta Sans"/>
              <a:buNone/>
              <a:defRPr sz="1300" b="0" i="0">
                <a:solidFill>
                  <a:schemeClr val="lt1"/>
                </a:solidFill>
                <a:latin typeface="Plus Jakarta Sans"/>
                <a:ea typeface="Plus Jakarta Sans"/>
                <a:cs typeface="Plus Jakarta Sans"/>
                <a:sym typeface="Plus Jakarta Sans"/>
              </a:defRPr>
            </a:lvl1pPr>
            <a:lvl2pPr marL="914400" lvl="1" indent="-228600" algn="l">
              <a:lnSpc>
                <a:spcPct val="129090"/>
              </a:lnSpc>
              <a:spcBef>
                <a:spcPts val="500"/>
              </a:spcBef>
              <a:spcAft>
                <a:spcPts val="0"/>
              </a:spcAft>
              <a:buSzPts val="1320"/>
              <a:buFont typeface="Plus Jakarta Sans"/>
              <a:buNone/>
              <a:defRPr>
                <a:solidFill>
                  <a:schemeClr val="lt1"/>
                </a:solidFill>
              </a:defRPr>
            </a:lvl2pPr>
            <a:lvl3pPr marL="1371600" lvl="2" indent="-304800" algn="l">
              <a:lnSpc>
                <a:spcPct val="100000"/>
              </a:lnSpc>
              <a:spcBef>
                <a:spcPts val="200"/>
              </a:spcBef>
              <a:spcAft>
                <a:spcPts val="0"/>
              </a:spcAft>
              <a:buSzPts val="1200"/>
              <a:buChar char="•"/>
              <a:defRPr>
                <a:solidFill>
                  <a:schemeClr val="lt1"/>
                </a:solidFill>
              </a:defRPr>
            </a:lvl3pPr>
            <a:lvl4pPr marL="1828800" lvl="3" indent="-279400" algn="l">
              <a:lnSpc>
                <a:spcPct val="100000"/>
              </a:lnSpc>
              <a:spcBef>
                <a:spcPts val="160"/>
              </a:spcBef>
              <a:spcAft>
                <a:spcPts val="0"/>
              </a:spcAft>
              <a:buClr>
                <a:schemeClr val="lt1"/>
              </a:buClr>
              <a:buSzPts val="800"/>
              <a:buChar char="–"/>
              <a:defRPr>
                <a:solidFill>
                  <a:schemeClr val="lt1"/>
                </a:solidFill>
              </a:defRPr>
            </a:lvl4pPr>
            <a:lvl5pPr marL="2286000" lvl="4" indent="-279400" algn="l">
              <a:lnSpc>
                <a:spcPct val="100000"/>
              </a:lnSpc>
              <a:spcBef>
                <a:spcPts val="160"/>
              </a:spcBef>
              <a:spcAft>
                <a:spcPts val="0"/>
              </a:spcAft>
              <a:buClr>
                <a:schemeClr val="lt1"/>
              </a:buClr>
              <a:buSzPts val="800"/>
              <a:buChar char="»"/>
              <a:defRPr>
                <a:solidFill>
                  <a:schemeClr val="lt1"/>
                </a:solidFil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303" name="Google Shape;303;p43"/>
          <p:cNvSpPr/>
          <p:nvPr/>
        </p:nvSpPr>
        <p:spPr>
          <a:xfrm>
            <a:off x="529300" y="1027300"/>
            <a:ext cx="1306200" cy="4041600"/>
          </a:xfrm>
          <a:prstGeom prst="rect">
            <a:avLst/>
          </a:prstGeom>
          <a:solidFill>
            <a:schemeClr val="dk1"/>
          </a:solidFill>
          <a:ln>
            <a:noFill/>
          </a:ln>
        </p:spPr>
        <p:txBody>
          <a:bodyPr spcFirstLastPara="1" wrap="square" lIns="91425" tIns="91425" rIns="91425" bIns="91425"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dk1"/>
              </a:solidFill>
              <a:latin typeface="Plus Jakarta Sans"/>
              <a:ea typeface="Plus Jakarta Sans"/>
              <a:cs typeface="Plus Jakarta Sans"/>
              <a:sym typeface="Plus Jakarta Sans"/>
            </a:endParaRPr>
          </a:p>
        </p:txBody>
      </p:sp>
      <p:pic>
        <p:nvPicPr>
          <p:cNvPr id="304" name="Google Shape;304;p43"/>
          <p:cNvPicPr preferRelativeResize="0"/>
          <p:nvPr/>
        </p:nvPicPr>
        <p:blipFill rotWithShape="1">
          <a:blip r:embed="rId2">
            <a:alphaModFix/>
          </a:blip>
          <a:srcRect/>
          <a:stretch/>
        </p:blipFill>
        <p:spPr>
          <a:xfrm>
            <a:off x="3670625" y="1363032"/>
            <a:ext cx="2321469" cy="285093"/>
          </a:xfrm>
          <a:prstGeom prst="rect">
            <a:avLst/>
          </a:prstGeom>
          <a:noFill/>
          <a:ln>
            <a:noFill/>
          </a:ln>
        </p:spPr>
      </p:pic>
      <p:pic>
        <p:nvPicPr>
          <p:cNvPr id="305" name="Google Shape;305;p43"/>
          <p:cNvPicPr preferRelativeResize="0"/>
          <p:nvPr/>
        </p:nvPicPr>
        <p:blipFill rotWithShape="1">
          <a:blip r:embed="rId3">
            <a:alphaModFix/>
          </a:blip>
          <a:srcRect l="-42" t="23551" r="28736" b="9175"/>
          <a:stretch/>
        </p:blipFill>
        <p:spPr>
          <a:xfrm rot="10800000">
            <a:off x="4301" y="-4301"/>
            <a:ext cx="3102049" cy="5155101"/>
          </a:xfrm>
          <a:prstGeom prst="rect">
            <a:avLst/>
          </a:prstGeom>
          <a:noFill/>
          <a:ln>
            <a:noFill/>
          </a:ln>
        </p:spPr>
      </p:pic>
      <p:sp>
        <p:nvSpPr>
          <p:cNvPr id="306" name="Google Shape;306;p43"/>
          <p:cNvSpPr txBox="1">
            <a:spLocks noGrp="1"/>
          </p:cNvSpPr>
          <p:nvPr>
            <p:ph type="title"/>
          </p:nvPr>
        </p:nvSpPr>
        <p:spPr>
          <a:xfrm>
            <a:off x="3670625" y="2160475"/>
            <a:ext cx="5862600" cy="612900"/>
          </a:xfrm>
          <a:prstGeom prst="rect">
            <a:avLst/>
          </a:prstGeom>
          <a:noFill/>
          <a:ln>
            <a:noFill/>
          </a:ln>
        </p:spPr>
        <p:txBody>
          <a:bodyPr spcFirstLastPara="1" wrap="square" lIns="0" tIns="45700" rIns="91425" bIns="45700" anchor="b" anchorCtr="0">
            <a:noAutofit/>
          </a:bodyPr>
          <a:lstStyle>
            <a:lvl1pPr lvl="0" algn="l">
              <a:lnSpc>
                <a:spcPct val="100000"/>
              </a:lnSpc>
              <a:spcBef>
                <a:spcPts val="0"/>
              </a:spcBef>
              <a:spcAft>
                <a:spcPts val="0"/>
              </a:spcAft>
              <a:buClr>
                <a:schemeClr val="lt1"/>
              </a:buClr>
              <a:buSzPts val="2100"/>
              <a:buNone/>
              <a:defRPr sz="23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7" name="Google Shape;307;p43"/>
          <p:cNvSpPr txBox="1">
            <a:spLocks noGrp="1"/>
          </p:cNvSpPr>
          <p:nvPr>
            <p:ph type="body" idx="2"/>
          </p:nvPr>
        </p:nvSpPr>
        <p:spPr>
          <a:xfrm>
            <a:off x="3670625" y="2856575"/>
            <a:ext cx="5862600" cy="570000"/>
          </a:xfrm>
          <a:prstGeom prst="rect">
            <a:avLst/>
          </a:prstGeom>
          <a:noFill/>
          <a:ln>
            <a:noFill/>
          </a:ln>
        </p:spPr>
        <p:txBody>
          <a:bodyPr spcFirstLastPara="1" wrap="square" lIns="0" tIns="45700" rIns="91425" bIns="45700" anchor="t" anchorCtr="0">
            <a:noAutofit/>
          </a:bodyPr>
          <a:lstStyle>
            <a:lvl1pPr marL="457200" lvl="0" indent="-228600" algn="l">
              <a:lnSpc>
                <a:spcPct val="100000"/>
              </a:lnSpc>
              <a:spcBef>
                <a:spcPts val="0"/>
              </a:spcBef>
              <a:spcAft>
                <a:spcPts val="0"/>
              </a:spcAft>
              <a:buClr>
                <a:schemeClr val="lt1"/>
              </a:buClr>
              <a:buSzPts val="1800"/>
              <a:buFont typeface="Plus Jakarta Sans SemiBold"/>
              <a:buNone/>
              <a:defRPr>
                <a:solidFill>
                  <a:schemeClr val="lt1"/>
                </a:solidFill>
                <a:latin typeface="Plus Jakarta Sans SemiBold"/>
                <a:ea typeface="Plus Jakarta Sans SemiBold"/>
                <a:cs typeface="Plus Jakarta Sans SemiBold"/>
                <a:sym typeface="Plus Jakarta Sans SemiBold"/>
              </a:defRPr>
            </a:lvl1pPr>
            <a:lvl2pPr marL="914400" lvl="1" indent="-228600" algn="l">
              <a:lnSpc>
                <a:spcPct val="78888"/>
              </a:lnSpc>
              <a:spcBef>
                <a:spcPts val="500"/>
              </a:spcBef>
              <a:spcAft>
                <a:spcPts val="0"/>
              </a:spcAft>
              <a:buSzPts val="2160"/>
              <a:buNone/>
              <a:defRPr/>
            </a:lvl2pPr>
            <a:lvl3pPr marL="1371600" lvl="2" indent="-365760" algn="l">
              <a:lnSpc>
                <a:spcPct val="100000"/>
              </a:lnSpc>
              <a:spcBef>
                <a:spcPts val="360"/>
              </a:spcBef>
              <a:spcAft>
                <a:spcPts val="0"/>
              </a:spcAft>
              <a:buSzPts val="2160"/>
              <a:buChar char="•"/>
              <a:defRPr/>
            </a:lvl3pPr>
            <a:lvl4pPr marL="1828800" lvl="3" indent="-342900" algn="l">
              <a:lnSpc>
                <a:spcPct val="100000"/>
              </a:lnSpc>
              <a:spcBef>
                <a:spcPts val="360"/>
              </a:spcBef>
              <a:spcAft>
                <a:spcPts val="0"/>
              </a:spcAft>
              <a:buClr>
                <a:srgbClr val="4F22FE"/>
              </a:buClr>
              <a:buSzPts val="1800"/>
              <a:buChar char="–"/>
              <a:defRPr/>
            </a:lvl4pPr>
            <a:lvl5pPr marL="2286000" lvl="4" indent="-342900" algn="l">
              <a:lnSpc>
                <a:spcPct val="100000"/>
              </a:lnSpc>
              <a:spcBef>
                <a:spcPts val="360"/>
              </a:spcBef>
              <a:spcAft>
                <a:spcPts val="0"/>
              </a:spcAft>
              <a:buClr>
                <a:srgbClr val="4F22FE"/>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308" name="Google Shape;308;p43"/>
          <p:cNvSpPr txBox="1"/>
          <p:nvPr/>
        </p:nvSpPr>
        <p:spPr>
          <a:xfrm>
            <a:off x="380125" y="4737800"/>
            <a:ext cx="4613700" cy="2877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Clr>
                <a:schemeClr val="lt1"/>
              </a:buClr>
              <a:buSzPts val="600"/>
              <a:buFont typeface="Plus Jakarta Sans"/>
              <a:buNone/>
            </a:pPr>
            <a:r>
              <a:rPr lang="en" sz="600" b="0" i="0" u="none" strike="noStrike" cap="none">
                <a:solidFill>
                  <a:schemeClr val="lt1"/>
                </a:solidFill>
                <a:latin typeface="Plus Jakarta Sans"/>
                <a:ea typeface="Plus Jakarta Sans"/>
                <a:cs typeface="Plus Jakarta Sans"/>
                <a:sym typeface="Plus Jakarta Sans"/>
              </a:rPr>
              <a:t>©2025 Cloudera, Inc. All Rights Reserved.</a:t>
            </a:r>
            <a:endParaRPr sz="600" b="0" i="0" u="none" strike="noStrike" cap="none">
              <a:solidFill>
                <a:schemeClr val="lt1"/>
              </a:solidFill>
              <a:latin typeface="Plus Jakarta Sans"/>
              <a:ea typeface="Plus Jakarta Sans"/>
              <a:cs typeface="Plus Jakarta Sans"/>
              <a:sym typeface="Plus Jakarta Sans"/>
            </a:endParaRPr>
          </a:p>
        </p:txBody>
      </p:sp>
    </p:spTree>
  </p:cSld>
  <p:clrMapOvr>
    <a:masterClrMapping/>
  </p:clrMapOvr>
  <p:transition spd="slow">
    <p:push/>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Cover Slide | Nodes on the Left | White">
  <p:cSld name="Cover Slide | Nodes on the Left | White">
    <p:bg>
      <p:bgPr>
        <a:solidFill>
          <a:schemeClr val="lt1"/>
        </a:solidFill>
        <a:effectLst/>
      </p:bgPr>
    </p:bg>
    <p:spTree>
      <p:nvGrpSpPr>
        <p:cNvPr id="1" name="Shape 309"/>
        <p:cNvGrpSpPr/>
        <p:nvPr/>
      </p:nvGrpSpPr>
      <p:grpSpPr>
        <a:xfrm>
          <a:off x="0" y="0"/>
          <a:ext cx="0" cy="0"/>
          <a:chOff x="0" y="0"/>
          <a:chExt cx="0" cy="0"/>
        </a:xfrm>
      </p:grpSpPr>
      <p:sp>
        <p:nvSpPr>
          <p:cNvPr id="310" name="Google Shape;310;p44"/>
          <p:cNvSpPr/>
          <p:nvPr/>
        </p:nvSpPr>
        <p:spPr>
          <a:xfrm>
            <a:off x="261600" y="4630175"/>
            <a:ext cx="2553000" cy="468600"/>
          </a:xfrm>
          <a:prstGeom prst="rect">
            <a:avLst/>
          </a:prstGeom>
          <a:solidFill>
            <a:schemeClr val="lt2"/>
          </a:solidFill>
          <a:ln>
            <a:noFill/>
          </a:ln>
        </p:spPr>
        <p:txBody>
          <a:bodyPr spcFirstLastPara="1" wrap="square" lIns="91425" tIns="91425" rIns="91425" bIns="91425"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dk1"/>
              </a:solidFill>
              <a:latin typeface="Plus Jakarta Sans"/>
              <a:ea typeface="Plus Jakarta Sans"/>
              <a:cs typeface="Plus Jakarta Sans"/>
              <a:sym typeface="Plus Jakarta Sans"/>
            </a:endParaRPr>
          </a:p>
        </p:txBody>
      </p:sp>
      <p:sp>
        <p:nvSpPr>
          <p:cNvPr id="311" name="Google Shape;311;p44"/>
          <p:cNvSpPr txBox="1">
            <a:spLocks noGrp="1"/>
          </p:cNvSpPr>
          <p:nvPr>
            <p:ph type="body" idx="1"/>
          </p:nvPr>
        </p:nvSpPr>
        <p:spPr>
          <a:xfrm>
            <a:off x="3670625" y="4491831"/>
            <a:ext cx="3505200" cy="274500"/>
          </a:xfrm>
          <a:prstGeom prst="rect">
            <a:avLst/>
          </a:prstGeom>
          <a:noFill/>
          <a:ln>
            <a:noFill/>
          </a:ln>
        </p:spPr>
        <p:txBody>
          <a:bodyPr spcFirstLastPara="1" wrap="square" lIns="0" tIns="45700" rIns="91425" bIns="45700" anchor="t" anchorCtr="0">
            <a:noAutofit/>
          </a:bodyPr>
          <a:lstStyle>
            <a:lvl1pPr marL="457200" lvl="0" indent="-228600" algn="l">
              <a:lnSpc>
                <a:spcPct val="100000"/>
              </a:lnSpc>
              <a:spcBef>
                <a:spcPts val="0"/>
              </a:spcBef>
              <a:spcAft>
                <a:spcPts val="0"/>
              </a:spcAft>
              <a:buClr>
                <a:schemeClr val="dk1"/>
              </a:buClr>
              <a:buSzPts val="1300"/>
              <a:buFont typeface="Plus Jakarta Sans"/>
              <a:buNone/>
              <a:defRPr sz="1300" b="0" i="0">
                <a:solidFill>
                  <a:schemeClr val="dk1"/>
                </a:solidFill>
                <a:latin typeface="Plus Jakarta Sans"/>
                <a:ea typeface="Plus Jakarta Sans"/>
                <a:cs typeface="Plus Jakarta Sans"/>
                <a:sym typeface="Plus Jakarta Sans"/>
              </a:defRPr>
            </a:lvl1pPr>
            <a:lvl2pPr marL="914400" lvl="1" indent="-228600" algn="l">
              <a:lnSpc>
                <a:spcPct val="129090"/>
              </a:lnSpc>
              <a:spcBef>
                <a:spcPts val="500"/>
              </a:spcBef>
              <a:spcAft>
                <a:spcPts val="0"/>
              </a:spcAft>
              <a:buClr>
                <a:srgbClr val="1F2A32"/>
              </a:buClr>
              <a:buSzPts val="1320"/>
              <a:buFont typeface="Plus Jakarta Sans"/>
              <a:buNone/>
              <a:defRPr>
                <a:solidFill>
                  <a:srgbClr val="1F2A32"/>
                </a:solidFill>
              </a:defRPr>
            </a:lvl2pPr>
            <a:lvl3pPr marL="1371600" lvl="2" indent="-304800" algn="l">
              <a:lnSpc>
                <a:spcPct val="100000"/>
              </a:lnSpc>
              <a:spcBef>
                <a:spcPts val="200"/>
              </a:spcBef>
              <a:spcAft>
                <a:spcPts val="0"/>
              </a:spcAft>
              <a:buClr>
                <a:srgbClr val="4E5661"/>
              </a:buClr>
              <a:buSzPts val="1200"/>
              <a:buChar char="•"/>
              <a:defRPr>
                <a:solidFill>
                  <a:srgbClr val="4E5661"/>
                </a:solidFill>
              </a:defRPr>
            </a:lvl3pPr>
            <a:lvl4pPr marL="1828800" lvl="3" indent="-279400" algn="l">
              <a:lnSpc>
                <a:spcPct val="100000"/>
              </a:lnSpc>
              <a:spcBef>
                <a:spcPts val="160"/>
              </a:spcBef>
              <a:spcAft>
                <a:spcPts val="0"/>
              </a:spcAft>
              <a:buClr>
                <a:srgbClr val="4E5661"/>
              </a:buClr>
              <a:buSzPts val="800"/>
              <a:buChar char="–"/>
              <a:defRPr>
                <a:solidFill>
                  <a:srgbClr val="4E5661"/>
                </a:solidFill>
              </a:defRPr>
            </a:lvl4pPr>
            <a:lvl5pPr marL="2286000" lvl="4" indent="-279400" algn="l">
              <a:lnSpc>
                <a:spcPct val="100000"/>
              </a:lnSpc>
              <a:spcBef>
                <a:spcPts val="160"/>
              </a:spcBef>
              <a:spcAft>
                <a:spcPts val="0"/>
              </a:spcAft>
              <a:buClr>
                <a:srgbClr val="4E5661"/>
              </a:buClr>
              <a:buSzPts val="800"/>
              <a:buChar char="»"/>
              <a:defRPr>
                <a:solidFill>
                  <a:srgbClr val="4E5661"/>
                </a:solidFill>
              </a:defRPr>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312" name="Google Shape;312;p44"/>
          <p:cNvSpPr/>
          <p:nvPr/>
        </p:nvSpPr>
        <p:spPr>
          <a:xfrm>
            <a:off x="529300" y="991125"/>
            <a:ext cx="1306200" cy="4077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lt1"/>
              </a:solidFill>
              <a:latin typeface="Plus Jakarta Sans"/>
              <a:ea typeface="Plus Jakarta Sans"/>
              <a:cs typeface="Plus Jakarta Sans"/>
              <a:sym typeface="Plus Jakarta Sans"/>
            </a:endParaRPr>
          </a:p>
        </p:txBody>
      </p:sp>
      <p:pic>
        <p:nvPicPr>
          <p:cNvPr id="313" name="Google Shape;313;p44"/>
          <p:cNvPicPr preferRelativeResize="0"/>
          <p:nvPr/>
        </p:nvPicPr>
        <p:blipFill rotWithShape="1">
          <a:blip r:embed="rId2">
            <a:alphaModFix/>
          </a:blip>
          <a:srcRect/>
          <a:stretch/>
        </p:blipFill>
        <p:spPr>
          <a:xfrm>
            <a:off x="3670625" y="1363032"/>
            <a:ext cx="2321469" cy="285093"/>
          </a:xfrm>
          <a:prstGeom prst="rect">
            <a:avLst/>
          </a:prstGeom>
          <a:noFill/>
          <a:ln>
            <a:noFill/>
          </a:ln>
        </p:spPr>
      </p:pic>
      <p:pic>
        <p:nvPicPr>
          <p:cNvPr id="314" name="Google Shape;314;p44"/>
          <p:cNvPicPr preferRelativeResize="0"/>
          <p:nvPr/>
        </p:nvPicPr>
        <p:blipFill rotWithShape="1">
          <a:blip r:embed="rId3">
            <a:alphaModFix/>
          </a:blip>
          <a:srcRect l="49" t="23652" r="28735" b="9228"/>
          <a:stretch/>
        </p:blipFill>
        <p:spPr>
          <a:xfrm rot="10800000">
            <a:off x="4976" y="-4300"/>
            <a:ext cx="3101374" cy="5148975"/>
          </a:xfrm>
          <a:prstGeom prst="rect">
            <a:avLst/>
          </a:prstGeom>
          <a:noFill/>
          <a:ln>
            <a:noFill/>
          </a:ln>
        </p:spPr>
      </p:pic>
      <p:sp>
        <p:nvSpPr>
          <p:cNvPr id="315" name="Google Shape;315;p44"/>
          <p:cNvSpPr txBox="1">
            <a:spLocks noGrp="1"/>
          </p:cNvSpPr>
          <p:nvPr>
            <p:ph type="title"/>
          </p:nvPr>
        </p:nvSpPr>
        <p:spPr>
          <a:xfrm>
            <a:off x="3670625" y="2160475"/>
            <a:ext cx="5862600" cy="612900"/>
          </a:xfrm>
          <a:prstGeom prst="rect">
            <a:avLst/>
          </a:prstGeom>
          <a:noFill/>
          <a:ln>
            <a:noFill/>
          </a:ln>
        </p:spPr>
        <p:txBody>
          <a:bodyPr spcFirstLastPara="1" wrap="square" lIns="0" tIns="45700" rIns="91425" bIns="45700" anchor="b" anchorCtr="0">
            <a:noAutofit/>
          </a:bodyPr>
          <a:lstStyle>
            <a:lvl1pPr lvl="0" algn="l">
              <a:lnSpc>
                <a:spcPct val="100000"/>
              </a:lnSpc>
              <a:spcBef>
                <a:spcPts val="0"/>
              </a:spcBef>
              <a:spcAft>
                <a:spcPts val="0"/>
              </a:spcAft>
              <a:buClr>
                <a:schemeClr val="dk1"/>
              </a:buClr>
              <a:buSzPts val="2100"/>
              <a:buNone/>
              <a:defRPr sz="2300">
                <a:solidFill>
                  <a:schemeClr val="dk1"/>
                </a:solidFill>
              </a:defRPr>
            </a:lvl1pPr>
            <a:lvl2pPr lvl="1" algn="l">
              <a:lnSpc>
                <a:spcPct val="100000"/>
              </a:lnSpc>
              <a:spcBef>
                <a:spcPts val="0"/>
              </a:spcBef>
              <a:spcAft>
                <a:spcPts val="0"/>
              </a:spcAft>
              <a:buClr>
                <a:schemeClr val="dk1"/>
              </a:buClr>
              <a:buSzPts val="1400"/>
              <a:buNone/>
              <a:defRPr>
                <a:solidFill>
                  <a:schemeClr val="dk1"/>
                </a:solidFill>
              </a:defRPr>
            </a:lvl2pPr>
            <a:lvl3pPr lvl="2" algn="l">
              <a:lnSpc>
                <a:spcPct val="100000"/>
              </a:lnSpc>
              <a:spcBef>
                <a:spcPts val="0"/>
              </a:spcBef>
              <a:spcAft>
                <a:spcPts val="0"/>
              </a:spcAft>
              <a:buClr>
                <a:schemeClr val="dk1"/>
              </a:buClr>
              <a:buSzPts val="1400"/>
              <a:buNone/>
              <a:defRPr>
                <a:solidFill>
                  <a:schemeClr val="dk1"/>
                </a:solidFill>
              </a:defRPr>
            </a:lvl3pPr>
            <a:lvl4pPr lvl="3" algn="l">
              <a:lnSpc>
                <a:spcPct val="100000"/>
              </a:lnSpc>
              <a:spcBef>
                <a:spcPts val="0"/>
              </a:spcBef>
              <a:spcAft>
                <a:spcPts val="0"/>
              </a:spcAft>
              <a:buClr>
                <a:schemeClr val="dk1"/>
              </a:buClr>
              <a:buSzPts val="1400"/>
              <a:buNone/>
              <a:defRPr>
                <a:solidFill>
                  <a:schemeClr val="dk1"/>
                </a:solidFill>
              </a:defRPr>
            </a:lvl4pPr>
            <a:lvl5pPr lvl="4" algn="l">
              <a:lnSpc>
                <a:spcPct val="100000"/>
              </a:lnSpc>
              <a:spcBef>
                <a:spcPts val="0"/>
              </a:spcBef>
              <a:spcAft>
                <a:spcPts val="0"/>
              </a:spcAft>
              <a:buClr>
                <a:schemeClr val="dk1"/>
              </a:buClr>
              <a:buSzPts val="1400"/>
              <a:buNone/>
              <a:defRPr>
                <a:solidFill>
                  <a:schemeClr val="dk1"/>
                </a:solidFill>
              </a:defRPr>
            </a:lvl5pPr>
            <a:lvl6pPr lvl="5" algn="l">
              <a:lnSpc>
                <a:spcPct val="100000"/>
              </a:lnSpc>
              <a:spcBef>
                <a:spcPts val="0"/>
              </a:spcBef>
              <a:spcAft>
                <a:spcPts val="0"/>
              </a:spcAft>
              <a:buClr>
                <a:schemeClr val="dk1"/>
              </a:buClr>
              <a:buSzPts val="1400"/>
              <a:buNone/>
              <a:defRPr>
                <a:solidFill>
                  <a:schemeClr val="dk1"/>
                </a:solidFill>
              </a:defRPr>
            </a:lvl6pPr>
            <a:lvl7pPr lvl="6" algn="l">
              <a:lnSpc>
                <a:spcPct val="100000"/>
              </a:lnSpc>
              <a:spcBef>
                <a:spcPts val="0"/>
              </a:spcBef>
              <a:spcAft>
                <a:spcPts val="0"/>
              </a:spcAft>
              <a:buClr>
                <a:schemeClr val="dk1"/>
              </a:buClr>
              <a:buSzPts val="1400"/>
              <a:buNone/>
              <a:defRPr>
                <a:solidFill>
                  <a:schemeClr val="dk1"/>
                </a:solidFill>
              </a:defRPr>
            </a:lvl7pPr>
            <a:lvl8pPr lvl="7" algn="l">
              <a:lnSpc>
                <a:spcPct val="100000"/>
              </a:lnSpc>
              <a:spcBef>
                <a:spcPts val="0"/>
              </a:spcBef>
              <a:spcAft>
                <a:spcPts val="0"/>
              </a:spcAft>
              <a:buClr>
                <a:schemeClr val="dk1"/>
              </a:buClr>
              <a:buSzPts val="1400"/>
              <a:buNone/>
              <a:defRPr>
                <a:solidFill>
                  <a:schemeClr val="dk1"/>
                </a:solidFill>
              </a:defRPr>
            </a:lvl8pPr>
            <a:lvl9pPr lvl="8" algn="l">
              <a:lnSpc>
                <a:spcPct val="100000"/>
              </a:lnSpc>
              <a:spcBef>
                <a:spcPts val="0"/>
              </a:spcBef>
              <a:spcAft>
                <a:spcPts val="0"/>
              </a:spcAft>
              <a:buClr>
                <a:schemeClr val="dk1"/>
              </a:buClr>
              <a:buSzPts val="1400"/>
              <a:buNone/>
              <a:defRPr>
                <a:solidFill>
                  <a:schemeClr val="dk1"/>
                </a:solidFill>
              </a:defRPr>
            </a:lvl9pPr>
          </a:lstStyle>
          <a:p>
            <a:endParaRPr/>
          </a:p>
        </p:txBody>
      </p:sp>
      <p:sp>
        <p:nvSpPr>
          <p:cNvPr id="316" name="Google Shape;316;p44"/>
          <p:cNvSpPr txBox="1">
            <a:spLocks noGrp="1"/>
          </p:cNvSpPr>
          <p:nvPr>
            <p:ph type="body" idx="2"/>
          </p:nvPr>
        </p:nvSpPr>
        <p:spPr>
          <a:xfrm>
            <a:off x="3670625" y="2856575"/>
            <a:ext cx="5862600" cy="570000"/>
          </a:xfrm>
          <a:prstGeom prst="rect">
            <a:avLst/>
          </a:prstGeom>
          <a:noFill/>
          <a:ln>
            <a:noFill/>
          </a:ln>
        </p:spPr>
        <p:txBody>
          <a:bodyPr spcFirstLastPara="1" wrap="square" lIns="0" tIns="45700" rIns="91425" bIns="45700" anchor="t" anchorCtr="0">
            <a:noAutofit/>
          </a:bodyPr>
          <a:lstStyle>
            <a:lvl1pPr marL="457200" lvl="0" indent="-228600" algn="l">
              <a:lnSpc>
                <a:spcPct val="100000"/>
              </a:lnSpc>
              <a:spcBef>
                <a:spcPts val="0"/>
              </a:spcBef>
              <a:spcAft>
                <a:spcPts val="0"/>
              </a:spcAft>
              <a:buClr>
                <a:schemeClr val="accent2"/>
              </a:buClr>
              <a:buSzPts val="1800"/>
              <a:buFont typeface="Plus Jakarta Sans SemiBold"/>
              <a:buNone/>
              <a:defRPr>
                <a:solidFill>
                  <a:schemeClr val="accent2"/>
                </a:solidFill>
                <a:latin typeface="Plus Jakarta Sans SemiBold"/>
                <a:ea typeface="Plus Jakarta Sans SemiBold"/>
                <a:cs typeface="Plus Jakarta Sans SemiBold"/>
                <a:sym typeface="Plus Jakarta Sans SemiBold"/>
              </a:defRPr>
            </a:lvl1pPr>
            <a:lvl2pPr marL="914400" lvl="1" indent="-228600" algn="l">
              <a:lnSpc>
                <a:spcPct val="78888"/>
              </a:lnSpc>
              <a:spcBef>
                <a:spcPts val="500"/>
              </a:spcBef>
              <a:spcAft>
                <a:spcPts val="0"/>
              </a:spcAft>
              <a:buSzPts val="2160"/>
              <a:buNone/>
              <a:defRPr/>
            </a:lvl2pPr>
            <a:lvl3pPr marL="1371600" lvl="2" indent="-365760" algn="l">
              <a:lnSpc>
                <a:spcPct val="100000"/>
              </a:lnSpc>
              <a:spcBef>
                <a:spcPts val="360"/>
              </a:spcBef>
              <a:spcAft>
                <a:spcPts val="0"/>
              </a:spcAft>
              <a:buSzPts val="2160"/>
              <a:buChar char="•"/>
              <a:defRPr/>
            </a:lvl3pPr>
            <a:lvl4pPr marL="1828800" lvl="3" indent="-342900" algn="l">
              <a:lnSpc>
                <a:spcPct val="100000"/>
              </a:lnSpc>
              <a:spcBef>
                <a:spcPts val="360"/>
              </a:spcBef>
              <a:spcAft>
                <a:spcPts val="0"/>
              </a:spcAft>
              <a:buClr>
                <a:srgbClr val="4F22FE"/>
              </a:buClr>
              <a:buSzPts val="1800"/>
              <a:buChar char="–"/>
              <a:defRPr/>
            </a:lvl4pPr>
            <a:lvl5pPr marL="2286000" lvl="4" indent="-342900" algn="l">
              <a:lnSpc>
                <a:spcPct val="100000"/>
              </a:lnSpc>
              <a:spcBef>
                <a:spcPts val="360"/>
              </a:spcBef>
              <a:spcAft>
                <a:spcPts val="0"/>
              </a:spcAft>
              <a:buClr>
                <a:srgbClr val="4F22FE"/>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317" name="Google Shape;317;p44"/>
          <p:cNvSpPr txBox="1"/>
          <p:nvPr/>
        </p:nvSpPr>
        <p:spPr>
          <a:xfrm>
            <a:off x="380125" y="4737800"/>
            <a:ext cx="4613700" cy="2877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Clr>
                <a:srgbClr val="888892"/>
              </a:buClr>
              <a:buSzPts val="600"/>
              <a:buFont typeface="Plus Jakarta Sans"/>
              <a:buNone/>
            </a:pPr>
            <a:r>
              <a:rPr lang="en" sz="600" b="0" i="0" u="none" strike="noStrike" cap="none">
                <a:solidFill>
                  <a:srgbClr val="888892"/>
                </a:solidFill>
                <a:latin typeface="Plus Jakarta Sans"/>
                <a:ea typeface="Plus Jakarta Sans"/>
                <a:cs typeface="Plus Jakarta Sans"/>
                <a:sym typeface="Plus Jakarta Sans"/>
              </a:rPr>
              <a:t>©2025 Cloudera, Inc. All Rights Reserved.</a:t>
            </a:r>
            <a:endParaRPr sz="600" b="0" i="0" u="none" strike="noStrike" cap="none">
              <a:solidFill>
                <a:srgbClr val="888892"/>
              </a:solidFill>
              <a:latin typeface="Plus Jakarta Sans"/>
              <a:ea typeface="Plus Jakarta Sans"/>
              <a:cs typeface="Plus Jakarta Sans"/>
              <a:sym typeface="Plus Jakarta Sans"/>
            </a:endParaRPr>
          </a:p>
        </p:txBody>
      </p:sp>
    </p:spTree>
  </p:cSld>
  <p:clrMapOvr>
    <a:masterClrMapping/>
  </p:clrMapOvr>
  <p:transition spd="slow">
    <p:push/>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Plain">
  <p:cSld name="Plain">
    <p:spTree>
      <p:nvGrpSpPr>
        <p:cNvPr id="1" name="Shape 318"/>
        <p:cNvGrpSpPr/>
        <p:nvPr/>
      </p:nvGrpSpPr>
      <p:grpSpPr>
        <a:xfrm>
          <a:off x="0" y="0"/>
          <a:ext cx="0" cy="0"/>
          <a:chOff x="0" y="0"/>
          <a:chExt cx="0" cy="0"/>
        </a:xfrm>
      </p:grpSpPr>
    </p:spTree>
  </p:cSld>
  <p:clrMapOvr>
    <a:masterClrMapping/>
  </p:clrMapOvr>
  <p:transition spd="slow">
    <p:push/>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Cover">
  <p:cSld name="Cover">
    <p:spTree>
      <p:nvGrpSpPr>
        <p:cNvPr id="1" name="Shape 319"/>
        <p:cNvGrpSpPr/>
        <p:nvPr/>
      </p:nvGrpSpPr>
      <p:grpSpPr>
        <a:xfrm>
          <a:off x="0" y="0"/>
          <a:ext cx="0" cy="0"/>
          <a:chOff x="0" y="0"/>
          <a:chExt cx="0" cy="0"/>
        </a:xfrm>
      </p:grpSpPr>
      <p:sp>
        <p:nvSpPr>
          <p:cNvPr id="320" name="Google Shape;320;p46"/>
          <p:cNvSpPr/>
          <p:nvPr/>
        </p:nvSpPr>
        <p:spPr>
          <a:xfrm>
            <a:off x="3984812" y="2100263"/>
            <a:ext cx="4396800" cy="3043200"/>
          </a:xfrm>
          <a:prstGeom prst="parallelogram">
            <a:avLst>
              <a:gd name="adj" fmla="val 100155"/>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a:solidFill>
                <a:schemeClr val="lt1"/>
              </a:solidFill>
              <a:latin typeface="Roboto"/>
              <a:ea typeface="Roboto"/>
              <a:cs typeface="Roboto"/>
              <a:sym typeface="Roboto"/>
            </a:endParaRPr>
          </a:p>
        </p:txBody>
      </p:sp>
      <p:sp>
        <p:nvSpPr>
          <p:cNvPr id="321" name="Google Shape;321;p46"/>
          <p:cNvSpPr/>
          <p:nvPr/>
        </p:nvSpPr>
        <p:spPr>
          <a:xfrm>
            <a:off x="2560216" y="0"/>
            <a:ext cx="6583800" cy="5143500"/>
          </a:xfrm>
          <a:prstGeom prst="parallelogram">
            <a:avLst>
              <a:gd name="adj" fmla="val 100155"/>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a:solidFill>
                <a:schemeClr val="lt1"/>
              </a:solidFill>
              <a:latin typeface="Roboto"/>
              <a:ea typeface="Roboto"/>
              <a:cs typeface="Roboto"/>
              <a:sym typeface="Roboto"/>
            </a:endParaRPr>
          </a:p>
        </p:txBody>
      </p:sp>
      <p:sp>
        <p:nvSpPr>
          <p:cNvPr id="322" name="Google Shape;322;p46"/>
          <p:cNvSpPr/>
          <p:nvPr/>
        </p:nvSpPr>
        <p:spPr>
          <a:xfrm>
            <a:off x="5295145" y="1300602"/>
            <a:ext cx="3848855" cy="3842899"/>
          </a:xfrm>
          <a:custGeom>
            <a:avLst/>
            <a:gdLst/>
            <a:ahLst/>
            <a:cxnLst/>
            <a:rect l="l" t="t" r="r" b="b"/>
            <a:pathLst>
              <a:path w="3848855" h="3842899" extrusionOk="0">
                <a:moveTo>
                  <a:pt x="3848855" y="0"/>
                </a:moveTo>
                <a:lnTo>
                  <a:pt x="3848855" y="1415399"/>
                </a:lnTo>
                <a:lnTo>
                  <a:pt x="1417593" y="3842899"/>
                </a:lnTo>
                <a:lnTo>
                  <a:pt x="0" y="3842899"/>
                </a:lnTo>
                <a:lnTo>
                  <a:pt x="3848855" y="0"/>
                </a:lnTo>
                <a:close/>
              </a:path>
            </a:pathLst>
          </a:cu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a:solidFill>
                <a:schemeClr val="lt1"/>
              </a:solidFill>
              <a:latin typeface="Roboto"/>
              <a:ea typeface="Roboto"/>
              <a:cs typeface="Roboto"/>
              <a:sym typeface="Roboto"/>
            </a:endParaRPr>
          </a:p>
        </p:txBody>
      </p:sp>
      <p:sp>
        <p:nvSpPr>
          <p:cNvPr id="323" name="Google Shape;323;p46"/>
          <p:cNvSpPr/>
          <p:nvPr/>
        </p:nvSpPr>
        <p:spPr>
          <a:xfrm>
            <a:off x="7996919" y="3998194"/>
            <a:ext cx="1147081" cy="1145306"/>
          </a:xfrm>
          <a:custGeom>
            <a:avLst/>
            <a:gdLst/>
            <a:ahLst/>
            <a:cxnLst/>
            <a:rect l="l" t="t" r="r" b="b"/>
            <a:pathLst>
              <a:path w="1147081" h="1145306" extrusionOk="0">
                <a:moveTo>
                  <a:pt x="1147081" y="0"/>
                </a:moveTo>
                <a:lnTo>
                  <a:pt x="1147081" y="1145306"/>
                </a:lnTo>
                <a:lnTo>
                  <a:pt x="0" y="1145306"/>
                </a:lnTo>
                <a:lnTo>
                  <a:pt x="1147081" y="0"/>
                </a:lnTo>
                <a:close/>
              </a:path>
            </a:pathLst>
          </a:cu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a:solidFill>
                <a:schemeClr val="lt1"/>
              </a:solidFill>
              <a:latin typeface="Roboto"/>
              <a:ea typeface="Roboto"/>
              <a:cs typeface="Roboto"/>
              <a:sym typeface="Roboto"/>
            </a:endParaRPr>
          </a:p>
        </p:txBody>
      </p:sp>
      <p:sp>
        <p:nvSpPr>
          <p:cNvPr id="324" name="Google Shape;324;p46"/>
          <p:cNvSpPr/>
          <p:nvPr/>
        </p:nvSpPr>
        <p:spPr>
          <a:xfrm>
            <a:off x="6702545" y="2705824"/>
            <a:ext cx="2441455" cy="2437676"/>
          </a:xfrm>
          <a:custGeom>
            <a:avLst/>
            <a:gdLst/>
            <a:ahLst/>
            <a:cxnLst/>
            <a:rect l="l" t="t" r="r" b="b"/>
            <a:pathLst>
              <a:path w="2441455" h="2437676" extrusionOk="0">
                <a:moveTo>
                  <a:pt x="2441455" y="0"/>
                </a:moveTo>
                <a:lnTo>
                  <a:pt x="2441455" y="1299150"/>
                </a:lnTo>
                <a:lnTo>
                  <a:pt x="1301164" y="2437676"/>
                </a:lnTo>
                <a:lnTo>
                  <a:pt x="0" y="2437676"/>
                </a:lnTo>
                <a:lnTo>
                  <a:pt x="2441455"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a:solidFill>
                <a:schemeClr val="lt1"/>
              </a:solidFill>
              <a:latin typeface="Roboto"/>
              <a:ea typeface="Roboto"/>
              <a:cs typeface="Roboto"/>
              <a:sym typeface="Roboto"/>
            </a:endParaRPr>
          </a:p>
        </p:txBody>
      </p:sp>
      <p:sp>
        <p:nvSpPr>
          <p:cNvPr id="325" name="Google Shape;325;p46"/>
          <p:cNvSpPr txBox="1">
            <a:spLocks noGrp="1"/>
          </p:cNvSpPr>
          <p:nvPr>
            <p:ph type="title"/>
          </p:nvPr>
        </p:nvSpPr>
        <p:spPr>
          <a:xfrm>
            <a:off x="594360" y="1152525"/>
            <a:ext cx="6035100" cy="1036200"/>
          </a:xfrm>
          <a:prstGeom prst="rect">
            <a:avLst/>
          </a:prstGeom>
          <a:noFill/>
          <a:ln>
            <a:noFill/>
          </a:ln>
        </p:spPr>
        <p:txBody>
          <a:bodyPr spcFirstLastPara="1" wrap="square" lIns="0" tIns="45700" rIns="91425" bIns="45700" anchor="b" anchorCtr="0">
            <a:noAutofit/>
          </a:bodyPr>
          <a:lstStyle>
            <a:lvl1pPr marR="0" lvl="0" algn="l">
              <a:lnSpc>
                <a:spcPct val="80000"/>
              </a:lnSpc>
              <a:spcBef>
                <a:spcPts val="0"/>
              </a:spcBef>
              <a:spcAft>
                <a:spcPts val="0"/>
              </a:spcAft>
              <a:buClr>
                <a:schemeClr val="dk1"/>
              </a:buClr>
              <a:buSzPts val="3400"/>
              <a:buFont typeface="Lato"/>
              <a:buNone/>
              <a:defRPr sz="3400" b="0" i="0" u="none" strike="noStrike" cap="none">
                <a:solidFill>
                  <a:schemeClr val="dk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26" name="Google Shape;326;p46"/>
          <p:cNvSpPr txBox="1">
            <a:spLocks noGrp="1"/>
          </p:cNvSpPr>
          <p:nvPr>
            <p:ph type="body" idx="1"/>
          </p:nvPr>
        </p:nvSpPr>
        <p:spPr>
          <a:xfrm>
            <a:off x="594360" y="2194560"/>
            <a:ext cx="6035100" cy="299700"/>
          </a:xfrm>
          <a:prstGeom prst="rect">
            <a:avLst/>
          </a:prstGeom>
          <a:noFill/>
          <a:ln>
            <a:noFill/>
          </a:ln>
        </p:spPr>
        <p:txBody>
          <a:bodyPr spcFirstLastPara="1" wrap="square" lIns="0" tIns="22850" rIns="91425" bIns="45700" anchor="t" anchorCtr="0">
            <a:noAutofit/>
          </a:bodyPr>
          <a:lstStyle>
            <a:lvl1pPr marL="457200" lvl="0" indent="-228600" algn="l">
              <a:spcBef>
                <a:spcPts val="500"/>
              </a:spcBef>
              <a:spcAft>
                <a:spcPts val="0"/>
              </a:spcAft>
              <a:buSzPts val="1500"/>
              <a:buNone/>
              <a:defRPr sz="1800" b="0" i="0">
                <a:solidFill>
                  <a:srgbClr val="A5A5A5"/>
                </a:solidFill>
                <a:latin typeface="Lato"/>
                <a:ea typeface="Lato"/>
                <a:cs typeface="Lato"/>
                <a:sym typeface="Lato"/>
              </a:defRPr>
            </a:lvl1pPr>
            <a:lvl2pPr marL="914400" lvl="1" indent="-228600" algn="l">
              <a:spcBef>
                <a:spcPts val="400"/>
              </a:spcBef>
              <a:spcAft>
                <a:spcPts val="0"/>
              </a:spcAft>
              <a:buSzPts val="1300"/>
              <a:buNone/>
              <a:defRPr sz="1600">
                <a:solidFill>
                  <a:schemeClr val="accent1"/>
                </a:solidFill>
              </a:defRPr>
            </a:lvl2pPr>
            <a:lvl3pPr marL="1371600" lvl="2" indent="-228600" algn="l">
              <a:spcBef>
                <a:spcPts val="300"/>
              </a:spcBef>
              <a:spcAft>
                <a:spcPts val="0"/>
              </a:spcAft>
              <a:buSzPts val="1300"/>
              <a:buNone/>
              <a:defRPr sz="1600">
                <a:solidFill>
                  <a:schemeClr val="accent1"/>
                </a:solidFill>
              </a:defRPr>
            </a:lvl3pPr>
            <a:lvl4pPr marL="1828800" lvl="3" indent="-228600" algn="l">
              <a:spcBef>
                <a:spcPts val="300"/>
              </a:spcBef>
              <a:spcAft>
                <a:spcPts val="0"/>
              </a:spcAft>
              <a:buSzPts val="1300"/>
              <a:buNone/>
              <a:defRPr sz="1600">
                <a:solidFill>
                  <a:schemeClr val="accent1"/>
                </a:solidFill>
              </a:defRPr>
            </a:lvl4pPr>
            <a:lvl5pPr marL="2286000" lvl="4" indent="-228600" algn="l">
              <a:spcBef>
                <a:spcPts val="300"/>
              </a:spcBef>
              <a:spcAft>
                <a:spcPts val="0"/>
              </a:spcAft>
              <a:buSzPts val="1300"/>
              <a:buNone/>
              <a:defRPr sz="1600">
                <a:solidFill>
                  <a:schemeClr val="accent1"/>
                </a:solidFill>
              </a:defRPr>
            </a:lvl5pPr>
            <a:lvl6pPr marL="2743200" lvl="5" indent="-342900" algn="l">
              <a:spcBef>
                <a:spcPts val="400"/>
              </a:spcBef>
              <a:spcAft>
                <a:spcPts val="0"/>
              </a:spcAft>
              <a:buClr>
                <a:schemeClr val="dk1"/>
              </a:buClr>
              <a:buSzPts val="1800"/>
              <a:buChar char="•"/>
              <a:defRPr/>
            </a:lvl6pPr>
            <a:lvl7pPr marL="3200400" lvl="6" indent="-342900" algn="l">
              <a:spcBef>
                <a:spcPts val="400"/>
              </a:spcBef>
              <a:spcAft>
                <a:spcPts val="0"/>
              </a:spcAft>
              <a:buClr>
                <a:schemeClr val="dk1"/>
              </a:buClr>
              <a:buSzPts val="1800"/>
              <a:buChar char="•"/>
              <a:defRPr/>
            </a:lvl7pPr>
            <a:lvl8pPr marL="3657600" lvl="7" indent="-342900" algn="l">
              <a:spcBef>
                <a:spcPts val="400"/>
              </a:spcBef>
              <a:spcAft>
                <a:spcPts val="0"/>
              </a:spcAft>
              <a:buClr>
                <a:schemeClr val="dk1"/>
              </a:buClr>
              <a:buSzPts val="1800"/>
              <a:buChar char="•"/>
              <a:defRPr/>
            </a:lvl8pPr>
            <a:lvl9pPr marL="4114800" lvl="8" indent="-342900" algn="l">
              <a:spcBef>
                <a:spcPts val="400"/>
              </a:spcBef>
              <a:spcAft>
                <a:spcPts val="0"/>
              </a:spcAft>
              <a:buClr>
                <a:schemeClr val="dk1"/>
              </a:buClr>
              <a:buSzPts val="1800"/>
              <a:buChar char="•"/>
              <a:defRPr/>
            </a:lvl9pPr>
          </a:lstStyle>
          <a:p>
            <a:endParaRPr/>
          </a:p>
        </p:txBody>
      </p:sp>
      <p:sp>
        <p:nvSpPr>
          <p:cNvPr id="327" name="Google Shape;327;p46"/>
          <p:cNvSpPr/>
          <p:nvPr/>
        </p:nvSpPr>
        <p:spPr>
          <a:xfrm>
            <a:off x="594360" y="640080"/>
            <a:ext cx="1645920" cy="200496"/>
          </a:xfrm>
          <a:custGeom>
            <a:avLst/>
            <a:gdLst/>
            <a:ahLst/>
            <a:cxnLst/>
            <a:rect l="l" t="t" r="r" b="b"/>
            <a:pathLst>
              <a:path w="9144000" h="1113864" extrusionOk="0">
                <a:moveTo>
                  <a:pt x="5789292" y="24288"/>
                </a:moveTo>
                <a:lnTo>
                  <a:pt x="6718852" y="24288"/>
                </a:lnTo>
                <a:lnTo>
                  <a:pt x="6718852" y="244431"/>
                </a:lnTo>
                <a:lnTo>
                  <a:pt x="5942904" y="244431"/>
                </a:lnTo>
                <a:cubicBezTo>
                  <a:pt x="5906241" y="160891"/>
                  <a:pt x="5853800" y="87253"/>
                  <a:pt x="5789292" y="24288"/>
                </a:cubicBezTo>
                <a:close/>
                <a:moveTo>
                  <a:pt x="6592622" y="662440"/>
                </a:moveTo>
                <a:lnTo>
                  <a:pt x="6592622" y="444463"/>
                </a:lnTo>
                <a:lnTo>
                  <a:pt x="5997511" y="444463"/>
                </a:lnTo>
                <a:cubicBezTo>
                  <a:pt x="6002616" y="481746"/>
                  <a:pt x="6006174" y="519803"/>
                  <a:pt x="6006174" y="559407"/>
                </a:cubicBezTo>
                <a:cubicBezTo>
                  <a:pt x="6006027" y="593854"/>
                  <a:pt x="6003806" y="628260"/>
                  <a:pt x="5999522" y="662440"/>
                </a:cubicBezTo>
                <a:close/>
                <a:moveTo>
                  <a:pt x="5801049" y="1089576"/>
                </a:moveTo>
                <a:lnTo>
                  <a:pt x="6723803" y="1089576"/>
                </a:lnTo>
                <a:lnTo>
                  <a:pt x="6723803" y="869433"/>
                </a:lnTo>
                <a:lnTo>
                  <a:pt x="5946926" y="869433"/>
                </a:lnTo>
                <a:cubicBezTo>
                  <a:pt x="5912876" y="951495"/>
                  <a:pt x="5863350" y="1026236"/>
                  <a:pt x="5801049" y="1089576"/>
                </a:cubicBezTo>
                <a:close/>
                <a:moveTo>
                  <a:pt x="3168146" y="558634"/>
                </a:moveTo>
                <a:cubicBezTo>
                  <a:pt x="3168146" y="869897"/>
                  <a:pt x="2932237" y="1113864"/>
                  <a:pt x="2605522" y="1113864"/>
                </a:cubicBezTo>
                <a:cubicBezTo>
                  <a:pt x="2278807" y="1113864"/>
                  <a:pt x="2043052" y="869897"/>
                  <a:pt x="2043052" y="558634"/>
                </a:cubicBezTo>
                <a:cubicBezTo>
                  <a:pt x="2043052" y="247371"/>
                  <a:pt x="2278807" y="0"/>
                  <a:pt x="2605522" y="0"/>
                </a:cubicBezTo>
                <a:cubicBezTo>
                  <a:pt x="2932237" y="0"/>
                  <a:pt x="3168146" y="245360"/>
                  <a:pt x="3168146" y="558634"/>
                </a:cubicBezTo>
                <a:close/>
                <a:moveTo>
                  <a:pt x="2912127" y="558634"/>
                </a:moveTo>
                <a:cubicBezTo>
                  <a:pt x="2912127" y="364326"/>
                  <a:pt x="2784813" y="223392"/>
                  <a:pt x="2605522" y="223392"/>
                </a:cubicBezTo>
                <a:cubicBezTo>
                  <a:pt x="2426231" y="223392"/>
                  <a:pt x="2299072" y="364326"/>
                  <a:pt x="2299072" y="558634"/>
                </a:cubicBezTo>
                <a:cubicBezTo>
                  <a:pt x="2299072" y="752941"/>
                  <a:pt x="2426231" y="890472"/>
                  <a:pt x="2605522" y="890472"/>
                </a:cubicBezTo>
                <a:cubicBezTo>
                  <a:pt x="2784813" y="890472"/>
                  <a:pt x="2912127" y="750930"/>
                  <a:pt x="2912127" y="558634"/>
                </a:cubicBezTo>
                <a:close/>
                <a:moveTo>
                  <a:pt x="5688896" y="556932"/>
                </a:moveTo>
                <a:cubicBezTo>
                  <a:pt x="5688896" y="875466"/>
                  <a:pt x="5453915" y="1089576"/>
                  <a:pt x="5104305" y="1089576"/>
                </a:cubicBezTo>
                <a:lnTo>
                  <a:pt x="4677502" y="1089576"/>
                </a:lnTo>
                <a:lnTo>
                  <a:pt x="4677502" y="24288"/>
                </a:lnTo>
                <a:lnTo>
                  <a:pt x="5094095" y="24288"/>
                </a:lnTo>
                <a:cubicBezTo>
                  <a:pt x="5443550" y="24288"/>
                  <a:pt x="5688896" y="238398"/>
                  <a:pt x="5688896" y="556932"/>
                </a:cubicBezTo>
                <a:close/>
                <a:moveTo>
                  <a:pt x="5432876" y="556932"/>
                </a:moveTo>
                <a:cubicBezTo>
                  <a:pt x="5432876" y="364636"/>
                  <a:pt x="5293806" y="237315"/>
                  <a:pt x="5086979" y="237315"/>
                </a:cubicBezTo>
                <a:lnTo>
                  <a:pt x="4924240" y="237315"/>
                </a:lnTo>
                <a:lnTo>
                  <a:pt x="4924240" y="876704"/>
                </a:lnTo>
                <a:lnTo>
                  <a:pt x="5086979" y="876704"/>
                </a:lnTo>
                <a:cubicBezTo>
                  <a:pt x="5293806" y="876704"/>
                  <a:pt x="5432876" y="749228"/>
                  <a:pt x="5432876" y="556932"/>
                </a:cubicBezTo>
                <a:close/>
                <a:moveTo>
                  <a:pt x="570359" y="888925"/>
                </a:moveTo>
                <a:cubicBezTo>
                  <a:pt x="388129" y="888925"/>
                  <a:pt x="256020" y="745051"/>
                  <a:pt x="256020" y="556777"/>
                </a:cubicBezTo>
                <a:cubicBezTo>
                  <a:pt x="256020" y="368503"/>
                  <a:pt x="388129" y="225093"/>
                  <a:pt x="570359" y="225093"/>
                </a:cubicBezTo>
                <a:cubicBezTo>
                  <a:pt x="657916" y="225093"/>
                  <a:pt x="730468" y="256343"/>
                  <a:pt x="793738" y="316214"/>
                </a:cubicBezTo>
                <a:lnTo>
                  <a:pt x="952764" y="157179"/>
                </a:lnTo>
                <a:cubicBezTo>
                  <a:pt x="856544" y="58168"/>
                  <a:pt x="722579" y="0"/>
                  <a:pt x="567729" y="0"/>
                </a:cubicBezTo>
                <a:cubicBezTo>
                  <a:pt x="247047" y="0"/>
                  <a:pt x="0" y="244586"/>
                  <a:pt x="0" y="556932"/>
                </a:cubicBezTo>
                <a:cubicBezTo>
                  <a:pt x="0" y="869278"/>
                  <a:pt x="247047" y="1113864"/>
                  <a:pt x="567729" y="1113864"/>
                </a:cubicBezTo>
                <a:cubicBezTo>
                  <a:pt x="729540" y="1113864"/>
                  <a:pt x="871395" y="1048425"/>
                  <a:pt x="968079" y="938585"/>
                </a:cubicBezTo>
                <a:lnTo>
                  <a:pt x="809826" y="780324"/>
                </a:lnTo>
                <a:cubicBezTo>
                  <a:pt x="746092" y="850868"/>
                  <a:pt x="669828" y="888925"/>
                  <a:pt x="570359" y="888925"/>
                </a:cubicBezTo>
                <a:close/>
                <a:moveTo>
                  <a:pt x="1453047" y="24288"/>
                </a:moveTo>
                <a:lnTo>
                  <a:pt x="1206309" y="24288"/>
                </a:lnTo>
                <a:lnTo>
                  <a:pt x="1206309" y="1089576"/>
                </a:lnTo>
                <a:lnTo>
                  <a:pt x="1952711" y="1089576"/>
                </a:lnTo>
                <a:lnTo>
                  <a:pt x="1952711" y="872836"/>
                </a:lnTo>
                <a:lnTo>
                  <a:pt x="1453047" y="872836"/>
                </a:lnTo>
                <a:close/>
                <a:moveTo>
                  <a:pt x="7656766" y="731128"/>
                </a:moveTo>
                <a:lnTo>
                  <a:pt x="7960741" y="1089576"/>
                </a:lnTo>
                <a:lnTo>
                  <a:pt x="7673473" y="1089576"/>
                </a:lnTo>
                <a:lnTo>
                  <a:pt x="7390382" y="753251"/>
                </a:lnTo>
                <a:lnTo>
                  <a:pt x="7254560" y="753251"/>
                </a:lnTo>
                <a:lnTo>
                  <a:pt x="7254560" y="1089576"/>
                </a:lnTo>
                <a:lnTo>
                  <a:pt x="7012772" y="1089576"/>
                </a:lnTo>
                <a:lnTo>
                  <a:pt x="7012772" y="24288"/>
                </a:lnTo>
                <a:lnTo>
                  <a:pt x="7503927" y="24288"/>
                </a:lnTo>
                <a:cubicBezTo>
                  <a:pt x="7640987" y="24288"/>
                  <a:pt x="7741539" y="57704"/>
                  <a:pt x="7813626" y="119276"/>
                </a:cubicBezTo>
                <a:cubicBezTo>
                  <a:pt x="7885714" y="180848"/>
                  <a:pt x="7927637" y="275681"/>
                  <a:pt x="7927637" y="388305"/>
                </a:cubicBezTo>
                <a:cubicBezTo>
                  <a:pt x="7927637" y="529550"/>
                  <a:pt x="7867615" y="676054"/>
                  <a:pt x="7656766" y="731128"/>
                </a:cubicBezTo>
                <a:close/>
                <a:moveTo>
                  <a:pt x="7681053" y="391709"/>
                </a:moveTo>
                <a:cubicBezTo>
                  <a:pt x="7681053" y="344679"/>
                  <a:pt x="7662180" y="300743"/>
                  <a:pt x="7633717" y="275527"/>
                </a:cubicBezTo>
                <a:cubicBezTo>
                  <a:pt x="7601385" y="247216"/>
                  <a:pt x="7554977" y="232364"/>
                  <a:pt x="7490469" y="232364"/>
                </a:cubicBezTo>
                <a:lnTo>
                  <a:pt x="7254560" y="232364"/>
                </a:lnTo>
                <a:lnTo>
                  <a:pt x="7254560" y="552291"/>
                </a:lnTo>
                <a:lnTo>
                  <a:pt x="7491088" y="552291"/>
                </a:lnTo>
                <a:cubicBezTo>
                  <a:pt x="7554513" y="552291"/>
                  <a:pt x="7599529" y="537904"/>
                  <a:pt x="7631396" y="510521"/>
                </a:cubicBezTo>
                <a:cubicBezTo>
                  <a:pt x="7663263" y="483139"/>
                  <a:pt x="7681053" y="440131"/>
                  <a:pt x="7681053" y="391709"/>
                </a:cubicBezTo>
                <a:close/>
                <a:moveTo>
                  <a:pt x="9144619" y="1089576"/>
                </a:moveTo>
                <a:lnTo>
                  <a:pt x="8894942" y="1089576"/>
                </a:lnTo>
                <a:lnTo>
                  <a:pt x="8808622" y="872063"/>
                </a:lnTo>
                <a:lnTo>
                  <a:pt x="8355212" y="872063"/>
                </a:lnTo>
                <a:lnTo>
                  <a:pt x="8268738" y="1089576"/>
                </a:lnTo>
                <a:lnTo>
                  <a:pt x="8019215" y="1089576"/>
                </a:lnTo>
                <a:lnTo>
                  <a:pt x="8468913" y="24288"/>
                </a:lnTo>
                <a:lnTo>
                  <a:pt x="8689971" y="24288"/>
                </a:lnTo>
                <a:close/>
                <a:moveTo>
                  <a:pt x="8730192" y="674507"/>
                </a:moveTo>
                <a:lnTo>
                  <a:pt x="8581840" y="301207"/>
                </a:lnTo>
                <a:lnTo>
                  <a:pt x="8433642" y="674507"/>
                </a:lnTo>
                <a:close/>
                <a:moveTo>
                  <a:pt x="4123231" y="619896"/>
                </a:moveTo>
                <a:cubicBezTo>
                  <a:pt x="4123231" y="788678"/>
                  <a:pt x="4026237" y="890472"/>
                  <a:pt x="3890106" y="890472"/>
                </a:cubicBezTo>
                <a:cubicBezTo>
                  <a:pt x="3753975" y="890472"/>
                  <a:pt x="3656827" y="788678"/>
                  <a:pt x="3656827" y="619896"/>
                </a:cubicBezTo>
                <a:lnTo>
                  <a:pt x="3656827" y="24288"/>
                </a:lnTo>
                <a:lnTo>
                  <a:pt x="3410243" y="24288"/>
                </a:lnTo>
                <a:lnTo>
                  <a:pt x="3410243" y="610459"/>
                </a:lnTo>
                <a:cubicBezTo>
                  <a:pt x="3410243" y="918938"/>
                  <a:pt x="3603921" y="1113864"/>
                  <a:pt x="3890106" y="1113864"/>
                </a:cubicBezTo>
                <a:cubicBezTo>
                  <a:pt x="4176291" y="1113864"/>
                  <a:pt x="4369969" y="918938"/>
                  <a:pt x="4369969" y="610459"/>
                </a:cubicBezTo>
                <a:lnTo>
                  <a:pt x="4369969" y="24288"/>
                </a:lnTo>
                <a:lnTo>
                  <a:pt x="4123231" y="24288"/>
                </a:lnTo>
                <a:close/>
              </a:path>
            </a:pathLst>
          </a:custGeom>
          <a:solidFill>
            <a:srgbClr val="F9670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00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21"/>
                                        </p:tgtEl>
                                        <p:attrNameLst>
                                          <p:attrName>style.visibility</p:attrName>
                                        </p:attrNameLst>
                                      </p:cBhvr>
                                      <p:to>
                                        <p:strVal val="visible"/>
                                      </p:to>
                                    </p:set>
                                    <p:animEffect transition="in" filter="fade">
                                      <p:cBhvr>
                                        <p:cTn id="7" dur="500"/>
                                        <p:tgtEl>
                                          <p:spTgt spid="321"/>
                                        </p:tgtEl>
                                      </p:cBhvr>
                                    </p:animEffect>
                                  </p:childTnLst>
                                </p:cTn>
                              </p:par>
                              <p:par>
                                <p:cTn id="8" presetID="10" presetClass="entr" presetSubtype="0" fill="hold" nodeType="withEffect">
                                  <p:stCondLst>
                                    <p:cond delay="0"/>
                                  </p:stCondLst>
                                  <p:childTnLst>
                                    <p:set>
                                      <p:cBhvr>
                                        <p:cTn id="9" dur="1" fill="hold">
                                          <p:stCondLst>
                                            <p:cond delay="0"/>
                                          </p:stCondLst>
                                        </p:cTn>
                                        <p:tgtEl>
                                          <p:spTgt spid="320"/>
                                        </p:tgtEl>
                                        <p:attrNameLst>
                                          <p:attrName>style.visibility</p:attrName>
                                        </p:attrNameLst>
                                      </p:cBhvr>
                                      <p:to>
                                        <p:strVal val="visible"/>
                                      </p:to>
                                    </p:set>
                                    <p:animEffect transition="in" filter="fade">
                                      <p:cBhvr>
                                        <p:cTn id="10" dur="500"/>
                                        <p:tgtEl>
                                          <p:spTgt spid="320"/>
                                        </p:tgtEl>
                                      </p:cBhvr>
                                    </p:animEffect>
                                  </p:childTnLst>
                                </p:cTn>
                              </p:par>
                              <p:par>
                                <p:cTn id="11" presetID="10" presetClass="entr" presetSubtype="0" fill="hold" nodeType="withEffect">
                                  <p:stCondLst>
                                    <p:cond delay="0"/>
                                  </p:stCondLst>
                                  <p:childTnLst>
                                    <p:set>
                                      <p:cBhvr>
                                        <p:cTn id="12" dur="1" fill="hold">
                                          <p:stCondLst>
                                            <p:cond delay="0"/>
                                          </p:stCondLst>
                                        </p:cTn>
                                        <p:tgtEl>
                                          <p:spTgt spid="322"/>
                                        </p:tgtEl>
                                        <p:attrNameLst>
                                          <p:attrName>style.visibility</p:attrName>
                                        </p:attrNameLst>
                                      </p:cBhvr>
                                      <p:to>
                                        <p:strVal val="visible"/>
                                      </p:to>
                                    </p:set>
                                    <p:animEffect transition="in" filter="fade">
                                      <p:cBhvr>
                                        <p:cTn id="13" dur="500"/>
                                        <p:tgtEl>
                                          <p:spTgt spid="322"/>
                                        </p:tgtEl>
                                      </p:cBhvr>
                                    </p:animEffect>
                                  </p:childTnLst>
                                </p:cTn>
                              </p:par>
                              <p:par>
                                <p:cTn id="14" presetID="10" presetClass="entr" presetSubtype="0" fill="hold" nodeType="withEffect">
                                  <p:stCondLst>
                                    <p:cond delay="0"/>
                                  </p:stCondLst>
                                  <p:childTnLst>
                                    <p:set>
                                      <p:cBhvr>
                                        <p:cTn id="15" dur="1" fill="hold">
                                          <p:stCondLst>
                                            <p:cond delay="0"/>
                                          </p:stCondLst>
                                        </p:cTn>
                                        <p:tgtEl>
                                          <p:spTgt spid="324"/>
                                        </p:tgtEl>
                                        <p:attrNameLst>
                                          <p:attrName>style.visibility</p:attrName>
                                        </p:attrNameLst>
                                      </p:cBhvr>
                                      <p:to>
                                        <p:strVal val="visible"/>
                                      </p:to>
                                    </p:set>
                                    <p:animEffect transition="in" filter="fade">
                                      <p:cBhvr>
                                        <p:cTn id="16" dur="500"/>
                                        <p:tgtEl>
                                          <p:spTgt spid="324"/>
                                        </p:tgtEl>
                                      </p:cBhvr>
                                    </p:animEffect>
                                  </p:childTnLst>
                                </p:cTn>
                              </p:par>
                              <p:par>
                                <p:cTn id="17" presetID="10" presetClass="entr" presetSubtype="0" fill="hold" nodeType="withEffect">
                                  <p:stCondLst>
                                    <p:cond delay="0"/>
                                  </p:stCondLst>
                                  <p:childTnLst>
                                    <p:set>
                                      <p:cBhvr>
                                        <p:cTn id="18" dur="1" fill="hold">
                                          <p:stCondLst>
                                            <p:cond delay="0"/>
                                          </p:stCondLst>
                                        </p:cTn>
                                        <p:tgtEl>
                                          <p:spTgt spid="323"/>
                                        </p:tgtEl>
                                        <p:attrNameLst>
                                          <p:attrName>style.visibility</p:attrName>
                                        </p:attrNameLst>
                                      </p:cBhvr>
                                      <p:to>
                                        <p:strVal val="visible"/>
                                      </p:to>
                                    </p:set>
                                    <p:animEffect transition="in" filter="fade">
                                      <p:cBhvr>
                                        <p:cTn id="19" dur="500"/>
                                        <p:tgtEl>
                                          <p:spTgt spid="3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1 Column">
  <p:cSld name="1 Column">
    <p:spTree>
      <p:nvGrpSpPr>
        <p:cNvPr id="1" name="Shape 328"/>
        <p:cNvGrpSpPr/>
        <p:nvPr/>
      </p:nvGrpSpPr>
      <p:grpSpPr>
        <a:xfrm>
          <a:off x="0" y="0"/>
          <a:ext cx="0" cy="0"/>
          <a:chOff x="0" y="0"/>
          <a:chExt cx="0" cy="0"/>
        </a:xfrm>
      </p:grpSpPr>
      <p:sp>
        <p:nvSpPr>
          <p:cNvPr id="329" name="Google Shape;329;p47"/>
          <p:cNvSpPr txBox="1">
            <a:spLocks noGrp="1"/>
          </p:cNvSpPr>
          <p:nvPr>
            <p:ph type="title"/>
          </p:nvPr>
        </p:nvSpPr>
        <p:spPr>
          <a:xfrm>
            <a:off x="419100" y="457200"/>
            <a:ext cx="8305800" cy="417900"/>
          </a:xfrm>
          <a:prstGeom prst="rect">
            <a:avLst/>
          </a:prstGeom>
          <a:noFill/>
          <a:ln>
            <a:noFill/>
          </a:ln>
        </p:spPr>
        <p:txBody>
          <a:bodyPr spcFirstLastPara="1" wrap="square" lIns="0" tIns="91425" rIns="0" bIns="91425" anchor="t" anchorCtr="0">
            <a:noAutofit/>
          </a:bodyPr>
          <a:lstStyle>
            <a:lvl1pPr marR="0" lvl="0" algn="l">
              <a:lnSpc>
                <a:spcPct val="80000"/>
              </a:lnSpc>
              <a:spcBef>
                <a:spcPts val="0"/>
              </a:spcBef>
              <a:spcAft>
                <a:spcPts val="0"/>
              </a:spcAft>
              <a:buClr>
                <a:schemeClr val="dk1"/>
              </a:buClr>
              <a:buSzPts val="2200"/>
              <a:buFont typeface="Lato"/>
              <a:buNone/>
              <a:defRPr sz="2200" b="0" i="0" u="none" strike="noStrike" cap="none">
                <a:solidFill>
                  <a:schemeClr val="dk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30" name="Google Shape;330;p47"/>
          <p:cNvSpPr txBox="1">
            <a:spLocks noGrp="1"/>
          </p:cNvSpPr>
          <p:nvPr>
            <p:ph type="body" idx="1"/>
          </p:nvPr>
        </p:nvSpPr>
        <p:spPr>
          <a:xfrm>
            <a:off x="419100" y="822960"/>
            <a:ext cx="8305800" cy="308100"/>
          </a:xfrm>
          <a:prstGeom prst="rect">
            <a:avLst/>
          </a:prstGeom>
          <a:noFill/>
          <a:ln>
            <a:noFill/>
          </a:ln>
        </p:spPr>
        <p:txBody>
          <a:bodyPr spcFirstLastPara="1" wrap="square" lIns="0" tIns="27425" rIns="0" bIns="45700" anchor="t" anchorCtr="0">
            <a:noAutofit/>
          </a:bodyPr>
          <a:lstStyle>
            <a:lvl1pPr marL="457200" lvl="0" indent="-228600" algn="l">
              <a:spcBef>
                <a:spcPts val="0"/>
              </a:spcBef>
              <a:spcAft>
                <a:spcPts val="0"/>
              </a:spcAft>
              <a:buSzPts val="1300"/>
              <a:buNone/>
              <a:defRPr sz="1600" b="0" i="0">
                <a:solidFill>
                  <a:schemeClr val="accent2"/>
                </a:solidFill>
                <a:latin typeface="Roboto"/>
                <a:ea typeface="Roboto"/>
                <a:cs typeface="Roboto"/>
                <a:sym typeface="Roboto"/>
              </a:defRPr>
            </a:lvl1pPr>
            <a:lvl2pPr marL="914400" lvl="1" indent="-228600" algn="l">
              <a:spcBef>
                <a:spcPts val="0"/>
              </a:spcBef>
              <a:spcAft>
                <a:spcPts val="0"/>
              </a:spcAft>
              <a:buSzPts val="1300"/>
              <a:buNone/>
              <a:defRPr sz="1600">
                <a:solidFill>
                  <a:schemeClr val="accent1"/>
                </a:solidFill>
              </a:defRPr>
            </a:lvl2pPr>
            <a:lvl3pPr marL="1371600" lvl="2" indent="-228600" algn="l">
              <a:spcBef>
                <a:spcPts val="0"/>
              </a:spcBef>
              <a:spcAft>
                <a:spcPts val="0"/>
              </a:spcAft>
              <a:buSzPts val="1300"/>
              <a:buNone/>
              <a:defRPr sz="1600">
                <a:solidFill>
                  <a:schemeClr val="accent1"/>
                </a:solidFill>
              </a:defRPr>
            </a:lvl3pPr>
            <a:lvl4pPr marL="1828800" lvl="3" indent="-228600" algn="l">
              <a:spcBef>
                <a:spcPts val="0"/>
              </a:spcBef>
              <a:spcAft>
                <a:spcPts val="0"/>
              </a:spcAft>
              <a:buSzPts val="1300"/>
              <a:buNone/>
              <a:defRPr sz="1600">
                <a:solidFill>
                  <a:schemeClr val="accent1"/>
                </a:solidFill>
              </a:defRPr>
            </a:lvl4pPr>
            <a:lvl5pPr marL="2286000" lvl="4" indent="-228600" algn="l">
              <a:spcBef>
                <a:spcPts val="0"/>
              </a:spcBef>
              <a:spcAft>
                <a:spcPts val="0"/>
              </a:spcAft>
              <a:buSzPts val="1300"/>
              <a:buNone/>
              <a:defRPr sz="1600">
                <a:solidFill>
                  <a:schemeClr val="accent1"/>
                </a:solidFill>
              </a:defRPr>
            </a:lvl5pPr>
            <a:lvl6pPr marL="2743200" lvl="5" indent="-342900" algn="l">
              <a:spcBef>
                <a:spcPts val="0"/>
              </a:spcBef>
              <a:spcAft>
                <a:spcPts val="0"/>
              </a:spcAft>
              <a:buClr>
                <a:schemeClr val="dk1"/>
              </a:buClr>
              <a:buSzPts val="1800"/>
              <a:buChar char="•"/>
              <a:defRPr/>
            </a:lvl6pPr>
            <a:lvl7pPr marL="3200400" lvl="6" indent="-342900" algn="l">
              <a:spcBef>
                <a:spcPts val="0"/>
              </a:spcBef>
              <a:spcAft>
                <a:spcPts val="0"/>
              </a:spcAft>
              <a:buClr>
                <a:schemeClr val="dk1"/>
              </a:buClr>
              <a:buSzPts val="1800"/>
              <a:buChar char="•"/>
              <a:defRPr/>
            </a:lvl7pPr>
            <a:lvl8pPr marL="3657600" lvl="7" indent="-342900" algn="l">
              <a:spcBef>
                <a:spcPts val="0"/>
              </a:spcBef>
              <a:spcAft>
                <a:spcPts val="0"/>
              </a:spcAft>
              <a:buClr>
                <a:schemeClr val="dk1"/>
              </a:buClr>
              <a:buSzPts val="1800"/>
              <a:buChar char="•"/>
              <a:defRPr/>
            </a:lvl8pPr>
            <a:lvl9pPr marL="4114800" lvl="8" indent="-342900" algn="l">
              <a:spcBef>
                <a:spcPts val="0"/>
              </a:spcBef>
              <a:spcAft>
                <a:spcPts val="0"/>
              </a:spcAft>
              <a:buClr>
                <a:schemeClr val="dk1"/>
              </a:buClr>
              <a:buSzPts val="1800"/>
              <a:buChar char="•"/>
              <a:defRPr/>
            </a:lvl9pPr>
          </a:lstStyle>
          <a:p>
            <a:endParaRPr/>
          </a:p>
        </p:txBody>
      </p:sp>
      <p:sp>
        <p:nvSpPr>
          <p:cNvPr id="331" name="Google Shape;331;p47"/>
          <p:cNvSpPr txBox="1">
            <a:spLocks noGrp="1"/>
          </p:cNvSpPr>
          <p:nvPr>
            <p:ph type="body" idx="2"/>
          </p:nvPr>
        </p:nvSpPr>
        <p:spPr>
          <a:xfrm>
            <a:off x="419099" y="1603771"/>
            <a:ext cx="8305800" cy="2926200"/>
          </a:xfrm>
          <a:prstGeom prst="rect">
            <a:avLst/>
          </a:prstGeom>
          <a:noFill/>
          <a:ln>
            <a:noFill/>
          </a:ln>
        </p:spPr>
        <p:txBody>
          <a:bodyPr spcFirstLastPara="1" wrap="square" lIns="91425" tIns="45700" rIns="91425" bIns="45700" anchor="t" anchorCtr="0">
            <a:noAutofit/>
          </a:bodyPr>
          <a:lstStyle>
            <a:lvl1pPr marL="457200" lvl="0" indent="-228600" algn="l">
              <a:spcBef>
                <a:spcPts val="500"/>
              </a:spcBef>
              <a:spcAft>
                <a:spcPts val="0"/>
              </a:spcAft>
              <a:buClr>
                <a:srgbClr val="BFBFBF"/>
              </a:buClr>
              <a:buSzPts val="1400"/>
              <a:buFont typeface="Roboto"/>
              <a:buNone/>
              <a:defRPr>
                <a:solidFill>
                  <a:srgbClr val="7F7F7F"/>
                </a:solidFill>
              </a:defRPr>
            </a:lvl1pPr>
            <a:lvl2pPr marL="914400" lvl="1" indent="-228600" algn="l">
              <a:spcBef>
                <a:spcPts val="400"/>
              </a:spcBef>
              <a:spcAft>
                <a:spcPts val="0"/>
              </a:spcAft>
              <a:buClr>
                <a:srgbClr val="BFBFBF"/>
              </a:buClr>
              <a:buSzPts val="1400"/>
              <a:buNone/>
              <a:defRPr>
                <a:solidFill>
                  <a:srgbClr val="7F7F7F"/>
                </a:solidFill>
              </a:defRPr>
            </a:lvl2pPr>
            <a:lvl3pPr marL="1371600" lvl="2" indent="-317500" algn="l">
              <a:spcBef>
                <a:spcPts val="300"/>
              </a:spcBef>
              <a:spcAft>
                <a:spcPts val="0"/>
              </a:spcAft>
              <a:buClr>
                <a:srgbClr val="BFBFBF"/>
              </a:buClr>
              <a:buSzPts val="1400"/>
              <a:buFont typeface="Roboto"/>
              <a:buChar char="•"/>
              <a:defRPr>
                <a:solidFill>
                  <a:srgbClr val="7F7F7F"/>
                </a:solidFill>
              </a:defRPr>
            </a:lvl3pPr>
            <a:lvl4pPr marL="1828800" lvl="3" indent="-317500" algn="l">
              <a:spcBef>
                <a:spcPts val="300"/>
              </a:spcBef>
              <a:spcAft>
                <a:spcPts val="0"/>
              </a:spcAft>
              <a:buClr>
                <a:srgbClr val="BFBFBF"/>
              </a:buClr>
              <a:buSzPts val="1400"/>
              <a:buChar char="–"/>
              <a:defRPr>
                <a:solidFill>
                  <a:srgbClr val="7F7F7F"/>
                </a:solidFill>
              </a:defRPr>
            </a:lvl4pPr>
            <a:lvl5pPr marL="2286000" lvl="4" indent="-317500" algn="l">
              <a:spcBef>
                <a:spcPts val="300"/>
              </a:spcBef>
              <a:spcAft>
                <a:spcPts val="0"/>
              </a:spcAft>
              <a:buClr>
                <a:srgbClr val="BFBFBF"/>
              </a:buClr>
              <a:buSzPts val="1400"/>
              <a:buFont typeface="Roboto"/>
              <a:buChar char="»"/>
              <a:defRPr>
                <a:solidFill>
                  <a:srgbClr val="7F7F7F"/>
                </a:solidFill>
              </a:defRPr>
            </a:lvl5pPr>
            <a:lvl6pPr marL="2743200" lvl="5" indent="-342900" algn="l">
              <a:spcBef>
                <a:spcPts val="400"/>
              </a:spcBef>
              <a:spcAft>
                <a:spcPts val="0"/>
              </a:spcAft>
              <a:buClr>
                <a:schemeClr val="dk1"/>
              </a:buClr>
              <a:buSzPts val="1800"/>
              <a:buChar char="•"/>
              <a:defRPr/>
            </a:lvl6pPr>
            <a:lvl7pPr marL="3200400" lvl="6" indent="-342900" algn="l">
              <a:spcBef>
                <a:spcPts val="400"/>
              </a:spcBef>
              <a:spcAft>
                <a:spcPts val="0"/>
              </a:spcAft>
              <a:buClr>
                <a:schemeClr val="dk1"/>
              </a:buClr>
              <a:buSzPts val="1800"/>
              <a:buChar char="•"/>
              <a:defRPr/>
            </a:lvl7pPr>
            <a:lvl8pPr marL="3657600" lvl="7" indent="-342900" algn="l">
              <a:spcBef>
                <a:spcPts val="400"/>
              </a:spcBef>
              <a:spcAft>
                <a:spcPts val="0"/>
              </a:spcAft>
              <a:buClr>
                <a:schemeClr val="dk1"/>
              </a:buClr>
              <a:buSzPts val="1800"/>
              <a:buChar char="•"/>
              <a:defRPr/>
            </a:lvl8pPr>
            <a:lvl9pPr marL="4114800" lvl="8" indent="-342900" algn="l">
              <a:spcBef>
                <a:spcPts val="400"/>
              </a:spcBef>
              <a:spcAft>
                <a:spcPts val="0"/>
              </a:spcAft>
              <a:buClr>
                <a:schemeClr val="dk1"/>
              </a:buClr>
              <a:buSzPts val="1800"/>
              <a:buChar char="•"/>
              <a:defRPr/>
            </a:lvl9pPr>
          </a:lstStyle>
          <a:p>
            <a:endParaRPr/>
          </a:p>
        </p:txBody>
      </p:sp>
      <p:cxnSp>
        <p:nvCxnSpPr>
          <p:cNvPr id="332" name="Google Shape;332;p47"/>
          <p:cNvCxnSpPr/>
          <p:nvPr/>
        </p:nvCxnSpPr>
        <p:spPr>
          <a:xfrm>
            <a:off x="411480" y="412170"/>
            <a:ext cx="8321100" cy="0"/>
          </a:xfrm>
          <a:prstGeom prst="straightConnector1">
            <a:avLst/>
          </a:prstGeom>
          <a:noFill/>
          <a:ln w="9525" cap="flat" cmpd="sng">
            <a:solidFill>
              <a:srgbClr val="BFBFBF"/>
            </a:solidFill>
            <a:prstDash val="solid"/>
            <a:round/>
            <a:headEnd type="none" w="sm" len="sm"/>
            <a:tailEnd type="none" w="sm" len="sm"/>
          </a:ln>
        </p:spPr>
      </p:cxnSp>
      <p:pic>
        <p:nvPicPr>
          <p:cNvPr id="333" name="Google Shape;333;p47"/>
          <p:cNvPicPr preferRelativeResize="0"/>
          <p:nvPr/>
        </p:nvPicPr>
        <p:blipFill rotWithShape="1">
          <a:blip r:embed="rId2">
            <a:alphaModFix/>
          </a:blip>
          <a:srcRect/>
          <a:stretch/>
        </p:blipFill>
        <p:spPr>
          <a:xfrm>
            <a:off x="0" y="4640580"/>
            <a:ext cx="6907201" cy="502920"/>
          </a:xfrm>
          <a:prstGeom prst="rect">
            <a:avLst/>
          </a:prstGeom>
          <a:noFill/>
          <a:ln>
            <a:noFill/>
          </a:ln>
        </p:spPr>
      </p:pic>
      <p:sp>
        <p:nvSpPr>
          <p:cNvPr id="334" name="Google Shape;334;p47"/>
          <p:cNvSpPr/>
          <p:nvPr/>
        </p:nvSpPr>
        <p:spPr>
          <a:xfrm>
            <a:off x="411480" y="4852576"/>
            <a:ext cx="754380" cy="91894"/>
          </a:xfrm>
          <a:custGeom>
            <a:avLst/>
            <a:gdLst/>
            <a:ahLst/>
            <a:cxnLst/>
            <a:rect l="l" t="t" r="r" b="b"/>
            <a:pathLst>
              <a:path w="9144000" h="1113864" extrusionOk="0">
                <a:moveTo>
                  <a:pt x="5789292" y="24288"/>
                </a:moveTo>
                <a:lnTo>
                  <a:pt x="6718852" y="24288"/>
                </a:lnTo>
                <a:lnTo>
                  <a:pt x="6718852" y="244431"/>
                </a:lnTo>
                <a:lnTo>
                  <a:pt x="5942904" y="244431"/>
                </a:lnTo>
                <a:cubicBezTo>
                  <a:pt x="5906241" y="160891"/>
                  <a:pt x="5853800" y="87253"/>
                  <a:pt x="5789292" y="24288"/>
                </a:cubicBezTo>
                <a:close/>
                <a:moveTo>
                  <a:pt x="6592622" y="662440"/>
                </a:moveTo>
                <a:lnTo>
                  <a:pt x="6592622" y="444463"/>
                </a:lnTo>
                <a:lnTo>
                  <a:pt x="5997511" y="444463"/>
                </a:lnTo>
                <a:cubicBezTo>
                  <a:pt x="6002616" y="481746"/>
                  <a:pt x="6006174" y="519803"/>
                  <a:pt x="6006174" y="559407"/>
                </a:cubicBezTo>
                <a:cubicBezTo>
                  <a:pt x="6006027" y="593854"/>
                  <a:pt x="6003806" y="628260"/>
                  <a:pt x="5999522" y="662440"/>
                </a:cubicBezTo>
                <a:close/>
                <a:moveTo>
                  <a:pt x="5801049" y="1089576"/>
                </a:moveTo>
                <a:lnTo>
                  <a:pt x="6723803" y="1089576"/>
                </a:lnTo>
                <a:lnTo>
                  <a:pt x="6723803" y="869433"/>
                </a:lnTo>
                <a:lnTo>
                  <a:pt x="5946926" y="869433"/>
                </a:lnTo>
                <a:cubicBezTo>
                  <a:pt x="5912876" y="951495"/>
                  <a:pt x="5863350" y="1026236"/>
                  <a:pt x="5801049" y="1089576"/>
                </a:cubicBezTo>
                <a:close/>
                <a:moveTo>
                  <a:pt x="3168146" y="558634"/>
                </a:moveTo>
                <a:cubicBezTo>
                  <a:pt x="3168146" y="869897"/>
                  <a:pt x="2932237" y="1113864"/>
                  <a:pt x="2605522" y="1113864"/>
                </a:cubicBezTo>
                <a:cubicBezTo>
                  <a:pt x="2278807" y="1113864"/>
                  <a:pt x="2043052" y="869897"/>
                  <a:pt x="2043052" y="558634"/>
                </a:cubicBezTo>
                <a:cubicBezTo>
                  <a:pt x="2043052" y="247371"/>
                  <a:pt x="2278807" y="0"/>
                  <a:pt x="2605522" y="0"/>
                </a:cubicBezTo>
                <a:cubicBezTo>
                  <a:pt x="2932237" y="0"/>
                  <a:pt x="3168146" y="245360"/>
                  <a:pt x="3168146" y="558634"/>
                </a:cubicBezTo>
                <a:close/>
                <a:moveTo>
                  <a:pt x="2912127" y="558634"/>
                </a:moveTo>
                <a:cubicBezTo>
                  <a:pt x="2912127" y="364326"/>
                  <a:pt x="2784813" y="223392"/>
                  <a:pt x="2605522" y="223392"/>
                </a:cubicBezTo>
                <a:cubicBezTo>
                  <a:pt x="2426231" y="223392"/>
                  <a:pt x="2299072" y="364326"/>
                  <a:pt x="2299072" y="558634"/>
                </a:cubicBezTo>
                <a:cubicBezTo>
                  <a:pt x="2299072" y="752941"/>
                  <a:pt x="2426231" y="890472"/>
                  <a:pt x="2605522" y="890472"/>
                </a:cubicBezTo>
                <a:cubicBezTo>
                  <a:pt x="2784813" y="890472"/>
                  <a:pt x="2912127" y="750930"/>
                  <a:pt x="2912127" y="558634"/>
                </a:cubicBezTo>
                <a:close/>
                <a:moveTo>
                  <a:pt x="5688896" y="556932"/>
                </a:moveTo>
                <a:cubicBezTo>
                  <a:pt x="5688896" y="875466"/>
                  <a:pt x="5453915" y="1089576"/>
                  <a:pt x="5104305" y="1089576"/>
                </a:cubicBezTo>
                <a:lnTo>
                  <a:pt x="4677502" y="1089576"/>
                </a:lnTo>
                <a:lnTo>
                  <a:pt x="4677502" y="24288"/>
                </a:lnTo>
                <a:lnTo>
                  <a:pt x="5094095" y="24288"/>
                </a:lnTo>
                <a:cubicBezTo>
                  <a:pt x="5443550" y="24288"/>
                  <a:pt x="5688896" y="238398"/>
                  <a:pt x="5688896" y="556932"/>
                </a:cubicBezTo>
                <a:close/>
                <a:moveTo>
                  <a:pt x="5432876" y="556932"/>
                </a:moveTo>
                <a:cubicBezTo>
                  <a:pt x="5432876" y="364636"/>
                  <a:pt x="5293806" y="237315"/>
                  <a:pt x="5086979" y="237315"/>
                </a:cubicBezTo>
                <a:lnTo>
                  <a:pt x="4924240" y="237315"/>
                </a:lnTo>
                <a:lnTo>
                  <a:pt x="4924240" y="876704"/>
                </a:lnTo>
                <a:lnTo>
                  <a:pt x="5086979" y="876704"/>
                </a:lnTo>
                <a:cubicBezTo>
                  <a:pt x="5293806" y="876704"/>
                  <a:pt x="5432876" y="749228"/>
                  <a:pt x="5432876" y="556932"/>
                </a:cubicBezTo>
                <a:close/>
                <a:moveTo>
                  <a:pt x="570359" y="888925"/>
                </a:moveTo>
                <a:cubicBezTo>
                  <a:pt x="388129" y="888925"/>
                  <a:pt x="256020" y="745051"/>
                  <a:pt x="256020" y="556777"/>
                </a:cubicBezTo>
                <a:cubicBezTo>
                  <a:pt x="256020" y="368503"/>
                  <a:pt x="388129" y="225093"/>
                  <a:pt x="570359" y="225093"/>
                </a:cubicBezTo>
                <a:cubicBezTo>
                  <a:pt x="657916" y="225093"/>
                  <a:pt x="730468" y="256343"/>
                  <a:pt x="793738" y="316214"/>
                </a:cubicBezTo>
                <a:lnTo>
                  <a:pt x="952764" y="157179"/>
                </a:lnTo>
                <a:cubicBezTo>
                  <a:pt x="856544" y="58168"/>
                  <a:pt x="722579" y="0"/>
                  <a:pt x="567729" y="0"/>
                </a:cubicBezTo>
                <a:cubicBezTo>
                  <a:pt x="247047" y="0"/>
                  <a:pt x="0" y="244586"/>
                  <a:pt x="0" y="556932"/>
                </a:cubicBezTo>
                <a:cubicBezTo>
                  <a:pt x="0" y="869278"/>
                  <a:pt x="247047" y="1113864"/>
                  <a:pt x="567729" y="1113864"/>
                </a:cubicBezTo>
                <a:cubicBezTo>
                  <a:pt x="729540" y="1113864"/>
                  <a:pt x="871395" y="1048425"/>
                  <a:pt x="968079" y="938585"/>
                </a:cubicBezTo>
                <a:lnTo>
                  <a:pt x="809826" y="780324"/>
                </a:lnTo>
                <a:cubicBezTo>
                  <a:pt x="746092" y="850868"/>
                  <a:pt x="669828" y="888925"/>
                  <a:pt x="570359" y="888925"/>
                </a:cubicBezTo>
                <a:close/>
                <a:moveTo>
                  <a:pt x="1453047" y="24288"/>
                </a:moveTo>
                <a:lnTo>
                  <a:pt x="1206309" y="24288"/>
                </a:lnTo>
                <a:lnTo>
                  <a:pt x="1206309" y="1089576"/>
                </a:lnTo>
                <a:lnTo>
                  <a:pt x="1952711" y="1089576"/>
                </a:lnTo>
                <a:lnTo>
                  <a:pt x="1952711" y="872836"/>
                </a:lnTo>
                <a:lnTo>
                  <a:pt x="1453047" y="872836"/>
                </a:lnTo>
                <a:close/>
                <a:moveTo>
                  <a:pt x="7656766" y="731128"/>
                </a:moveTo>
                <a:lnTo>
                  <a:pt x="7960741" y="1089576"/>
                </a:lnTo>
                <a:lnTo>
                  <a:pt x="7673473" y="1089576"/>
                </a:lnTo>
                <a:lnTo>
                  <a:pt x="7390382" y="753251"/>
                </a:lnTo>
                <a:lnTo>
                  <a:pt x="7254560" y="753251"/>
                </a:lnTo>
                <a:lnTo>
                  <a:pt x="7254560" y="1089576"/>
                </a:lnTo>
                <a:lnTo>
                  <a:pt x="7012772" y="1089576"/>
                </a:lnTo>
                <a:lnTo>
                  <a:pt x="7012772" y="24288"/>
                </a:lnTo>
                <a:lnTo>
                  <a:pt x="7503927" y="24288"/>
                </a:lnTo>
                <a:cubicBezTo>
                  <a:pt x="7640987" y="24288"/>
                  <a:pt x="7741539" y="57704"/>
                  <a:pt x="7813626" y="119276"/>
                </a:cubicBezTo>
                <a:cubicBezTo>
                  <a:pt x="7885714" y="180848"/>
                  <a:pt x="7927637" y="275681"/>
                  <a:pt x="7927637" y="388305"/>
                </a:cubicBezTo>
                <a:cubicBezTo>
                  <a:pt x="7927637" y="529550"/>
                  <a:pt x="7867615" y="676054"/>
                  <a:pt x="7656766" y="731128"/>
                </a:cubicBezTo>
                <a:close/>
                <a:moveTo>
                  <a:pt x="7681053" y="391709"/>
                </a:moveTo>
                <a:cubicBezTo>
                  <a:pt x="7681053" y="344679"/>
                  <a:pt x="7662180" y="300743"/>
                  <a:pt x="7633717" y="275527"/>
                </a:cubicBezTo>
                <a:cubicBezTo>
                  <a:pt x="7601385" y="247216"/>
                  <a:pt x="7554977" y="232364"/>
                  <a:pt x="7490469" y="232364"/>
                </a:cubicBezTo>
                <a:lnTo>
                  <a:pt x="7254560" y="232364"/>
                </a:lnTo>
                <a:lnTo>
                  <a:pt x="7254560" y="552291"/>
                </a:lnTo>
                <a:lnTo>
                  <a:pt x="7491088" y="552291"/>
                </a:lnTo>
                <a:cubicBezTo>
                  <a:pt x="7554513" y="552291"/>
                  <a:pt x="7599529" y="537904"/>
                  <a:pt x="7631396" y="510521"/>
                </a:cubicBezTo>
                <a:cubicBezTo>
                  <a:pt x="7663263" y="483139"/>
                  <a:pt x="7681053" y="440131"/>
                  <a:pt x="7681053" y="391709"/>
                </a:cubicBezTo>
                <a:close/>
                <a:moveTo>
                  <a:pt x="9144619" y="1089576"/>
                </a:moveTo>
                <a:lnTo>
                  <a:pt x="8894942" y="1089576"/>
                </a:lnTo>
                <a:lnTo>
                  <a:pt x="8808622" y="872063"/>
                </a:lnTo>
                <a:lnTo>
                  <a:pt x="8355212" y="872063"/>
                </a:lnTo>
                <a:lnTo>
                  <a:pt x="8268738" y="1089576"/>
                </a:lnTo>
                <a:lnTo>
                  <a:pt x="8019215" y="1089576"/>
                </a:lnTo>
                <a:lnTo>
                  <a:pt x="8468913" y="24288"/>
                </a:lnTo>
                <a:lnTo>
                  <a:pt x="8689971" y="24288"/>
                </a:lnTo>
                <a:close/>
                <a:moveTo>
                  <a:pt x="8730192" y="674507"/>
                </a:moveTo>
                <a:lnTo>
                  <a:pt x="8581840" y="301207"/>
                </a:lnTo>
                <a:lnTo>
                  <a:pt x="8433642" y="674507"/>
                </a:lnTo>
                <a:close/>
                <a:moveTo>
                  <a:pt x="4123231" y="619896"/>
                </a:moveTo>
                <a:cubicBezTo>
                  <a:pt x="4123231" y="788678"/>
                  <a:pt x="4026237" y="890472"/>
                  <a:pt x="3890106" y="890472"/>
                </a:cubicBezTo>
                <a:cubicBezTo>
                  <a:pt x="3753975" y="890472"/>
                  <a:pt x="3656827" y="788678"/>
                  <a:pt x="3656827" y="619896"/>
                </a:cubicBezTo>
                <a:lnTo>
                  <a:pt x="3656827" y="24288"/>
                </a:lnTo>
                <a:lnTo>
                  <a:pt x="3410243" y="24288"/>
                </a:lnTo>
                <a:lnTo>
                  <a:pt x="3410243" y="610459"/>
                </a:lnTo>
                <a:cubicBezTo>
                  <a:pt x="3410243" y="918938"/>
                  <a:pt x="3603921" y="1113864"/>
                  <a:pt x="3890106" y="1113864"/>
                </a:cubicBezTo>
                <a:cubicBezTo>
                  <a:pt x="4176291" y="1113864"/>
                  <a:pt x="4369969" y="918938"/>
                  <a:pt x="4369969" y="610459"/>
                </a:cubicBezTo>
                <a:lnTo>
                  <a:pt x="4369969" y="24288"/>
                </a:lnTo>
                <a:lnTo>
                  <a:pt x="4123231" y="24288"/>
                </a:lnTo>
                <a:close/>
              </a:path>
            </a:pathLst>
          </a:custGeom>
          <a:solidFill>
            <a:srgbClr val="F9670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000">
              <a:solidFill>
                <a:schemeClr val="dk1"/>
              </a:solidFill>
              <a:latin typeface="Roboto"/>
              <a:ea typeface="Roboto"/>
              <a:cs typeface="Roboto"/>
              <a:sym typeface="Roboto"/>
            </a:endParaRPr>
          </a:p>
        </p:txBody>
      </p:sp>
      <p:sp>
        <p:nvSpPr>
          <p:cNvPr id="335" name="Google Shape;335;p47"/>
          <p:cNvSpPr txBox="1"/>
          <p:nvPr/>
        </p:nvSpPr>
        <p:spPr>
          <a:xfrm>
            <a:off x="6954050" y="4856804"/>
            <a:ext cx="1541100" cy="924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None/>
            </a:pPr>
            <a:r>
              <a:rPr lang="en" sz="600" b="0" u="none">
                <a:solidFill>
                  <a:srgbClr val="A5A5A5"/>
                </a:solidFill>
                <a:latin typeface="Roboto"/>
                <a:ea typeface="Roboto"/>
                <a:cs typeface="Roboto"/>
                <a:sym typeface="Roboto"/>
              </a:rPr>
              <a:t>© 20</a:t>
            </a:r>
            <a:r>
              <a:rPr lang="en" sz="600">
                <a:solidFill>
                  <a:srgbClr val="A5A5A5"/>
                </a:solidFill>
                <a:latin typeface="Roboto"/>
                <a:ea typeface="Roboto"/>
                <a:cs typeface="Roboto"/>
                <a:sym typeface="Roboto"/>
              </a:rPr>
              <a:t>24</a:t>
            </a:r>
            <a:r>
              <a:rPr lang="en" sz="600" b="0" u="none">
                <a:solidFill>
                  <a:srgbClr val="A5A5A5"/>
                </a:solidFill>
                <a:latin typeface="Roboto"/>
                <a:ea typeface="Roboto"/>
                <a:cs typeface="Roboto"/>
                <a:sym typeface="Roboto"/>
              </a:rPr>
              <a:t> Cloudera, Inc. All rights reserved.</a:t>
            </a:r>
            <a:endParaRPr sz="1400"/>
          </a:p>
        </p:txBody>
      </p:sp>
      <p:sp>
        <p:nvSpPr>
          <p:cNvPr id="336" name="Google Shape;336;p47"/>
          <p:cNvSpPr txBox="1"/>
          <p:nvPr/>
        </p:nvSpPr>
        <p:spPr>
          <a:xfrm>
            <a:off x="8476883" y="4858663"/>
            <a:ext cx="255600" cy="924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None/>
            </a:pPr>
            <a:fld id="{00000000-1234-1234-1234-123412341234}" type="slidenum">
              <a:rPr lang="en" sz="600" b="0" u="none">
                <a:solidFill>
                  <a:srgbClr val="A5A5A5"/>
                </a:solidFill>
                <a:latin typeface="Roboto"/>
                <a:ea typeface="Roboto"/>
                <a:cs typeface="Roboto"/>
                <a:sym typeface="Roboto"/>
              </a:rPr>
              <a:t>‹#›</a:t>
            </a:fld>
            <a:endParaRPr sz="600" b="0" u="none">
              <a:solidFill>
                <a:srgbClr val="A5A5A5"/>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2 Columns">
  <p:cSld name="2 Columns">
    <p:spTree>
      <p:nvGrpSpPr>
        <p:cNvPr id="1" name="Shape 337"/>
        <p:cNvGrpSpPr/>
        <p:nvPr/>
      </p:nvGrpSpPr>
      <p:grpSpPr>
        <a:xfrm>
          <a:off x="0" y="0"/>
          <a:ext cx="0" cy="0"/>
          <a:chOff x="0" y="0"/>
          <a:chExt cx="0" cy="0"/>
        </a:xfrm>
      </p:grpSpPr>
      <p:sp>
        <p:nvSpPr>
          <p:cNvPr id="338" name="Google Shape;338;p48"/>
          <p:cNvSpPr txBox="1">
            <a:spLocks noGrp="1"/>
          </p:cNvSpPr>
          <p:nvPr>
            <p:ph type="title"/>
          </p:nvPr>
        </p:nvSpPr>
        <p:spPr>
          <a:xfrm>
            <a:off x="419100" y="457200"/>
            <a:ext cx="8305800" cy="420600"/>
          </a:xfrm>
          <a:prstGeom prst="rect">
            <a:avLst/>
          </a:prstGeom>
          <a:noFill/>
          <a:ln>
            <a:noFill/>
          </a:ln>
        </p:spPr>
        <p:txBody>
          <a:bodyPr spcFirstLastPara="1" wrap="square" lIns="0" tIns="91425" rIns="0" bIns="91425" anchor="t" anchorCtr="0">
            <a:noAutofit/>
          </a:bodyPr>
          <a:lstStyle>
            <a:lvl1pPr marR="0" lvl="0" algn="l">
              <a:lnSpc>
                <a:spcPct val="80000"/>
              </a:lnSpc>
              <a:spcBef>
                <a:spcPts val="0"/>
              </a:spcBef>
              <a:spcAft>
                <a:spcPts val="0"/>
              </a:spcAft>
              <a:buClr>
                <a:schemeClr val="dk1"/>
              </a:buClr>
              <a:buSzPts val="2200"/>
              <a:buFont typeface="Lato"/>
              <a:buNone/>
              <a:defRPr sz="2200" b="0" i="0" u="none" strike="noStrike" cap="none">
                <a:solidFill>
                  <a:schemeClr val="dk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39" name="Google Shape;339;p48"/>
          <p:cNvSpPr txBox="1">
            <a:spLocks noGrp="1"/>
          </p:cNvSpPr>
          <p:nvPr>
            <p:ph type="body" idx="1"/>
          </p:nvPr>
        </p:nvSpPr>
        <p:spPr>
          <a:xfrm>
            <a:off x="419100" y="822960"/>
            <a:ext cx="8305800" cy="308100"/>
          </a:xfrm>
          <a:prstGeom prst="rect">
            <a:avLst/>
          </a:prstGeom>
          <a:noFill/>
          <a:ln>
            <a:noFill/>
          </a:ln>
        </p:spPr>
        <p:txBody>
          <a:bodyPr spcFirstLastPara="1" wrap="square" lIns="0" tIns="27425" rIns="0" bIns="45700" anchor="t" anchorCtr="0">
            <a:noAutofit/>
          </a:bodyPr>
          <a:lstStyle>
            <a:lvl1pPr marL="457200" lvl="0" indent="-228600" algn="l">
              <a:spcBef>
                <a:spcPts val="0"/>
              </a:spcBef>
              <a:spcAft>
                <a:spcPts val="0"/>
              </a:spcAft>
              <a:buSzPts val="1300"/>
              <a:buNone/>
              <a:defRPr sz="1600" b="0" i="0">
                <a:solidFill>
                  <a:schemeClr val="accent2"/>
                </a:solidFill>
                <a:latin typeface="Roboto"/>
                <a:ea typeface="Roboto"/>
                <a:cs typeface="Roboto"/>
                <a:sym typeface="Roboto"/>
              </a:defRPr>
            </a:lvl1pPr>
            <a:lvl2pPr marL="914400" lvl="1" indent="-228600" algn="l">
              <a:spcBef>
                <a:spcPts val="0"/>
              </a:spcBef>
              <a:spcAft>
                <a:spcPts val="0"/>
              </a:spcAft>
              <a:buSzPts val="1300"/>
              <a:buNone/>
              <a:defRPr sz="1600">
                <a:solidFill>
                  <a:schemeClr val="accent1"/>
                </a:solidFill>
              </a:defRPr>
            </a:lvl2pPr>
            <a:lvl3pPr marL="1371600" lvl="2" indent="-228600" algn="l">
              <a:spcBef>
                <a:spcPts val="0"/>
              </a:spcBef>
              <a:spcAft>
                <a:spcPts val="0"/>
              </a:spcAft>
              <a:buSzPts val="1300"/>
              <a:buNone/>
              <a:defRPr sz="1600">
                <a:solidFill>
                  <a:schemeClr val="accent1"/>
                </a:solidFill>
              </a:defRPr>
            </a:lvl3pPr>
            <a:lvl4pPr marL="1828800" lvl="3" indent="-228600" algn="l">
              <a:spcBef>
                <a:spcPts val="0"/>
              </a:spcBef>
              <a:spcAft>
                <a:spcPts val="0"/>
              </a:spcAft>
              <a:buSzPts val="1300"/>
              <a:buNone/>
              <a:defRPr sz="1600">
                <a:solidFill>
                  <a:schemeClr val="accent1"/>
                </a:solidFill>
              </a:defRPr>
            </a:lvl4pPr>
            <a:lvl5pPr marL="2286000" lvl="4" indent="-228600" algn="l">
              <a:spcBef>
                <a:spcPts val="0"/>
              </a:spcBef>
              <a:spcAft>
                <a:spcPts val="0"/>
              </a:spcAft>
              <a:buSzPts val="1300"/>
              <a:buNone/>
              <a:defRPr sz="1600">
                <a:solidFill>
                  <a:schemeClr val="accent1"/>
                </a:solidFill>
              </a:defRPr>
            </a:lvl5pPr>
            <a:lvl6pPr marL="2743200" lvl="5" indent="-342900" algn="l">
              <a:spcBef>
                <a:spcPts val="0"/>
              </a:spcBef>
              <a:spcAft>
                <a:spcPts val="0"/>
              </a:spcAft>
              <a:buClr>
                <a:schemeClr val="dk1"/>
              </a:buClr>
              <a:buSzPts val="1800"/>
              <a:buChar char="•"/>
              <a:defRPr/>
            </a:lvl6pPr>
            <a:lvl7pPr marL="3200400" lvl="6" indent="-342900" algn="l">
              <a:spcBef>
                <a:spcPts val="0"/>
              </a:spcBef>
              <a:spcAft>
                <a:spcPts val="0"/>
              </a:spcAft>
              <a:buClr>
                <a:schemeClr val="dk1"/>
              </a:buClr>
              <a:buSzPts val="1800"/>
              <a:buChar char="•"/>
              <a:defRPr/>
            </a:lvl7pPr>
            <a:lvl8pPr marL="3657600" lvl="7" indent="-342900" algn="l">
              <a:spcBef>
                <a:spcPts val="0"/>
              </a:spcBef>
              <a:spcAft>
                <a:spcPts val="0"/>
              </a:spcAft>
              <a:buClr>
                <a:schemeClr val="dk1"/>
              </a:buClr>
              <a:buSzPts val="1800"/>
              <a:buChar char="•"/>
              <a:defRPr/>
            </a:lvl8pPr>
            <a:lvl9pPr marL="4114800" lvl="8" indent="-342900" algn="l">
              <a:spcBef>
                <a:spcPts val="0"/>
              </a:spcBef>
              <a:spcAft>
                <a:spcPts val="0"/>
              </a:spcAft>
              <a:buClr>
                <a:schemeClr val="dk1"/>
              </a:buClr>
              <a:buSzPts val="1800"/>
              <a:buChar char="•"/>
              <a:defRPr/>
            </a:lvl9pPr>
          </a:lstStyle>
          <a:p>
            <a:endParaRPr/>
          </a:p>
        </p:txBody>
      </p:sp>
      <p:sp>
        <p:nvSpPr>
          <p:cNvPr id="340" name="Google Shape;340;p48"/>
          <p:cNvSpPr txBox="1">
            <a:spLocks noGrp="1"/>
          </p:cNvSpPr>
          <p:nvPr>
            <p:ph type="body" idx="2"/>
          </p:nvPr>
        </p:nvSpPr>
        <p:spPr>
          <a:xfrm>
            <a:off x="419099" y="1603771"/>
            <a:ext cx="4038600" cy="2926200"/>
          </a:xfrm>
          <a:prstGeom prst="rect">
            <a:avLst/>
          </a:prstGeom>
          <a:noFill/>
          <a:ln>
            <a:noFill/>
          </a:ln>
        </p:spPr>
        <p:txBody>
          <a:bodyPr spcFirstLastPara="1" wrap="square" lIns="91425" tIns="45700" rIns="91425" bIns="45700" anchor="t" anchorCtr="0">
            <a:noAutofit/>
          </a:bodyPr>
          <a:lstStyle>
            <a:lvl1pPr marL="457200" lvl="0" indent="-228600" algn="l">
              <a:spcBef>
                <a:spcPts val="500"/>
              </a:spcBef>
              <a:spcAft>
                <a:spcPts val="0"/>
              </a:spcAft>
              <a:buClr>
                <a:srgbClr val="BFBFBF"/>
              </a:buClr>
              <a:buSzPts val="1400"/>
              <a:buFont typeface="Roboto"/>
              <a:buNone/>
              <a:defRPr>
                <a:solidFill>
                  <a:srgbClr val="7F7F7F"/>
                </a:solidFill>
              </a:defRPr>
            </a:lvl1pPr>
            <a:lvl2pPr marL="914400" lvl="1" indent="-228600" algn="l">
              <a:spcBef>
                <a:spcPts val="400"/>
              </a:spcBef>
              <a:spcAft>
                <a:spcPts val="0"/>
              </a:spcAft>
              <a:buClr>
                <a:srgbClr val="BFBFBF"/>
              </a:buClr>
              <a:buSzPts val="1400"/>
              <a:buNone/>
              <a:defRPr>
                <a:solidFill>
                  <a:srgbClr val="7F7F7F"/>
                </a:solidFill>
              </a:defRPr>
            </a:lvl2pPr>
            <a:lvl3pPr marL="1371600" lvl="2" indent="-317500" algn="l">
              <a:spcBef>
                <a:spcPts val="300"/>
              </a:spcBef>
              <a:spcAft>
                <a:spcPts val="0"/>
              </a:spcAft>
              <a:buClr>
                <a:srgbClr val="BFBFBF"/>
              </a:buClr>
              <a:buSzPts val="1400"/>
              <a:buFont typeface="Roboto"/>
              <a:buChar char="•"/>
              <a:defRPr>
                <a:solidFill>
                  <a:srgbClr val="7F7F7F"/>
                </a:solidFill>
              </a:defRPr>
            </a:lvl3pPr>
            <a:lvl4pPr marL="1828800" lvl="3" indent="-317500" algn="l">
              <a:spcBef>
                <a:spcPts val="300"/>
              </a:spcBef>
              <a:spcAft>
                <a:spcPts val="0"/>
              </a:spcAft>
              <a:buClr>
                <a:srgbClr val="BFBFBF"/>
              </a:buClr>
              <a:buSzPts val="1400"/>
              <a:buChar char="–"/>
              <a:defRPr>
                <a:solidFill>
                  <a:srgbClr val="7F7F7F"/>
                </a:solidFill>
              </a:defRPr>
            </a:lvl4pPr>
            <a:lvl5pPr marL="2286000" lvl="4" indent="-317500" algn="l">
              <a:spcBef>
                <a:spcPts val="300"/>
              </a:spcBef>
              <a:spcAft>
                <a:spcPts val="0"/>
              </a:spcAft>
              <a:buClr>
                <a:srgbClr val="BFBFBF"/>
              </a:buClr>
              <a:buSzPts val="1400"/>
              <a:buFont typeface="Roboto"/>
              <a:buChar char="»"/>
              <a:defRPr>
                <a:solidFill>
                  <a:srgbClr val="7F7F7F"/>
                </a:solidFill>
              </a:defRPr>
            </a:lvl5pPr>
            <a:lvl6pPr marL="2743200" lvl="5" indent="-342900" algn="l">
              <a:spcBef>
                <a:spcPts val="400"/>
              </a:spcBef>
              <a:spcAft>
                <a:spcPts val="0"/>
              </a:spcAft>
              <a:buClr>
                <a:schemeClr val="dk1"/>
              </a:buClr>
              <a:buSzPts val="1800"/>
              <a:buChar char="•"/>
              <a:defRPr/>
            </a:lvl6pPr>
            <a:lvl7pPr marL="3200400" lvl="6" indent="-342900" algn="l">
              <a:spcBef>
                <a:spcPts val="400"/>
              </a:spcBef>
              <a:spcAft>
                <a:spcPts val="0"/>
              </a:spcAft>
              <a:buClr>
                <a:schemeClr val="dk1"/>
              </a:buClr>
              <a:buSzPts val="1800"/>
              <a:buChar char="•"/>
              <a:defRPr/>
            </a:lvl7pPr>
            <a:lvl8pPr marL="3657600" lvl="7" indent="-342900" algn="l">
              <a:spcBef>
                <a:spcPts val="400"/>
              </a:spcBef>
              <a:spcAft>
                <a:spcPts val="0"/>
              </a:spcAft>
              <a:buClr>
                <a:schemeClr val="dk1"/>
              </a:buClr>
              <a:buSzPts val="1800"/>
              <a:buChar char="•"/>
              <a:defRPr/>
            </a:lvl8pPr>
            <a:lvl9pPr marL="4114800" lvl="8" indent="-342900" algn="l">
              <a:spcBef>
                <a:spcPts val="400"/>
              </a:spcBef>
              <a:spcAft>
                <a:spcPts val="0"/>
              </a:spcAft>
              <a:buClr>
                <a:schemeClr val="dk1"/>
              </a:buClr>
              <a:buSzPts val="1800"/>
              <a:buChar char="•"/>
              <a:defRPr/>
            </a:lvl9pPr>
          </a:lstStyle>
          <a:p>
            <a:endParaRPr/>
          </a:p>
        </p:txBody>
      </p:sp>
      <p:sp>
        <p:nvSpPr>
          <p:cNvPr id="341" name="Google Shape;341;p48"/>
          <p:cNvSpPr txBox="1">
            <a:spLocks noGrp="1"/>
          </p:cNvSpPr>
          <p:nvPr>
            <p:ph type="body" idx="3"/>
          </p:nvPr>
        </p:nvSpPr>
        <p:spPr>
          <a:xfrm>
            <a:off x="4683252" y="1603771"/>
            <a:ext cx="4041600" cy="2926200"/>
          </a:xfrm>
          <a:prstGeom prst="rect">
            <a:avLst/>
          </a:prstGeom>
          <a:noFill/>
          <a:ln>
            <a:noFill/>
          </a:ln>
        </p:spPr>
        <p:txBody>
          <a:bodyPr spcFirstLastPara="1" wrap="square" lIns="91425" tIns="45700" rIns="91425" bIns="45700" anchor="t" anchorCtr="0">
            <a:noAutofit/>
          </a:bodyPr>
          <a:lstStyle>
            <a:lvl1pPr marL="457200" lvl="0" indent="-228600" algn="l">
              <a:spcBef>
                <a:spcPts val="500"/>
              </a:spcBef>
              <a:spcAft>
                <a:spcPts val="0"/>
              </a:spcAft>
              <a:buClr>
                <a:srgbClr val="BFBFBF"/>
              </a:buClr>
              <a:buSzPts val="1500"/>
              <a:buNone/>
              <a:defRPr>
                <a:solidFill>
                  <a:srgbClr val="7F7F7F"/>
                </a:solidFill>
              </a:defRPr>
            </a:lvl1pPr>
            <a:lvl2pPr marL="914400" lvl="1" indent="-228600" algn="l">
              <a:spcBef>
                <a:spcPts val="400"/>
              </a:spcBef>
              <a:spcAft>
                <a:spcPts val="0"/>
              </a:spcAft>
              <a:buClr>
                <a:srgbClr val="BFBFBF"/>
              </a:buClr>
              <a:buSzPts val="1400"/>
              <a:buNone/>
              <a:defRPr>
                <a:solidFill>
                  <a:srgbClr val="7F7F7F"/>
                </a:solidFill>
              </a:defRPr>
            </a:lvl2pPr>
            <a:lvl3pPr marL="1371600" lvl="2" indent="-317500" algn="l">
              <a:spcBef>
                <a:spcPts val="300"/>
              </a:spcBef>
              <a:spcAft>
                <a:spcPts val="0"/>
              </a:spcAft>
              <a:buClr>
                <a:srgbClr val="BFBFBF"/>
              </a:buClr>
              <a:buSzPts val="1400"/>
              <a:buFont typeface="Roboto"/>
              <a:buChar char="•"/>
              <a:defRPr>
                <a:solidFill>
                  <a:srgbClr val="7F7F7F"/>
                </a:solidFill>
              </a:defRPr>
            </a:lvl3pPr>
            <a:lvl4pPr marL="1828800" lvl="3" indent="-317500" algn="l">
              <a:spcBef>
                <a:spcPts val="300"/>
              </a:spcBef>
              <a:spcAft>
                <a:spcPts val="0"/>
              </a:spcAft>
              <a:buClr>
                <a:srgbClr val="BFBFBF"/>
              </a:buClr>
              <a:buSzPts val="1400"/>
              <a:buChar char="–"/>
              <a:defRPr>
                <a:solidFill>
                  <a:srgbClr val="7F7F7F"/>
                </a:solidFill>
              </a:defRPr>
            </a:lvl4pPr>
            <a:lvl5pPr marL="2286000" lvl="4" indent="-317500" algn="l">
              <a:spcBef>
                <a:spcPts val="300"/>
              </a:spcBef>
              <a:spcAft>
                <a:spcPts val="0"/>
              </a:spcAft>
              <a:buClr>
                <a:srgbClr val="BFBFBF"/>
              </a:buClr>
              <a:buSzPts val="1400"/>
              <a:buFont typeface="Roboto"/>
              <a:buChar char="»"/>
              <a:defRPr>
                <a:solidFill>
                  <a:srgbClr val="7F7F7F"/>
                </a:solidFill>
              </a:defRPr>
            </a:lvl5pPr>
            <a:lvl6pPr marL="2743200" lvl="5" indent="-342900" algn="l">
              <a:spcBef>
                <a:spcPts val="400"/>
              </a:spcBef>
              <a:spcAft>
                <a:spcPts val="0"/>
              </a:spcAft>
              <a:buClr>
                <a:schemeClr val="dk1"/>
              </a:buClr>
              <a:buSzPts val="1800"/>
              <a:buChar char="•"/>
              <a:defRPr/>
            </a:lvl6pPr>
            <a:lvl7pPr marL="3200400" lvl="6" indent="-342900" algn="l">
              <a:spcBef>
                <a:spcPts val="400"/>
              </a:spcBef>
              <a:spcAft>
                <a:spcPts val="0"/>
              </a:spcAft>
              <a:buClr>
                <a:schemeClr val="dk1"/>
              </a:buClr>
              <a:buSzPts val="1800"/>
              <a:buChar char="•"/>
              <a:defRPr/>
            </a:lvl7pPr>
            <a:lvl8pPr marL="3657600" lvl="7" indent="-342900" algn="l">
              <a:spcBef>
                <a:spcPts val="400"/>
              </a:spcBef>
              <a:spcAft>
                <a:spcPts val="0"/>
              </a:spcAft>
              <a:buClr>
                <a:schemeClr val="dk1"/>
              </a:buClr>
              <a:buSzPts val="1800"/>
              <a:buChar char="•"/>
              <a:defRPr/>
            </a:lvl8pPr>
            <a:lvl9pPr marL="4114800" lvl="8" indent="-342900" algn="l">
              <a:spcBef>
                <a:spcPts val="400"/>
              </a:spcBef>
              <a:spcAft>
                <a:spcPts val="0"/>
              </a:spcAft>
              <a:buClr>
                <a:schemeClr val="dk1"/>
              </a:buClr>
              <a:buSzPts val="1800"/>
              <a:buChar char="•"/>
              <a:defRPr/>
            </a:lvl9pPr>
          </a:lstStyle>
          <a:p>
            <a:endParaRPr/>
          </a:p>
        </p:txBody>
      </p:sp>
      <p:cxnSp>
        <p:nvCxnSpPr>
          <p:cNvPr id="342" name="Google Shape;342;p48"/>
          <p:cNvCxnSpPr/>
          <p:nvPr/>
        </p:nvCxnSpPr>
        <p:spPr>
          <a:xfrm>
            <a:off x="411480" y="412170"/>
            <a:ext cx="8321100" cy="0"/>
          </a:xfrm>
          <a:prstGeom prst="straightConnector1">
            <a:avLst/>
          </a:prstGeom>
          <a:noFill/>
          <a:ln w="9525" cap="flat" cmpd="sng">
            <a:solidFill>
              <a:srgbClr val="BFBFBF"/>
            </a:solidFill>
            <a:prstDash val="solid"/>
            <a:round/>
            <a:headEnd type="none" w="sm" len="sm"/>
            <a:tailEnd type="none" w="sm" len="sm"/>
          </a:ln>
        </p:spPr>
      </p:cxnSp>
      <p:pic>
        <p:nvPicPr>
          <p:cNvPr id="343" name="Google Shape;343;p48"/>
          <p:cNvPicPr preferRelativeResize="0"/>
          <p:nvPr/>
        </p:nvPicPr>
        <p:blipFill rotWithShape="1">
          <a:blip r:embed="rId2">
            <a:alphaModFix/>
          </a:blip>
          <a:srcRect/>
          <a:stretch/>
        </p:blipFill>
        <p:spPr>
          <a:xfrm>
            <a:off x="0" y="4640580"/>
            <a:ext cx="6907201" cy="502920"/>
          </a:xfrm>
          <a:prstGeom prst="rect">
            <a:avLst/>
          </a:prstGeom>
          <a:noFill/>
          <a:ln>
            <a:noFill/>
          </a:ln>
        </p:spPr>
      </p:pic>
      <p:sp>
        <p:nvSpPr>
          <p:cNvPr id="344" name="Google Shape;344;p48"/>
          <p:cNvSpPr/>
          <p:nvPr/>
        </p:nvSpPr>
        <p:spPr>
          <a:xfrm>
            <a:off x="411480" y="4852576"/>
            <a:ext cx="754380" cy="91894"/>
          </a:xfrm>
          <a:custGeom>
            <a:avLst/>
            <a:gdLst/>
            <a:ahLst/>
            <a:cxnLst/>
            <a:rect l="l" t="t" r="r" b="b"/>
            <a:pathLst>
              <a:path w="9144000" h="1113864" extrusionOk="0">
                <a:moveTo>
                  <a:pt x="5789292" y="24288"/>
                </a:moveTo>
                <a:lnTo>
                  <a:pt x="6718852" y="24288"/>
                </a:lnTo>
                <a:lnTo>
                  <a:pt x="6718852" y="244431"/>
                </a:lnTo>
                <a:lnTo>
                  <a:pt x="5942904" y="244431"/>
                </a:lnTo>
                <a:cubicBezTo>
                  <a:pt x="5906241" y="160891"/>
                  <a:pt x="5853800" y="87253"/>
                  <a:pt x="5789292" y="24288"/>
                </a:cubicBezTo>
                <a:close/>
                <a:moveTo>
                  <a:pt x="6592622" y="662440"/>
                </a:moveTo>
                <a:lnTo>
                  <a:pt x="6592622" y="444463"/>
                </a:lnTo>
                <a:lnTo>
                  <a:pt x="5997511" y="444463"/>
                </a:lnTo>
                <a:cubicBezTo>
                  <a:pt x="6002616" y="481746"/>
                  <a:pt x="6006174" y="519803"/>
                  <a:pt x="6006174" y="559407"/>
                </a:cubicBezTo>
                <a:cubicBezTo>
                  <a:pt x="6006027" y="593854"/>
                  <a:pt x="6003806" y="628260"/>
                  <a:pt x="5999522" y="662440"/>
                </a:cubicBezTo>
                <a:close/>
                <a:moveTo>
                  <a:pt x="5801049" y="1089576"/>
                </a:moveTo>
                <a:lnTo>
                  <a:pt x="6723803" y="1089576"/>
                </a:lnTo>
                <a:lnTo>
                  <a:pt x="6723803" y="869433"/>
                </a:lnTo>
                <a:lnTo>
                  <a:pt x="5946926" y="869433"/>
                </a:lnTo>
                <a:cubicBezTo>
                  <a:pt x="5912876" y="951495"/>
                  <a:pt x="5863350" y="1026236"/>
                  <a:pt x="5801049" y="1089576"/>
                </a:cubicBezTo>
                <a:close/>
                <a:moveTo>
                  <a:pt x="3168146" y="558634"/>
                </a:moveTo>
                <a:cubicBezTo>
                  <a:pt x="3168146" y="869897"/>
                  <a:pt x="2932237" y="1113864"/>
                  <a:pt x="2605522" y="1113864"/>
                </a:cubicBezTo>
                <a:cubicBezTo>
                  <a:pt x="2278807" y="1113864"/>
                  <a:pt x="2043052" y="869897"/>
                  <a:pt x="2043052" y="558634"/>
                </a:cubicBezTo>
                <a:cubicBezTo>
                  <a:pt x="2043052" y="247371"/>
                  <a:pt x="2278807" y="0"/>
                  <a:pt x="2605522" y="0"/>
                </a:cubicBezTo>
                <a:cubicBezTo>
                  <a:pt x="2932237" y="0"/>
                  <a:pt x="3168146" y="245360"/>
                  <a:pt x="3168146" y="558634"/>
                </a:cubicBezTo>
                <a:close/>
                <a:moveTo>
                  <a:pt x="2912127" y="558634"/>
                </a:moveTo>
                <a:cubicBezTo>
                  <a:pt x="2912127" y="364326"/>
                  <a:pt x="2784813" y="223392"/>
                  <a:pt x="2605522" y="223392"/>
                </a:cubicBezTo>
                <a:cubicBezTo>
                  <a:pt x="2426231" y="223392"/>
                  <a:pt x="2299072" y="364326"/>
                  <a:pt x="2299072" y="558634"/>
                </a:cubicBezTo>
                <a:cubicBezTo>
                  <a:pt x="2299072" y="752941"/>
                  <a:pt x="2426231" y="890472"/>
                  <a:pt x="2605522" y="890472"/>
                </a:cubicBezTo>
                <a:cubicBezTo>
                  <a:pt x="2784813" y="890472"/>
                  <a:pt x="2912127" y="750930"/>
                  <a:pt x="2912127" y="558634"/>
                </a:cubicBezTo>
                <a:close/>
                <a:moveTo>
                  <a:pt x="5688896" y="556932"/>
                </a:moveTo>
                <a:cubicBezTo>
                  <a:pt x="5688896" y="875466"/>
                  <a:pt x="5453915" y="1089576"/>
                  <a:pt x="5104305" y="1089576"/>
                </a:cubicBezTo>
                <a:lnTo>
                  <a:pt x="4677502" y="1089576"/>
                </a:lnTo>
                <a:lnTo>
                  <a:pt x="4677502" y="24288"/>
                </a:lnTo>
                <a:lnTo>
                  <a:pt x="5094095" y="24288"/>
                </a:lnTo>
                <a:cubicBezTo>
                  <a:pt x="5443550" y="24288"/>
                  <a:pt x="5688896" y="238398"/>
                  <a:pt x="5688896" y="556932"/>
                </a:cubicBezTo>
                <a:close/>
                <a:moveTo>
                  <a:pt x="5432876" y="556932"/>
                </a:moveTo>
                <a:cubicBezTo>
                  <a:pt x="5432876" y="364636"/>
                  <a:pt x="5293806" y="237315"/>
                  <a:pt x="5086979" y="237315"/>
                </a:cubicBezTo>
                <a:lnTo>
                  <a:pt x="4924240" y="237315"/>
                </a:lnTo>
                <a:lnTo>
                  <a:pt x="4924240" y="876704"/>
                </a:lnTo>
                <a:lnTo>
                  <a:pt x="5086979" y="876704"/>
                </a:lnTo>
                <a:cubicBezTo>
                  <a:pt x="5293806" y="876704"/>
                  <a:pt x="5432876" y="749228"/>
                  <a:pt x="5432876" y="556932"/>
                </a:cubicBezTo>
                <a:close/>
                <a:moveTo>
                  <a:pt x="570359" y="888925"/>
                </a:moveTo>
                <a:cubicBezTo>
                  <a:pt x="388129" y="888925"/>
                  <a:pt x="256020" y="745051"/>
                  <a:pt x="256020" y="556777"/>
                </a:cubicBezTo>
                <a:cubicBezTo>
                  <a:pt x="256020" y="368503"/>
                  <a:pt x="388129" y="225093"/>
                  <a:pt x="570359" y="225093"/>
                </a:cubicBezTo>
                <a:cubicBezTo>
                  <a:pt x="657916" y="225093"/>
                  <a:pt x="730468" y="256343"/>
                  <a:pt x="793738" y="316214"/>
                </a:cubicBezTo>
                <a:lnTo>
                  <a:pt x="952764" y="157179"/>
                </a:lnTo>
                <a:cubicBezTo>
                  <a:pt x="856544" y="58168"/>
                  <a:pt x="722579" y="0"/>
                  <a:pt x="567729" y="0"/>
                </a:cubicBezTo>
                <a:cubicBezTo>
                  <a:pt x="247047" y="0"/>
                  <a:pt x="0" y="244586"/>
                  <a:pt x="0" y="556932"/>
                </a:cubicBezTo>
                <a:cubicBezTo>
                  <a:pt x="0" y="869278"/>
                  <a:pt x="247047" y="1113864"/>
                  <a:pt x="567729" y="1113864"/>
                </a:cubicBezTo>
                <a:cubicBezTo>
                  <a:pt x="729540" y="1113864"/>
                  <a:pt x="871395" y="1048425"/>
                  <a:pt x="968079" y="938585"/>
                </a:cubicBezTo>
                <a:lnTo>
                  <a:pt x="809826" y="780324"/>
                </a:lnTo>
                <a:cubicBezTo>
                  <a:pt x="746092" y="850868"/>
                  <a:pt x="669828" y="888925"/>
                  <a:pt x="570359" y="888925"/>
                </a:cubicBezTo>
                <a:close/>
                <a:moveTo>
                  <a:pt x="1453047" y="24288"/>
                </a:moveTo>
                <a:lnTo>
                  <a:pt x="1206309" y="24288"/>
                </a:lnTo>
                <a:lnTo>
                  <a:pt x="1206309" y="1089576"/>
                </a:lnTo>
                <a:lnTo>
                  <a:pt x="1952711" y="1089576"/>
                </a:lnTo>
                <a:lnTo>
                  <a:pt x="1952711" y="872836"/>
                </a:lnTo>
                <a:lnTo>
                  <a:pt x="1453047" y="872836"/>
                </a:lnTo>
                <a:close/>
                <a:moveTo>
                  <a:pt x="7656766" y="731128"/>
                </a:moveTo>
                <a:lnTo>
                  <a:pt x="7960741" y="1089576"/>
                </a:lnTo>
                <a:lnTo>
                  <a:pt x="7673473" y="1089576"/>
                </a:lnTo>
                <a:lnTo>
                  <a:pt x="7390382" y="753251"/>
                </a:lnTo>
                <a:lnTo>
                  <a:pt x="7254560" y="753251"/>
                </a:lnTo>
                <a:lnTo>
                  <a:pt x="7254560" y="1089576"/>
                </a:lnTo>
                <a:lnTo>
                  <a:pt x="7012772" y="1089576"/>
                </a:lnTo>
                <a:lnTo>
                  <a:pt x="7012772" y="24288"/>
                </a:lnTo>
                <a:lnTo>
                  <a:pt x="7503927" y="24288"/>
                </a:lnTo>
                <a:cubicBezTo>
                  <a:pt x="7640987" y="24288"/>
                  <a:pt x="7741539" y="57704"/>
                  <a:pt x="7813626" y="119276"/>
                </a:cubicBezTo>
                <a:cubicBezTo>
                  <a:pt x="7885714" y="180848"/>
                  <a:pt x="7927637" y="275681"/>
                  <a:pt x="7927637" y="388305"/>
                </a:cubicBezTo>
                <a:cubicBezTo>
                  <a:pt x="7927637" y="529550"/>
                  <a:pt x="7867615" y="676054"/>
                  <a:pt x="7656766" y="731128"/>
                </a:cubicBezTo>
                <a:close/>
                <a:moveTo>
                  <a:pt x="7681053" y="391709"/>
                </a:moveTo>
                <a:cubicBezTo>
                  <a:pt x="7681053" y="344679"/>
                  <a:pt x="7662180" y="300743"/>
                  <a:pt x="7633717" y="275527"/>
                </a:cubicBezTo>
                <a:cubicBezTo>
                  <a:pt x="7601385" y="247216"/>
                  <a:pt x="7554977" y="232364"/>
                  <a:pt x="7490469" y="232364"/>
                </a:cubicBezTo>
                <a:lnTo>
                  <a:pt x="7254560" y="232364"/>
                </a:lnTo>
                <a:lnTo>
                  <a:pt x="7254560" y="552291"/>
                </a:lnTo>
                <a:lnTo>
                  <a:pt x="7491088" y="552291"/>
                </a:lnTo>
                <a:cubicBezTo>
                  <a:pt x="7554513" y="552291"/>
                  <a:pt x="7599529" y="537904"/>
                  <a:pt x="7631396" y="510521"/>
                </a:cubicBezTo>
                <a:cubicBezTo>
                  <a:pt x="7663263" y="483139"/>
                  <a:pt x="7681053" y="440131"/>
                  <a:pt x="7681053" y="391709"/>
                </a:cubicBezTo>
                <a:close/>
                <a:moveTo>
                  <a:pt x="9144619" y="1089576"/>
                </a:moveTo>
                <a:lnTo>
                  <a:pt x="8894942" y="1089576"/>
                </a:lnTo>
                <a:lnTo>
                  <a:pt x="8808622" y="872063"/>
                </a:lnTo>
                <a:lnTo>
                  <a:pt x="8355212" y="872063"/>
                </a:lnTo>
                <a:lnTo>
                  <a:pt x="8268738" y="1089576"/>
                </a:lnTo>
                <a:lnTo>
                  <a:pt x="8019215" y="1089576"/>
                </a:lnTo>
                <a:lnTo>
                  <a:pt x="8468913" y="24288"/>
                </a:lnTo>
                <a:lnTo>
                  <a:pt x="8689971" y="24288"/>
                </a:lnTo>
                <a:close/>
                <a:moveTo>
                  <a:pt x="8730192" y="674507"/>
                </a:moveTo>
                <a:lnTo>
                  <a:pt x="8581840" y="301207"/>
                </a:lnTo>
                <a:lnTo>
                  <a:pt x="8433642" y="674507"/>
                </a:lnTo>
                <a:close/>
                <a:moveTo>
                  <a:pt x="4123231" y="619896"/>
                </a:moveTo>
                <a:cubicBezTo>
                  <a:pt x="4123231" y="788678"/>
                  <a:pt x="4026237" y="890472"/>
                  <a:pt x="3890106" y="890472"/>
                </a:cubicBezTo>
                <a:cubicBezTo>
                  <a:pt x="3753975" y="890472"/>
                  <a:pt x="3656827" y="788678"/>
                  <a:pt x="3656827" y="619896"/>
                </a:cubicBezTo>
                <a:lnTo>
                  <a:pt x="3656827" y="24288"/>
                </a:lnTo>
                <a:lnTo>
                  <a:pt x="3410243" y="24288"/>
                </a:lnTo>
                <a:lnTo>
                  <a:pt x="3410243" y="610459"/>
                </a:lnTo>
                <a:cubicBezTo>
                  <a:pt x="3410243" y="918938"/>
                  <a:pt x="3603921" y="1113864"/>
                  <a:pt x="3890106" y="1113864"/>
                </a:cubicBezTo>
                <a:cubicBezTo>
                  <a:pt x="4176291" y="1113864"/>
                  <a:pt x="4369969" y="918938"/>
                  <a:pt x="4369969" y="610459"/>
                </a:cubicBezTo>
                <a:lnTo>
                  <a:pt x="4369969" y="24288"/>
                </a:lnTo>
                <a:lnTo>
                  <a:pt x="4123231" y="24288"/>
                </a:lnTo>
                <a:close/>
              </a:path>
            </a:pathLst>
          </a:custGeom>
          <a:solidFill>
            <a:srgbClr val="F9670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000">
              <a:solidFill>
                <a:schemeClr val="dk1"/>
              </a:solidFill>
              <a:latin typeface="Roboto"/>
              <a:ea typeface="Roboto"/>
              <a:cs typeface="Roboto"/>
              <a:sym typeface="Roboto"/>
            </a:endParaRPr>
          </a:p>
        </p:txBody>
      </p:sp>
      <p:sp>
        <p:nvSpPr>
          <p:cNvPr id="345" name="Google Shape;345;p48"/>
          <p:cNvSpPr txBox="1"/>
          <p:nvPr/>
        </p:nvSpPr>
        <p:spPr>
          <a:xfrm>
            <a:off x="6954050" y="4856804"/>
            <a:ext cx="1541100" cy="924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None/>
            </a:pPr>
            <a:r>
              <a:rPr lang="en" sz="600" b="0" u="none">
                <a:solidFill>
                  <a:srgbClr val="A5A5A5"/>
                </a:solidFill>
                <a:latin typeface="Roboto"/>
                <a:ea typeface="Roboto"/>
                <a:cs typeface="Roboto"/>
                <a:sym typeface="Roboto"/>
              </a:rPr>
              <a:t>© 20</a:t>
            </a:r>
            <a:r>
              <a:rPr lang="en" sz="600">
                <a:solidFill>
                  <a:srgbClr val="A5A5A5"/>
                </a:solidFill>
                <a:latin typeface="Roboto"/>
                <a:ea typeface="Roboto"/>
                <a:cs typeface="Roboto"/>
                <a:sym typeface="Roboto"/>
              </a:rPr>
              <a:t>24</a:t>
            </a:r>
            <a:r>
              <a:rPr lang="en" sz="600" b="0" u="none">
                <a:solidFill>
                  <a:srgbClr val="A5A5A5"/>
                </a:solidFill>
                <a:latin typeface="Roboto"/>
                <a:ea typeface="Roboto"/>
                <a:cs typeface="Roboto"/>
                <a:sym typeface="Roboto"/>
              </a:rPr>
              <a:t> Cloudera, Inc. All rights reserved.</a:t>
            </a:r>
            <a:endParaRPr sz="1400"/>
          </a:p>
        </p:txBody>
      </p:sp>
      <p:sp>
        <p:nvSpPr>
          <p:cNvPr id="346" name="Google Shape;346;p48"/>
          <p:cNvSpPr txBox="1"/>
          <p:nvPr/>
        </p:nvSpPr>
        <p:spPr>
          <a:xfrm>
            <a:off x="8476883" y="4858663"/>
            <a:ext cx="255600" cy="924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None/>
            </a:pPr>
            <a:fld id="{00000000-1234-1234-1234-123412341234}" type="slidenum">
              <a:rPr lang="en" sz="600" b="0" u="none">
                <a:solidFill>
                  <a:srgbClr val="A5A5A5"/>
                </a:solidFill>
                <a:latin typeface="Roboto"/>
                <a:ea typeface="Roboto"/>
                <a:cs typeface="Roboto"/>
                <a:sym typeface="Roboto"/>
              </a:rPr>
              <a:t>‹#›</a:t>
            </a:fld>
            <a:endParaRPr sz="600" b="0" u="none">
              <a:solidFill>
                <a:srgbClr val="A5A5A5"/>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1_Multi-use w/ Subtitle">
  <p:cSld name="1_Multi-use w/ Subtitle">
    <p:spTree>
      <p:nvGrpSpPr>
        <p:cNvPr id="1" name="Shape 347"/>
        <p:cNvGrpSpPr/>
        <p:nvPr/>
      </p:nvGrpSpPr>
      <p:grpSpPr>
        <a:xfrm>
          <a:off x="0" y="0"/>
          <a:ext cx="0" cy="0"/>
          <a:chOff x="0" y="0"/>
          <a:chExt cx="0" cy="0"/>
        </a:xfrm>
      </p:grpSpPr>
      <p:pic>
        <p:nvPicPr>
          <p:cNvPr id="348" name="Google Shape;348;p49"/>
          <p:cNvPicPr preferRelativeResize="0"/>
          <p:nvPr/>
        </p:nvPicPr>
        <p:blipFill rotWithShape="1">
          <a:blip r:embed="rId2">
            <a:alphaModFix/>
          </a:blip>
          <a:srcRect/>
          <a:stretch/>
        </p:blipFill>
        <p:spPr>
          <a:xfrm>
            <a:off x="0" y="4640580"/>
            <a:ext cx="6907193" cy="502920"/>
          </a:xfrm>
          <a:prstGeom prst="rect">
            <a:avLst/>
          </a:prstGeom>
          <a:noFill/>
          <a:ln>
            <a:noFill/>
          </a:ln>
        </p:spPr>
      </p:pic>
      <p:sp>
        <p:nvSpPr>
          <p:cNvPr id="349" name="Google Shape;349;p49"/>
          <p:cNvSpPr txBox="1">
            <a:spLocks noGrp="1"/>
          </p:cNvSpPr>
          <p:nvPr>
            <p:ph type="title"/>
          </p:nvPr>
        </p:nvSpPr>
        <p:spPr>
          <a:xfrm>
            <a:off x="419100" y="457200"/>
            <a:ext cx="8305800" cy="417600"/>
          </a:xfrm>
          <a:prstGeom prst="rect">
            <a:avLst/>
          </a:prstGeom>
          <a:noFill/>
          <a:ln>
            <a:noFill/>
          </a:ln>
        </p:spPr>
        <p:txBody>
          <a:bodyPr spcFirstLastPara="1" wrap="square" lIns="0" tIns="91425" rIns="0" bIns="91425" anchor="t" anchorCtr="0">
            <a:noAutofit/>
          </a:bodyPr>
          <a:lstStyle>
            <a:lvl1pPr lvl="0" algn="l">
              <a:lnSpc>
                <a:spcPct val="100000"/>
              </a:lnSpc>
              <a:spcBef>
                <a:spcPts val="0"/>
              </a:spcBef>
              <a:spcAft>
                <a:spcPts val="0"/>
              </a:spcAft>
              <a:buSzPts val="1400"/>
              <a:buNone/>
              <a:defRPr sz="2200" b="0" i="0" cap="none">
                <a:solidFill>
                  <a:schemeClr val="dk1"/>
                </a:solidFill>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0" name="Google Shape;350;p49"/>
          <p:cNvSpPr txBox="1">
            <a:spLocks noGrp="1"/>
          </p:cNvSpPr>
          <p:nvPr>
            <p:ph type="body" idx="1"/>
          </p:nvPr>
        </p:nvSpPr>
        <p:spPr>
          <a:xfrm>
            <a:off x="419100" y="914400"/>
            <a:ext cx="8305800" cy="308100"/>
          </a:xfrm>
          <a:prstGeom prst="rect">
            <a:avLst/>
          </a:prstGeom>
          <a:noFill/>
          <a:ln>
            <a:noFill/>
          </a:ln>
        </p:spPr>
        <p:txBody>
          <a:bodyPr spcFirstLastPara="1" wrap="square" lIns="0" tIns="22850" rIns="0" bIns="45675" anchor="t" anchorCtr="0">
            <a:noAutofit/>
          </a:bodyPr>
          <a:lstStyle>
            <a:lvl1pPr marL="457200" lvl="0" indent="-228600" algn="l">
              <a:lnSpc>
                <a:spcPct val="100000"/>
              </a:lnSpc>
              <a:spcBef>
                <a:spcPts val="400"/>
              </a:spcBef>
              <a:spcAft>
                <a:spcPts val="0"/>
              </a:spcAft>
              <a:buSzPts val="1800"/>
              <a:buNone/>
              <a:defRPr sz="1600" b="0" i="0">
                <a:solidFill>
                  <a:schemeClr val="accent2"/>
                </a:solidFill>
                <a:latin typeface="Roboto"/>
                <a:ea typeface="Roboto"/>
                <a:cs typeface="Roboto"/>
                <a:sym typeface="Roboto"/>
              </a:defRPr>
            </a:lvl1pPr>
            <a:lvl2pPr marL="914400" lvl="1" indent="-228600" algn="l">
              <a:lnSpc>
                <a:spcPct val="100000"/>
              </a:lnSpc>
              <a:spcBef>
                <a:spcPts val="400"/>
              </a:spcBef>
              <a:spcAft>
                <a:spcPts val="0"/>
              </a:spcAft>
              <a:buSzPts val="1800"/>
              <a:buNone/>
              <a:defRPr sz="1600">
                <a:solidFill>
                  <a:schemeClr val="accent1"/>
                </a:solidFill>
              </a:defRPr>
            </a:lvl2pPr>
            <a:lvl3pPr marL="1371600" lvl="2" indent="-228600" algn="l">
              <a:lnSpc>
                <a:spcPct val="100000"/>
              </a:lnSpc>
              <a:spcBef>
                <a:spcPts val="400"/>
              </a:spcBef>
              <a:spcAft>
                <a:spcPts val="0"/>
              </a:spcAft>
              <a:buSzPts val="1800"/>
              <a:buNone/>
              <a:defRPr sz="1600">
                <a:solidFill>
                  <a:schemeClr val="accent1"/>
                </a:solidFill>
              </a:defRPr>
            </a:lvl3pPr>
            <a:lvl4pPr marL="1828800" lvl="3" indent="-228600" algn="l">
              <a:lnSpc>
                <a:spcPct val="100000"/>
              </a:lnSpc>
              <a:spcBef>
                <a:spcPts val="400"/>
              </a:spcBef>
              <a:spcAft>
                <a:spcPts val="0"/>
              </a:spcAft>
              <a:buSzPts val="1800"/>
              <a:buNone/>
              <a:defRPr sz="1600">
                <a:solidFill>
                  <a:schemeClr val="accent1"/>
                </a:solidFill>
              </a:defRPr>
            </a:lvl4pPr>
            <a:lvl5pPr marL="2286000" lvl="4" indent="-228600" algn="l">
              <a:lnSpc>
                <a:spcPct val="100000"/>
              </a:lnSpc>
              <a:spcBef>
                <a:spcPts val="400"/>
              </a:spcBef>
              <a:spcAft>
                <a:spcPts val="0"/>
              </a:spcAft>
              <a:buSzPts val="1800"/>
              <a:buNone/>
              <a:defRPr sz="1600">
                <a:solidFill>
                  <a:schemeClr val="accent1"/>
                </a:solidFill>
              </a:defRPr>
            </a:lvl5pPr>
            <a:lvl6pPr marL="2743200" lvl="5" indent="-342900" algn="l">
              <a:lnSpc>
                <a:spcPct val="100000"/>
              </a:lnSpc>
              <a:spcBef>
                <a:spcPts val="400"/>
              </a:spcBef>
              <a:spcAft>
                <a:spcPts val="0"/>
              </a:spcAft>
              <a:buSzPts val="1800"/>
              <a:buChar char="•"/>
              <a:defRPr/>
            </a:lvl6pPr>
            <a:lvl7pPr marL="3200400" lvl="6" indent="-342900" algn="l">
              <a:lnSpc>
                <a:spcPct val="100000"/>
              </a:lnSpc>
              <a:spcBef>
                <a:spcPts val="400"/>
              </a:spcBef>
              <a:spcAft>
                <a:spcPts val="0"/>
              </a:spcAft>
              <a:buSzPts val="1800"/>
              <a:buChar char="•"/>
              <a:defRPr/>
            </a:lvl7pPr>
            <a:lvl8pPr marL="3657600" lvl="7" indent="-342900" algn="l">
              <a:lnSpc>
                <a:spcPct val="100000"/>
              </a:lnSpc>
              <a:spcBef>
                <a:spcPts val="400"/>
              </a:spcBef>
              <a:spcAft>
                <a:spcPts val="0"/>
              </a:spcAft>
              <a:buSzPts val="1800"/>
              <a:buChar char="•"/>
              <a:defRPr/>
            </a:lvl8pPr>
            <a:lvl9pPr marL="4114800" lvl="8" indent="-342900" algn="l">
              <a:lnSpc>
                <a:spcPct val="100000"/>
              </a:lnSpc>
              <a:spcBef>
                <a:spcPts val="400"/>
              </a:spcBef>
              <a:spcAft>
                <a:spcPts val="0"/>
              </a:spcAft>
              <a:buSzPts val="1800"/>
              <a:buChar char="•"/>
              <a:defRPr/>
            </a:lvl9pPr>
          </a:lstStyle>
          <a:p>
            <a:endParaRPr/>
          </a:p>
        </p:txBody>
      </p:sp>
      <p:sp>
        <p:nvSpPr>
          <p:cNvPr id="351" name="Google Shape;351;p49"/>
          <p:cNvSpPr/>
          <p:nvPr/>
        </p:nvSpPr>
        <p:spPr>
          <a:xfrm>
            <a:off x="411480" y="4852576"/>
            <a:ext cx="754380" cy="91894"/>
          </a:xfrm>
          <a:custGeom>
            <a:avLst/>
            <a:gdLst/>
            <a:ahLst/>
            <a:cxnLst/>
            <a:rect l="l" t="t" r="r" b="b"/>
            <a:pathLst>
              <a:path w="9144000" h="1113864" extrusionOk="0">
                <a:moveTo>
                  <a:pt x="5789292" y="24288"/>
                </a:moveTo>
                <a:lnTo>
                  <a:pt x="6718852" y="24288"/>
                </a:lnTo>
                <a:lnTo>
                  <a:pt x="6718852" y="244431"/>
                </a:lnTo>
                <a:lnTo>
                  <a:pt x="5942904" y="244431"/>
                </a:lnTo>
                <a:cubicBezTo>
                  <a:pt x="5906241" y="160891"/>
                  <a:pt x="5853800" y="87253"/>
                  <a:pt x="5789292" y="24288"/>
                </a:cubicBezTo>
                <a:close/>
                <a:moveTo>
                  <a:pt x="6592622" y="662440"/>
                </a:moveTo>
                <a:lnTo>
                  <a:pt x="6592622" y="444463"/>
                </a:lnTo>
                <a:lnTo>
                  <a:pt x="5997511" y="444463"/>
                </a:lnTo>
                <a:cubicBezTo>
                  <a:pt x="6002616" y="481746"/>
                  <a:pt x="6006174" y="519803"/>
                  <a:pt x="6006174" y="559407"/>
                </a:cubicBezTo>
                <a:cubicBezTo>
                  <a:pt x="6006027" y="593854"/>
                  <a:pt x="6003806" y="628260"/>
                  <a:pt x="5999522" y="662440"/>
                </a:cubicBezTo>
                <a:close/>
                <a:moveTo>
                  <a:pt x="5801049" y="1089576"/>
                </a:moveTo>
                <a:lnTo>
                  <a:pt x="6723803" y="1089576"/>
                </a:lnTo>
                <a:lnTo>
                  <a:pt x="6723803" y="869433"/>
                </a:lnTo>
                <a:lnTo>
                  <a:pt x="5946926" y="869433"/>
                </a:lnTo>
                <a:cubicBezTo>
                  <a:pt x="5912876" y="951495"/>
                  <a:pt x="5863350" y="1026236"/>
                  <a:pt x="5801049" y="1089576"/>
                </a:cubicBezTo>
                <a:close/>
                <a:moveTo>
                  <a:pt x="3168146" y="558634"/>
                </a:moveTo>
                <a:cubicBezTo>
                  <a:pt x="3168146" y="869897"/>
                  <a:pt x="2932237" y="1113864"/>
                  <a:pt x="2605522" y="1113864"/>
                </a:cubicBezTo>
                <a:cubicBezTo>
                  <a:pt x="2278807" y="1113864"/>
                  <a:pt x="2043052" y="869897"/>
                  <a:pt x="2043052" y="558634"/>
                </a:cubicBezTo>
                <a:cubicBezTo>
                  <a:pt x="2043052" y="247371"/>
                  <a:pt x="2278807" y="0"/>
                  <a:pt x="2605522" y="0"/>
                </a:cubicBezTo>
                <a:cubicBezTo>
                  <a:pt x="2932237" y="0"/>
                  <a:pt x="3168146" y="245360"/>
                  <a:pt x="3168146" y="558634"/>
                </a:cubicBezTo>
                <a:close/>
                <a:moveTo>
                  <a:pt x="2912127" y="558634"/>
                </a:moveTo>
                <a:cubicBezTo>
                  <a:pt x="2912127" y="364326"/>
                  <a:pt x="2784813" y="223392"/>
                  <a:pt x="2605522" y="223392"/>
                </a:cubicBezTo>
                <a:cubicBezTo>
                  <a:pt x="2426231" y="223392"/>
                  <a:pt x="2299072" y="364326"/>
                  <a:pt x="2299072" y="558634"/>
                </a:cubicBezTo>
                <a:cubicBezTo>
                  <a:pt x="2299072" y="752941"/>
                  <a:pt x="2426231" y="890472"/>
                  <a:pt x="2605522" y="890472"/>
                </a:cubicBezTo>
                <a:cubicBezTo>
                  <a:pt x="2784813" y="890472"/>
                  <a:pt x="2912127" y="750930"/>
                  <a:pt x="2912127" y="558634"/>
                </a:cubicBezTo>
                <a:close/>
                <a:moveTo>
                  <a:pt x="5688896" y="556932"/>
                </a:moveTo>
                <a:cubicBezTo>
                  <a:pt x="5688896" y="875466"/>
                  <a:pt x="5453915" y="1089576"/>
                  <a:pt x="5104305" y="1089576"/>
                </a:cubicBezTo>
                <a:lnTo>
                  <a:pt x="4677502" y="1089576"/>
                </a:lnTo>
                <a:lnTo>
                  <a:pt x="4677502" y="24288"/>
                </a:lnTo>
                <a:lnTo>
                  <a:pt x="5094095" y="24288"/>
                </a:lnTo>
                <a:cubicBezTo>
                  <a:pt x="5443550" y="24288"/>
                  <a:pt x="5688896" y="238398"/>
                  <a:pt x="5688896" y="556932"/>
                </a:cubicBezTo>
                <a:close/>
                <a:moveTo>
                  <a:pt x="5432876" y="556932"/>
                </a:moveTo>
                <a:cubicBezTo>
                  <a:pt x="5432876" y="364636"/>
                  <a:pt x="5293806" y="237315"/>
                  <a:pt x="5086979" y="237315"/>
                </a:cubicBezTo>
                <a:lnTo>
                  <a:pt x="4924240" y="237315"/>
                </a:lnTo>
                <a:lnTo>
                  <a:pt x="4924240" y="876704"/>
                </a:lnTo>
                <a:lnTo>
                  <a:pt x="5086979" y="876704"/>
                </a:lnTo>
                <a:cubicBezTo>
                  <a:pt x="5293806" y="876704"/>
                  <a:pt x="5432876" y="749228"/>
                  <a:pt x="5432876" y="556932"/>
                </a:cubicBezTo>
                <a:close/>
                <a:moveTo>
                  <a:pt x="570359" y="888925"/>
                </a:moveTo>
                <a:cubicBezTo>
                  <a:pt x="388129" y="888925"/>
                  <a:pt x="256020" y="745051"/>
                  <a:pt x="256020" y="556777"/>
                </a:cubicBezTo>
                <a:cubicBezTo>
                  <a:pt x="256020" y="368503"/>
                  <a:pt x="388129" y="225093"/>
                  <a:pt x="570359" y="225093"/>
                </a:cubicBezTo>
                <a:cubicBezTo>
                  <a:pt x="657916" y="225093"/>
                  <a:pt x="730468" y="256343"/>
                  <a:pt x="793738" y="316214"/>
                </a:cubicBezTo>
                <a:lnTo>
                  <a:pt x="952764" y="157179"/>
                </a:lnTo>
                <a:cubicBezTo>
                  <a:pt x="856544" y="58168"/>
                  <a:pt x="722579" y="0"/>
                  <a:pt x="567729" y="0"/>
                </a:cubicBezTo>
                <a:cubicBezTo>
                  <a:pt x="247047" y="0"/>
                  <a:pt x="0" y="244586"/>
                  <a:pt x="0" y="556932"/>
                </a:cubicBezTo>
                <a:cubicBezTo>
                  <a:pt x="0" y="869278"/>
                  <a:pt x="247047" y="1113864"/>
                  <a:pt x="567729" y="1113864"/>
                </a:cubicBezTo>
                <a:cubicBezTo>
                  <a:pt x="729540" y="1113864"/>
                  <a:pt x="871395" y="1048425"/>
                  <a:pt x="968079" y="938585"/>
                </a:cubicBezTo>
                <a:lnTo>
                  <a:pt x="809826" y="780324"/>
                </a:lnTo>
                <a:cubicBezTo>
                  <a:pt x="746092" y="850868"/>
                  <a:pt x="669828" y="888925"/>
                  <a:pt x="570359" y="888925"/>
                </a:cubicBezTo>
                <a:close/>
                <a:moveTo>
                  <a:pt x="1453047" y="24288"/>
                </a:moveTo>
                <a:lnTo>
                  <a:pt x="1206309" y="24288"/>
                </a:lnTo>
                <a:lnTo>
                  <a:pt x="1206309" y="1089576"/>
                </a:lnTo>
                <a:lnTo>
                  <a:pt x="1952711" y="1089576"/>
                </a:lnTo>
                <a:lnTo>
                  <a:pt x="1952711" y="872836"/>
                </a:lnTo>
                <a:lnTo>
                  <a:pt x="1453047" y="872836"/>
                </a:lnTo>
                <a:close/>
                <a:moveTo>
                  <a:pt x="7656766" y="731128"/>
                </a:moveTo>
                <a:lnTo>
                  <a:pt x="7960741" y="1089576"/>
                </a:lnTo>
                <a:lnTo>
                  <a:pt x="7673473" y="1089576"/>
                </a:lnTo>
                <a:lnTo>
                  <a:pt x="7390382" y="753251"/>
                </a:lnTo>
                <a:lnTo>
                  <a:pt x="7254560" y="753251"/>
                </a:lnTo>
                <a:lnTo>
                  <a:pt x="7254560" y="1089576"/>
                </a:lnTo>
                <a:lnTo>
                  <a:pt x="7012772" y="1089576"/>
                </a:lnTo>
                <a:lnTo>
                  <a:pt x="7012772" y="24288"/>
                </a:lnTo>
                <a:lnTo>
                  <a:pt x="7503927" y="24288"/>
                </a:lnTo>
                <a:cubicBezTo>
                  <a:pt x="7640987" y="24288"/>
                  <a:pt x="7741539" y="57704"/>
                  <a:pt x="7813626" y="119276"/>
                </a:cubicBezTo>
                <a:cubicBezTo>
                  <a:pt x="7885714" y="180848"/>
                  <a:pt x="7927637" y="275681"/>
                  <a:pt x="7927637" y="388305"/>
                </a:cubicBezTo>
                <a:cubicBezTo>
                  <a:pt x="7927637" y="529550"/>
                  <a:pt x="7867615" y="676054"/>
                  <a:pt x="7656766" y="731128"/>
                </a:cubicBezTo>
                <a:close/>
                <a:moveTo>
                  <a:pt x="7681053" y="391709"/>
                </a:moveTo>
                <a:cubicBezTo>
                  <a:pt x="7681053" y="344679"/>
                  <a:pt x="7662180" y="300743"/>
                  <a:pt x="7633717" y="275527"/>
                </a:cubicBezTo>
                <a:cubicBezTo>
                  <a:pt x="7601385" y="247216"/>
                  <a:pt x="7554977" y="232364"/>
                  <a:pt x="7490469" y="232364"/>
                </a:cubicBezTo>
                <a:lnTo>
                  <a:pt x="7254560" y="232364"/>
                </a:lnTo>
                <a:lnTo>
                  <a:pt x="7254560" y="552291"/>
                </a:lnTo>
                <a:lnTo>
                  <a:pt x="7491088" y="552291"/>
                </a:lnTo>
                <a:cubicBezTo>
                  <a:pt x="7554513" y="552291"/>
                  <a:pt x="7599529" y="537904"/>
                  <a:pt x="7631396" y="510521"/>
                </a:cubicBezTo>
                <a:cubicBezTo>
                  <a:pt x="7663263" y="483139"/>
                  <a:pt x="7681053" y="440131"/>
                  <a:pt x="7681053" y="391709"/>
                </a:cubicBezTo>
                <a:close/>
                <a:moveTo>
                  <a:pt x="9144619" y="1089576"/>
                </a:moveTo>
                <a:lnTo>
                  <a:pt x="8894942" y="1089576"/>
                </a:lnTo>
                <a:lnTo>
                  <a:pt x="8808622" y="872063"/>
                </a:lnTo>
                <a:lnTo>
                  <a:pt x="8355212" y="872063"/>
                </a:lnTo>
                <a:lnTo>
                  <a:pt x="8268738" y="1089576"/>
                </a:lnTo>
                <a:lnTo>
                  <a:pt x="8019215" y="1089576"/>
                </a:lnTo>
                <a:lnTo>
                  <a:pt x="8468913" y="24288"/>
                </a:lnTo>
                <a:lnTo>
                  <a:pt x="8689971" y="24288"/>
                </a:lnTo>
                <a:close/>
                <a:moveTo>
                  <a:pt x="8730192" y="674507"/>
                </a:moveTo>
                <a:lnTo>
                  <a:pt x="8581840" y="301207"/>
                </a:lnTo>
                <a:lnTo>
                  <a:pt x="8433642" y="674507"/>
                </a:lnTo>
                <a:close/>
                <a:moveTo>
                  <a:pt x="4123231" y="619896"/>
                </a:moveTo>
                <a:cubicBezTo>
                  <a:pt x="4123231" y="788678"/>
                  <a:pt x="4026237" y="890472"/>
                  <a:pt x="3890106" y="890472"/>
                </a:cubicBezTo>
                <a:cubicBezTo>
                  <a:pt x="3753975" y="890472"/>
                  <a:pt x="3656827" y="788678"/>
                  <a:pt x="3656827" y="619896"/>
                </a:cubicBezTo>
                <a:lnTo>
                  <a:pt x="3656827" y="24288"/>
                </a:lnTo>
                <a:lnTo>
                  <a:pt x="3410243" y="24288"/>
                </a:lnTo>
                <a:lnTo>
                  <a:pt x="3410243" y="610459"/>
                </a:lnTo>
                <a:cubicBezTo>
                  <a:pt x="3410243" y="918938"/>
                  <a:pt x="3603921" y="1113864"/>
                  <a:pt x="3890106" y="1113864"/>
                </a:cubicBezTo>
                <a:cubicBezTo>
                  <a:pt x="4176291" y="1113864"/>
                  <a:pt x="4369969" y="918938"/>
                  <a:pt x="4369969" y="610459"/>
                </a:cubicBezTo>
                <a:lnTo>
                  <a:pt x="4369969" y="24288"/>
                </a:lnTo>
                <a:lnTo>
                  <a:pt x="4123231" y="24288"/>
                </a:lnTo>
                <a:close/>
              </a:path>
            </a:pathLst>
          </a:custGeom>
          <a:solidFill>
            <a:srgbClr val="F9670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cxnSp>
        <p:nvCxnSpPr>
          <p:cNvPr id="352" name="Google Shape;352;p49"/>
          <p:cNvCxnSpPr/>
          <p:nvPr/>
        </p:nvCxnSpPr>
        <p:spPr>
          <a:xfrm>
            <a:off x="411480" y="412170"/>
            <a:ext cx="8321100" cy="0"/>
          </a:xfrm>
          <a:prstGeom prst="straightConnector1">
            <a:avLst/>
          </a:prstGeom>
          <a:noFill/>
          <a:ln w="9525" cap="flat" cmpd="sng">
            <a:solidFill>
              <a:srgbClr val="BFBFBF"/>
            </a:solidFill>
            <a:prstDash val="solid"/>
            <a:round/>
            <a:headEnd type="none" w="sm" len="sm"/>
            <a:tailEnd type="none" w="sm" len="sm"/>
          </a:ln>
        </p:spPr>
      </p:cxnSp>
      <p:sp>
        <p:nvSpPr>
          <p:cNvPr id="353" name="Google Shape;353;p49"/>
          <p:cNvSpPr txBox="1"/>
          <p:nvPr/>
        </p:nvSpPr>
        <p:spPr>
          <a:xfrm>
            <a:off x="8476883" y="4858663"/>
            <a:ext cx="255600" cy="924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fld id="{00000000-1234-1234-1234-123412341234}" type="slidenum">
              <a:rPr lang="en" sz="600" b="0" i="0" u="none" strike="noStrike" cap="none">
                <a:solidFill>
                  <a:srgbClr val="BFBFBF"/>
                </a:solidFill>
                <a:latin typeface="Roboto"/>
                <a:ea typeface="Roboto"/>
                <a:cs typeface="Roboto"/>
                <a:sym typeface="Roboto"/>
              </a:rPr>
              <a:t>‹#›</a:t>
            </a:fld>
            <a:endParaRPr sz="600" b="0" i="0" u="none" strike="noStrike" cap="none">
              <a:solidFill>
                <a:srgbClr val="BFBFBF"/>
              </a:solidFill>
              <a:latin typeface="Roboto"/>
              <a:ea typeface="Roboto"/>
              <a:cs typeface="Roboto"/>
              <a:sym typeface="Roboto"/>
            </a:endParaRPr>
          </a:p>
        </p:txBody>
      </p:sp>
      <p:sp>
        <p:nvSpPr>
          <p:cNvPr id="354" name="Google Shape;354;p49"/>
          <p:cNvSpPr txBox="1">
            <a:spLocks noGrp="1"/>
          </p:cNvSpPr>
          <p:nvPr>
            <p:ph type="ftr" idx="11"/>
          </p:nvPr>
        </p:nvSpPr>
        <p:spPr>
          <a:xfrm>
            <a:off x="5440249" y="4767263"/>
            <a:ext cx="3086100" cy="274500"/>
          </a:xfrm>
          <a:prstGeom prst="rect">
            <a:avLst/>
          </a:prstGeom>
          <a:noFill/>
          <a:ln>
            <a:noFill/>
          </a:ln>
        </p:spPr>
        <p:txBody>
          <a:bodyPr spcFirstLastPara="1" wrap="square" lIns="91425" tIns="45700" rIns="91425" bIns="45700" anchor="ctr" anchorCtr="0">
            <a:noAutofit/>
          </a:bodyPr>
          <a:lstStyle>
            <a:lvl1pPr marR="0" lvl="0" algn="ctr">
              <a:lnSpc>
                <a:spcPct val="100000"/>
              </a:lnSpc>
              <a:spcBef>
                <a:spcPts val="0"/>
              </a:spcBef>
              <a:spcAft>
                <a:spcPts val="0"/>
              </a:spcAft>
              <a:buSzPts val="1400"/>
              <a:buNone/>
              <a:defRPr sz="600" b="0" i="0" u="none" strike="noStrike" cap="none">
                <a:solidFill>
                  <a:srgbClr val="A5A5A5"/>
                </a:solidFill>
                <a:latin typeface="Arial"/>
                <a:ea typeface="Arial"/>
                <a:cs typeface="Arial"/>
                <a:sym typeface="Arial"/>
              </a:defRPr>
            </a:lvl1pPr>
            <a:lvl2pPr marR="0" lvl="1"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355" name="Google Shape;355;p49"/>
          <p:cNvSpPr txBox="1"/>
          <p:nvPr/>
        </p:nvSpPr>
        <p:spPr>
          <a:xfrm>
            <a:off x="6954050" y="4856804"/>
            <a:ext cx="1541100" cy="924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600"/>
              <a:buFont typeface="Arial"/>
              <a:buNone/>
            </a:pPr>
            <a:r>
              <a:rPr lang="en" sz="600" b="0" i="0" u="none" strike="noStrike" cap="none">
                <a:solidFill>
                  <a:srgbClr val="BFBFBF"/>
                </a:solidFill>
                <a:latin typeface="Roboto"/>
                <a:ea typeface="Roboto"/>
                <a:cs typeface="Roboto"/>
                <a:sym typeface="Roboto"/>
              </a:rPr>
              <a:t>© 20</a:t>
            </a:r>
            <a:r>
              <a:rPr lang="en" sz="600">
                <a:solidFill>
                  <a:srgbClr val="BFBFBF"/>
                </a:solidFill>
                <a:latin typeface="Roboto"/>
                <a:ea typeface="Roboto"/>
                <a:cs typeface="Roboto"/>
                <a:sym typeface="Roboto"/>
              </a:rPr>
              <a:t>22</a:t>
            </a:r>
            <a:r>
              <a:rPr lang="en" sz="600" b="0" i="0" u="none" strike="noStrike" cap="none">
                <a:solidFill>
                  <a:srgbClr val="BFBFBF"/>
                </a:solidFill>
                <a:latin typeface="Roboto"/>
                <a:ea typeface="Roboto"/>
                <a:cs typeface="Roboto"/>
                <a:sym typeface="Roboto"/>
              </a:rPr>
              <a:t> Cloudera, Inc. All rights reserved.</a:t>
            </a:r>
            <a:endParaRPr sz="1400" b="0" i="0" u="none" strike="noStrike" cap="none">
              <a:solidFill>
                <a:srgbClr val="000000"/>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Multi-use w/ Subtitle">
  <p:cSld name="Multi-use w/ Subtitle">
    <p:spTree>
      <p:nvGrpSpPr>
        <p:cNvPr id="1" name="Shape 356"/>
        <p:cNvGrpSpPr/>
        <p:nvPr/>
      </p:nvGrpSpPr>
      <p:grpSpPr>
        <a:xfrm>
          <a:off x="0" y="0"/>
          <a:ext cx="0" cy="0"/>
          <a:chOff x="0" y="0"/>
          <a:chExt cx="0" cy="0"/>
        </a:xfrm>
      </p:grpSpPr>
      <p:pic>
        <p:nvPicPr>
          <p:cNvPr id="357" name="Google Shape;357;p50"/>
          <p:cNvPicPr preferRelativeResize="0"/>
          <p:nvPr/>
        </p:nvPicPr>
        <p:blipFill rotWithShape="1">
          <a:blip r:embed="rId2">
            <a:alphaModFix/>
          </a:blip>
          <a:srcRect/>
          <a:stretch/>
        </p:blipFill>
        <p:spPr>
          <a:xfrm>
            <a:off x="0" y="4640580"/>
            <a:ext cx="6907201" cy="502920"/>
          </a:xfrm>
          <a:prstGeom prst="rect">
            <a:avLst/>
          </a:prstGeom>
          <a:noFill/>
          <a:ln>
            <a:noFill/>
          </a:ln>
        </p:spPr>
      </p:pic>
      <p:sp>
        <p:nvSpPr>
          <p:cNvPr id="358" name="Google Shape;358;p50"/>
          <p:cNvSpPr txBox="1">
            <a:spLocks noGrp="1"/>
          </p:cNvSpPr>
          <p:nvPr>
            <p:ph type="title"/>
          </p:nvPr>
        </p:nvSpPr>
        <p:spPr>
          <a:xfrm>
            <a:off x="419100" y="457200"/>
            <a:ext cx="8305800" cy="417900"/>
          </a:xfrm>
          <a:prstGeom prst="rect">
            <a:avLst/>
          </a:prstGeom>
          <a:noFill/>
          <a:ln>
            <a:noFill/>
          </a:ln>
        </p:spPr>
        <p:txBody>
          <a:bodyPr spcFirstLastPara="1" wrap="square" lIns="0" tIns="91425" rIns="0" bIns="91425" anchor="t" anchorCtr="0">
            <a:noAutofit/>
          </a:bodyPr>
          <a:lstStyle>
            <a:lvl1pPr marR="0" lvl="0" algn="l">
              <a:lnSpc>
                <a:spcPct val="80000"/>
              </a:lnSpc>
              <a:spcBef>
                <a:spcPts val="0"/>
              </a:spcBef>
              <a:spcAft>
                <a:spcPts val="0"/>
              </a:spcAft>
              <a:buClr>
                <a:schemeClr val="dk1"/>
              </a:buClr>
              <a:buSzPts val="2200"/>
              <a:buFont typeface="Lato"/>
              <a:buNone/>
              <a:defRPr sz="2200" b="0" i="0" u="none" strike="noStrike" cap="none">
                <a:solidFill>
                  <a:schemeClr val="dk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59" name="Google Shape;359;p50"/>
          <p:cNvSpPr txBox="1">
            <a:spLocks noGrp="1"/>
          </p:cNvSpPr>
          <p:nvPr>
            <p:ph type="body" idx="1"/>
          </p:nvPr>
        </p:nvSpPr>
        <p:spPr>
          <a:xfrm>
            <a:off x="419100" y="822960"/>
            <a:ext cx="8305800" cy="308100"/>
          </a:xfrm>
          <a:prstGeom prst="rect">
            <a:avLst/>
          </a:prstGeom>
          <a:noFill/>
          <a:ln>
            <a:noFill/>
          </a:ln>
        </p:spPr>
        <p:txBody>
          <a:bodyPr spcFirstLastPara="1" wrap="square" lIns="0" tIns="27425" rIns="0" bIns="45700" anchor="t" anchorCtr="0">
            <a:noAutofit/>
          </a:bodyPr>
          <a:lstStyle>
            <a:lvl1pPr marL="457200" lvl="0" indent="-228600" algn="l">
              <a:spcBef>
                <a:spcPts val="0"/>
              </a:spcBef>
              <a:spcAft>
                <a:spcPts val="0"/>
              </a:spcAft>
              <a:buSzPts val="1300"/>
              <a:buNone/>
              <a:defRPr sz="1600" b="0" i="0">
                <a:solidFill>
                  <a:schemeClr val="accent2"/>
                </a:solidFill>
                <a:latin typeface="Roboto"/>
                <a:ea typeface="Roboto"/>
                <a:cs typeface="Roboto"/>
                <a:sym typeface="Roboto"/>
              </a:defRPr>
            </a:lvl1pPr>
            <a:lvl2pPr marL="914400" lvl="1" indent="-228600" algn="l">
              <a:spcBef>
                <a:spcPts val="0"/>
              </a:spcBef>
              <a:spcAft>
                <a:spcPts val="0"/>
              </a:spcAft>
              <a:buSzPts val="1300"/>
              <a:buNone/>
              <a:defRPr sz="1600">
                <a:solidFill>
                  <a:schemeClr val="accent1"/>
                </a:solidFill>
              </a:defRPr>
            </a:lvl2pPr>
            <a:lvl3pPr marL="1371600" lvl="2" indent="-228600" algn="l">
              <a:spcBef>
                <a:spcPts val="0"/>
              </a:spcBef>
              <a:spcAft>
                <a:spcPts val="0"/>
              </a:spcAft>
              <a:buSzPts val="1300"/>
              <a:buNone/>
              <a:defRPr sz="1600">
                <a:solidFill>
                  <a:schemeClr val="accent1"/>
                </a:solidFill>
              </a:defRPr>
            </a:lvl3pPr>
            <a:lvl4pPr marL="1828800" lvl="3" indent="-228600" algn="l">
              <a:spcBef>
                <a:spcPts val="0"/>
              </a:spcBef>
              <a:spcAft>
                <a:spcPts val="0"/>
              </a:spcAft>
              <a:buSzPts val="1300"/>
              <a:buNone/>
              <a:defRPr sz="1600">
                <a:solidFill>
                  <a:schemeClr val="accent1"/>
                </a:solidFill>
              </a:defRPr>
            </a:lvl4pPr>
            <a:lvl5pPr marL="2286000" lvl="4" indent="-228600" algn="l">
              <a:spcBef>
                <a:spcPts val="0"/>
              </a:spcBef>
              <a:spcAft>
                <a:spcPts val="0"/>
              </a:spcAft>
              <a:buSzPts val="1300"/>
              <a:buNone/>
              <a:defRPr sz="1600">
                <a:solidFill>
                  <a:schemeClr val="accent1"/>
                </a:solidFill>
              </a:defRPr>
            </a:lvl5pPr>
            <a:lvl6pPr marL="2743200" lvl="5" indent="-342900" algn="l">
              <a:spcBef>
                <a:spcPts val="0"/>
              </a:spcBef>
              <a:spcAft>
                <a:spcPts val="0"/>
              </a:spcAft>
              <a:buClr>
                <a:schemeClr val="dk1"/>
              </a:buClr>
              <a:buSzPts val="1800"/>
              <a:buChar char="•"/>
              <a:defRPr/>
            </a:lvl6pPr>
            <a:lvl7pPr marL="3200400" lvl="6" indent="-342900" algn="l">
              <a:spcBef>
                <a:spcPts val="0"/>
              </a:spcBef>
              <a:spcAft>
                <a:spcPts val="0"/>
              </a:spcAft>
              <a:buClr>
                <a:schemeClr val="dk1"/>
              </a:buClr>
              <a:buSzPts val="1800"/>
              <a:buChar char="•"/>
              <a:defRPr/>
            </a:lvl7pPr>
            <a:lvl8pPr marL="3657600" lvl="7" indent="-342900" algn="l">
              <a:spcBef>
                <a:spcPts val="0"/>
              </a:spcBef>
              <a:spcAft>
                <a:spcPts val="0"/>
              </a:spcAft>
              <a:buClr>
                <a:schemeClr val="dk1"/>
              </a:buClr>
              <a:buSzPts val="1800"/>
              <a:buChar char="•"/>
              <a:defRPr/>
            </a:lvl8pPr>
            <a:lvl9pPr marL="4114800" lvl="8" indent="-342900" algn="l">
              <a:spcBef>
                <a:spcPts val="0"/>
              </a:spcBef>
              <a:spcAft>
                <a:spcPts val="0"/>
              </a:spcAft>
              <a:buClr>
                <a:schemeClr val="dk1"/>
              </a:buClr>
              <a:buSzPts val="1800"/>
              <a:buChar char="•"/>
              <a:defRPr/>
            </a:lvl9pPr>
          </a:lstStyle>
          <a:p>
            <a:endParaRPr/>
          </a:p>
        </p:txBody>
      </p:sp>
      <p:sp>
        <p:nvSpPr>
          <p:cNvPr id="360" name="Google Shape;360;p50"/>
          <p:cNvSpPr/>
          <p:nvPr/>
        </p:nvSpPr>
        <p:spPr>
          <a:xfrm>
            <a:off x="411480" y="4852576"/>
            <a:ext cx="754380" cy="91894"/>
          </a:xfrm>
          <a:custGeom>
            <a:avLst/>
            <a:gdLst/>
            <a:ahLst/>
            <a:cxnLst/>
            <a:rect l="l" t="t" r="r" b="b"/>
            <a:pathLst>
              <a:path w="9144000" h="1113864" extrusionOk="0">
                <a:moveTo>
                  <a:pt x="5789292" y="24288"/>
                </a:moveTo>
                <a:lnTo>
                  <a:pt x="6718852" y="24288"/>
                </a:lnTo>
                <a:lnTo>
                  <a:pt x="6718852" y="244431"/>
                </a:lnTo>
                <a:lnTo>
                  <a:pt x="5942904" y="244431"/>
                </a:lnTo>
                <a:cubicBezTo>
                  <a:pt x="5906241" y="160891"/>
                  <a:pt x="5853800" y="87253"/>
                  <a:pt x="5789292" y="24288"/>
                </a:cubicBezTo>
                <a:close/>
                <a:moveTo>
                  <a:pt x="6592622" y="662440"/>
                </a:moveTo>
                <a:lnTo>
                  <a:pt x="6592622" y="444463"/>
                </a:lnTo>
                <a:lnTo>
                  <a:pt x="5997511" y="444463"/>
                </a:lnTo>
                <a:cubicBezTo>
                  <a:pt x="6002616" y="481746"/>
                  <a:pt x="6006174" y="519803"/>
                  <a:pt x="6006174" y="559407"/>
                </a:cubicBezTo>
                <a:cubicBezTo>
                  <a:pt x="6006027" y="593854"/>
                  <a:pt x="6003806" y="628260"/>
                  <a:pt x="5999522" y="662440"/>
                </a:cubicBezTo>
                <a:close/>
                <a:moveTo>
                  <a:pt x="5801049" y="1089576"/>
                </a:moveTo>
                <a:lnTo>
                  <a:pt x="6723803" y="1089576"/>
                </a:lnTo>
                <a:lnTo>
                  <a:pt x="6723803" y="869433"/>
                </a:lnTo>
                <a:lnTo>
                  <a:pt x="5946926" y="869433"/>
                </a:lnTo>
                <a:cubicBezTo>
                  <a:pt x="5912876" y="951495"/>
                  <a:pt x="5863350" y="1026236"/>
                  <a:pt x="5801049" y="1089576"/>
                </a:cubicBezTo>
                <a:close/>
                <a:moveTo>
                  <a:pt x="3168146" y="558634"/>
                </a:moveTo>
                <a:cubicBezTo>
                  <a:pt x="3168146" y="869897"/>
                  <a:pt x="2932237" y="1113864"/>
                  <a:pt x="2605522" y="1113864"/>
                </a:cubicBezTo>
                <a:cubicBezTo>
                  <a:pt x="2278807" y="1113864"/>
                  <a:pt x="2043052" y="869897"/>
                  <a:pt x="2043052" y="558634"/>
                </a:cubicBezTo>
                <a:cubicBezTo>
                  <a:pt x="2043052" y="247371"/>
                  <a:pt x="2278807" y="0"/>
                  <a:pt x="2605522" y="0"/>
                </a:cubicBezTo>
                <a:cubicBezTo>
                  <a:pt x="2932237" y="0"/>
                  <a:pt x="3168146" y="245360"/>
                  <a:pt x="3168146" y="558634"/>
                </a:cubicBezTo>
                <a:close/>
                <a:moveTo>
                  <a:pt x="2912127" y="558634"/>
                </a:moveTo>
                <a:cubicBezTo>
                  <a:pt x="2912127" y="364326"/>
                  <a:pt x="2784813" y="223392"/>
                  <a:pt x="2605522" y="223392"/>
                </a:cubicBezTo>
                <a:cubicBezTo>
                  <a:pt x="2426231" y="223392"/>
                  <a:pt x="2299072" y="364326"/>
                  <a:pt x="2299072" y="558634"/>
                </a:cubicBezTo>
                <a:cubicBezTo>
                  <a:pt x="2299072" y="752941"/>
                  <a:pt x="2426231" y="890472"/>
                  <a:pt x="2605522" y="890472"/>
                </a:cubicBezTo>
                <a:cubicBezTo>
                  <a:pt x="2784813" y="890472"/>
                  <a:pt x="2912127" y="750930"/>
                  <a:pt x="2912127" y="558634"/>
                </a:cubicBezTo>
                <a:close/>
                <a:moveTo>
                  <a:pt x="5688896" y="556932"/>
                </a:moveTo>
                <a:cubicBezTo>
                  <a:pt x="5688896" y="875466"/>
                  <a:pt x="5453915" y="1089576"/>
                  <a:pt x="5104305" y="1089576"/>
                </a:cubicBezTo>
                <a:lnTo>
                  <a:pt x="4677502" y="1089576"/>
                </a:lnTo>
                <a:lnTo>
                  <a:pt x="4677502" y="24288"/>
                </a:lnTo>
                <a:lnTo>
                  <a:pt x="5094095" y="24288"/>
                </a:lnTo>
                <a:cubicBezTo>
                  <a:pt x="5443550" y="24288"/>
                  <a:pt x="5688896" y="238398"/>
                  <a:pt x="5688896" y="556932"/>
                </a:cubicBezTo>
                <a:close/>
                <a:moveTo>
                  <a:pt x="5432876" y="556932"/>
                </a:moveTo>
                <a:cubicBezTo>
                  <a:pt x="5432876" y="364636"/>
                  <a:pt x="5293806" y="237315"/>
                  <a:pt x="5086979" y="237315"/>
                </a:cubicBezTo>
                <a:lnTo>
                  <a:pt x="4924240" y="237315"/>
                </a:lnTo>
                <a:lnTo>
                  <a:pt x="4924240" y="876704"/>
                </a:lnTo>
                <a:lnTo>
                  <a:pt x="5086979" y="876704"/>
                </a:lnTo>
                <a:cubicBezTo>
                  <a:pt x="5293806" y="876704"/>
                  <a:pt x="5432876" y="749228"/>
                  <a:pt x="5432876" y="556932"/>
                </a:cubicBezTo>
                <a:close/>
                <a:moveTo>
                  <a:pt x="570359" y="888925"/>
                </a:moveTo>
                <a:cubicBezTo>
                  <a:pt x="388129" y="888925"/>
                  <a:pt x="256020" y="745051"/>
                  <a:pt x="256020" y="556777"/>
                </a:cubicBezTo>
                <a:cubicBezTo>
                  <a:pt x="256020" y="368503"/>
                  <a:pt x="388129" y="225093"/>
                  <a:pt x="570359" y="225093"/>
                </a:cubicBezTo>
                <a:cubicBezTo>
                  <a:pt x="657916" y="225093"/>
                  <a:pt x="730468" y="256343"/>
                  <a:pt x="793738" y="316214"/>
                </a:cubicBezTo>
                <a:lnTo>
                  <a:pt x="952764" y="157179"/>
                </a:lnTo>
                <a:cubicBezTo>
                  <a:pt x="856544" y="58168"/>
                  <a:pt x="722579" y="0"/>
                  <a:pt x="567729" y="0"/>
                </a:cubicBezTo>
                <a:cubicBezTo>
                  <a:pt x="247047" y="0"/>
                  <a:pt x="0" y="244586"/>
                  <a:pt x="0" y="556932"/>
                </a:cubicBezTo>
                <a:cubicBezTo>
                  <a:pt x="0" y="869278"/>
                  <a:pt x="247047" y="1113864"/>
                  <a:pt x="567729" y="1113864"/>
                </a:cubicBezTo>
                <a:cubicBezTo>
                  <a:pt x="729540" y="1113864"/>
                  <a:pt x="871395" y="1048425"/>
                  <a:pt x="968079" y="938585"/>
                </a:cubicBezTo>
                <a:lnTo>
                  <a:pt x="809826" y="780324"/>
                </a:lnTo>
                <a:cubicBezTo>
                  <a:pt x="746092" y="850868"/>
                  <a:pt x="669828" y="888925"/>
                  <a:pt x="570359" y="888925"/>
                </a:cubicBezTo>
                <a:close/>
                <a:moveTo>
                  <a:pt x="1453047" y="24288"/>
                </a:moveTo>
                <a:lnTo>
                  <a:pt x="1206309" y="24288"/>
                </a:lnTo>
                <a:lnTo>
                  <a:pt x="1206309" y="1089576"/>
                </a:lnTo>
                <a:lnTo>
                  <a:pt x="1952711" y="1089576"/>
                </a:lnTo>
                <a:lnTo>
                  <a:pt x="1952711" y="872836"/>
                </a:lnTo>
                <a:lnTo>
                  <a:pt x="1453047" y="872836"/>
                </a:lnTo>
                <a:close/>
                <a:moveTo>
                  <a:pt x="7656766" y="731128"/>
                </a:moveTo>
                <a:lnTo>
                  <a:pt x="7960741" y="1089576"/>
                </a:lnTo>
                <a:lnTo>
                  <a:pt x="7673473" y="1089576"/>
                </a:lnTo>
                <a:lnTo>
                  <a:pt x="7390382" y="753251"/>
                </a:lnTo>
                <a:lnTo>
                  <a:pt x="7254560" y="753251"/>
                </a:lnTo>
                <a:lnTo>
                  <a:pt x="7254560" y="1089576"/>
                </a:lnTo>
                <a:lnTo>
                  <a:pt x="7012772" y="1089576"/>
                </a:lnTo>
                <a:lnTo>
                  <a:pt x="7012772" y="24288"/>
                </a:lnTo>
                <a:lnTo>
                  <a:pt x="7503927" y="24288"/>
                </a:lnTo>
                <a:cubicBezTo>
                  <a:pt x="7640987" y="24288"/>
                  <a:pt x="7741539" y="57704"/>
                  <a:pt x="7813626" y="119276"/>
                </a:cubicBezTo>
                <a:cubicBezTo>
                  <a:pt x="7885714" y="180848"/>
                  <a:pt x="7927637" y="275681"/>
                  <a:pt x="7927637" y="388305"/>
                </a:cubicBezTo>
                <a:cubicBezTo>
                  <a:pt x="7927637" y="529550"/>
                  <a:pt x="7867615" y="676054"/>
                  <a:pt x="7656766" y="731128"/>
                </a:cubicBezTo>
                <a:close/>
                <a:moveTo>
                  <a:pt x="7681053" y="391709"/>
                </a:moveTo>
                <a:cubicBezTo>
                  <a:pt x="7681053" y="344679"/>
                  <a:pt x="7662180" y="300743"/>
                  <a:pt x="7633717" y="275527"/>
                </a:cubicBezTo>
                <a:cubicBezTo>
                  <a:pt x="7601385" y="247216"/>
                  <a:pt x="7554977" y="232364"/>
                  <a:pt x="7490469" y="232364"/>
                </a:cubicBezTo>
                <a:lnTo>
                  <a:pt x="7254560" y="232364"/>
                </a:lnTo>
                <a:lnTo>
                  <a:pt x="7254560" y="552291"/>
                </a:lnTo>
                <a:lnTo>
                  <a:pt x="7491088" y="552291"/>
                </a:lnTo>
                <a:cubicBezTo>
                  <a:pt x="7554513" y="552291"/>
                  <a:pt x="7599529" y="537904"/>
                  <a:pt x="7631396" y="510521"/>
                </a:cubicBezTo>
                <a:cubicBezTo>
                  <a:pt x="7663263" y="483139"/>
                  <a:pt x="7681053" y="440131"/>
                  <a:pt x="7681053" y="391709"/>
                </a:cubicBezTo>
                <a:close/>
                <a:moveTo>
                  <a:pt x="9144619" y="1089576"/>
                </a:moveTo>
                <a:lnTo>
                  <a:pt x="8894942" y="1089576"/>
                </a:lnTo>
                <a:lnTo>
                  <a:pt x="8808622" y="872063"/>
                </a:lnTo>
                <a:lnTo>
                  <a:pt x="8355212" y="872063"/>
                </a:lnTo>
                <a:lnTo>
                  <a:pt x="8268738" y="1089576"/>
                </a:lnTo>
                <a:lnTo>
                  <a:pt x="8019215" y="1089576"/>
                </a:lnTo>
                <a:lnTo>
                  <a:pt x="8468913" y="24288"/>
                </a:lnTo>
                <a:lnTo>
                  <a:pt x="8689971" y="24288"/>
                </a:lnTo>
                <a:close/>
                <a:moveTo>
                  <a:pt x="8730192" y="674507"/>
                </a:moveTo>
                <a:lnTo>
                  <a:pt x="8581840" y="301207"/>
                </a:lnTo>
                <a:lnTo>
                  <a:pt x="8433642" y="674507"/>
                </a:lnTo>
                <a:close/>
                <a:moveTo>
                  <a:pt x="4123231" y="619896"/>
                </a:moveTo>
                <a:cubicBezTo>
                  <a:pt x="4123231" y="788678"/>
                  <a:pt x="4026237" y="890472"/>
                  <a:pt x="3890106" y="890472"/>
                </a:cubicBezTo>
                <a:cubicBezTo>
                  <a:pt x="3753975" y="890472"/>
                  <a:pt x="3656827" y="788678"/>
                  <a:pt x="3656827" y="619896"/>
                </a:cubicBezTo>
                <a:lnTo>
                  <a:pt x="3656827" y="24288"/>
                </a:lnTo>
                <a:lnTo>
                  <a:pt x="3410243" y="24288"/>
                </a:lnTo>
                <a:lnTo>
                  <a:pt x="3410243" y="610459"/>
                </a:lnTo>
                <a:cubicBezTo>
                  <a:pt x="3410243" y="918938"/>
                  <a:pt x="3603921" y="1113864"/>
                  <a:pt x="3890106" y="1113864"/>
                </a:cubicBezTo>
                <a:cubicBezTo>
                  <a:pt x="4176291" y="1113864"/>
                  <a:pt x="4369969" y="918938"/>
                  <a:pt x="4369969" y="610459"/>
                </a:cubicBezTo>
                <a:lnTo>
                  <a:pt x="4369969" y="24288"/>
                </a:lnTo>
                <a:lnTo>
                  <a:pt x="4123231" y="24288"/>
                </a:lnTo>
                <a:close/>
              </a:path>
            </a:pathLst>
          </a:custGeom>
          <a:solidFill>
            <a:srgbClr val="F9670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000">
              <a:solidFill>
                <a:schemeClr val="dk1"/>
              </a:solidFill>
              <a:latin typeface="Roboto"/>
              <a:ea typeface="Roboto"/>
              <a:cs typeface="Roboto"/>
              <a:sym typeface="Roboto"/>
            </a:endParaRPr>
          </a:p>
        </p:txBody>
      </p:sp>
      <p:cxnSp>
        <p:nvCxnSpPr>
          <p:cNvPr id="361" name="Google Shape;361;p50"/>
          <p:cNvCxnSpPr/>
          <p:nvPr/>
        </p:nvCxnSpPr>
        <p:spPr>
          <a:xfrm>
            <a:off x="411480" y="412170"/>
            <a:ext cx="8321100" cy="0"/>
          </a:xfrm>
          <a:prstGeom prst="straightConnector1">
            <a:avLst/>
          </a:prstGeom>
          <a:noFill/>
          <a:ln w="9525" cap="flat" cmpd="sng">
            <a:solidFill>
              <a:srgbClr val="BFBFBF"/>
            </a:solidFill>
            <a:prstDash val="solid"/>
            <a:round/>
            <a:headEnd type="none" w="sm" len="sm"/>
            <a:tailEnd type="none" w="sm" len="sm"/>
          </a:ln>
        </p:spPr>
      </p:cxnSp>
      <p:sp>
        <p:nvSpPr>
          <p:cNvPr id="362" name="Google Shape;362;p50"/>
          <p:cNvSpPr txBox="1"/>
          <p:nvPr/>
        </p:nvSpPr>
        <p:spPr>
          <a:xfrm>
            <a:off x="6954050" y="4856804"/>
            <a:ext cx="1541100" cy="924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None/>
            </a:pPr>
            <a:r>
              <a:rPr lang="en" sz="600" b="0" u="none">
                <a:solidFill>
                  <a:srgbClr val="A5A5A5"/>
                </a:solidFill>
                <a:latin typeface="Roboto"/>
                <a:ea typeface="Roboto"/>
                <a:cs typeface="Roboto"/>
                <a:sym typeface="Roboto"/>
              </a:rPr>
              <a:t>© 20</a:t>
            </a:r>
            <a:r>
              <a:rPr lang="en" sz="600">
                <a:solidFill>
                  <a:srgbClr val="A5A5A5"/>
                </a:solidFill>
                <a:latin typeface="Roboto"/>
                <a:ea typeface="Roboto"/>
                <a:cs typeface="Roboto"/>
                <a:sym typeface="Roboto"/>
              </a:rPr>
              <a:t>24</a:t>
            </a:r>
            <a:r>
              <a:rPr lang="en" sz="600" b="0" u="none">
                <a:solidFill>
                  <a:srgbClr val="A5A5A5"/>
                </a:solidFill>
                <a:latin typeface="Roboto"/>
                <a:ea typeface="Roboto"/>
                <a:cs typeface="Roboto"/>
                <a:sym typeface="Roboto"/>
              </a:rPr>
              <a:t> Cloudera, Inc. All rights reserved.</a:t>
            </a:r>
            <a:endParaRPr sz="1400"/>
          </a:p>
        </p:txBody>
      </p:sp>
      <p:sp>
        <p:nvSpPr>
          <p:cNvPr id="363" name="Google Shape;363;p50"/>
          <p:cNvSpPr txBox="1"/>
          <p:nvPr/>
        </p:nvSpPr>
        <p:spPr>
          <a:xfrm>
            <a:off x="8476883" y="4858663"/>
            <a:ext cx="255600" cy="924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None/>
            </a:pPr>
            <a:fld id="{00000000-1234-1234-1234-123412341234}" type="slidenum">
              <a:rPr lang="en" sz="600" b="0" u="none">
                <a:solidFill>
                  <a:srgbClr val="A5A5A5"/>
                </a:solidFill>
                <a:latin typeface="Roboto"/>
                <a:ea typeface="Roboto"/>
                <a:cs typeface="Roboto"/>
                <a:sym typeface="Roboto"/>
              </a:rPr>
              <a:t>‹#›</a:t>
            </a:fld>
            <a:endParaRPr sz="600" b="0" u="none">
              <a:solidFill>
                <a:srgbClr val="A5A5A5"/>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Grey Nodes Top Right 1">
  <p:cSld name="6_Title Only_2">
    <p:spTree>
      <p:nvGrpSpPr>
        <p:cNvPr id="1" name="Shape 364"/>
        <p:cNvGrpSpPr/>
        <p:nvPr/>
      </p:nvGrpSpPr>
      <p:grpSpPr>
        <a:xfrm>
          <a:off x="0" y="0"/>
          <a:ext cx="0" cy="0"/>
          <a:chOff x="0" y="0"/>
          <a:chExt cx="0" cy="0"/>
        </a:xfrm>
      </p:grpSpPr>
      <p:sp>
        <p:nvSpPr>
          <p:cNvPr id="365" name="Google Shape;365;p51"/>
          <p:cNvSpPr txBox="1">
            <a:spLocks noGrp="1"/>
          </p:cNvSpPr>
          <p:nvPr>
            <p:ph type="body" idx="1"/>
          </p:nvPr>
        </p:nvSpPr>
        <p:spPr>
          <a:xfrm>
            <a:off x="533400" y="1370008"/>
            <a:ext cx="8001000" cy="4593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rgbClr val="000000"/>
              </a:buClr>
              <a:buSzPts val="1800"/>
              <a:buNone/>
              <a:defRPr/>
            </a:lvl1pPr>
            <a:lvl2pPr marL="914400" lvl="1" indent="-228600" algn="l">
              <a:lnSpc>
                <a:spcPct val="78888"/>
              </a:lnSpc>
              <a:spcBef>
                <a:spcPts val="400"/>
              </a:spcBef>
              <a:spcAft>
                <a:spcPts val="0"/>
              </a:spcAft>
              <a:buSzPts val="2160"/>
              <a:buNone/>
              <a:defRPr/>
            </a:lvl2pPr>
            <a:lvl3pPr marL="1371600" lvl="2" indent="-365760" algn="l">
              <a:lnSpc>
                <a:spcPct val="100000"/>
              </a:lnSpc>
              <a:spcBef>
                <a:spcPts val="360"/>
              </a:spcBef>
              <a:spcAft>
                <a:spcPts val="0"/>
              </a:spcAft>
              <a:buSzPts val="2160"/>
              <a:buChar char="•"/>
              <a:defRPr/>
            </a:lvl3pPr>
            <a:lvl4pPr marL="1828800" lvl="3" indent="-342900" algn="l">
              <a:lnSpc>
                <a:spcPct val="100000"/>
              </a:lnSpc>
              <a:spcBef>
                <a:spcPts val="360"/>
              </a:spcBef>
              <a:spcAft>
                <a:spcPts val="0"/>
              </a:spcAft>
              <a:buClr>
                <a:srgbClr val="4E5661"/>
              </a:buClr>
              <a:buSzPts val="1800"/>
              <a:buChar char="–"/>
              <a:defRPr/>
            </a:lvl4pPr>
            <a:lvl5pPr marL="2286000" lvl="4" indent="-342900" algn="l">
              <a:lnSpc>
                <a:spcPct val="100000"/>
              </a:lnSpc>
              <a:spcBef>
                <a:spcPts val="360"/>
              </a:spcBef>
              <a:spcAft>
                <a:spcPts val="0"/>
              </a:spcAft>
              <a:buClr>
                <a:srgbClr val="4E566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366" name="Google Shape;366;p51"/>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367" name="Google Shape;367;p51"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368" name="Google Shape;368;p51"/>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lnSpc>
                <a:spcPct val="100000"/>
              </a:lnSpc>
              <a:spcBef>
                <a:spcPts val="0"/>
              </a:spcBef>
              <a:spcAft>
                <a:spcPts val="0"/>
              </a:spcAft>
              <a:buClr>
                <a:srgbClr val="120046"/>
              </a:buClr>
              <a:buSzPts val="2100"/>
              <a:buNone/>
              <a:defRPr sz="23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9" name="Google Shape;369;p51"/>
          <p:cNvSpPr txBox="1">
            <a:spLocks noGrp="1"/>
          </p:cNvSpPr>
          <p:nvPr>
            <p:ph type="body" idx="2"/>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accent4"/>
              </a:buClr>
              <a:buSzPts val="1100"/>
              <a:buFont typeface="Plus Jakarta Sans SemiBold"/>
              <a:buNone/>
              <a:defRPr sz="1100" i="0">
                <a:solidFill>
                  <a:schemeClr val="accent4"/>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lnSpc>
                <a:spcPct val="100000"/>
              </a:lnSpc>
              <a:spcBef>
                <a:spcPts val="210"/>
              </a:spcBef>
              <a:spcAft>
                <a:spcPts val="0"/>
              </a:spcAft>
              <a:buSzPts val="1260"/>
              <a:buFont typeface="Arial"/>
              <a:buNone/>
              <a:defRPr sz="1050">
                <a:latin typeface="Arial"/>
                <a:ea typeface="Arial"/>
                <a:cs typeface="Arial"/>
                <a:sym typeface="Arial"/>
              </a:defRPr>
            </a:lvl3pPr>
            <a:lvl4pPr marL="1828800" lvl="3"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pic>
        <p:nvPicPr>
          <p:cNvPr id="370" name="Google Shape;370;p51"/>
          <p:cNvPicPr preferRelativeResize="0"/>
          <p:nvPr/>
        </p:nvPicPr>
        <p:blipFill rotWithShape="1">
          <a:blip r:embed="rId3">
            <a:alphaModFix/>
          </a:blip>
          <a:srcRect/>
          <a:stretch/>
        </p:blipFill>
        <p:spPr>
          <a:xfrm>
            <a:off x="7625075" y="0"/>
            <a:ext cx="1532425" cy="3244899"/>
          </a:xfrm>
          <a:prstGeom prst="rect">
            <a:avLst/>
          </a:prstGeom>
          <a:noFill/>
          <a:ln>
            <a:noFill/>
          </a:ln>
        </p:spPr>
      </p:pic>
    </p:spTree>
  </p:cSld>
  <p:clrMapOvr>
    <a:masterClrMapping/>
  </p:clrMapOvr>
  <p:transition spd="slow">
    <p:push/>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71"/>
        <p:cNvGrpSpPr/>
        <p:nvPr/>
      </p:nvGrpSpPr>
      <p:grpSpPr>
        <a:xfrm>
          <a:off x="0" y="0"/>
          <a:ext cx="0" cy="0"/>
          <a:chOff x="0" y="0"/>
          <a:chExt cx="0" cy="0"/>
        </a:xfrm>
      </p:grpSpPr>
      <p:sp>
        <p:nvSpPr>
          <p:cNvPr id="372" name="Google Shape;372;p52"/>
          <p:cNvSpPr txBox="1">
            <a:spLocks noGrp="1"/>
          </p:cNvSpPr>
          <p:nvPr>
            <p:ph type="ctrTitle"/>
          </p:nvPr>
        </p:nvSpPr>
        <p:spPr>
          <a:xfrm>
            <a:off x="311708" y="744575"/>
            <a:ext cx="8520600" cy="2052600"/>
          </a:xfrm>
          <a:prstGeom prst="rect">
            <a:avLst/>
          </a:prstGeom>
        </p:spPr>
        <p:txBody>
          <a:bodyPr spcFirstLastPara="1" wrap="square" lIns="91425" tIns="0" rIns="91425" bIns="45700"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373" name="Google Shape;373;p52"/>
          <p:cNvSpPr txBox="1">
            <a:spLocks noGrp="1"/>
          </p:cNvSpPr>
          <p:nvPr>
            <p:ph type="subTitle" idx="1"/>
          </p:nvPr>
        </p:nvSpPr>
        <p:spPr>
          <a:xfrm>
            <a:off x="311700" y="2834125"/>
            <a:ext cx="8520600" cy="792600"/>
          </a:xfrm>
          <a:prstGeom prst="rect">
            <a:avLst/>
          </a:prstGeom>
        </p:spPr>
        <p:txBody>
          <a:bodyPr spcFirstLastPara="1" wrap="square" lIns="91425" tIns="45700" rIns="91425" bIns="45700"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400"/>
              </a:spcBef>
              <a:spcAft>
                <a:spcPts val="0"/>
              </a:spcAft>
              <a:buSzPts val="2800"/>
              <a:buNone/>
              <a:defRPr sz="2800"/>
            </a:lvl2pPr>
            <a:lvl3pPr lvl="2" algn="ctr">
              <a:lnSpc>
                <a:spcPct val="100000"/>
              </a:lnSpc>
              <a:spcBef>
                <a:spcPts val="200"/>
              </a:spcBef>
              <a:spcAft>
                <a:spcPts val="0"/>
              </a:spcAft>
              <a:buSzPts val="2800"/>
              <a:buNone/>
              <a:defRPr sz="2800"/>
            </a:lvl3pPr>
            <a:lvl4pPr lvl="3" algn="ctr">
              <a:lnSpc>
                <a:spcPct val="100000"/>
              </a:lnSpc>
              <a:spcBef>
                <a:spcPts val="200"/>
              </a:spcBef>
              <a:spcAft>
                <a:spcPts val="0"/>
              </a:spcAft>
              <a:buSzPts val="2800"/>
              <a:buNone/>
              <a:defRPr sz="2800"/>
            </a:lvl4pPr>
            <a:lvl5pPr lvl="4" algn="ctr">
              <a:lnSpc>
                <a:spcPct val="100000"/>
              </a:lnSpc>
              <a:spcBef>
                <a:spcPts val="200"/>
              </a:spcBef>
              <a:spcAft>
                <a:spcPts val="0"/>
              </a:spcAft>
              <a:buSzPts val="2800"/>
              <a:buNone/>
              <a:defRPr sz="2800"/>
            </a:lvl5pPr>
            <a:lvl6pPr lvl="5" algn="ctr">
              <a:lnSpc>
                <a:spcPct val="100000"/>
              </a:lnSpc>
              <a:spcBef>
                <a:spcPts val="400"/>
              </a:spcBef>
              <a:spcAft>
                <a:spcPts val="0"/>
              </a:spcAft>
              <a:buSzPts val="2800"/>
              <a:buNone/>
              <a:defRPr sz="2800"/>
            </a:lvl6pPr>
            <a:lvl7pPr lvl="6" algn="ctr">
              <a:lnSpc>
                <a:spcPct val="100000"/>
              </a:lnSpc>
              <a:spcBef>
                <a:spcPts val="400"/>
              </a:spcBef>
              <a:spcAft>
                <a:spcPts val="0"/>
              </a:spcAft>
              <a:buSzPts val="2800"/>
              <a:buNone/>
              <a:defRPr sz="2800"/>
            </a:lvl7pPr>
            <a:lvl8pPr lvl="7" algn="ctr">
              <a:lnSpc>
                <a:spcPct val="100000"/>
              </a:lnSpc>
              <a:spcBef>
                <a:spcPts val="400"/>
              </a:spcBef>
              <a:spcAft>
                <a:spcPts val="0"/>
              </a:spcAft>
              <a:buSzPts val="2800"/>
              <a:buNone/>
              <a:defRPr sz="2800"/>
            </a:lvl8pPr>
            <a:lvl9pPr lvl="8" algn="ctr">
              <a:lnSpc>
                <a:spcPct val="100000"/>
              </a:lnSpc>
              <a:spcBef>
                <a:spcPts val="400"/>
              </a:spcBef>
              <a:spcAft>
                <a:spcPts val="0"/>
              </a:spcAft>
              <a:buSzPts val="2800"/>
              <a:buNone/>
              <a:defRPr sz="2800"/>
            </a:lvl9pPr>
          </a:lstStyle>
          <a:p>
            <a:endParaRPr/>
          </a:p>
        </p:txBody>
      </p:sp>
      <p:sp>
        <p:nvSpPr>
          <p:cNvPr id="374" name="Google Shape;374;p5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Blue Nodes Top Right 1">
  <p:cSld name="16_Title Only">
    <p:spTree>
      <p:nvGrpSpPr>
        <p:cNvPr id="1" name="Shape 375"/>
        <p:cNvGrpSpPr/>
        <p:nvPr/>
      </p:nvGrpSpPr>
      <p:grpSpPr>
        <a:xfrm>
          <a:off x="0" y="0"/>
          <a:ext cx="0" cy="0"/>
          <a:chOff x="0" y="0"/>
          <a:chExt cx="0" cy="0"/>
        </a:xfrm>
      </p:grpSpPr>
      <p:sp>
        <p:nvSpPr>
          <p:cNvPr id="376" name="Google Shape;376;p53"/>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377" name="Google Shape;377;p53"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378" name="Google Shape;378;p53"/>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spcBef>
                <a:spcPts val="0"/>
              </a:spcBef>
              <a:spcAft>
                <a:spcPts val="0"/>
              </a:spcAft>
              <a:buClr>
                <a:srgbClr val="120046"/>
              </a:buClr>
              <a:buSzPts val="2100"/>
              <a:buNone/>
              <a:defRPr sz="23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9" name="Google Shape;379;p53"/>
          <p:cNvSpPr txBox="1">
            <a:spLocks noGrp="1"/>
          </p:cNvSpPr>
          <p:nvPr>
            <p:ph type="body" idx="1"/>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Clr>
                <a:schemeClr val="accent4"/>
              </a:buClr>
              <a:buSzPts val="1100"/>
              <a:buFont typeface="Plus Jakarta Sans SemiBold"/>
              <a:buNone/>
              <a:defRPr sz="1100" i="0">
                <a:solidFill>
                  <a:schemeClr val="accent4"/>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spcBef>
                <a:spcPts val="210"/>
              </a:spcBef>
              <a:spcAft>
                <a:spcPts val="0"/>
              </a:spcAft>
              <a:buSzPts val="1260"/>
              <a:buFont typeface="Arial"/>
              <a:buNone/>
              <a:defRPr sz="1050">
                <a:latin typeface="Arial"/>
                <a:ea typeface="Arial"/>
                <a:cs typeface="Arial"/>
                <a:sym typeface="Arial"/>
              </a:defRPr>
            </a:lvl3pPr>
            <a:lvl4pPr marL="1828800" lvl="3" indent="-228600" algn="l">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80" name="Google Shape;380;p53"/>
          <p:cNvSpPr txBox="1">
            <a:spLocks noGrp="1"/>
          </p:cNvSpPr>
          <p:nvPr>
            <p:ph type="body" idx="2"/>
          </p:nvPr>
        </p:nvSpPr>
        <p:spPr>
          <a:xfrm>
            <a:off x="533400" y="1370025"/>
            <a:ext cx="7074600" cy="32622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SzPts val="1400"/>
              <a:buFont typeface="Plus Jakarta Sans"/>
              <a:buNone/>
              <a:defRPr/>
            </a:lvl1pPr>
            <a:lvl2pPr marL="914400" lvl="1" indent="-228600" algn="l">
              <a:lnSpc>
                <a:spcPct val="118333"/>
              </a:lnSpc>
              <a:spcBef>
                <a:spcPts val="400"/>
              </a:spcBef>
              <a:spcAft>
                <a:spcPts val="0"/>
              </a:spcAft>
              <a:buClr>
                <a:srgbClr val="000000"/>
              </a:buClr>
              <a:buSzPts val="1440"/>
              <a:buFont typeface="Plus Jakarta Sans"/>
              <a:buNone/>
              <a:defRPr/>
            </a:lvl2pPr>
            <a:lvl3pPr marL="1371600" lvl="2" indent="-304800" algn="l">
              <a:spcBef>
                <a:spcPts val="200"/>
              </a:spcBef>
              <a:spcAft>
                <a:spcPts val="0"/>
              </a:spcAft>
              <a:buClr>
                <a:srgbClr val="000000"/>
              </a:buClr>
              <a:buSzPts val="1200"/>
              <a:buChar char="•"/>
              <a:defRPr>
                <a:solidFill>
                  <a:srgbClr val="000000"/>
                </a:solidFill>
              </a:defRPr>
            </a:lvl3pPr>
            <a:lvl4pPr marL="1828800" lvl="3" indent="-292100" algn="l">
              <a:spcBef>
                <a:spcPts val="200"/>
              </a:spcBef>
              <a:spcAft>
                <a:spcPts val="0"/>
              </a:spcAft>
              <a:buClr>
                <a:srgbClr val="000000"/>
              </a:buClr>
              <a:buSzPts val="1000"/>
              <a:buChar char="–"/>
              <a:defRPr>
                <a:solidFill>
                  <a:srgbClr val="000000"/>
                </a:solidFill>
              </a:defRPr>
            </a:lvl4pPr>
            <a:lvl5pPr marL="2286000" lvl="4" indent="-292100" algn="l">
              <a:spcBef>
                <a:spcPts val="200"/>
              </a:spcBef>
              <a:spcAft>
                <a:spcPts val="0"/>
              </a:spcAft>
              <a:buClr>
                <a:srgbClr val="000000"/>
              </a:buClr>
              <a:buSzPts val="1000"/>
              <a:buChar char="»"/>
              <a:defRPr>
                <a:solidFill>
                  <a:srgbClr val="000000"/>
                </a:solidFill>
              </a:defRPr>
            </a:lvl5pPr>
            <a:lvl6pPr marL="2743200" lvl="5" indent="-342900" algn="l">
              <a:spcBef>
                <a:spcPts val="360"/>
              </a:spcBef>
              <a:spcAft>
                <a:spcPts val="0"/>
              </a:spcAft>
              <a:buClr>
                <a:srgbClr val="000000"/>
              </a:buClr>
              <a:buSzPts val="1800"/>
              <a:buChar char="•"/>
              <a:defRPr>
                <a:solidFill>
                  <a:srgbClr val="000000"/>
                </a:solidFill>
              </a:defRPr>
            </a:lvl6pPr>
            <a:lvl7pPr marL="3200400" lvl="6" indent="-342900" algn="l">
              <a:spcBef>
                <a:spcPts val="360"/>
              </a:spcBef>
              <a:spcAft>
                <a:spcPts val="0"/>
              </a:spcAft>
              <a:buClr>
                <a:srgbClr val="000000"/>
              </a:buClr>
              <a:buSzPts val="1800"/>
              <a:buChar char="•"/>
              <a:defRPr>
                <a:solidFill>
                  <a:srgbClr val="000000"/>
                </a:solidFill>
              </a:defRPr>
            </a:lvl7pPr>
            <a:lvl8pPr marL="3657600" lvl="7" indent="-342900" algn="l">
              <a:spcBef>
                <a:spcPts val="360"/>
              </a:spcBef>
              <a:spcAft>
                <a:spcPts val="0"/>
              </a:spcAft>
              <a:buClr>
                <a:srgbClr val="000000"/>
              </a:buClr>
              <a:buSzPts val="1800"/>
              <a:buChar char="•"/>
              <a:defRPr>
                <a:solidFill>
                  <a:srgbClr val="000000"/>
                </a:solidFill>
              </a:defRPr>
            </a:lvl8pPr>
            <a:lvl9pPr marL="4114800" lvl="8" indent="-342900" algn="l">
              <a:spcBef>
                <a:spcPts val="360"/>
              </a:spcBef>
              <a:spcAft>
                <a:spcPts val="0"/>
              </a:spcAft>
              <a:buClr>
                <a:srgbClr val="000000"/>
              </a:buClr>
              <a:buSzPts val="1800"/>
              <a:buChar char="•"/>
              <a:defRPr>
                <a:solidFill>
                  <a:srgbClr val="000000"/>
                </a:solidFill>
              </a:defRPr>
            </a:lvl9pPr>
          </a:lstStyle>
          <a:p>
            <a:endParaRPr/>
          </a:p>
        </p:txBody>
      </p:sp>
      <p:pic>
        <p:nvPicPr>
          <p:cNvPr id="381" name="Google Shape;381;p53"/>
          <p:cNvPicPr preferRelativeResize="0"/>
          <p:nvPr/>
        </p:nvPicPr>
        <p:blipFill rotWithShape="1">
          <a:blip r:embed="rId3">
            <a:alphaModFix/>
          </a:blip>
          <a:srcRect/>
          <a:stretch/>
        </p:blipFill>
        <p:spPr>
          <a:xfrm>
            <a:off x="7625075" y="0"/>
            <a:ext cx="1532425" cy="3244899"/>
          </a:xfrm>
          <a:prstGeom prst="rect">
            <a:avLst/>
          </a:prstGeom>
          <a:noFill/>
          <a:ln>
            <a:noFill/>
          </a:ln>
        </p:spPr>
      </p:pic>
    </p:spTree>
  </p:cSld>
  <p:clrMapOvr>
    <a:masterClrMapping/>
  </p:clrMapOvr>
  <p:transition spd="slow">
    <p:push/>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Headline Right Side Image Left | Twilight 1">
  <p:cSld name="7_Title Only_1_2_1">
    <p:bg>
      <p:bgPr>
        <a:solidFill>
          <a:schemeClr val="dk1"/>
        </a:solidFill>
        <a:effectLst/>
      </p:bgPr>
    </p:bg>
    <p:spTree>
      <p:nvGrpSpPr>
        <p:cNvPr id="1" name="Shape 382"/>
        <p:cNvGrpSpPr/>
        <p:nvPr/>
      </p:nvGrpSpPr>
      <p:grpSpPr>
        <a:xfrm>
          <a:off x="0" y="0"/>
          <a:ext cx="0" cy="0"/>
          <a:chOff x="0" y="0"/>
          <a:chExt cx="0" cy="0"/>
        </a:xfrm>
      </p:grpSpPr>
      <p:sp>
        <p:nvSpPr>
          <p:cNvPr id="383" name="Google Shape;383;p54"/>
          <p:cNvSpPr txBox="1">
            <a:spLocks noGrp="1"/>
          </p:cNvSpPr>
          <p:nvPr>
            <p:ph type="title"/>
          </p:nvPr>
        </p:nvSpPr>
        <p:spPr>
          <a:xfrm>
            <a:off x="4135300" y="284250"/>
            <a:ext cx="4464900" cy="612900"/>
          </a:xfrm>
          <a:prstGeom prst="rect">
            <a:avLst/>
          </a:prstGeom>
          <a:noFill/>
          <a:ln>
            <a:noFill/>
          </a:ln>
        </p:spPr>
        <p:txBody>
          <a:bodyPr spcFirstLastPara="1" wrap="square" lIns="91425" tIns="0" rIns="91425" bIns="45700" anchor="t" anchorCtr="0">
            <a:noAutofit/>
          </a:bodyPr>
          <a:lstStyle>
            <a:lvl1pPr lvl="0" algn="l">
              <a:spcBef>
                <a:spcPts val="0"/>
              </a:spcBef>
              <a:spcAft>
                <a:spcPts val="0"/>
              </a:spcAft>
              <a:buClr>
                <a:schemeClr val="lt1"/>
              </a:buClr>
              <a:buSzPts val="2100"/>
              <a:buNone/>
              <a:defRPr sz="2300">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a:endParaRPr/>
          </a:p>
        </p:txBody>
      </p:sp>
      <p:sp>
        <p:nvSpPr>
          <p:cNvPr id="384" name="Google Shape;384;p54"/>
          <p:cNvSpPr txBox="1">
            <a:spLocks noGrp="1"/>
          </p:cNvSpPr>
          <p:nvPr>
            <p:ph type="body" idx="1"/>
          </p:nvPr>
        </p:nvSpPr>
        <p:spPr>
          <a:xfrm>
            <a:off x="4135300" y="1370000"/>
            <a:ext cx="4464900" cy="15066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Clr>
                <a:schemeClr val="lt1"/>
              </a:buClr>
              <a:buSzPts val="1800"/>
              <a:buNone/>
              <a:defRPr>
                <a:solidFill>
                  <a:schemeClr val="lt1"/>
                </a:solidFill>
              </a:defRPr>
            </a:lvl1pPr>
            <a:lvl2pPr marL="914400" lvl="1" indent="-228600" algn="l">
              <a:lnSpc>
                <a:spcPct val="78888"/>
              </a:lnSpc>
              <a:spcBef>
                <a:spcPts val="400"/>
              </a:spcBef>
              <a:spcAft>
                <a:spcPts val="0"/>
              </a:spcAft>
              <a:buClr>
                <a:schemeClr val="lt1"/>
              </a:buClr>
              <a:buSzPts val="2160"/>
              <a:buNone/>
              <a:defRPr>
                <a:solidFill>
                  <a:schemeClr val="lt1"/>
                </a:solidFill>
              </a:defRPr>
            </a:lvl2pPr>
            <a:lvl3pPr marL="1371600" lvl="2" indent="-365760" algn="l">
              <a:spcBef>
                <a:spcPts val="360"/>
              </a:spcBef>
              <a:spcAft>
                <a:spcPts val="0"/>
              </a:spcAft>
              <a:buClr>
                <a:schemeClr val="lt1"/>
              </a:buClr>
              <a:buSzPts val="2160"/>
              <a:buChar char="•"/>
              <a:defRPr>
                <a:solidFill>
                  <a:schemeClr val="lt1"/>
                </a:solidFill>
              </a:defRPr>
            </a:lvl3pPr>
            <a:lvl4pPr marL="1828800" lvl="3" indent="-342900" algn="l">
              <a:spcBef>
                <a:spcPts val="360"/>
              </a:spcBef>
              <a:spcAft>
                <a:spcPts val="0"/>
              </a:spcAft>
              <a:buClr>
                <a:schemeClr val="lt1"/>
              </a:buClr>
              <a:buSzPts val="1800"/>
              <a:buChar char="–"/>
              <a:defRPr>
                <a:solidFill>
                  <a:schemeClr val="lt1"/>
                </a:solidFill>
              </a:defRPr>
            </a:lvl4pPr>
            <a:lvl5pPr marL="2286000" lvl="4" indent="-342900" algn="l">
              <a:spcBef>
                <a:spcPts val="360"/>
              </a:spcBef>
              <a:spcAft>
                <a:spcPts val="0"/>
              </a:spcAft>
              <a:buClr>
                <a:schemeClr val="lt1"/>
              </a:buClr>
              <a:buSzPts val="1800"/>
              <a:buChar char="»"/>
              <a:defRPr>
                <a:solidFill>
                  <a:schemeClr val="lt1"/>
                </a:solidFill>
              </a:defRPr>
            </a:lvl5pPr>
            <a:lvl6pPr marL="2743200" lvl="5" indent="-342900" algn="l">
              <a:spcBef>
                <a:spcPts val="360"/>
              </a:spcBef>
              <a:spcAft>
                <a:spcPts val="0"/>
              </a:spcAft>
              <a:buClr>
                <a:schemeClr val="lt1"/>
              </a:buClr>
              <a:buSzPts val="1800"/>
              <a:buChar char="•"/>
              <a:defRPr>
                <a:solidFill>
                  <a:schemeClr val="lt1"/>
                </a:solidFill>
              </a:defRPr>
            </a:lvl6pPr>
            <a:lvl7pPr marL="3200400" lvl="6" indent="-342900" algn="l">
              <a:spcBef>
                <a:spcPts val="360"/>
              </a:spcBef>
              <a:spcAft>
                <a:spcPts val="0"/>
              </a:spcAft>
              <a:buClr>
                <a:schemeClr val="lt1"/>
              </a:buClr>
              <a:buSzPts val="1800"/>
              <a:buChar char="•"/>
              <a:defRPr>
                <a:solidFill>
                  <a:schemeClr val="lt1"/>
                </a:solidFill>
              </a:defRPr>
            </a:lvl7pPr>
            <a:lvl8pPr marL="3657600" lvl="7" indent="-342900" algn="l">
              <a:spcBef>
                <a:spcPts val="360"/>
              </a:spcBef>
              <a:spcAft>
                <a:spcPts val="0"/>
              </a:spcAft>
              <a:buClr>
                <a:schemeClr val="lt1"/>
              </a:buClr>
              <a:buSzPts val="1800"/>
              <a:buChar char="•"/>
              <a:defRPr>
                <a:solidFill>
                  <a:schemeClr val="lt1"/>
                </a:solidFill>
              </a:defRPr>
            </a:lvl8pPr>
            <a:lvl9pPr marL="4114800" lvl="8" indent="-342900" algn="l">
              <a:spcBef>
                <a:spcPts val="360"/>
              </a:spcBef>
              <a:spcAft>
                <a:spcPts val="0"/>
              </a:spcAft>
              <a:buClr>
                <a:schemeClr val="lt1"/>
              </a:buClr>
              <a:buSzPts val="1800"/>
              <a:buChar char="•"/>
              <a:defRPr>
                <a:solidFill>
                  <a:schemeClr val="lt1"/>
                </a:solidFill>
              </a:defRPr>
            </a:lvl9pPr>
          </a:lstStyle>
          <a:p>
            <a:endParaRPr/>
          </a:p>
        </p:txBody>
      </p:sp>
      <p:sp>
        <p:nvSpPr>
          <p:cNvPr id="385" name="Google Shape;385;p54"/>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386" name="Google Shape;386;p54"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387" name="Google Shape;387;p54"/>
          <p:cNvSpPr>
            <a:spLocks noGrp="1"/>
          </p:cNvSpPr>
          <p:nvPr>
            <p:ph type="pic" idx="2"/>
          </p:nvPr>
        </p:nvSpPr>
        <p:spPr>
          <a:xfrm>
            <a:off x="0" y="-20975"/>
            <a:ext cx="3793800" cy="5102100"/>
          </a:xfrm>
          <a:prstGeom prst="rect">
            <a:avLst/>
          </a:prstGeom>
          <a:noFill/>
          <a:ln>
            <a:noFill/>
          </a:ln>
        </p:spPr>
      </p:sp>
      <p:sp>
        <p:nvSpPr>
          <p:cNvPr id="388" name="Google Shape;388;p54"/>
          <p:cNvSpPr txBox="1">
            <a:spLocks noGrp="1"/>
          </p:cNvSpPr>
          <p:nvPr>
            <p:ph type="body" idx="3"/>
          </p:nvPr>
        </p:nvSpPr>
        <p:spPr>
          <a:xfrm>
            <a:off x="41353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Clr>
                <a:schemeClr val="lt1"/>
              </a:buClr>
              <a:buSzPts val="1100"/>
              <a:buFont typeface="Plus Jakarta Sans SemiBold"/>
              <a:buNone/>
              <a:defRPr sz="1100" i="0">
                <a:solidFill>
                  <a:schemeClr val="lt1"/>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Clr>
                <a:schemeClr val="lt1"/>
              </a:buClr>
              <a:buSzPts val="1260"/>
              <a:buFont typeface="Arial"/>
              <a:buNone/>
              <a:defRPr sz="1050">
                <a:solidFill>
                  <a:schemeClr val="lt1"/>
                </a:solidFill>
                <a:latin typeface="Arial"/>
                <a:ea typeface="Arial"/>
                <a:cs typeface="Arial"/>
                <a:sym typeface="Arial"/>
              </a:defRPr>
            </a:lvl2pPr>
            <a:lvl3pPr marL="1371600" lvl="2" indent="-228600" algn="l">
              <a:spcBef>
                <a:spcPts val="210"/>
              </a:spcBef>
              <a:spcAft>
                <a:spcPts val="0"/>
              </a:spcAft>
              <a:buClr>
                <a:schemeClr val="lt1"/>
              </a:buClr>
              <a:buSzPts val="1260"/>
              <a:buFont typeface="Arial"/>
              <a:buNone/>
              <a:defRPr sz="1050">
                <a:solidFill>
                  <a:schemeClr val="lt1"/>
                </a:solidFill>
                <a:latin typeface="Arial"/>
                <a:ea typeface="Arial"/>
                <a:cs typeface="Arial"/>
                <a:sym typeface="Arial"/>
              </a:defRPr>
            </a:lvl3pPr>
            <a:lvl4pPr marL="1828800" lvl="3" indent="-228600" algn="l">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4pPr>
            <a:lvl5pPr marL="2286000" lvl="4" indent="-228600" algn="l">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5pPr>
            <a:lvl6pPr marL="2743200" lvl="5" indent="-342900" algn="l">
              <a:spcBef>
                <a:spcPts val="360"/>
              </a:spcBef>
              <a:spcAft>
                <a:spcPts val="0"/>
              </a:spcAft>
              <a:buClr>
                <a:schemeClr val="lt1"/>
              </a:buClr>
              <a:buSzPts val="1800"/>
              <a:buChar char="•"/>
              <a:defRPr>
                <a:solidFill>
                  <a:schemeClr val="lt1"/>
                </a:solidFill>
              </a:defRPr>
            </a:lvl6pPr>
            <a:lvl7pPr marL="3200400" lvl="6" indent="-342900" algn="l">
              <a:spcBef>
                <a:spcPts val="360"/>
              </a:spcBef>
              <a:spcAft>
                <a:spcPts val="0"/>
              </a:spcAft>
              <a:buClr>
                <a:schemeClr val="lt1"/>
              </a:buClr>
              <a:buSzPts val="1800"/>
              <a:buChar char="•"/>
              <a:defRPr>
                <a:solidFill>
                  <a:schemeClr val="lt1"/>
                </a:solidFill>
              </a:defRPr>
            </a:lvl7pPr>
            <a:lvl8pPr marL="3657600" lvl="7" indent="-342900" algn="l">
              <a:spcBef>
                <a:spcPts val="360"/>
              </a:spcBef>
              <a:spcAft>
                <a:spcPts val="0"/>
              </a:spcAft>
              <a:buClr>
                <a:schemeClr val="lt1"/>
              </a:buClr>
              <a:buSzPts val="1800"/>
              <a:buChar char="•"/>
              <a:defRPr>
                <a:solidFill>
                  <a:schemeClr val="lt1"/>
                </a:solidFill>
              </a:defRPr>
            </a:lvl8pPr>
            <a:lvl9pPr marL="4114800" lvl="8" indent="-342900" algn="l">
              <a:spcBef>
                <a:spcPts val="360"/>
              </a:spcBef>
              <a:spcAft>
                <a:spcPts val="0"/>
              </a:spcAft>
              <a:buClr>
                <a:schemeClr val="lt1"/>
              </a:buClr>
              <a:buSzPts val="1800"/>
              <a:buChar char="•"/>
              <a:defRPr>
                <a:solidFill>
                  <a:schemeClr val="lt1"/>
                </a:solidFill>
              </a:defRPr>
            </a:lvl9pPr>
          </a:lstStyle>
          <a:p>
            <a:endParaRPr/>
          </a:p>
        </p:txBody>
      </p:sp>
    </p:spTree>
  </p:cSld>
  <p:clrMapOvr>
    <a:masterClrMapping/>
  </p:clrMapOvr>
  <p:transition spd="slow">
    <p:push/>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Headline Right Side Image Left 1">
  <p:cSld name="7_Title Only_1_2_2">
    <p:spTree>
      <p:nvGrpSpPr>
        <p:cNvPr id="1" name="Shape 389"/>
        <p:cNvGrpSpPr/>
        <p:nvPr/>
      </p:nvGrpSpPr>
      <p:grpSpPr>
        <a:xfrm>
          <a:off x="0" y="0"/>
          <a:ext cx="0" cy="0"/>
          <a:chOff x="0" y="0"/>
          <a:chExt cx="0" cy="0"/>
        </a:xfrm>
      </p:grpSpPr>
      <p:sp>
        <p:nvSpPr>
          <p:cNvPr id="390" name="Google Shape;390;p55"/>
          <p:cNvSpPr txBox="1">
            <a:spLocks noGrp="1"/>
          </p:cNvSpPr>
          <p:nvPr>
            <p:ph type="title"/>
          </p:nvPr>
        </p:nvSpPr>
        <p:spPr>
          <a:xfrm>
            <a:off x="4135300" y="284250"/>
            <a:ext cx="4464900" cy="612900"/>
          </a:xfrm>
          <a:prstGeom prst="rect">
            <a:avLst/>
          </a:prstGeom>
          <a:noFill/>
          <a:ln>
            <a:noFill/>
          </a:ln>
        </p:spPr>
        <p:txBody>
          <a:bodyPr spcFirstLastPara="1" wrap="square" lIns="91425" tIns="0" rIns="91425" bIns="45700" anchor="t" anchorCtr="0">
            <a:noAutofit/>
          </a:bodyPr>
          <a:lstStyle>
            <a:lvl1pPr lvl="0" algn="l">
              <a:spcBef>
                <a:spcPts val="0"/>
              </a:spcBef>
              <a:spcAft>
                <a:spcPts val="0"/>
              </a:spcAft>
              <a:buClr>
                <a:srgbClr val="120046"/>
              </a:buClr>
              <a:buSzPts val="2100"/>
              <a:buNone/>
              <a:defRPr sz="23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1" name="Google Shape;391;p55"/>
          <p:cNvSpPr txBox="1">
            <a:spLocks noGrp="1"/>
          </p:cNvSpPr>
          <p:nvPr>
            <p:ph type="body" idx="1"/>
          </p:nvPr>
        </p:nvSpPr>
        <p:spPr>
          <a:xfrm>
            <a:off x="4135300" y="1370000"/>
            <a:ext cx="4464900" cy="15066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Clr>
                <a:srgbClr val="000000"/>
              </a:buClr>
              <a:buSzPts val="1800"/>
              <a:buNone/>
              <a:defRPr/>
            </a:lvl1pPr>
            <a:lvl2pPr marL="914400" lvl="1" indent="-228600" algn="l">
              <a:lnSpc>
                <a:spcPct val="78888"/>
              </a:lnSpc>
              <a:spcBef>
                <a:spcPts val="400"/>
              </a:spcBef>
              <a:spcAft>
                <a:spcPts val="0"/>
              </a:spcAft>
              <a:buSzPts val="2160"/>
              <a:buNone/>
              <a:defRPr/>
            </a:lvl2pPr>
            <a:lvl3pPr marL="1371600" lvl="2" indent="-365760" algn="l">
              <a:spcBef>
                <a:spcPts val="360"/>
              </a:spcBef>
              <a:spcAft>
                <a:spcPts val="0"/>
              </a:spcAft>
              <a:buSzPts val="2160"/>
              <a:buChar char="•"/>
              <a:defRPr/>
            </a:lvl3pPr>
            <a:lvl4pPr marL="1828800" lvl="3" indent="-342900" algn="l">
              <a:spcBef>
                <a:spcPts val="360"/>
              </a:spcBef>
              <a:spcAft>
                <a:spcPts val="0"/>
              </a:spcAft>
              <a:buClr>
                <a:srgbClr val="4E5661"/>
              </a:buClr>
              <a:buSzPts val="1800"/>
              <a:buChar char="–"/>
              <a:defRPr/>
            </a:lvl4pPr>
            <a:lvl5pPr marL="2286000" lvl="4" indent="-342900" algn="l">
              <a:spcBef>
                <a:spcPts val="360"/>
              </a:spcBef>
              <a:spcAft>
                <a:spcPts val="0"/>
              </a:spcAft>
              <a:buClr>
                <a:srgbClr val="4E566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92" name="Google Shape;392;p55"/>
          <p:cNvSpPr/>
          <p:nvPr/>
        </p:nvSpPr>
        <p:spPr>
          <a:xfrm>
            <a:off x="3879400" y="897026"/>
            <a:ext cx="762000" cy="226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93" name="Google Shape;393;p55"/>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394" name="Google Shape;394;p55"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395" name="Google Shape;395;p55"/>
          <p:cNvSpPr>
            <a:spLocks noGrp="1"/>
          </p:cNvSpPr>
          <p:nvPr>
            <p:ph type="pic" idx="2"/>
          </p:nvPr>
        </p:nvSpPr>
        <p:spPr>
          <a:xfrm>
            <a:off x="0" y="-20975"/>
            <a:ext cx="3793800" cy="5102100"/>
          </a:xfrm>
          <a:prstGeom prst="rect">
            <a:avLst/>
          </a:prstGeom>
          <a:noFill/>
          <a:ln>
            <a:noFill/>
          </a:ln>
        </p:spPr>
      </p:sp>
      <p:sp>
        <p:nvSpPr>
          <p:cNvPr id="396" name="Google Shape;396;p55"/>
          <p:cNvSpPr txBox="1">
            <a:spLocks noGrp="1"/>
          </p:cNvSpPr>
          <p:nvPr>
            <p:ph type="body" idx="3"/>
          </p:nvPr>
        </p:nvSpPr>
        <p:spPr>
          <a:xfrm>
            <a:off x="41353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Clr>
                <a:schemeClr val="accent4"/>
              </a:buClr>
              <a:buSzPts val="1100"/>
              <a:buFont typeface="Plus Jakarta Sans SemiBold"/>
              <a:buNone/>
              <a:defRPr sz="1100" i="0">
                <a:solidFill>
                  <a:schemeClr val="accent4"/>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spcBef>
                <a:spcPts val="210"/>
              </a:spcBef>
              <a:spcAft>
                <a:spcPts val="0"/>
              </a:spcAft>
              <a:buSzPts val="1260"/>
              <a:buFont typeface="Arial"/>
              <a:buNone/>
              <a:defRPr sz="1050">
                <a:latin typeface="Arial"/>
                <a:ea typeface="Arial"/>
                <a:cs typeface="Arial"/>
                <a:sym typeface="Arial"/>
              </a:defRPr>
            </a:lvl3pPr>
            <a:lvl4pPr marL="1828800" lvl="3" indent="-228600" algn="l">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transition spd="slow">
    <p:push/>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itle Only | White 1">
  <p:cSld name="6_Title Only_2_3_1">
    <p:spTree>
      <p:nvGrpSpPr>
        <p:cNvPr id="1" name="Shape 397"/>
        <p:cNvGrpSpPr/>
        <p:nvPr/>
      </p:nvGrpSpPr>
      <p:grpSpPr>
        <a:xfrm>
          <a:off x="0" y="0"/>
          <a:ext cx="0" cy="0"/>
          <a:chOff x="0" y="0"/>
          <a:chExt cx="0" cy="0"/>
        </a:xfrm>
      </p:grpSpPr>
      <p:sp>
        <p:nvSpPr>
          <p:cNvPr id="398" name="Google Shape;398;p56"/>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399" name="Google Shape;399;p56"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400" name="Google Shape;400;p56"/>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lnSpc>
                <a:spcPct val="100000"/>
              </a:lnSpc>
              <a:spcBef>
                <a:spcPts val="0"/>
              </a:spcBef>
              <a:spcAft>
                <a:spcPts val="0"/>
              </a:spcAft>
              <a:buClr>
                <a:srgbClr val="120046"/>
              </a:buClr>
              <a:buSzPts val="2100"/>
              <a:buNone/>
              <a:defRPr sz="23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1" name="Google Shape;401;p56"/>
          <p:cNvSpPr txBox="1">
            <a:spLocks noGrp="1"/>
          </p:cNvSpPr>
          <p:nvPr>
            <p:ph type="body" idx="1"/>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accent4"/>
              </a:buClr>
              <a:buSzPts val="1100"/>
              <a:buFont typeface="Plus Jakarta Sans SemiBold"/>
              <a:buNone/>
              <a:defRPr sz="1100" i="0">
                <a:solidFill>
                  <a:schemeClr val="accent4"/>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lnSpc>
                <a:spcPct val="100000"/>
              </a:lnSpc>
              <a:spcBef>
                <a:spcPts val="210"/>
              </a:spcBef>
              <a:spcAft>
                <a:spcPts val="0"/>
              </a:spcAft>
              <a:buSzPts val="1260"/>
              <a:buFont typeface="Arial"/>
              <a:buNone/>
              <a:defRPr sz="1050">
                <a:latin typeface="Arial"/>
                <a:ea typeface="Arial"/>
                <a:cs typeface="Arial"/>
                <a:sym typeface="Arial"/>
              </a:defRPr>
            </a:lvl3pPr>
            <a:lvl4pPr marL="1828800" lvl="3"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transition spd="slow">
    <p:push/>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itle Only | White 3 1">
  <p:cSld name="6_Title Only_2_3_1_3">
    <p:spTree>
      <p:nvGrpSpPr>
        <p:cNvPr id="1" name="Shape 402"/>
        <p:cNvGrpSpPr/>
        <p:nvPr/>
      </p:nvGrpSpPr>
      <p:grpSpPr>
        <a:xfrm>
          <a:off x="0" y="0"/>
          <a:ext cx="0" cy="0"/>
          <a:chOff x="0" y="0"/>
          <a:chExt cx="0" cy="0"/>
        </a:xfrm>
      </p:grpSpPr>
      <p:sp>
        <p:nvSpPr>
          <p:cNvPr id="403" name="Google Shape;403;p57"/>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404" name="Google Shape;404;p57"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405" name="Google Shape;405;p57"/>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lnSpc>
                <a:spcPct val="100000"/>
              </a:lnSpc>
              <a:spcBef>
                <a:spcPts val="0"/>
              </a:spcBef>
              <a:spcAft>
                <a:spcPts val="0"/>
              </a:spcAft>
              <a:buClr>
                <a:srgbClr val="120046"/>
              </a:buClr>
              <a:buSzPts val="2100"/>
              <a:buNone/>
              <a:defRPr sz="23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6" name="Google Shape;406;p57"/>
          <p:cNvSpPr txBox="1">
            <a:spLocks noGrp="1"/>
          </p:cNvSpPr>
          <p:nvPr>
            <p:ph type="body" idx="1"/>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accent4"/>
              </a:buClr>
              <a:buSzPts val="1100"/>
              <a:buFont typeface="Plus Jakarta Sans SemiBold"/>
              <a:buNone/>
              <a:defRPr sz="1100" i="0">
                <a:solidFill>
                  <a:schemeClr val="accent4"/>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lnSpc>
                <a:spcPct val="100000"/>
              </a:lnSpc>
              <a:spcBef>
                <a:spcPts val="210"/>
              </a:spcBef>
              <a:spcAft>
                <a:spcPts val="0"/>
              </a:spcAft>
              <a:buSzPts val="1260"/>
              <a:buFont typeface="Arial"/>
              <a:buNone/>
              <a:defRPr sz="1050">
                <a:latin typeface="Arial"/>
                <a:ea typeface="Arial"/>
                <a:cs typeface="Arial"/>
                <a:sym typeface="Arial"/>
              </a:defRPr>
            </a:lvl3pPr>
            <a:lvl4pPr marL="1828800" lvl="3"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transition spd="slow">
    <p:push/>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Title and Content 1" type="obj">
  <p:cSld name="OBJECT">
    <p:spTree>
      <p:nvGrpSpPr>
        <p:cNvPr id="1" name="Shape 407"/>
        <p:cNvGrpSpPr/>
        <p:nvPr/>
      </p:nvGrpSpPr>
      <p:grpSpPr>
        <a:xfrm>
          <a:off x="0" y="0"/>
          <a:ext cx="0" cy="0"/>
          <a:chOff x="0" y="0"/>
          <a:chExt cx="0" cy="0"/>
        </a:xfrm>
      </p:grpSpPr>
      <p:sp>
        <p:nvSpPr>
          <p:cNvPr id="408" name="Google Shape;408;p58"/>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9" name="Google Shape;409;p58"/>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400"/>
              <a:buNone/>
              <a:defRPr/>
            </a:lvl1pPr>
            <a:lvl2pPr marL="914400" lvl="1" indent="-228600" algn="l">
              <a:lnSpc>
                <a:spcPct val="90000"/>
              </a:lnSpc>
              <a:spcBef>
                <a:spcPts val="400"/>
              </a:spcBef>
              <a:spcAft>
                <a:spcPts val="0"/>
              </a:spcAft>
              <a:buClr>
                <a:schemeClr val="dk1"/>
              </a:buClr>
              <a:buSzPts val="1400"/>
              <a:buNone/>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10" name="Google Shape;410;p58"/>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a:endParaRPr/>
          </a:p>
        </p:txBody>
      </p:sp>
      <p:sp>
        <p:nvSpPr>
          <p:cNvPr id="411" name="Google Shape;411;p58"/>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a:endParaRPr/>
          </a:p>
        </p:txBody>
      </p:sp>
      <p:sp>
        <p:nvSpPr>
          <p:cNvPr id="412" name="Google Shape;412;p58"/>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sz="1100"/>
            </a:lvl1pPr>
            <a:lvl2pPr marL="0" lvl="1" indent="0" algn="r">
              <a:spcBef>
                <a:spcPts val="0"/>
              </a:spcBef>
              <a:buNone/>
              <a:defRPr sz="1100"/>
            </a:lvl2pPr>
            <a:lvl3pPr marL="0" lvl="2" indent="0" algn="r">
              <a:spcBef>
                <a:spcPts val="0"/>
              </a:spcBef>
              <a:buNone/>
              <a:defRPr sz="1100"/>
            </a:lvl3pPr>
            <a:lvl4pPr marL="0" lvl="3" indent="0" algn="r">
              <a:spcBef>
                <a:spcPts val="0"/>
              </a:spcBef>
              <a:buNone/>
              <a:defRPr sz="1100"/>
            </a:lvl4pPr>
            <a:lvl5pPr marL="0" lvl="4" indent="0" algn="r">
              <a:spcBef>
                <a:spcPts val="0"/>
              </a:spcBef>
              <a:buNone/>
              <a:defRPr sz="1100"/>
            </a:lvl5pPr>
            <a:lvl6pPr marL="0" lvl="5" indent="0" algn="r">
              <a:spcBef>
                <a:spcPts val="0"/>
              </a:spcBef>
              <a:buNone/>
              <a:defRPr sz="1100"/>
            </a:lvl6pPr>
            <a:lvl7pPr marL="0" lvl="6" indent="0" algn="r">
              <a:spcBef>
                <a:spcPts val="0"/>
              </a:spcBef>
              <a:buNone/>
              <a:defRPr sz="1100"/>
            </a:lvl7pPr>
            <a:lvl8pPr marL="0" lvl="7" indent="0" algn="r">
              <a:spcBef>
                <a:spcPts val="0"/>
              </a:spcBef>
              <a:buNone/>
              <a:defRPr sz="1100"/>
            </a:lvl8pPr>
            <a:lvl9pPr marL="0" lvl="8" indent="0" algn="r">
              <a:spcBef>
                <a:spcPts val="0"/>
              </a:spcBef>
              <a:buNone/>
              <a:defRPr sz="1100"/>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Title Only | White 4">
  <p:cSld name="6_Title Only_2_3_1_5">
    <p:spTree>
      <p:nvGrpSpPr>
        <p:cNvPr id="1" name="Shape 413"/>
        <p:cNvGrpSpPr/>
        <p:nvPr/>
      </p:nvGrpSpPr>
      <p:grpSpPr>
        <a:xfrm>
          <a:off x="0" y="0"/>
          <a:ext cx="0" cy="0"/>
          <a:chOff x="0" y="0"/>
          <a:chExt cx="0" cy="0"/>
        </a:xfrm>
      </p:grpSpPr>
      <p:sp>
        <p:nvSpPr>
          <p:cNvPr id="414" name="Google Shape;414;p59"/>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415" name="Google Shape;415;p59"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416" name="Google Shape;416;p59"/>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spcBef>
                <a:spcPts val="0"/>
              </a:spcBef>
              <a:spcAft>
                <a:spcPts val="0"/>
              </a:spcAft>
              <a:buClr>
                <a:srgbClr val="120046"/>
              </a:buClr>
              <a:buSzPts val="2100"/>
              <a:buNone/>
              <a:defRPr sz="23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7" name="Google Shape;417;p59"/>
          <p:cNvSpPr txBox="1">
            <a:spLocks noGrp="1"/>
          </p:cNvSpPr>
          <p:nvPr>
            <p:ph type="body" idx="1"/>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Clr>
                <a:schemeClr val="accent4"/>
              </a:buClr>
              <a:buSzPts val="1100"/>
              <a:buFont typeface="Plus Jakarta Sans SemiBold"/>
              <a:buNone/>
              <a:defRPr sz="1100" i="0">
                <a:solidFill>
                  <a:schemeClr val="accent4"/>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spcBef>
                <a:spcPts val="210"/>
              </a:spcBef>
              <a:spcAft>
                <a:spcPts val="0"/>
              </a:spcAft>
              <a:buSzPts val="1260"/>
              <a:buFont typeface="Arial"/>
              <a:buNone/>
              <a:defRPr sz="1050">
                <a:latin typeface="Arial"/>
                <a:ea typeface="Arial"/>
                <a:cs typeface="Arial"/>
                <a:sym typeface="Arial"/>
              </a:defRPr>
            </a:lvl3pPr>
            <a:lvl4pPr marL="1828800" lvl="3" indent="-228600" algn="l">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transition spd="slow">
    <p:push/>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2 Column Text 1">
  <p:cSld name="6_Title Only_3_1_1">
    <p:spTree>
      <p:nvGrpSpPr>
        <p:cNvPr id="1" name="Shape 418"/>
        <p:cNvGrpSpPr/>
        <p:nvPr/>
      </p:nvGrpSpPr>
      <p:grpSpPr>
        <a:xfrm>
          <a:off x="0" y="0"/>
          <a:ext cx="0" cy="0"/>
          <a:chOff x="0" y="0"/>
          <a:chExt cx="0" cy="0"/>
        </a:xfrm>
      </p:grpSpPr>
      <p:sp>
        <p:nvSpPr>
          <p:cNvPr id="419" name="Google Shape;419;p60"/>
          <p:cNvSpPr txBox="1">
            <a:spLocks noGrp="1"/>
          </p:cNvSpPr>
          <p:nvPr>
            <p:ph type="body" idx="1"/>
          </p:nvPr>
        </p:nvSpPr>
        <p:spPr>
          <a:xfrm>
            <a:off x="533400" y="1370000"/>
            <a:ext cx="3760200" cy="30825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SzPts val="1800"/>
              <a:buNone/>
              <a:defRPr/>
            </a:lvl1pPr>
            <a:lvl2pPr marL="914400" lvl="1" indent="-228600" algn="l">
              <a:lnSpc>
                <a:spcPct val="78888"/>
              </a:lnSpc>
              <a:spcBef>
                <a:spcPts val="400"/>
              </a:spcBef>
              <a:spcAft>
                <a:spcPts val="0"/>
              </a:spcAft>
              <a:buClr>
                <a:srgbClr val="000000"/>
              </a:buClr>
              <a:buSzPts val="2160"/>
              <a:buNone/>
              <a:defRPr/>
            </a:lvl2pPr>
            <a:lvl3pPr marL="1371600" lvl="2" indent="-365760" algn="l">
              <a:lnSpc>
                <a:spcPct val="100000"/>
              </a:lnSpc>
              <a:spcBef>
                <a:spcPts val="360"/>
              </a:spcBef>
              <a:spcAft>
                <a:spcPts val="0"/>
              </a:spcAft>
              <a:buClr>
                <a:srgbClr val="000000"/>
              </a:buClr>
              <a:buSzPts val="2160"/>
              <a:buChar char="•"/>
              <a:defRPr>
                <a:solidFill>
                  <a:srgbClr val="000000"/>
                </a:solidFill>
              </a:defRPr>
            </a:lvl3pPr>
            <a:lvl4pPr marL="1828800" lvl="3" indent="-342900" algn="l">
              <a:lnSpc>
                <a:spcPct val="100000"/>
              </a:lnSpc>
              <a:spcBef>
                <a:spcPts val="360"/>
              </a:spcBef>
              <a:spcAft>
                <a:spcPts val="0"/>
              </a:spcAft>
              <a:buClr>
                <a:srgbClr val="000000"/>
              </a:buClr>
              <a:buSzPts val="1800"/>
              <a:buChar char="–"/>
              <a:defRPr>
                <a:solidFill>
                  <a:srgbClr val="000000"/>
                </a:solidFill>
              </a:defRPr>
            </a:lvl4pPr>
            <a:lvl5pPr marL="2286000" lvl="4" indent="-342900" algn="l">
              <a:lnSpc>
                <a:spcPct val="100000"/>
              </a:lnSpc>
              <a:spcBef>
                <a:spcPts val="360"/>
              </a:spcBef>
              <a:spcAft>
                <a:spcPts val="0"/>
              </a:spcAft>
              <a:buClr>
                <a:srgbClr val="000000"/>
              </a:buClr>
              <a:buSzPts val="1800"/>
              <a:buChar char="»"/>
              <a:defRPr>
                <a:solidFill>
                  <a:srgbClr val="000000"/>
                </a:solidFill>
              </a:defRPr>
            </a:lvl5pPr>
            <a:lvl6pPr marL="2743200" lvl="5" indent="-342900" algn="l">
              <a:lnSpc>
                <a:spcPct val="100000"/>
              </a:lnSpc>
              <a:spcBef>
                <a:spcPts val="360"/>
              </a:spcBef>
              <a:spcAft>
                <a:spcPts val="0"/>
              </a:spcAft>
              <a:buClr>
                <a:srgbClr val="000000"/>
              </a:buClr>
              <a:buSzPts val="1800"/>
              <a:buChar char="•"/>
              <a:defRPr>
                <a:solidFill>
                  <a:srgbClr val="000000"/>
                </a:solidFill>
              </a:defRPr>
            </a:lvl6pPr>
            <a:lvl7pPr marL="3200400" lvl="6" indent="-342900" algn="l">
              <a:lnSpc>
                <a:spcPct val="100000"/>
              </a:lnSpc>
              <a:spcBef>
                <a:spcPts val="360"/>
              </a:spcBef>
              <a:spcAft>
                <a:spcPts val="0"/>
              </a:spcAft>
              <a:buClr>
                <a:srgbClr val="000000"/>
              </a:buClr>
              <a:buSzPts val="1800"/>
              <a:buChar char="•"/>
              <a:defRPr>
                <a:solidFill>
                  <a:srgbClr val="000000"/>
                </a:solidFill>
              </a:defRPr>
            </a:lvl7pPr>
            <a:lvl8pPr marL="3657600" lvl="7" indent="-342900" algn="l">
              <a:lnSpc>
                <a:spcPct val="100000"/>
              </a:lnSpc>
              <a:spcBef>
                <a:spcPts val="360"/>
              </a:spcBef>
              <a:spcAft>
                <a:spcPts val="0"/>
              </a:spcAft>
              <a:buClr>
                <a:srgbClr val="000000"/>
              </a:buClr>
              <a:buSzPts val="1800"/>
              <a:buChar char="•"/>
              <a:defRPr>
                <a:solidFill>
                  <a:srgbClr val="000000"/>
                </a:solidFill>
              </a:defRPr>
            </a:lvl8pPr>
            <a:lvl9pPr marL="4114800" lvl="8" indent="-342900" algn="l">
              <a:lnSpc>
                <a:spcPct val="100000"/>
              </a:lnSpc>
              <a:spcBef>
                <a:spcPts val="360"/>
              </a:spcBef>
              <a:spcAft>
                <a:spcPts val="0"/>
              </a:spcAft>
              <a:buClr>
                <a:srgbClr val="000000"/>
              </a:buClr>
              <a:buSzPts val="1800"/>
              <a:buChar char="•"/>
              <a:defRPr>
                <a:solidFill>
                  <a:srgbClr val="000000"/>
                </a:solidFill>
              </a:defRPr>
            </a:lvl9pPr>
          </a:lstStyle>
          <a:p>
            <a:endParaRPr/>
          </a:p>
        </p:txBody>
      </p:sp>
      <p:sp>
        <p:nvSpPr>
          <p:cNvPr id="420" name="Google Shape;420;p60"/>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421" name="Google Shape;421;p60"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422" name="Google Shape;422;p60"/>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lnSpc>
                <a:spcPct val="100000"/>
              </a:lnSpc>
              <a:spcBef>
                <a:spcPts val="0"/>
              </a:spcBef>
              <a:spcAft>
                <a:spcPts val="0"/>
              </a:spcAft>
              <a:buClr>
                <a:srgbClr val="120046"/>
              </a:buClr>
              <a:buSzPts val="2100"/>
              <a:buNone/>
              <a:defRPr sz="23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3" name="Google Shape;423;p60"/>
          <p:cNvSpPr txBox="1">
            <a:spLocks noGrp="1"/>
          </p:cNvSpPr>
          <p:nvPr>
            <p:ph type="body" idx="2"/>
          </p:nvPr>
        </p:nvSpPr>
        <p:spPr>
          <a:xfrm>
            <a:off x="533400" y="1370000"/>
            <a:ext cx="3760200" cy="30825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SzPts val="1800"/>
              <a:buNone/>
              <a:defRPr/>
            </a:lvl1pPr>
            <a:lvl2pPr marL="914400" lvl="1" indent="-228600" algn="l">
              <a:lnSpc>
                <a:spcPct val="78888"/>
              </a:lnSpc>
              <a:spcBef>
                <a:spcPts val="400"/>
              </a:spcBef>
              <a:spcAft>
                <a:spcPts val="0"/>
              </a:spcAft>
              <a:buClr>
                <a:srgbClr val="000000"/>
              </a:buClr>
              <a:buSzPts val="2160"/>
              <a:buNone/>
              <a:defRPr/>
            </a:lvl2pPr>
            <a:lvl3pPr marL="1371600" lvl="2" indent="-365760" algn="l">
              <a:lnSpc>
                <a:spcPct val="100000"/>
              </a:lnSpc>
              <a:spcBef>
                <a:spcPts val="360"/>
              </a:spcBef>
              <a:spcAft>
                <a:spcPts val="0"/>
              </a:spcAft>
              <a:buClr>
                <a:srgbClr val="000000"/>
              </a:buClr>
              <a:buSzPts val="2160"/>
              <a:buChar char="•"/>
              <a:defRPr>
                <a:solidFill>
                  <a:srgbClr val="000000"/>
                </a:solidFill>
              </a:defRPr>
            </a:lvl3pPr>
            <a:lvl4pPr marL="1828800" lvl="3" indent="-342900" algn="l">
              <a:lnSpc>
                <a:spcPct val="100000"/>
              </a:lnSpc>
              <a:spcBef>
                <a:spcPts val="360"/>
              </a:spcBef>
              <a:spcAft>
                <a:spcPts val="0"/>
              </a:spcAft>
              <a:buClr>
                <a:srgbClr val="000000"/>
              </a:buClr>
              <a:buSzPts val="1800"/>
              <a:buChar char="–"/>
              <a:defRPr>
                <a:solidFill>
                  <a:srgbClr val="000000"/>
                </a:solidFill>
              </a:defRPr>
            </a:lvl4pPr>
            <a:lvl5pPr marL="2286000" lvl="4" indent="-342900" algn="l">
              <a:lnSpc>
                <a:spcPct val="100000"/>
              </a:lnSpc>
              <a:spcBef>
                <a:spcPts val="360"/>
              </a:spcBef>
              <a:spcAft>
                <a:spcPts val="0"/>
              </a:spcAft>
              <a:buClr>
                <a:srgbClr val="000000"/>
              </a:buClr>
              <a:buSzPts val="1800"/>
              <a:buChar char="»"/>
              <a:defRPr>
                <a:solidFill>
                  <a:srgbClr val="000000"/>
                </a:solidFill>
              </a:defRPr>
            </a:lvl5pPr>
            <a:lvl6pPr marL="2743200" lvl="5" indent="-342900" algn="l">
              <a:lnSpc>
                <a:spcPct val="100000"/>
              </a:lnSpc>
              <a:spcBef>
                <a:spcPts val="360"/>
              </a:spcBef>
              <a:spcAft>
                <a:spcPts val="0"/>
              </a:spcAft>
              <a:buClr>
                <a:srgbClr val="000000"/>
              </a:buClr>
              <a:buSzPts val="1800"/>
              <a:buChar char="•"/>
              <a:defRPr>
                <a:solidFill>
                  <a:srgbClr val="000000"/>
                </a:solidFill>
              </a:defRPr>
            </a:lvl6pPr>
            <a:lvl7pPr marL="3200400" lvl="6" indent="-342900" algn="l">
              <a:lnSpc>
                <a:spcPct val="100000"/>
              </a:lnSpc>
              <a:spcBef>
                <a:spcPts val="360"/>
              </a:spcBef>
              <a:spcAft>
                <a:spcPts val="0"/>
              </a:spcAft>
              <a:buClr>
                <a:srgbClr val="000000"/>
              </a:buClr>
              <a:buSzPts val="1800"/>
              <a:buChar char="•"/>
              <a:defRPr>
                <a:solidFill>
                  <a:srgbClr val="000000"/>
                </a:solidFill>
              </a:defRPr>
            </a:lvl7pPr>
            <a:lvl8pPr marL="3657600" lvl="7" indent="-342900" algn="l">
              <a:lnSpc>
                <a:spcPct val="100000"/>
              </a:lnSpc>
              <a:spcBef>
                <a:spcPts val="360"/>
              </a:spcBef>
              <a:spcAft>
                <a:spcPts val="0"/>
              </a:spcAft>
              <a:buClr>
                <a:srgbClr val="000000"/>
              </a:buClr>
              <a:buSzPts val="1800"/>
              <a:buChar char="•"/>
              <a:defRPr>
                <a:solidFill>
                  <a:srgbClr val="000000"/>
                </a:solidFill>
              </a:defRPr>
            </a:lvl8pPr>
            <a:lvl9pPr marL="4114800" lvl="8" indent="-342900" algn="l">
              <a:lnSpc>
                <a:spcPct val="100000"/>
              </a:lnSpc>
              <a:spcBef>
                <a:spcPts val="360"/>
              </a:spcBef>
              <a:spcAft>
                <a:spcPts val="0"/>
              </a:spcAft>
              <a:buClr>
                <a:srgbClr val="000000"/>
              </a:buClr>
              <a:buSzPts val="1800"/>
              <a:buChar char="•"/>
              <a:defRPr>
                <a:solidFill>
                  <a:srgbClr val="000000"/>
                </a:solidFill>
              </a:defRPr>
            </a:lvl9pPr>
          </a:lstStyle>
          <a:p>
            <a:endParaRPr/>
          </a:p>
        </p:txBody>
      </p:sp>
      <p:sp>
        <p:nvSpPr>
          <p:cNvPr id="424" name="Google Shape;424;p60"/>
          <p:cNvSpPr txBox="1">
            <a:spLocks noGrp="1"/>
          </p:cNvSpPr>
          <p:nvPr>
            <p:ph type="body" idx="3"/>
          </p:nvPr>
        </p:nvSpPr>
        <p:spPr>
          <a:xfrm>
            <a:off x="4755900" y="1370000"/>
            <a:ext cx="3760200" cy="30825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SzPts val="1800"/>
              <a:buNone/>
              <a:defRPr/>
            </a:lvl1pPr>
            <a:lvl2pPr marL="914400" lvl="1" indent="-228600" algn="l">
              <a:lnSpc>
                <a:spcPct val="78888"/>
              </a:lnSpc>
              <a:spcBef>
                <a:spcPts val="400"/>
              </a:spcBef>
              <a:spcAft>
                <a:spcPts val="0"/>
              </a:spcAft>
              <a:buClr>
                <a:srgbClr val="000000"/>
              </a:buClr>
              <a:buSzPts val="2160"/>
              <a:buNone/>
              <a:defRPr/>
            </a:lvl2pPr>
            <a:lvl3pPr marL="1371600" lvl="2" indent="-365760" algn="l">
              <a:lnSpc>
                <a:spcPct val="100000"/>
              </a:lnSpc>
              <a:spcBef>
                <a:spcPts val="360"/>
              </a:spcBef>
              <a:spcAft>
                <a:spcPts val="0"/>
              </a:spcAft>
              <a:buClr>
                <a:srgbClr val="000000"/>
              </a:buClr>
              <a:buSzPts val="2160"/>
              <a:buChar char="•"/>
              <a:defRPr>
                <a:solidFill>
                  <a:srgbClr val="000000"/>
                </a:solidFill>
              </a:defRPr>
            </a:lvl3pPr>
            <a:lvl4pPr marL="1828800" lvl="3" indent="-342900" algn="l">
              <a:lnSpc>
                <a:spcPct val="100000"/>
              </a:lnSpc>
              <a:spcBef>
                <a:spcPts val="360"/>
              </a:spcBef>
              <a:spcAft>
                <a:spcPts val="0"/>
              </a:spcAft>
              <a:buClr>
                <a:srgbClr val="000000"/>
              </a:buClr>
              <a:buSzPts val="1800"/>
              <a:buChar char="–"/>
              <a:defRPr>
                <a:solidFill>
                  <a:srgbClr val="000000"/>
                </a:solidFill>
              </a:defRPr>
            </a:lvl4pPr>
            <a:lvl5pPr marL="2286000" lvl="4" indent="-342900" algn="l">
              <a:lnSpc>
                <a:spcPct val="100000"/>
              </a:lnSpc>
              <a:spcBef>
                <a:spcPts val="360"/>
              </a:spcBef>
              <a:spcAft>
                <a:spcPts val="0"/>
              </a:spcAft>
              <a:buClr>
                <a:srgbClr val="000000"/>
              </a:buClr>
              <a:buSzPts val="1800"/>
              <a:buChar char="»"/>
              <a:defRPr>
                <a:solidFill>
                  <a:srgbClr val="000000"/>
                </a:solidFill>
              </a:defRPr>
            </a:lvl5pPr>
            <a:lvl6pPr marL="2743200" lvl="5" indent="-342900" algn="l">
              <a:lnSpc>
                <a:spcPct val="100000"/>
              </a:lnSpc>
              <a:spcBef>
                <a:spcPts val="360"/>
              </a:spcBef>
              <a:spcAft>
                <a:spcPts val="0"/>
              </a:spcAft>
              <a:buClr>
                <a:srgbClr val="000000"/>
              </a:buClr>
              <a:buSzPts val="1800"/>
              <a:buChar char="•"/>
              <a:defRPr>
                <a:solidFill>
                  <a:srgbClr val="000000"/>
                </a:solidFill>
              </a:defRPr>
            </a:lvl6pPr>
            <a:lvl7pPr marL="3200400" lvl="6" indent="-342900" algn="l">
              <a:lnSpc>
                <a:spcPct val="100000"/>
              </a:lnSpc>
              <a:spcBef>
                <a:spcPts val="360"/>
              </a:spcBef>
              <a:spcAft>
                <a:spcPts val="0"/>
              </a:spcAft>
              <a:buClr>
                <a:srgbClr val="000000"/>
              </a:buClr>
              <a:buSzPts val="1800"/>
              <a:buChar char="•"/>
              <a:defRPr>
                <a:solidFill>
                  <a:srgbClr val="000000"/>
                </a:solidFill>
              </a:defRPr>
            </a:lvl7pPr>
            <a:lvl8pPr marL="3657600" lvl="7" indent="-342900" algn="l">
              <a:lnSpc>
                <a:spcPct val="100000"/>
              </a:lnSpc>
              <a:spcBef>
                <a:spcPts val="360"/>
              </a:spcBef>
              <a:spcAft>
                <a:spcPts val="0"/>
              </a:spcAft>
              <a:buClr>
                <a:srgbClr val="000000"/>
              </a:buClr>
              <a:buSzPts val="1800"/>
              <a:buChar char="•"/>
              <a:defRPr>
                <a:solidFill>
                  <a:srgbClr val="000000"/>
                </a:solidFill>
              </a:defRPr>
            </a:lvl8pPr>
            <a:lvl9pPr marL="4114800" lvl="8" indent="-342900" algn="l">
              <a:lnSpc>
                <a:spcPct val="100000"/>
              </a:lnSpc>
              <a:spcBef>
                <a:spcPts val="360"/>
              </a:spcBef>
              <a:spcAft>
                <a:spcPts val="0"/>
              </a:spcAft>
              <a:buClr>
                <a:srgbClr val="000000"/>
              </a:buClr>
              <a:buSzPts val="1800"/>
              <a:buChar char="•"/>
              <a:defRPr>
                <a:solidFill>
                  <a:srgbClr val="000000"/>
                </a:solidFill>
              </a:defRPr>
            </a:lvl9pPr>
          </a:lstStyle>
          <a:p>
            <a:endParaRPr/>
          </a:p>
        </p:txBody>
      </p:sp>
      <p:sp>
        <p:nvSpPr>
          <p:cNvPr id="425" name="Google Shape;425;p60"/>
          <p:cNvSpPr txBox="1">
            <a:spLocks noGrp="1"/>
          </p:cNvSpPr>
          <p:nvPr>
            <p:ph type="body" idx="4"/>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accent4"/>
              </a:buClr>
              <a:buSzPts val="1100"/>
              <a:buFont typeface="Plus Jakarta Sans SemiBold"/>
              <a:buNone/>
              <a:defRPr sz="1100" i="0">
                <a:solidFill>
                  <a:schemeClr val="accent4"/>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lnSpc>
                <a:spcPct val="100000"/>
              </a:lnSpc>
              <a:spcBef>
                <a:spcPts val="210"/>
              </a:spcBef>
              <a:spcAft>
                <a:spcPts val="0"/>
              </a:spcAft>
              <a:buSzPts val="1260"/>
              <a:buFont typeface="Arial"/>
              <a:buNone/>
              <a:defRPr sz="1050">
                <a:latin typeface="Arial"/>
                <a:ea typeface="Arial"/>
                <a:cs typeface="Arial"/>
                <a:sym typeface="Arial"/>
              </a:defRPr>
            </a:lvl3pPr>
            <a:lvl4pPr marL="1828800" lvl="3"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transition spd="slow">
    <p:push/>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Title &amp; Body | White 1">
  <p:cSld name="6_Title Only_3_1_2">
    <p:spTree>
      <p:nvGrpSpPr>
        <p:cNvPr id="1" name="Shape 426"/>
        <p:cNvGrpSpPr/>
        <p:nvPr/>
      </p:nvGrpSpPr>
      <p:grpSpPr>
        <a:xfrm>
          <a:off x="0" y="0"/>
          <a:ext cx="0" cy="0"/>
          <a:chOff x="0" y="0"/>
          <a:chExt cx="0" cy="0"/>
        </a:xfrm>
      </p:grpSpPr>
      <p:sp>
        <p:nvSpPr>
          <p:cNvPr id="427" name="Google Shape;427;p61"/>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428" name="Google Shape;428;p61"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429" name="Google Shape;429;p61"/>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lnSpc>
                <a:spcPct val="100000"/>
              </a:lnSpc>
              <a:spcBef>
                <a:spcPts val="0"/>
              </a:spcBef>
              <a:spcAft>
                <a:spcPts val="0"/>
              </a:spcAft>
              <a:buClr>
                <a:srgbClr val="120046"/>
              </a:buClr>
              <a:buSzPts val="2100"/>
              <a:buNone/>
              <a:defRPr sz="23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0" name="Google Shape;430;p61"/>
          <p:cNvSpPr txBox="1">
            <a:spLocks noGrp="1"/>
          </p:cNvSpPr>
          <p:nvPr>
            <p:ph type="body" idx="1"/>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accent4"/>
              </a:buClr>
              <a:buSzPts val="1100"/>
              <a:buFont typeface="Plus Jakarta Sans SemiBold"/>
              <a:buNone/>
              <a:defRPr sz="1100" i="0">
                <a:solidFill>
                  <a:schemeClr val="accent4"/>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lnSpc>
                <a:spcPct val="100000"/>
              </a:lnSpc>
              <a:spcBef>
                <a:spcPts val="210"/>
              </a:spcBef>
              <a:spcAft>
                <a:spcPts val="0"/>
              </a:spcAft>
              <a:buSzPts val="1260"/>
              <a:buFont typeface="Arial"/>
              <a:buNone/>
              <a:defRPr sz="1050">
                <a:latin typeface="Arial"/>
                <a:ea typeface="Arial"/>
                <a:cs typeface="Arial"/>
                <a:sym typeface="Arial"/>
              </a:defRPr>
            </a:lvl3pPr>
            <a:lvl4pPr marL="1828800" lvl="3"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431" name="Google Shape;431;p61"/>
          <p:cNvSpPr txBox="1">
            <a:spLocks noGrp="1"/>
          </p:cNvSpPr>
          <p:nvPr>
            <p:ph type="body" idx="2"/>
          </p:nvPr>
        </p:nvSpPr>
        <p:spPr>
          <a:xfrm>
            <a:off x="533400" y="1370000"/>
            <a:ext cx="4138200" cy="30825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SzPts val="1800"/>
              <a:buNone/>
              <a:defRPr/>
            </a:lvl1pPr>
            <a:lvl2pPr marL="914400" lvl="1" indent="-228600" algn="l">
              <a:lnSpc>
                <a:spcPct val="78888"/>
              </a:lnSpc>
              <a:spcBef>
                <a:spcPts val="400"/>
              </a:spcBef>
              <a:spcAft>
                <a:spcPts val="0"/>
              </a:spcAft>
              <a:buClr>
                <a:srgbClr val="000000"/>
              </a:buClr>
              <a:buSzPts val="2160"/>
              <a:buNone/>
              <a:defRPr/>
            </a:lvl2pPr>
            <a:lvl3pPr marL="1371600" lvl="2" indent="-365760" algn="l">
              <a:lnSpc>
                <a:spcPct val="100000"/>
              </a:lnSpc>
              <a:spcBef>
                <a:spcPts val="360"/>
              </a:spcBef>
              <a:spcAft>
                <a:spcPts val="0"/>
              </a:spcAft>
              <a:buClr>
                <a:srgbClr val="000000"/>
              </a:buClr>
              <a:buSzPts val="2160"/>
              <a:buChar char="•"/>
              <a:defRPr>
                <a:solidFill>
                  <a:srgbClr val="000000"/>
                </a:solidFill>
              </a:defRPr>
            </a:lvl3pPr>
            <a:lvl4pPr marL="1828800" lvl="3" indent="-342900" algn="l">
              <a:lnSpc>
                <a:spcPct val="100000"/>
              </a:lnSpc>
              <a:spcBef>
                <a:spcPts val="360"/>
              </a:spcBef>
              <a:spcAft>
                <a:spcPts val="0"/>
              </a:spcAft>
              <a:buClr>
                <a:srgbClr val="000000"/>
              </a:buClr>
              <a:buSzPts val="1800"/>
              <a:buChar char="–"/>
              <a:defRPr>
                <a:solidFill>
                  <a:srgbClr val="000000"/>
                </a:solidFill>
              </a:defRPr>
            </a:lvl4pPr>
            <a:lvl5pPr marL="2286000" lvl="4" indent="-342900" algn="l">
              <a:lnSpc>
                <a:spcPct val="100000"/>
              </a:lnSpc>
              <a:spcBef>
                <a:spcPts val="360"/>
              </a:spcBef>
              <a:spcAft>
                <a:spcPts val="0"/>
              </a:spcAft>
              <a:buClr>
                <a:srgbClr val="000000"/>
              </a:buClr>
              <a:buSzPts val="1800"/>
              <a:buChar char="»"/>
              <a:defRPr>
                <a:solidFill>
                  <a:srgbClr val="000000"/>
                </a:solidFill>
              </a:defRPr>
            </a:lvl5pPr>
            <a:lvl6pPr marL="2743200" lvl="5" indent="-342900" algn="l">
              <a:lnSpc>
                <a:spcPct val="100000"/>
              </a:lnSpc>
              <a:spcBef>
                <a:spcPts val="360"/>
              </a:spcBef>
              <a:spcAft>
                <a:spcPts val="0"/>
              </a:spcAft>
              <a:buClr>
                <a:srgbClr val="000000"/>
              </a:buClr>
              <a:buSzPts val="1800"/>
              <a:buChar char="•"/>
              <a:defRPr>
                <a:solidFill>
                  <a:srgbClr val="000000"/>
                </a:solidFill>
              </a:defRPr>
            </a:lvl6pPr>
            <a:lvl7pPr marL="3200400" lvl="6" indent="-342900" algn="l">
              <a:lnSpc>
                <a:spcPct val="100000"/>
              </a:lnSpc>
              <a:spcBef>
                <a:spcPts val="360"/>
              </a:spcBef>
              <a:spcAft>
                <a:spcPts val="0"/>
              </a:spcAft>
              <a:buClr>
                <a:srgbClr val="000000"/>
              </a:buClr>
              <a:buSzPts val="1800"/>
              <a:buChar char="•"/>
              <a:defRPr>
                <a:solidFill>
                  <a:srgbClr val="000000"/>
                </a:solidFill>
              </a:defRPr>
            </a:lvl7pPr>
            <a:lvl8pPr marL="3657600" lvl="7" indent="-342900" algn="l">
              <a:lnSpc>
                <a:spcPct val="100000"/>
              </a:lnSpc>
              <a:spcBef>
                <a:spcPts val="360"/>
              </a:spcBef>
              <a:spcAft>
                <a:spcPts val="0"/>
              </a:spcAft>
              <a:buClr>
                <a:srgbClr val="000000"/>
              </a:buClr>
              <a:buSzPts val="1800"/>
              <a:buChar char="•"/>
              <a:defRPr>
                <a:solidFill>
                  <a:srgbClr val="000000"/>
                </a:solidFill>
              </a:defRPr>
            </a:lvl8pPr>
            <a:lvl9pPr marL="4114800" lvl="8" indent="-342900" algn="l">
              <a:lnSpc>
                <a:spcPct val="100000"/>
              </a:lnSpc>
              <a:spcBef>
                <a:spcPts val="360"/>
              </a:spcBef>
              <a:spcAft>
                <a:spcPts val="0"/>
              </a:spcAft>
              <a:buClr>
                <a:srgbClr val="000000"/>
              </a:buClr>
              <a:buSzPts val="1800"/>
              <a:buChar char="•"/>
              <a:defRPr>
                <a:solidFill>
                  <a:srgbClr val="000000"/>
                </a:solidFill>
              </a:defRPr>
            </a:lvl9pPr>
          </a:lstStyle>
          <a:p>
            <a:endParaRPr/>
          </a:p>
        </p:txBody>
      </p:sp>
    </p:spTree>
  </p:cSld>
  <p:clrMapOvr>
    <a:masterClrMapping/>
  </p:clrMapOvr>
  <p:transition spd="slow">
    <p:push/>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Title Only | White 2">
  <p:cSld name="6_Title Only_2_3_1_6">
    <p:spTree>
      <p:nvGrpSpPr>
        <p:cNvPr id="1" name="Shape 432"/>
        <p:cNvGrpSpPr/>
        <p:nvPr/>
      </p:nvGrpSpPr>
      <p:grpSpPr>
        <a:xfrm>
          <a:off x="0" y="0"/>
          <a:ext cx="0" cy="0"/>
          <a:chOff x="0" y="0"/>
          <a:chExt cx="0" cy="0"/>
        </a:xfrm>
      </p:grpSpPr>
      <p:sp>
        <p:nvSpPr>
          <p:cNvPr id="433" name="Google Shape;433;p62"/>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434" name="Google Shape;434;p62"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435" name="Google Shape;435;p62"/>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spcBef>
                <a:spcPts val="0"/>
              </a:spcBef>
              <a:spcAft>
                <a:spcPts val="0"/>
              </a:spcAft>
              <a:buClr>
                <a:srgbClr val="120046"/>
              </a:buClr>
              <a:buSzPts val="2100"/>
              <a:buNone/>
              <a:defRPr sz="23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6" name="Google Shape;436;p62"/>
          <p:cNvSpPr txBox="1">
            <a:spLocks noGrp="1"/>
          </p:cNvSpPr>
          <p:nvPr>
            <p:ph type="body" idx="1"/>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Clr>
                <a:schemeClr val="accent4"/>
              </a:buClr>
              <a:buSzPts val="1100"/>
              <a:buFont typeface="Plus Jakarta Sans SemiBold"/>
              <a:buNone/>
              <a:defRPr sz="1100" i="0">
                <a:solidFill>
                  <a:schemeClr val="accent4"/>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spcBef>
                <a:spcPts val="210"/>
              </a:spcBef>
              <a:spcAft>
                <a:spcPts val="0"/>
              </a:spcAft>
              <a:buSzPts val="1260"/>
              <a:buFont typeface="Arial"/>
              <a:buNone/>
              <a:defRPr sz="1050">
                <a:latin typeface="Arial"/>
                <a:ea typeface="Arial"/>
                <a:cs typeface="Arial"/>
                <a:sym typeface="Arial"/>
              </a:defRPr>
            </a:lvl3pPr>
            <a:lvl4pPr marL="1828800" lvl="3" indent="-228600" algn="l">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transition spd="slow">
    <p:push/>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Title &amp; Body | White 2">
  <p:cSld name="6_Title Only_3_1_3">
    <p:spTree>
      <p:nvGrpSpPr>
        <p:cNvPr id="1" name="Shape 437"/>
        <p:cNvGrpSpPr/>
        <p:nvPr/>
      </p:nvGrpSpPr>
      <p:grpSpPr>
        <a:xfrm>
          <a:off x="0" y="0"/>
          <a:ext cx="0" cy="0"/>
          <a:chOff x="0" y="0"/>
          <a:chExt cx="0" cy="0"/>
        </a:xfrm>
      </p:grpSpPr>
      <p:sp>
        <p:nvSpPr>
          <p:cNvPr id="438" name="Google Shape;438;p63"/>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439" name="Google Shape;439;p63"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440" name="Google Shape;440;p63"/>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spcBef>
                <a:spcPts val="0"/>
              </a:spcBef>
              <a:spcAft>
                <a:spcPts val="0"/>
              </a:spcAft>
              <a:buClr>
                <a:srgbClr val="120046"/>
              </a:buClr>
              <a:buSzPts val="2100"/>
              <a:buNone/>
              <a:defRPr sz="23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1" name="Google Shape;441;p63"/>
          <p:cNvSpPr txBox="1">
            <a:spLocks noGrp="1"/>
          </p:cNvSpPr>
          <p:nvPr>
            <p:ph type="body" idx="1"/>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Clr>
                <a:schemeClr val="accent4"/>
              </a:buClr>
              <a:buSzPts val="1100"/>
              <a:buFont typeface="Plus Jakarta Sans SemiBold"/>
              <a:buNone/>
              <a:defRPr sz="1100" i="0">
                <a:solidFill>
                  <a:schemeClr val="accent4"/>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spcBef>
                <a:spcPts val="210"/>
              </a:spcBef>
              <a:spcAft>
                <a:spcPts val="0"/>
              </a:spcAft>
              <a:buSzPts val="1260"/>
              <a:buFont typeface="Arial"/>
              <a:buNone/>
              <a:defRPr sz="1050">
                <a:latin typeface="Arial"/>
                <a:ea typeface="Arial"/>
                <a:cs typeface="Arial"/>
                <a:sym typeface="Arial"/>
              </a:defRPr>
            </a:lvl3pPr>
            <a:lvl4pPr marL="1828800" lvl="3" indent="-228600" algn="l">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442" name="Google Shape;442;p63"/>
          <p:cNvSpPr txBox="1">
            <a:spLocks noGrp="1"/>
          </p:cNvSpPr>
          <p:nvPr>
            <p:ph type="body" idx="2"/>
          </p:nvPr>
        </p:nvSpPr>
        <p:spPr>
          <a:xfrm>
            <a:off x="533400" y="1370000"/>
            <a:ext cx="4138200" cy="30825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SzPts val="1800"/>
              <a:buNone/>
              <a:defRPr/>
            </a:lvl1pPr>
            <a:lvl2pPr marL="914400" lvl="1" indent="-228600" algn="l">
              <a:lnSpc>
                <a:spcPct val="78888"/>
              </a:lnSpc>
              <a:spcBef>
                <a:spcPts val="400"/>
              </a:spcBef>
              <a:spcAft>
                <a:spcPts val="0"/>
              </a:spcAft>
              <a:buClr>
                <a:srgbClr val="000000"/>
              </a:buClr>
              <a:buSzPts val="2160"/>
              <a:buNone/>
              <a:defRPr/>
            </a:lvl2pPr>
            <a:lvl3pPr marL="1371600" lvl="2" indent="-365760" algn="l">
              <a:spcBef>
                <a:spcPts val="360"/>
              </a:spcBef>
              <a:spcAft>
                <a:spcPts val="0"/>
              </a:spcAft>
              <a:buClr>
                <a:srgbClr val="000000"/>
              </a:buClr>
              <a:buSzPts val="2160"/>
              <a:buChar char="•"/>
              <a:defRPr>
                <a:solidFill>
                  <a:srgbClr val="000000"/>
                </a:solidFill>
              </a:defRPr>
            </a:lvl3pPr>
            <a:lvl4pPr marL="1828800" lvl="3" indent="-342900" algn="l">
              <a:spcBef>
                <a:spcPts val="360"/>
              </a:spcBef>
              <a:spcAft>
                <a:spcPts val="0"/>
              </a:spcAft>
              <a:buClr>
                <a:srgbClr val="000000"/>
              </a:buClr>
              <a:buSzPts val="1800"/>
              <a:buChar char="–"/>
              <a:defRPr>
                <a:solidFill>
                  <a:srgbClr val="000000"/>
                </a:solidFill>
              </a:defRPr>
            </a:lvl4pPr>
            <a:lvl5pPr marL="2286000" lvl="4" indent="-342900" algn="l">
              <a:spcBef>
                <a:spcPts val="360"/>
              </a:spcBef>
              <a:spcAft>
                <a:spcPts val="0"/>
              </a:spcAft>
              <a:buClr>
                <a:srgbClr val="000000"/>
              </a:buClr>
              <a:buSzPts val="1800"/>
              <a:buChar char="»"/>
              <a:defRPr>
                <a:solidFill>
                  <a:srgbClr val="000000"/>
                </a:solidFill>
              </a:defRPr>
            </a:lvl5pPr>
            <a:lvl6pPr marL="2743200" lvl="5" indent="-342900" algn="l">
              <a:spcBef>
                <a:spcPts val="360"/>
              </a:spcBef>
              <a:spcAft>
                <a:spcPts val="0"/>
              </a:spcAft>
              <a:buClr>
                <a:srgbClr val="000000"/>
              </a:buClr>
              <a:buSzPts val="1800"/>
              <a:buChar char="•"/>
              <a:defRPr>
                <a:solidFill>
                  <a:srgbClr val="000000"/>
                </a:solidFill>
              </a:defRPr>
            </a:lvl6pPr>
            <a:lvl7pPr marL="3200400" lvl="6" indent="-342900" algn="l">
              <a:spcBef>
                <a:spcPts val="360"/>
              </a:spcBef>
              <a:spcAft>
                <a:spcPts val="0"/>
              </a:spcAft>
              <a:buClr>
                <a:srgbClr val="000000"/>
              </a:buClr>
              <a:buSzPts val="1800"/>
              <a:buChar char="•"/>
              <a:defRPr>
                <a:solidFill>
                  <a:srgbClr val="000000"/>
                </a:solidFill>
              </a:defRPr>
            </a:lvl7pPr>
            <a:lvl8pPr marL="3657600" lvl="7" indent="-342900" algn="l">
              <a:spcBef>
                <a:spcPts val="360"/>
              </a:spcBef>
              <a:spcAft>
                <a:spcPts val="0"/>
              </a:spcAft>
              <a:buClr>
                <a:srgbClr val="000000"/>
              </a:buClr>
              <a:buSzPts val="1800"/>
              <a:buChar char="•"/>
              <a:defRPr>
                <a:solidFill>
                  <a:srgbClr val="000000"/>
                </a:solidFill>
              </a:defRPr>
            </a:lvl8pPr>
            <a:lvl9pPr marL="4114800" lvl="8" indent="-342900" algn="l">
              <a:spcBef>
                <a:spcPts val="360"/>
              </a:spcBef>
              <a:spcAft>
                <a:spcPts val="0"/>
              </a:spcAft>
              <a:buClr>
                <a:srgbClr val="000000"/>
              </a:buClr>
              <a:buSzPts val="1800"/>
              <a:buChar char="•"/>
              <a:defRPr>
                <a:solidFill>
                  <a:srgbClr val="000000"/>
                </a:solidFill>
              </a:defRPr>
            </a:lvl9pPr>
          </a:lstStyle>
          <a:p>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Grey Nodes Top Right 2">
  <p:cSld name="6_Title Only_2_1">
    <p:spTree>
      <p:nvGrpSpPr>
        <p:cNvPr id="1" name="Shape 443"/>
        <p:cNvGrpSpPr/>
        <p:nvPr/>
      </p:nvGrpSpPr>
      <p:grpSpPr>
        <a:xfrm>
          <a:off x="0" y="0"/>
          <a:ext cx="0" cy="0"/>
          <a:chOff x="0" y="0"/>
          <a:chExt cx="0" cy="0"/>
        </a:xfrm>
      </p:grpSpPr>
      <p:sp>
        <p:nvSpPr>
          <p:cNvPr id="444" name="Google Shape;444;p64"/>
          <p:cNvSpPr txBox="1">
            <a:spLocks noGrp="1"/>
          </p:cNvSpPr>
          <p:nvPr>
            <p:ph type="body" idx="1"/>
          </p:nvPr>
        </p:nvSpPr>
        <p:spPr>
          <a:xfrm>
            <a:off x="533400" y="1370008"/>
            <a:ext cx="8001000" cy="4593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Clr>
                <a:srgbClr val="000000"/>
              </a:buClr>
              <a:buSzPts val="1800"/>
              <a:buNone/>
              <a:defRPr/>
            </a:lvl1pPr>
            <a:lvl2pPr marL="914400" lvl="1" indent="-228600" algn="l">
              <a:lnSpc>
                <a:spcPct val="78888"/>
              </a:lnSpc>
              <a:spcBef>
                <a:spcPts val="400"/>
              </a:spcBef>
              <a:spcAft>
                <a:spcPts val="0"/>
              </a:spcAft>
              <a:buSzPts val="2160"/>
              <a:buNone/>
              <a:defRPr/>
            </a:lvl2pPr>
            <a:lvl3pPr marL="1371600" lvl="2" indent="-365760" algn="l">
              <a:spcBef>
                <a:spcPts val="360"/>
              </a:spcBef>
              <a:spcAft>
                <a:spcPts val="0"/>
              </a:spcAft>
              <a:buSzPts val="2160"/>
              <a:buChar char="•"/>
              <a:defRPr/>
            </a:lvl3pPr>
            <a:lvl4pPr marL="1828800" lvl="3" indent="-342900" algn="l">
              <a:spcBef>
                <a:spcPts val="360"/>
              </a:spcBef>
              <a:spcAft>
                <a:spcPts val="0"/>
              </a:spcAft>
              <a:buClr>
                <a:srgbClr val="4E5661"/>
              </a:buClr>
              <a:buSzPts val="1800"/>
              <a:buChar char="–"/>
              <a:defRPr/>
            </a:lvl4pPr>
            <a:lvl5pPr marL="2286000" lvl="4" indent="-342900" algn="l">
              <a:spcBef>
                <a:spcPts val="360"/>
              </a:spcBef>
              <a:spcAft>
                <a:spcPts val="0"/>
              </a:spcAft>
              <a:buClr>
                <a:srgbClr val="4E566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445" name="Google Shape;445;p64"/>
          <p:cNvSpPr txBox="1">
            <a:spLocks noGrp="1"/>
          </p:cNvSpPr>
          <p:nvPr>
            <p:ph type="ftr" idx="11"/>
          </p:nvPr>
        </p:nvSpPr>
        <p:spPr>
          <a:xfrm>
            <a:off x="106675" y="4795501"/>
            <a:ext cx="6039000" cy="274500"/>
          </a:xfrm>
          <a:prstGeom prst="rect">
            <a:avLst/>
          </a:prstGeom>
          <a:noFill/>
          <a:ln>
            <a:noFill/>
          </a:ln>
        </p:spPr>
        <p:txBody>
          <a:bodyPr spcFirstLastPara="1" wrap="square" lIns="91425" tIns="45700" rIns="91425" bIns="45700" anchor="ctr" anchorCtr="0">
            <a:noAutofit/>
          </a:bodyPr>
          <a:lstStyle>
            <a:lvl1pPr marR="0" lvl="0">
              <a:spcBef>
                <a:spcPts val="0"/>
              </a:spcBef>
              <a:spcAft>
                <a:spcPts val="0"/>
              </a:spcAft>
              <a:buSzPts val="1400"/>
              <a:buNone/>
              <a:defRPr sz="600" b="0" i="0" u="none" strike="noStrike" cap="none">
                <a:solidFill>
                  <a:srgbClr val="888892"/>
                </a:solidFill>
                <a:latin typeface="Plus Jakarta Sans"/>
                <a:ea typeface="Plus Jakarta Sans"/>
                <a:cs typeface="Plus Jakarta Sans"/>
                <a:sym typeface="Plus Jakarta Sans"/>
              </a:defRPr>
            </a:lvl1pPr>
            <a:lvl2pPr marR="0" lvl="1" algn="l">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46" name="Google Shape;446;p64"/>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447" name="Google Shape;447;p64"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448" name="Google Shape;448;p64"/>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spcBef>
                <a:spcPts val="0"/>
              </a:spcBef>
              <a:spcAft>
                <a:spcPts val="0"/>
              </a:spcAft>
              <a:buClr>
                <a:srgbClr val="120046"/>
              </a:buClr>
              <a:buSzPts val="2100"/>
              <a:buNone/>
              <a:defRPr sz="23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9" name="Google Shape;449;p64"/>
          <p:cNvSpPr txBox="1">
            <a:spLocks noGrp="1"/>
          </p:cNvSpPr>
          <p:nvPr>
            <p:ph type="body" idx="2"/>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Clr>
                <a:schemeClr val="accent4"/>
              </a:buClr>
              <a:buSzPts val="1100"/>
              <a:buFont typeface="Plus Jakarta Sans SemiBold"/>
              <a:buNone/>
              <a:defRPr sz="1100" i="0">
                <a:solidFill>
                  <a:schemeClr val="accent4"/>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spcBef>
                <a:spcPts val="210"/>
              </a:spcBef>
              <a:spcAft>
                <a:spcPts val="0"/>
              </a:spcAft>
              <a:buSzPts val="1260"/>
              <a:buFont typeface="Arial"/>
              <a:buNone/>
              <a:defRPr sz="1050">
                <a:latin typeface="Arial"/>
                <a:ea typeface="Arial"/>
                <a:cs typeface="Arial"/>
                <a:sym typeface="Arial"/>
              </a:defRPr>
            </a:lvl3pPr>
            <a:lvl4pPr marL="1828800" lvl="3" indent="-228600" algn="l">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pic>
        <p:nvPicPr>
          <p:cNvPr id="450" name="Google Shape;450;p64"/>
          <p:cNvPicPr preferRelativeResize="0"/>
          <p:nvPr/>
        </p:nvPicPr>
        <p:blipFill rotWithShape="1">
          <a:blip r:embed="rId3">
            <a:alphaModFix/>
          </a:blip>
          <a:srcRect/>
          <a:stretch/>
        </p:blipFill>
        <p:spPr>
          <a:xfrm>
            <a:off x="7625075" y="0"/>
            <a:ext cx="1532425" cy="3244899"/>
          </a:xfrm>
          <a:prstGeom prst="rect">
            <a:avLst/>
          </a:prstGeom>
          <a:noFill/>
          <a:ln>
            <a:noFill/>
          </a:ln>
        </p:spPr>
      </p:pic>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1 Column (Light)">
  <p:cSld name="1 Column (Light)">
    <p:spTree>
      <p:nvGrpSpPr>
        <p:cNvPr id="1" name="Shape 451"/>
        <p:cNvGrpSpPr/>
        <p:nvPr/>
      </p:nvGrpSpPr>
      <p:grpSpPr>
        <a:xfrm>
          <a:off x="0" y="0"/>
          <a:ext cx="0" cy="0"/>
          <a:chOff x="0" y="0"/>
          <a:chExt cx="0" cy="0"/>
        </a:xfrm>
      </p:grpSpPr>
      <p:sp>
        <p:nvSpPr>
          <p:cNvPr id="452" name="Google Shape;452;p65"/>
          <p:cNvSpPr txBox="1">
            <a:spLocks noGrp="1"/>
          </p:cNvSpPr>
          <p:nvPr>
            <p:ph type="title"/>
          </p:nvPr>
        </p:nvSpPr>
        <p:spPr>
          <a:xfrm>
            <a:off x="419100" y="365760"/>
            <a:ext cx="8305800" cy="417600"/>
          </a:xfrm>
          <a:prstGeom prst="rect">
            <a:avLst/>
          </a:prstGeom>
          <a:noFill/>
          <a:ln>
            <a:noFill/>
          </a:ln>
        </p:spPr>
        <p:txBody>
          <a:bodyPr spcFirstLastPara="1" wrap="square" lIns="0" tIns="91425" rIns="0" bIns="91425" anchor="t" anchorCtr="0">
            <a:noAutofit/>
          </a:bodyPr>
          <a:lstStyle>
            <a:lvl1pPr marR="0" lvl="0" algn="l">
              <a:lnSpc>
                <a:spcPct val="80000"/>
              </a:lnSpc>
              <a:spcBef>
                <a:spcPts val="0"/>
              </a:spcBef>
              <a:spcAft>
                <a:spcPts val="0"/>
              </a:spcAft>
              <a:buClr>
                <a:schemeClr val="dk1"/>
              </a:buClr>
              <a:buSzPts val="2000"/>
              <a:buFont typeface="Plus Jakarta Sans"/>
              <a:buNone/>
              <a:defRPr sz="2000" b="0" i="0" u="none" strike="noStrike" cap="none">
                <a:solidFill>
                  <a:schemeClr val="dk1"/>
                </a:solidFill>
                <a:latin typeface="Plus Jakarta Sans"/>
                <a:ea typeface="Plus Jakarta Sans"/>
                <a:cs typeface="Plus Jakarta Sans"/>
                <a:sym typeface="Plus Jakarta Sans"/>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453" name="Google Shape;453;p65"/>
          <p:cNvSpPr txBox="1">
            <a:spLocks noGrp="1"/>
          </p:cNvSpPr>
          <p:nvPr>
            <p:ph type="body" idx="1"/>
          </p:nvPr>
        </p:nvSpPr>
        <p:spPr>
          <a:xfrm>
            <a:off x="419100" y="694944"/>
            <a:ext cx="8305800" cy="308100"/>
          </a:xfrm>
          <a:prstGeom prst="rect">
            <a:avLst/>
          </a:prstGeom>
          <a:noFill/>
          <a:ln>
            <a:noFill/>
          </a:ln>
        </p:spPr>
        <p:txBody>
          <a:bodyPr spcFirstLastPara="1" wrap="square" lIns="0" tIns="22850" rIns="0" bIns="45700" anchor="t" anchorCtr="0">
            <a:noAutofit/>
          </a:bodyPr>
          <a:lstStyle>
            <a:lvl1pPr marL="457200" lvl="0" indent="-228600" algn="l">
              <a:lnSpc>
                <a:spcPct val="100000"/>
              </a:lnSpc>
              <a:spcBef>
                <a:spcPts val="450"/>
              </a:spcBef>
              <a:spcAft>
                <a:spcPts val="0"/>
              </a:spcAft>
              <a:buSzPts val="1280"/>
              <a:buNone/>
              <a:defRPr sz="1600" b="0" i="0">
                <a:latin typeface="Plus Jakarta Sans"/>
                <a:ea typeface="Plus Jakarta Sans"/>
                <a:cs typeface="Plus Jakarta Sans"/>
                <a:sym typeface="Plus Jakarta Sans"/>
              </a:defRPr>
            </a:lvl1pPr>
            <a:lvl2pPr marL="914400" lvl="1" indent="-228600" algn="l">
              <a:lnSpc>
                <a:spcPct val="100000"/>
              </a:lnSpc>
              <a:spcBef>
                <a:spcPts val="375"/>
              </a:spcBef>
              <a:spcAft>
                <a:spcPts val="0"/>
              </a:spcAft>
              <a:buSzPts val="1280"/>
              <a:buNone/>
              <a:defRPr sz="1600"/>
            </a:lvl2pPr>
            <a:lvl3pPr marL="1371600" lvl="2" indent="-228600" algn="l">
              <a:lnSpc>
                <a:spcPct val="100000"/>
              </a:lnSpc>
              <a:spcBef>
                <a:spcPts val="300"/>
              </a:spcBef>
              <a:spcAft>
                <a:spcPts val="0"/>
              </a:spcAft>
              <a:buClr>
                <a:schemeClr val="dk1"/>
              </a:buClr>
              <a:buSzPts val="1280"/>
              <a:buNone/>
              <a:defRPr sz="1600">
                <a:solidFill>
                  <a:schemeClr val="dk1"/>
                </a:solidFill>
              </a:defRPr>
            </a:lvl3pPr>
            <a:lvl4pPr marL="1828800" lvl="3" indent="-228600" algn="l">
              <a:lnSpc>
                <a:spcPct val="100000"/>
              </a:lnSpc>
              <a:spcBef>
                <a:spcPts val="300"/>
              </a:spcBef>
              <a:spcAft>
                <a:spcPts val="0"/>
              </a:spcAft>
              <a:buClr>
                <a:schemeClr val="dk1"/>
              </a:buClr>
              <a:buSzPts val="1280"/>
              <a:buNone/>
              <a:defRPr sz="1600">
                <a:solidFill>
                  <a:schemeClr val="dk1"/>
                </a:solidFill>
              </a:defRPr>
            </a:lvl4pPr>
            <a:lvl5pPr marL="2286000" lvl="4" indent="-228600" algn="l">
              <a:lnSpc>
                <a:spcPct val="100000"/>
              </a:lnSpc>
              <a:spcBef>
                <a:spcPts val="300"/>
              </a:spcBef>
              <a:spcAft>
                <a:spcPts val="0"/>
              </a:spcAft>
              <a:buSzPts val="1280"/>
              <a:buNone/>
              <a:defRPr sz="1600"/>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454" name="Google Shape;454;p65"/>
          <p:cNvSpPr txBox="1">
            <a:spLocks noGrp="1"/>
          </p:cNvSpPr>
          <p:nvPr>
            <p:ph type="body" idx="2"/>
          </p:nvPr>
        </p:nvSpPr>
        <p:spPr>
          <a:xfrm>
            <a:off x="419100" y="1337800"/>
            <a:ext cx="4214100" cy="2863200"/>
          </a:xfrm>
          <a:prstGeom prst="rect">
            <a:avLst/>
          </a:prstGeom>
          <a:noFill/>
          <a:ln>
            <a:noFill/>
          </a:ln>
        </p:spPr>
        <p:txBody>
          <a:bodyPr spcFirstLastPara="1" wrap="square" lIns="0" tIns="91425" rIns="0" bIns="45700" anchor="t" anchorCtr="0">
            <a:noAutofit/>
          </a:bodyPr>
          <a:lstStyle>
            <a:lvl1pPr marL="457200" lvl="0" indent="-309880" algn="l">
              <a:lnSpc>
                <a:spcPct val="100000"/>
              </a:lnSpc>
              <a:spcBef>
                <a:spcPts val="450"/>
              </a:spcBef>
              <a:spcAft>
                <a:spcPts val="0"/>
              </a:spcAft>
              <a:buSzPts val="1280"/>
              <a:buChar char="•"/>
              <a:defRPr/>
            </a:lvl1pPr>
            <a:lvl2pPr marL="914400" lvl="1" indent="-297180" algn="l">
              <a:lnSpc>
                <a:spcPct val="100000"/>
              </a:lnSpc>
              <a:spcBef>
                <a:spcPts val="375"/>
              </a:spcBef>
              <a:spcAft>
                <a:spcPts val="0"/>
              </a:spcAft>
              <a:buSzPts val="1080"/>
              <a:buChar char="•"/>
              <a:defRPr/>
            </a:lvl2pPr>
            <a:lvl3pPr marL="1371600" lvl="2" indent="-297180" algn="l">
              <a:lnSpc>
                <a:spcPct val="100000"/>
              </a:lnSpc>
              <a:spcBef>
                <a:spcPts val="300"/>
              </a:spcBef>
              <a:spcAft>
                <a:spcPts val="0"/>
              </a:spcAft>
              <a:buSzPts val="1080"/>
              <a:buChar char="•"/>
              <a:defRPr/>
            </a:lvl3pPr>
            <a:lvl4pPr marL="1828800" lvl="3" indent="-284480" algn="l">
              <a:lnSpc>
                <a:spcPct val="100000"/>
              </a:lnSpc>
              <a:spcBef>
                <a:spcPts val="300"/>
              </a:spcBef>
              <a:spcAft>
                <a:spcPts val="0"/>
              </a:spcAft>
              <a:buSzPts val="880"/>
              <a:buChar char="•"/>
              <a:defRPr/>
            </a:lvl4pPr>
            <a:lvl5pPr marL="2286000" lvl="4" indent="-309879" algn="l">
              <a:lnSpc>
                <a:spcPct val="100000"/>
              </a:lnSpc>
              <a:spcBef>
                <a:spcPts val="300"/>
              </a:spcBef>
              <a:spcAft>
                <a:spcPts val="0"/>
              </a:spcAft>
              <a:buSzPts val="1280"/>
              <a:buChar char="•"/>
              <a:defRPr/>
            </a:lvl5pPr>
            <a:lvl6pPr marL="2743200" lvl="5" indent="-323850" algn="l">
              <a:lnSpc>
                <a:spcPct val="100000"/>
              </a:lnSpc>
              <a:spcBef>
                <a:spcPts val="300"/>
              </a:spcBef>
              <a:spcAft>
                <a:spcPts val="0"/>
              </a:spcAft>
              <a:buSzPts val="1500"/>
              <a:buChar char="•"/>
              <a:defRPr/>
            </a:lvl6pPr>
            <a:lvl7pPr marL="3200400" lvl="6" indent="-323850" algn="l">
              <a:lnSpc>
                <a:spcPct val="100000"/>
              </a:lnSpc>
              <a:spcBef>
                <a:spcPts val="300"/>
              </a:spcBef>
              <a:spcAft>
                <a:spcPts val="0"/>
              </a:spcAft>
              <a:buSzPts val="1500"/>
              <a:buChar char="•"/>
              <a:defRPr/>
            </a:lvl7pPr>
            <a:lvl8pPr marL="3657600" lvl="7" indent="-323850" algn="l">
              <a:lnSpc>
                <a:spcPct val="100000"/>
              </a:lnSpc>
              <a:spcBef>
                <a:spcPts val="300"/>
              </a:spcBef>
              <a:spcAft>
                <a:spcPts val="0"/>
              </a:spcAft>
              <a:buSzPts val="1500"/>
              <a:buChar char="•"/>
              <a:defRPr/>
            </a:lvl8pPr>
            <a:lvl9pPr marL="4114800" lvl="8" indent="-323850" algn="l">
              <a:lnSpc>
                <a:spcPct val="100000"/>
              </a:lnSpc>
              <a:spcBef>
                <a:spcPts val="300"/>
              </a:spcBef>
              <a:spcAft>
                <a:spcPts val="0"/>
              </a:spcAft>
              <a:buSzPts val="1500"/>
              <a:buChar char="•"/>
              <a:defRPr/>
            </a:lvl9pPr>
          </a:lstStyle>
          <a:p>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Title &amp; Body | White 3">
  <p:cSld name="6_Title Only_3_1_4">
    <p:spTree>
      <p:nvGrpSpPr>
        <p:cNvPr id="1" name="Shape 455"/>
        <p:cNvGrpSpPr/>
        <p:nvPr/>
      </p:nvGrpSpPr>
      <p:grpSpPr>
        <a:xfrm>
          <a:off x="0" y="0"/>
          <a:ext cx="0" cy="0"/>
          <a:chOff x="0" y="0"/>
          <a:chExt cx="0" cy="0"/>
        </a:xfrm>
      </p:grpSpPr>
      <p:sp>
        <p:nvSpPr>
          <p:cNvPr id="456" name="Google Shape;456;p66"/>
          <p:cNvSpPr txBox="1">
            <a:spLocks noGrp="1"/>
          </p:cNvSpPr>
          <p:nvPr>
            <p:ph type="ftr" idx="11"/>
          </p:nvPr>
        </p:nvSpPr>
        <p:spPr>
          <a:xfrm>
            <a:off x="106675" y="4795501"/>
            <a:ext cx="6039000" cy="274500"/>
          </a:xfrm>
          <a:prstGeom prst="rect">
            <a:avLst/>
          </a:prstGeom>
          <a:noFill/>
          <a:ln>
            <a:noFill/>
          </a:ln>
        </p:spPr>
        <p:txBody>
          <a:bodyPr spcFirstLastPara="1" wrap="square" lIns="91425" tIns="45700" rIns="91425" bIns="45700" anchor="ctr" anchorCtr="0">
            <a:noAutofit/>
          </a:bodyPr>
          <a:lstStyle>
            <a:lvl1pPr marR="0" lvl="0">
              <a:spcBef>
                <a:spcPts val="0"/>
              </a:spcBef>
              <a:spcAft>
                <a:spcPts val="0"/>
              </a:spcAft>
              <a:buSzPts val="1400"/>
              <a:buNone/>
              <a:defRPr sz="600" b="0" i="0" u="none" strike="noStrike" cap="none">
                <a:solidFill>
                  <a:srgbClr val="888892"/>
                </a:solidFill>
                <a:latin typeface="Plus Jakarta Sans"/>
                <a:ea typeface="Plus Jakarta Sans"/>
                <a:cs typeface="Plus Jakarta Sans"/>
                <a:sym typeface="Plus Jakarta Sans"/>
              </a:defRPr>
            </a:lvl1pPr>
            <a:lvl2pPr marR="0" lvl="1">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57" name="Google Shape;457;p66"/>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458" name="Google Shape;458;p66"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459" name="Google Shape;459;p66"/>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spcBef>
                <a:spcPts val="0"/>
              </a:spcBef>
              <a:spcAft>
                <a:spcPts val="0"/>
              </a:spcAft>
              <a:buClr>
                <a:srgbClr val="120046"/>
              </a:buClr>
              <a:buSzPts val="2100"/>
              <a:buNone/>
              <a:defRPr sz="23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0" name="Google Shape;460;p66"/>
          <p:cNvSpPr txBox="1">
            <a:spLocks noGrp="1"/>
          </p:cNvSpPr>
          <p:nvPr>
            <p:ph type="body" idx="1"/>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Clr>
                <a:schemeClr val="accent4"/>
              </a:buClr>
              <a:buSzPts val="1100"/>
              <a:buFont typeface="Plus Jakarta Sans SemiBold"/>
              <a:buNone/>
              <a:defRPr sz="1100" i="0">
                <a:solidFill>
                  <a:schemeClr val="accent4"/>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spcBef>
                <a:spcPts val="210"/>
              </a:spcBef>
              <a:spcAft>
                <a:spcPts val="0"/>
              </a:spcAft>
              <a:buSzPts val="1260"/>
              <a:buFont typeface="Arial"/>
              <a:buNone/>
              <a:defRPr sz="1050">
                <a:latin typeface="Arial"/>
                <a:ea typeface="Arial"/>
                <a:cs typeface="Arial"/>
                <a:sym typeface="Arial"/>
              </a:defRPr>
            </a:lvl3pPr>
            <a:lvl4pPr marL="1828800" lvl="3" indent="-228600" algn="l">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461" name="Google Shape;461;p66"/>
          <p:cNvSpPr txBox="1">
            <a:spLocks noGrp="1"/>
          </p:cNvSpPr>
          <p:nvPr>
            <p:ph type="body" idx="2"/>
          </p:nvPr>
        </p:nvSpPr>
        <p:spPr>
          <a:xfrm>
            <a:off x="533400" y="1370000"/>
            <a:ext cx="4138200" cy="30825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SzPts val="1800"/>
              <a:buNone/>
              <a:defRPr/>
            </a:lvl1pPr>
            <a:lvl2pPr marL="914400" lvl="1" indent="-228600" algn="l">
              <a:lnSpc>
                <a:spcPct val="78888"/>
              </a:lnSpc>
              <a:spcBef>
                <a:spcPts val="400"/>
              </a:spcBef>
              <a:spcAft>
                <a:spcPts val="0"/>
              </a:spcAft>
              <a:buClr>
                <a:srgbClr val="000000"/>
              </a:buClr>
              <a:buSzPts val="2160"/>
              <a:buNone/>
              <a:defRPr/>
            </a:lvl2pPr>
            <a:lvl3pPr marL="1371600" lvl="2" indent="-365760" algn="l">
              <a:spcBef>
                <a:spcPts val="360"/>
              </a:spcBef>
              <a:spcAft>
                <a:spcPts val="0"/>
              </a:spcAft>
              <a:buClr>
                <a:srgbClr val="000000"/>
              </a:buClr>
              <a:buSzPts val="2160"/>
              <a:buChar char="•"/>
              <a:defRPr>
                <a:solidFill>
                  <a:srgbClr val="000000"/>
                </a:solidFill>
              </a:defRPr>
            </a:lvl3pPr>
            <a:lvl4pPr marL="1828800" lvl="3" indent="-342900" algn="l">
              <a:spcBef>
                <a:spcPts val="360"/>
              </a:spcBef>
              <a:spcAft>
                <a:spcPts val="0"/>
              </a:spcAft>
              <a:buClr>
                <a:srgbClr val="000000"/>
              </a:buClr>
              <a:buSzPts val="1800"/>
              <a:buChar char="–"/>
              <a:defRPr>
                <a:solidFill>
                  <a:srgbClr val="000000"/>
                </a:solidFill>
              </a:defRPr>
            </a:lvl4pPr>
            <a:lvl5pPr marL="2286000" lvl="4" indent="-342900" algn="l">
              <a:spcBef>
                <a:spcPts val="360"/>
              </a:spcBef>
              <a:spcAft>
                <a:spcPts val="0"/>
              </a:spcAft>
              <a:buClr>
                <a:srgbClr val="000000"/>
              </a:buClr>
              <a:buSzPts val="1800"/>
              <a:buChar char="»"/>
              <a:defRPr>
                <a:solidFill>
                  <a:srgbClr val="000000"/>
                </a:solidFill>
              </a:defRPr>
            </a:lvl5pPr>
            <a:lvl6pPr marL="2743200" lvl="5" indent="-342900" algn="l">
              <a:spcBef>
                <a:spcPts val="360"/>
              </a:spcBef>
              <a:spcAft>
                <a:spcPts val="0"/>
              </a:spcAft>
              <a:buClr>
                <a:srgbClr val="000000"/>
              </a:buClr>
              <a:buSzPts val="1800"/>
              <a:buChar char="•"/>
              <a:defRPr>
                <a:solidFill>
                  <a:srgbClr val="000000"/>
                </a:solidFill>
              </a:defRPr>
            </a:lvl6pPr>
            <a:lvl7pPr marL="3200400" lvl="6" indent="-342900" algn="l">
              <a:spcBef>
                <a:spcPts val="360"/>
              </a:spcBef>
              <a:spcAft>
                <a:spcPts val="0"/>
              </a:spcAft>
              <a:buClr>
                <a:srgbClr val="000000"/>
              </a:buClr>
              <a:buSzPts val="1800"/>
              <a:buChar char="•"/>
              <a:defRPr>
                <a:solidFill>
                  <a:srgbClr val="000000"/>
                </a:solidFill>
              </a:defRPr>
            </a:lvl7pPr>
            <a:lvl8pPr marL="3657600" lvl="7" indent="-342900" algn="l">
              <a:spcBef>
                <a:spcPts val="360"/>
              </a:spcBef>
              <a:spcAft>
                <a:spcPts val="0"/>
              </a:spcAft>
              <a:buClr>
                <a:srgbClr val="000000"/>
              </a:buClr>
              <a:buSzPts val="1800"/>
              <a:buChar char="•"/>
              <a:defRPr>
                <a:solidFill>
                  <a:srgbClr val="000000"/>
                </a:solidFill>
              </a:defRPr>
            </a:lvl8pPr>
            <a:lvl9pPr marL="4114800" lvl="8" indent="-342900" algn="l">
              <a:spcBef>
                <a:spcPts val="360"/>
              </a:spcBef>
              <a:spcAft>
                <a:spcPts val="0"/>
              </a:spcAft>
              <a:buClr>
                <a:srgbClr val="000000"/>
              </a:buClr>
              <a:buSzPts val="1800"/>
              <a:buChar char="•"/>
              <a:defRPr>
                <a:solidFill>
                  <a:srgbClr val="000000"/>
                </a:solidFill>
              </a:defRPr>
            </a:lvl9pPr>
          </a:lstStyle>
          <a:p>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3 Columns">
  <p:cSld name="3 Columns">
    <p:spTree>
      <p:nvGrpSpPr>
        <p:cNvPr id="1" name="Shape 462"/>
        <p:cNvGrpSpPr/>
        <p:nvPr/>
      </p:nvGrpSpPr>
      <p:grpSpPr>
        <a:xfrm>
          <a:off x="0" y="0"/>
          <a:ext cx="0" cy="0"/>
          <a:chOff x="0" y="0"/>
          <a:chExt cx="0" cy="0"/>
        </a:xfrm>
      </p:grpSpPr>
      <p:sp>
        <p:nvSpPr>
          <p:cNvPr id="463" name="Google Shape;463;p67"/>
          <p:cNvSpPr txBox="1">
            <a:spLocks noGrp="1"/>
          </p:cNvSpPr>
          <p:nvPr>
            <p:ph type="title"/>
          </p:nvPr>
        </p:nvSpPr>
        <p:spPr>
          <a:xfrm>
            <a:off x="419100" y="457200"/>
            <a:ext cx="8305800" cy="419700"/>
          </a:xfrm>
          <a:prstGeom prst="rect">
            <a:avLst/>
          </a:prstGeom>
          <a:noFill/>
          <a:ln>
            <a:noFill/>
          </a:ln>
        </p:spPr>
        <p:txBody>
          <a:bodyPr spcFirstLastPara="1" wrap="square" lIns="0" tIns="91425" rIns="0" bIns="91425" anchor="t" anchorCtr="0">
            <a:noAutofit/>
          </a:bodyPr>
          <a:lstStyle>
            <a:lvl1pPr marR="0" lvl="0" algn="l">
              <a:lnSpc>
                <a:spcPct val="80000"/>
              </a:lnSpc>
              <a:spcBef>
                <a:spcPts val="0"/>
              </a:spcBef>
              <a:spcAft>
                <a:spcPts val="0"/>
              </a:spcAft>
              <a:buClr>
                <a:schemeClr val="dk1"/>
              </a:buClr>
              <a:buSzPts val="2200"/>
              <a:buFont typeface="Lato"/>
              <a:buNone/>
              <a:defRPr sz="2200" b="0" i="0" u="none" strike="noStrike" cap="none">
                <a:solidFill>
                  <a:schemeClr val="dk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64" name="Google Shape;464;p67"/>
          <p:cNvSpPr txBox="1">
            <a:spLocks noGrp="1"/>
          </p:cNvSpPr>
          <p:nvPr>
            <p:ph type="body" idx="1"/>
          </p:nvPr>
        </p:nvSpPr>
        <p:spPr>
          <a:xfrm>
            <a:off x="419100" y="822960"/>
            <a:ext cx="8305800" cy="308100"/>
          </a:xfrm>
          <a:prstGeom prst="rect">
            <a:avLst/>
          </a:prstGeom>
          <a:noFill/>
          <a:ln>
            <a:noFill/>
          </a:ln>
        </p:spPr>
        <p:txBody>
          <a:bodyPr spcFirstLastPara="1" wrap="square" lIns="0" tIns="27425" rIns="0" bIns="45700" anchor="t" anchorCtr="0">
            <a:noAutofit/>
          </a:bodyPr>
          <a:lstStyle>
            <a:lvl1pPr marL="457200" lvl="0" indent="-228600" algn="l">
              <a:spcBef>
                <a:spcPts val="0"/>
              </a:spcBef>
              <a:spcAft>
                <a:spcPts val="0"/>
              </a:spcAft>
              <a:buSzPts val="1300"/>
              <a:buNone/>
              <a:defRPr sz="1600" b="0" i="0">
                <a:solidFill>
                  <a:schemeClr val="accent2"/>
                </a:solidFill>
                <a:latin typeface="Roboto"/>
                <a:ea typeface="Roboto"/>
                <a:cs typeface="Roboto"/>
                <a:sym typeface="Roboto"/>
              </a:defRPr>
            </a:lvl1pPr>
            <a:lvl2pPr marL="914400" lvl="1" indent="-228600" algn="l">
              <a:spcBef>
                <a:spcPts val="0"/>
              </a:spcBef>
              <a:spcAft>
                <a:spcPts val="0"/>
              </a:spcAft>
              <a:buSzPts val="1300"/>
              <a:buNone/>
              <a:defRPr sz="1600">
                <a:solidFill>
                  <a:schemeClr val="accent1"/>
                </a:solidFill>
              </a:defRPr>
            </a:lvl2pPr>
            <a:lvl3pPr marL="1371600" lvl="2" indent="-228600" algn="l">
              <a:spcBef>
                <a:spcPts val="0"/>
              </a:spcBef>
              <a:spcAft>
                <a:spcPts val="0"/>
              </a:spcAft>
              <a:buSzPts val="1300"/>
              <a:buNone/>
              <a:defRPr sz="1600">
                <a:solidFill>
                  <a:schemeClr val="accent1"/>
                </a:solidFill>
              </a:defRPr>
            </a:lvl3pPr>
            <a:lvl4pPr marL="1828800" lvl="3" indent="-228600" algn="l">
              <a:spcBef>
                <a:spcPts val="0"/>
              </a:spcBef>
              <a:spcAft>
                <a:spcPts val="0"/>
              </a:spcAft>
              <a:buSzPts val="1300"/>
              <a:buNone/>
              <a:defRPr sz="1600">
                <a:solidFill>
                  <a:schemeClr val="accent1"/>
                </a:solidFill>
              </a:defRPr>
            </a:lvl4pPr>
            <a:lvl5pPr marL="2286000" lvl="4" indent="-228600" algn="l">
              <a:spcBef>
                <a:spcPts val="0"/>
              </a:spcBef>
              <a:spcAft>
                <a:spcPts val="0"/>
              </a:spcAft>
              <a:buSzPts val="1300"/>
              <a:buNone/>
              <a:defRPr sz="1600">
                <a:solidFill>
                  <a:schemeClr val="accent1"/>
                </a:solidFill>
              </a:defRPr>
            </a:lvl5pPr>
            <a:lvl6pPr marL="2743200" lvl="5" indent="-342900" algn="l">
              <a:spcBef>
                <a:spcPts val="0"/>
              </a:spcBef>
              <a:spcAft>
                <a:spcPts val="0"/>
              </a:spcAft>
              <a:buClr>
                <a:schemeClr val="dk1"/>
              </a:buClr>
              <a:buSzPts val="1800"/>
              <a:buChar char="•"/>
              <a:defRPr/>
            </a:lvl6pPr>
            <a:lvl7pPr marL="3200400" lvl="6" indent="-342900" algn="l">
              <a:spcBef>
                <a:spcPts val="0"/>
              </a:spcBef>
              <a:spcAft>
                <a:spcPts val="0"/>
              </a:spcAft>
              <a:buClr>
                <a:schemeClr val="dk1"/>
              </a:buClr>
              <a:buSzPts val="1800"/>
              <a:buChar char="•"/>
              <a:defRPr/>
            </a:lvl7pPr>
            <a:lvl8pPr marL="3657600" lvl="7" indent="-342900" algn="l">
              <a:spcBef>
                <a:spcPts val="0"/>
              </a:spcBef>
              <a:spcAft>
                <a:spcPts val="0"/>
              </a:spcAft>
              <a:buClr>
                <a:schemeClr val="dk1"/>
              </a:buClr>
              <a:buSzPts val="1800"/>
              <a:buChar char="•"/>
              <a:defRPr/>
            </a:lvl8pPr>
            <a:lvl9pPr marL="4114800" lvl="8" indent="-342900" algn="l">
              <a:spcBef>
                <a:spcPts val="0"/>
              </a:spcBef>
              <a:spcAft>
                <a:spcPts val="0"/>
              </a:spcAft>
              <a:buClr>
                <a:schemeClr val="dk1"/>
              </a:buClr>
              <a:buSzPts val="1800"/>
              <a:buChar char="•"/>
              <a:defRPr/>
            </a:lvl9pPr>
          </a:lstStyle>
          <a:p>
            <a:endParaRPr/>
          </a:p>
        </p:txBody>
      </p:sp>
      <p:sp>
        <p:nvSpPr>
          <p:cNvPr id="465" name="Google Shape;465;p67"/>
          <p:cNvSpPr txBox="1">
            <a:spLocks noGrp="1"/>
          </p:cNvSpPr>
          <p:nvPr>
            <p:ph type="body" idx="2"/>
          </p:nvPr>
        </p:nvSpPr>
        <p:spPr>
          <a:xfrm>
            <a:off x="419100" y="1603771"/>
            <a:ext cx="2615400" cy="2926200"/>
          </a:xfrm>
          <a:prstGeom prst="rect">
            <a:avLst/>
          </a:prstGeom>
          <a:noFill/>
          <a:ln>
            <a:noFill/>
          </a:ln>
        </p:spPr>
        <p:txBody>
          <a:bodyPr spcFirstLastPara="1" wrap="square" lIns="91425" tIns="45700" rIns="91425" bIns="45700" anchor="t" anchorCtr="0">
            <a:noAutofit/>
          </a:bodyPr>
          <a:lstStyle>
            <a:lvl1pPr marL="457200" lvl="0" indent="-228600" algn="l">
              <a:spcBef>
                <a:spcPts val="500"/>
              </a:spcBef>
              <a:spcAft>
                <a:spcPts val="0"/>
              </a:spcAft>
              <a:buClr>
                <a:srgbClr val="BFBFBF"/>
              </a:buClr>
              <a:buSzPts val="1400"/>
              <a:buFont typeface="Roboto"/>
              <a:buNone/>
              <a:defRPr>
                <a:solidFill>
                  <a:srgbClr val="7F7F7F"/>
                </a:solidFill>
              </a:defRPr>
            </a:lvl1pPr>
            <a:lvl2pPr marL="914400" lvl="1" indent="-228600" algn="l">
              <a:spcBef>
                <a:spcPts val="400"/>
              </a:spcBef>
              <a:spcAft>
                <a:spcPts val="0"/>
              </a:spcAft>
              <a:buClr>
                <a:srgbClr val="BFBFBF"/>
              </a:buClr>
              <a:buSzPts val="1400"/>
              <a:buNone/>
              <a:defRPr>
                <a:solidFill>
                  <a:srgbClr val="7F7F7F"/>
                </a:solidFill>
              </a:defRPr>
            </a:lvl2pPr>
            <a:lvl3pPr marL="1371600" lvl="2" indent="-317500" algn="l">
              <a:spcBef>
                <a:spcPts val="300"/>
              </a:spcBef>
              <a:spcAft>
                <a:spcPts val="0"/>
              </a:spcAft>
              <a:buClr>
                <a:srgbClr val="BFBFBF"/>
              </a:buClr>
              <a:buSzPts val="1400"/>
              <a:buFont typeface="Roboto"/>
              <a:buChar char="•"/>
              <a:defRPr>
                <a:solidFill>
                  <a:srgbClr val="7F7F7F"/>
                </a:solidFill>
              </a:defRPr>
            </a:lvl3pPr>
            <a:lvl4pPr marL="1828800" lvl="3" indent="-317500" algn="l">
              <a:spcBef>
                <a:spcPts val="300"/>
              </a:spcBef>
              <a:spcAft>
                <a:spcPts val="0"/>
              </a:spcAft>
              <a:buClr>
                <a:srgbClr val="BFBFBF"/>
              </a:buClr>
              <a:buSzPts val="1400"/>
              <a:buChar char="–"/>
              <a:defRPr>
                <a:solidFill>
                  <a:srgbClr val="7F7F7F"/>
                </a:solidFill>
              </a:defRPr>
            </a:lvl4pPr>
            <a:lvl5pPr marL="2286000" lvl="4" indent="-317500" algn="l">
              <a:spcBef>
                <a:spcPts val="300"/>
              </a:spcBef>
              <a:spcAft>
                <a:spcPts val="0"/>
              </a:spcAft>
              <a:buClr>
                <a:srgbClr val="BFBFBF"/>
              </a:buClr>
              <a:buSzPts val="1400"/>
              <a:buFont typeface="Roboto"/>
              <a:buChar char="»"/>
              <a:defRPr>
                <a:solidFill>
                  <a:srgbClr val="7F7F7F"/>
                </a:solidFill>
              </a:defRPr>
            </a:lvl5pPr>
            <a:lvl6pPr marL="2743200" lvl="5" indent="-342900" algn="l">
              <a:spcBef>
                <a:spcPts val="400"/>
              </a:spcBef>
              <a:spcAft>
                <a:spcPts val="0"/>
              </a:spcAft>
              <a:buClr>
                <a:schemeClr val="dk1"/>
              </a:buClr>
              <a:buSzPts val="1800"/>
              <a:buChar char="•"/>
              <a:defRPr/>
            </a:lvl6pPr>
            <a:lvl7pPr marL="3200400" lvl="6" indent="-342900" algn="l">
              <a:spcBef>
                <a:spcPts val="400"/>
              </a:spcBef>
              <a:spcAft>
                <a:spcPts val="0"/>
              </a:spcAft>
              <a:buClr>
                <a:schemeClr val="dk1"/>
              </a:buClr>
              <a:buSzPts val="1800"/>
              <a:buChar char="•"/>
              <a:defRPr/>
            </a:lvl7pPr>
            <a:lvl8pPr marL="3657600" lvl="7" indent="-342900" algn="l">
              <a:spcBef>
                <a:spcPts val="400"/>
              </a:spcBef>
              <a:spcAft>
                <a:spcPts val="0"/>
              </a:spcAft>
              <a:buClr>
                <a:schemeClr val="dk1"/>
              </a:buClr>
              <a:buSzPts val="1800"/>
              <a:buChar char="•"/>
              <a:defRPr/>
            </a:lvl8pPr>
            <a:lvl9pPr marL="4114800" lvl="8" indent="-342900" algn="l">
              <a:spcBef>
                <a:spcPts val="400"/>
              </a:spcBef>
              <a:spcAft>
                <a:spcPts val="0"/>
              </a:spcAft>
              <a:buClr>
                <a:schemeClr val="dk1"/>
              </a:buClr>
              <a:buSzPts val="1800"/>
              <a:buChar char="•"/>
              <a:defRPr/>
            </a:lvl9pPr>
          </a:lstStyle>
          <a:p>
            <a:endParaRPr/>
          </a:p>
        </p:txBody>
      </p:sp>
      <p:sp>
        <p:nvSpPr>
          <p:cNvPr id="466" name="Google Shape;466;p67"/>
          <p:cNvSpPr txBox="1">
            <a:spLocks noGrp="1"/>
          </p:cNvSpPr>
          <p:nvPr>
            <p:ph type="body" idx="3"/>
          </p:nvPr>
        </p:nvSpPr>
        <p:spPr>
          <a:xfrm>
            <a:off x="3266174" y="1603771"/>
            <a:ext cx="2611800" cy="2926200"/>
          </a:xfrm>
          <a:prstGeom prst="rect">
            <a:avLst/>
          </a:prstGeom>
          <a:noFill/>
          <a:ln>
            <a:noFill/>
          </a:ln>
        </p:spPr>
        <p:txBody>
          <a:bodyPr spcFirstLastPara="1" wrap="square" lIns="91425" tIns="45700" rIns="91425" bIns="45700" anchor="t" anchorCtr="0">
            <a:noAutofit/>
          </a:bodyPr>
          <a:lstStyle>
            <a:lvl1pPr marL="457200" lvl="0" indent="-228600" algn="l">
              <a:spcBef>
                <a:spcPts val="500"/>
              </a:spcBef>
              <a:spcAft>
                <a:spcPts val="0"/>
              </a:spcAft>
              <a:buClr>
                <a:srgbClr val="BFBFBF"/>
              </a:buClr>
              <a:buSzPts val="1400"/>
              <a:buFont typeface="Roboto"/>
              <a:buNone/>
              <a:defRPr>
                <a:solidFill>
                  <a:srgbClr val="7F7F7F"/>
                </a:solidFill>
              </a:defRPr>
            </a:lvl1pPr>
            <a:lvl2pPr marL="914400" lvl="1" indent="-228600" algn="l">
              <a:spcBef>
                <a:spcPts val="400"/>
              </a:spcBef>
              <a:spcAft>
                <a:spcPts val="0"/>
              </a:spcAft>
              <a:buClr>
                <a:srgbClr val="BFBFBF"/>
              </a:buClr>
              <a:buSzPts val="1400"/>
              <a:buNone/>
              <a:defRPr>
                <a:solidFill>
                  <a:srgbClr val="7F7F7F"/>
                </a:solidFill>
              </a:defRPr>
            </a:lvl2pPr>
            <a:lvl3pPr marL="1371600" lvl="2" indent="-317500" algn="l">
              <a:spcBef>
                <a:spcPts val="300"/>
              </a:spcBef>
              <a:spcAft>
                <a:spcPts val="0"/>
              </a:spcAft>
              <a:buClr>
                <a:srgbClr val="BFBFBF"/>
              </a:buClr>
              <a:buSzPts val="1400"/>
              <a:buFont typeface="Roboto"/>
              <a:buChar char="•"/>
              <a:defRPr>
                <a:solidFill>
                  <a:srgbClr val="7F7F7F"/>
                </a:solidFill>
              </a:defRPr>
            </a:lvl3pPr>
            <a:lvl4pPr marL="1828800" lvl="3" indent="-317500" algn="l">
              <a:spcBef>
                <a:spcPts val="300"/>
              </a:spcBef>
              <a:spcAft>
                <a:spcPts val="0"/>
              </a:spcAft>
              <a:buClr>
                <a:srgbClr val="BFBFBF"/>
              </a:buClr>
              <a:buSzPts val="1400"/>
              <a:buChar char="–"/>
              <a:defRPr>
                <a:solidFill>
                  <a:srgbClr val="7F7F7F"/>
                </a:solidFill>
              </a:defRPr>
            </a:lvl4pPr>
            <a:lvl5pPr marL="2286000" lvl="4" indent="-317500" algn="l">
              <a:spcBef>
                <a:spcPts val="300"/>
              </a:spcBef>
              <a:spcAft>
                <a:spcPts val="0"/>
              </a:spcAft>
              <a:buClr>
                <a:srgbClr val="BFBFBF"/>
              </a:buClr>
              <a:buSzPts val="1400"/>
              <a:buFont typeface="Roboto"/>
              <a:buChar char="»"/>
              <a:defRPr>
                <a:solidFill>
                  <a:srgbClr val="7F7F7F"/>
                </a:solidFill>
              </a:defRPr>
            </a:lvl5pPr>
            <a:lvl6pPr marL="2743200" lvl="5" indent="-342900" algn="l">
              <a:spcBef>
                <a:spcPts val="400"/>
              </a:spcBef>
              <a:spcAft>
                <a:spcPts val="0"/>
              </a:spcAft>
              <a:buClr>
                <a:schemeClr val="dk1"/>
              </a:buClr>
              <a:buSzPts val="1800"/>
              <a:buChar char="•"/>
              <a:defRPr/>
            </a:lvl6pPr>
            <a:lvl7pPr marL="3200400" lvl="6" indent="-342900" algn="l">
              <a:spcBef>
                <a:spcPts val="400"/>
              </a:spcBef>
              <a:spcAft>
                <a:spcPts val="0"/>
              </a:spcAft>
              <a:buClr>
                <a:schemeClr val="dk1"/>
              </a:buClr>
              <a:buSzPts val="1800"/>
              <a:buChar char="•"/>
              <a:defRPr/>
            </a:lvl7pPr>
            <a:lvl8pPr marL="3657600" lvl="7" indent="-342900" algn="l">
              <a:spcBef>
                <a:spcPts val="400"/>
              </a:spcBef>
              <a:spcAft>
                <a:spcPts val="0"/>
              </a:spcAft>
              <a:buClr>
                <a:schemeClr val="dk1"/>
              </a:buClr>
              <a:buSzPts val="1800"/>
              <a:buChar char="•"/>
              <a:defRPr/>
            </a:lvl8pPr>
            <a:lvl9pPr marL="4114800" lvl="8" indent="-342900" algn="l">
              <a:spcBef>
                <a:spcPts val="400"/>
              </a:spcBef>
              <a:spcAft>
                <a:spcPts val="0"/>
              </a:spcAft>
              <a:buClr>
                <a:schemeClr val="dk1"/>
              </a:buClr>
              <a:buSzPts val="1800"/>
              <a:buChar char="•"/>
              <a:defRPr/>
            </a:lvl9pPr>
          </a:lstStyle>
          <a:p>
            <a:endParaRPr/>
          </a:p>
        </p:txBody>
      </p:sp>
      <p:sp>
        <p:nvSpPr>
          <p:cNvPr id="467" name="Google Shape;467;p67"/>
          <p:cNvSpPr txBox="1">
            <a:spLocks noGrp="1"/>
          </p:cNvSpPr>
          <p:nvPr>
            <p:ph type="body" idx="4"/>
          </p:nvPr>
        </p:nvSpPr>
        <p:spPr>
          <a:xfrm>
            <a:off x="6109716" y="1603771"/>
            <a:ext cx="2615400" cy="2926200"/>
          </a:xfrm>
          <a:prstGeom prst="rect">
            <a:avLst/>
          </a:prstGeom>
          <a:noFill/>
          <a:ln>
            <a:noFill/>
          </a:ln>
        </p:spPr>
        <p:txBody>
          <a:bodyPr spcFirstLastPara="1" wrap="square" lIns="91425" tIns="45700" rIns="91425" bIns="45700" anchor="t" anchorCtr="0">
            <a:noAutofit/>
          </a:bodyPr>
          <a:lstStyle>
            <a:lvl1pPr marL="457200" lvl="0" indent="-228600" algn="l">
              <a:spcBef>
                <a:spcPts val="500"/>
              </a:spcBef>
              <a:spcAft>
                <a:spcPts val="0"/>
              </a:spcAft>
              <a:buClr>
                <a:srgbClr val="BFBFBF"/>
              </a:buClr>
              <a:buSzPts val="1400"/>
              <a:buFont typeface="Roboto"/>
              <a:buNone/>
              <a:defRPr>
                <a:solidFill>
                  <a:srgbClr val="7F7F7F"/>
                </a:solidFill>
              </a:defRPr>
            </a:lvl1pPr>
            <a:lvl2pPr marL="914400" lvl="1" indent="-228600" algn="l">
              <a:spcBef>
                <a:spcPts val="400"/>
              </a:spcBef>
              <a:spcAft>
                <a:spcPts val="0"/>
              </a:spcAft>
              <a:buClr>
                <a:srgbClr val="BFBFBF"/>
              </a:buClr>
              <a:buSzPts val="1400"/>
              <a:buNone/>
              <a:defRPr>
                <a:solidFill>
                  <a:srgbClr val="7F7F7F"/>
                </a:solidFill>
              </a:defRPr>
            </a:lvl2pPr>
            <a:lvl3pPr marL="1371600" lvl="2" indent="-317500" algn="l">
              <a:spcBef>
                <a:spcPts val="300"/>
              </a:spcBef>
              <a:spcAft>
                <a:spcPts val="0"/>
              </a:spcAft>
              <a:buClr>
                <a:srgbClr val="BFBFBF"/>
              </a:buClr>
              <a:buSzPts val="1400"/>
              <a:buFont typeface="Roboto"/>
              <a:buChar char="•"/>
              <a:defRPr>
                <a:solidFill>
                  <a:srgbClr val="7F7F7F"/>
                </a:solidFill>
              </a:defRPr>
            </a:lvl3pPr>
            <a:lvl4pPr marL="1828800" lvl="3" indent="-317500" algn="l">
              <a:spcBef>
                <a:spcPts val="300"/>
              </a:spcBef>
              <a:spcAft>
                <a:spcPts val="0"/>
              </a:spcAft>
              <a:buClr>
                <a:srgbClr val="BFBFBF"/>
              </a:buClr>
              <a:buSzPts val="1400"/>
              <a:buChar char="–"/>
              <a:defRPr>
                <a:solidFill>
                  <a:srgbClr val="7F7F7F"/>
                </a:solidFill>
              </a:defRPr>
            </a:lvl4pPr>
            <a:lvl5pPr marL="2286000" lvl="4" indent="-317500" algn="l">
              <a:spcBef>
                <a:spcPts val="300"/>
              </a:spcBef>
              <a:spcAft>
                <a:spcPts val="0"/>
              </a:spcAft>
              <a:buClr>
                <a:srgbClr val="BFBFBF"/>
              </a:buClr>
              <a:buSzPts val="1400"/>
              <a:buFont typeface="Roboto"/>
              <a:buChar char="»"/>
              <a:defRPr>
                <a:solidFill>
                  <a:srgbClr val="7F7F7F"/>
                </a:solidFill>
              </a:defRPr>
            </a:lvl5pPr>
            <a:lvl6pPr marL="2743200" lvl="5" indent="-342900" algn="l">
              <a:spcBef>
                <a:spcPts val="400"/>
              </a:spcBef>
              <a:spcAft>
                <a:spcPts val="0"/>
              </a:spcAft>
              <a:buClr>
                <a:schemeClr val="dk1"/>
              </a:buClr>
              <a:buSzPts val="1800"/>
              <a:buChar char="•"/>
              <a:defRPr/>
            </a:lvl6pPr>
            <a:lvl7pPr marL="3200400" lvl="6" indent="-342900" algn="l">
              <a:spcBef>
                <a:spcPts val="400"/>
              </a:spcBef>
              <a:spcAft>
                <a:spcPts val="0"/>
              </a:spcAft>
              <a:buClr>
                <a:schemeClr val="dk1"/>
              </a:buClr>
              <a:buSzPts val="1800"/>
              <a:buChar char="•"/>
              <a:defRPr/>
            </a:lvl7pPr>
            <a:lvl8pPr marL="3657600" lvl="7" indent="-342900" algn="l">
              <a:spcBef>
                <a:spcPts val="400"/>
              </a:spcBef>
              <a:spcAft>
                <a:spcPts val="0"/>
              </a:spcAft>
              <a:buClr>
                <a:schemeClr val="dk1"/>
              </a:buClr>
              <a:buSzPts val="1800"/>
              <a:buChar char="•"/>
              <a:defRPr/>
            </a:lvl8pPr>
            <a:lvl9pPr marL="4114800" lvl="8" indent="-342900" algn="l">
              <a:spcBef>
                <a:spcPts val="400"/>
              </a:spcBef>
              <a:spcAft>
                <a:spcPts val="0"/>
              </a:spcAft>
              <a:buClr>
                <a:schemeClr val="dk1"/>
              </a:buClr>
              <a:buSzPts val="1800"/>
              <a:buChar char="•"/>
              <a:defRPr/>
            </a:lvl9pPr>
          </a:lstStyle>
          <a:p>
            <a:endParaRPr/>
          </a:p>
        </p:txBody>
      </p:sp>
      <p:cxnSp>
        <p:nvCxnSpPr>
          <p:cNvPr id="468" name="Google Shape;468;p67"/>
          <p:cNvCxnSpPr/>
          <p:nvPr/>
        </p:nvCxnSpPr>
        <p:spPr>
          <a:xfrm>
            <a:off x="411480" y="412170"/>
            <a:ext cx="8321100" cy="0"/>
          </a:xfrm>
          <a:prstGeom prst="straightConnector1">
            <a:avLst/>
          </a:prstGeom>
          <a:noFill/>
          <a:ln w="9525" cap="flat" cmpd="sng">
            <a:solidFill>
              <a:srgbClr val="BFBFBF"/>
            </a:solidFill>
            <a:prstDash val="solid"/>
            <a:round/>
            <a:headEnd type="none" w="sm" len="sm"/>
            <a:tailEnd type="none" w="sm" len="sm"/>
          </a:ln>
        </p:spPr>
      </p:cxnSp>
      <p:pic>
        <p:nvPicPr>
          <p:cNvPr id="469" name="Google Shape;469;p67"/>
          <p:cNvPicPr preferRelativeResize="0"/>
          <p:nvPr/>
        </p:nvPicPr>
        <p:blipFill rotWithShape="1">
          <a:blip r:embed="rId2">
            <a:alphaModFix/>
          </a:blip>
          <a:srcRect/>
          <a:stretch/>
        </p:blipFill>
        <p:spPr>
          <a:xfrm>
            <a:off x="0" y="4640580"/>
            <a:ext cx="6907201" cy="502920"/>
          </a:xfrm>
          <a:prstGeom prst="rect">
            <a:avLst/>
          </a:prstGeom>
          <a:noFill/>
          <a:ln>
            <a:noFill/>
          </a:ln>
        </p:spPr>
      </p:pic>
      <p:sp>
        <p:nvSpPr>
          <p:cNvPr id="470" name="Google Shape;470;p67"/>
          <p:cNvSpPr/>
          <p:nvPr/>
        </p:nvSpPr>
        <p:spPr>
          <a:xfrm>
            <a:off x="411480" y="4852576"/>
            <a:ext cx="754380" cy="91894"/>
          </a:xfrm>
          <a:custGeom>
            <a:avLst/>
            <a:gdLst/>
            <a:ahLst/>
            <a:cxnLst/>
            <a:rect l="l" t="t" r="r" b="b"/>
            <a:pathLst>
              <a:path w="9144000" h="1113864" extrusionOk="0">
                <a:moveTo>
                  <a:pt x="5789292" y="24288"/>
                </a:moveTo>
                <a:lnTo>
                  <a:pt x="6718852" y="24288"/>
                </a:lnTo>
                <a:lnTo>
                  <a:pt x="6718852" y="244431"/>
                </a:lnTo>
                <a:lnTo>
                  <a:pt x="5942904" y="244431"/>
                </a:lnTo>
                <a:cubicBezTo>
                  <a:pt x="5906241" y="160891"/>
                  <a:pt x="5853800" y="87253"/>
                  <a:pt x="5789292" y="24288"/>
                </a:cubicBezTo>
                <a:close/>
                <a:moveTo>
                  <a:pt x="6592622" y="662440"/>
                </a:moveTo>
                <a:lnTo>
                  <a:pt x="6592622" y="444463"/>
                </a:lnTo>
                <a:lnTo>
                  <a:pt x="5997511" y="444463"/>
                </a:lnTo>
                <a:cubicBezTo>
                  <a:pt x="6002616" y="481746"/>
                  <a:pt x="6006174" y="519803"/>
                  <a:pt x="6006174" y="559407"/>
                </a:cubicBezTo>
                <a:cubicBezTo>
                  <a:pt x="6006027" y="593854"/>
                  <a:pt x="6003806" y="628260"/>
                  <a:pt x="5999522" y="662440"/>
                </a:cubicBezTo>
                <a:close/>
                <a:moveTo>
                  <a:pt x="5801049" y="1089576"/>
                </a:moveTo>
                <a:lnTo>
                  <a:pt x="6723803" y="1089576"/>
                </a:lnTo>
                <a:lnTo>
                  <a:pt x="6723803" y="869433"/>
                </a:lnTo>
                <a:lnTo>
                  <a:pt x="5946926" y="869433"/>
                </a:lnTo>
                <a:cubicBezTo>
                  <a:pt x="5912876" y="951495"/>
                  <a:pt x="5863350" y="1026236"/>
                  <a:pt x="5801049" y="1089576"/>
                </a:cubicBezTo>
                <a:close/>
                <a:moveTo>
                  <a:pt x="3168146" y="558634"/>
                </a:moveTo>
                <a:cubicBezTo>
                  <a:pt x="3168146" y="869897"/>
                  <a:pt x="2932237" y="1113864"/>
                  <a:pt x="2605522" y="1113864"/>
                </a:cubicBezTo>
                <a:cubicBezTo>
                  <a:pt x="2278807" y="1113864"/>
                  <a:pt x="2043052" y="869897"/>
                  <a:pt x="2043052" y="558634"/>
                </a:cubicBezTo>
                <a:cubicBezTo>
                  <a:pt x="2043052" y="247371"/>
                  <a:pt x="2278807" y="0"/>
                  <a:pt x="2605522" y="0"/>
                </a:cubicBezTo>
                <a:cubicBezTo>
                  <a:pt x="2932237" y="0"/>
                  <a:pt x="3168146" y="245360"/>
                  <a:pt x="3168146" y="558634"/>
                </a:cubicBezTo>
                <a:close/>
                <a:moveTo>
                  <a:pt x="2912127" y="558634"/>
                </a:moveTo>
                <a:cubicBezTo>
                  <a:pt x="2912127" y="364326"/>
                  <a:pt x="2784813" y="223392"/>
                  <a:pt x="2605522" y="223392"/>
                </a:cubicBezTo>
                <a:cubicBezTo>
                  <a:pt x="2426231" y="223392"/>
                  <a:pt x="2299072" y="364326"/>
                  <a:pt x="2299072" y="558634"/>
                </a:cubicBezTo>
                <a:cubicBezTo>
                  <a:pt x="2299072" y="752941"/>
                  <a:pt x="2426231" y="890472"/>
                  <a:pt x="2605522" y="890472"/>
                </a:cubicBezTo>
                <a:cubicBezTo>
                  <a:pt x="2784813" y="890472"/>
                  <a:pt x="2912127" y="750930"/>
                  <a:pt x="2912127" y="558634"/>
                </a:cubicBezTo>
                <a:close/>
                <a:moveTo>
                  <a:pt x="5688896" y="556932"/>
                </a:moveTo>
                <a:cubicBezTo>
                  <a:pt x="5688896" y="875466"/>
                  <a:pt x="5453915" y="1089576"/>
                  <a:pt x="5104305" y="1089576"/>
                </a:cubicBezTo>
                <a:lnTo>
                  <a:pt x="4677502" y="1089576"/>
                </a:lnTo>
                <a:lnTo>
                  <a:pt x="4677502" y="24288"/>
                </a:lnTo>
                <a:lnTo>
                  <a:pt x="5094095" y="24288"/>
                </a:lnTo>
                <a:cubicBezTo>
                  <a:pt x="5443550" y="24288"/>
                  <a:pt x="5688896" y="238398"/>
                  <a:pt x="5688896" y="556932"/>
                </a:cubicBezTo>
                <a:close/>
                <a:moveTo>
                  <a:pt x="5432876" y="556932"/>
                </a:moveTo>
                <a:cubicBezTo>
                  <a:pt x="5432876" y="364636"/>
                  <a:pt x="5293806" y="237315"/>
                  <a:pt x="5086979" y="237315"/>
                </a:cubicBezTo>
                <a:lnTo>
                  <a:pt x="4924240" y="237315"/>
                </a:lnTo>
                <a:lnTo>
                  <a:pt x="4924240" y="876704"/>
                </a:lnTo>
                <a:lnTo>
                  <a:pt x="5086979" y="876704"/>
                </a:lnTo>
                <a:cubicBezTo>
                  <a:pt x="5293806" y="876704"/>
                  <a:pt x="5432876" y="749228"/>
                  <a:pt x="5432876" y="556932"/>
                </a:cubicBezTo>
                <a:close/>
                <a:moveTo>
                  <a:pt x="570359" y="888925"/>
                </a:moveTo>
                <a:cubicBezTo>
                  <a:pt x="388129" y="888925"/>
                  <a:pt x="256020" y="745051"/>
                  <a:pt x="256020" y="556777"/>
                </a:cubicBezTo>
                <a:cubicBezTo>
                  <a:pt x="256020" y="368503"/>
                  <a:pt x="388129" y="225093"/>
                  <a:pt x="570359" y="225093"/>
                </a:cubicBezTo>
                <a:cubicBezTo>
                  <a:pt x="657916" y="225093"/>
                  <a:pt x="730468" y="256343"/>
                  <a:pt x="793738" y="316214"/>
                </a:cubicBezTo>
                <a:lnTo>
                  <a:pt x="952764" y="157179"/>
                </a:lnTo>
                <a:cubicBezTo>
                  <a:pt x="856544" y="58168"/>
                  <a:pt x="722579" y="0"/>
                  <a:pt x="567729" y="0"/>
                </a:cubicBezTo>
                <a:cubicBezTo>
                  <a:pt x="247047" y="0"/>
                  <a:pt x="0" y="244586"/>
                  <a:pt x="0" y="556932"/>
                </a:cubicBezTo>
                <a:cubicBezTo>
                  <a:pt x="0" y="869278"/>
                  <a:pt x="247047" y="1113864"/>
                  <a:pt x="567729" y="1113864"/>
                </a:cubicBezTo>
                <a:cubicBezTo>
                  <a:pt x="729540" y="1113864"/>
                  <a:pt x="871395" y="1048425"/>
                  <a:pt x="968079" y="938585"/>
                </a:cubicBezTo>
                <a:lnTo>
                  <a:pt x="809826" y="780324"/>
                </a:lnTo>
                <a:cubicBezTo>
                  <a:pt x="746092" y="850868"/>
                  <a:pt x="669828" y="888925"/>
                  <a:pt x="570359" y="888925"/>
                </a:cubicBezTo>
                <a:close/>
                <a:moveTo>
                  <a:pt x="1453047" y="24288"/>
                </a:moveTo>
                <a:lnTo>
                  <a:pt x="1206309" y="24288"/>
                </a:lnTo>
                <a:lnTo>
                  <a:pt x="1206309" y="1089576"/>
                </a:lnTo>
                <a:lnTo>
                  <a:pt x="1952711" y="1089576"/>
                </a:lnTo>
                <a:lnTo>
                  <a:pt x="1952711" y="872836"/>
                </a:lnTo>
                <a:lnTo>
                  <a:pt x="1453047" y="872836"/>
                </a:lnTo>
                <a:close/>
                <a:moveTo>
                  <a:pt x="7656766" y="731128"/>
                </a:moveTo>
                <a:lnTo>
                  <a:pt x="7960741" y="1089576"/>
                </a:lnTo>
                <a:lnTo>
                  <a:pt x="7673473" y="1089576"/>
                </a:lnTo>
                <a:lnTo>
                  <a:pt x="7390382" y="753251"/>
                </a:lnTo>
                <a:lnTo>
                  <a:pt x="7254560" y="753251"/>
                </a:lnTo>
                <a:lnTo>
                  <a:pt x="7254560" y="1089576"/>
                </a:lnTo>
                <a:lnTo>
                  <a:pt x="7012772" y="1089576"/>
                </a:lnTo>
                <a:lnTo>
                  <a:pt x="7012772" y="24288"/>
                </a:lnTo>
                <a:lnTo>
                  <a:pt x="7503927" y="24288"/>
                </a:lnTo>
                <a:cubicBezTo>
                  <a:pt x="7640987" y="24288"/>
                  <a:pt x="7741539" y="57704"/>
                  <a:pt x="7813626" y="119276"/>
                </a:cubicBezTo>
                <a:cubicBezTo>
                  <a:pt x="7885714" y="180848"/>
                  <a:pt x="7927637" y="275681"/>
                  <a:pt x="7927637" y="388305"/>
                </a:cubicBezTo>
                <a:cubicBezTo>
                  <a:pt x="7927637" y="529550"/>
                  <a:pt x="7867615" y="676054"/>
                  <a:pt x="7656766" y="731128"/>
                </a:cubicBezTo>
                <a:close/>
                <a:moveTo>
                  <a:pt x="7681053" y="391709"/>
                </a:moveTo>
                <a:cubicBezTo>
                  <a:pt x="7681053" y="344679"/>
                  <a:pt x="7662180" y="300743"/>
                  <a:pt x="7633717" y="275527"/>
                </a:cubicBezTo>
                <a:cubicBezTo>
                  <a:pt x="7601385" y="247216"/>
                  <a:pt x="7554977" y="232364"/>
                  <a:pt x="7490469" y="232364"/>
                </a:cubicBezTo>
                <a:lnTo>
                  <a:pt x="7254560" y="232364"/>
                </a:lnTo>
                <a:lnTo>
                  <a:pt x="7254560" y="552291"/>
                </a:lnTo>
                <a:lnTo>
                  <a:pt x="7491088" y="552291"/>
                </a:lnTo>
                <a:cubicBezTo>
                  <a:pt x="7554513" y="552291"/>
                  <a:pt x="7599529" y="537904"/>
                  <a:pt x="7631396" y="510521"/>
                </a:cubicBezTo>
                <a:cubicBezTo>
                  <a:pt x="7663263" y="483139"/>
                  <a:pt x="7681053" y="440131"/>
                  <a:pt x="7681053" y="391709"/>
                </a:cubicBezTo>
                <a:close/>
                <a:moveTo>
                  <a:pt x="9144619" y="1089576"/>
                </a:moveTo>
                <a:lnTo>
                  <a:pt x="8894942" y="1089576"/>
                </a:lnTo>
                <a:lnTo>
                  <a:pt x="8808622" y="872063"/>
                </a:lnTo>
                <a:lnTo>
                  <a:pt x="8355212" y="872063"/>
                </a:lnTo>
                <a:lnTo>
                  <a:pt x="8268738" y="1089576"/>
                </a:lnTo>
                <a:lnTo>
                  <a:pt x="8019215" y="1089576"/>
                </a:lnTo>
                <a:lnTo>
                  <a:pt x="8468913" y="24288"/>
                </a:lnTo>
                <a:lnTo>
                  <a:pt x="8689971" y="24288"/>
                </a:lnTo>
                <a:close/>
                <a:moveTo>
                  <a:pt x="8730192" y="674507"/>
                </a:moveTo>
                <a:lnTo>
                  <a:pt x="8581840" y="301207"/>
                </a:lnTo>
                <a:lnTo>
                  <a:pt x="8433642" y="674507"/>
                </a:lnTo>
                <a:close/>
                <a:moveTo>
                  <a:pt x="4123231" y="619896"/>
                </a:moveTo>
                <a:cubicBezTo>
                  <a:pt x="4123231" y="788678"/>
                  <a:pt x="4026237" y="890472"/>
                  <a:pt x="3890106" y="890472"/>
                </a:cubicBezTo>
                <a:cubicBezTo>
                  <a:pt x="3753975" y="890472"/>
                  <a:pt x="3656827" y="788678"/>
                  <a:pt x="3656827" y="619896"/>
                </a:cubicBezTo>
                <a:lnTo>
                  <a:pt x="3656827" y="24288"/>
                </a:lnTo>
                <a:lnTo>
                  <a:pt x="3410243" y="24288"/>
                </a:lnTo>
                <a:lnTo>
                  <a:pt x="3410243" y="610459"/>
                </a:lnTo>
                <a:cubicBezTo>
                  <a:pt x="3410243" y="918938"/>
                  <a:pt x="3603921" y="1113864"/>
                  <a:pt x="3890106" y="1113864"/>
                </a:cubicBezTo>
                <a:cubicBezTo>
                  <a:pt x="4176291" y="1113864"/>
                  <a:pt x="4369969" y="918938"/>
                  <a:pt x="4369969" y="610459"/>
                </a:cubicBezTo>
                <a:lnTo>
                  <a:pt x="4369969" y="24288"/>
                </a:lnTo>
                <a:lnTo>
                  <a:pt x="4123231" y="24288"/>
                </a:lnTo>
                <a:close/>
              </a:path>
            </a:pathLst>
          </a:custGeom>
          <a:solidFill>
            <a:srgbClr val="F9670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000">
              <a:solidFill>
                <a:schemeClr val="dk1"/>
              </a:solidFill>
              <a:latin typeface="Roboto"/>
              <a:ea typeface="Roboto"/>
              <a:cs typeface="Roboto"/>
              <a:sym typeface="Roboto"/>
            </a:endParaRPr>
          </a:p>
        </p:txBody>
      </p:sp>
      <p:sp>
        <p:nvSpPr>
          <p:cNvPr id="471" name="Google Shape;471;p67"/>
          <p:cNvSpPr txBox="1"/>
          <p:nvPr/>
        </p:nvSpPr>
        <p:spPr>
          <a:xfrm>
            <a:off x="8476883" y="4858663"/>
            <a:ext cx="255600" cy="924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None/>
            </a:pPr>
            <a:fld id="{00000000-1234-1234-1234-123412341234}" type="slidenum">
              <a:rPr lang="en" sz="600">
                <a:solidFill>
                  <a:srgbClr val="A5A5A5"/>
                </a:solidFill>
                <a:latin typeface="Roboto"/>
                <a:ea typeface="Roboto"/>
                <a:cs typeface="Roboto"/>
                <a:sym typeface="Roboto"/>
              </a:rPr>
              <a:t>‹#›</a:t>
            </a:fld>
            <a:endParaRPr sz="600">
              <a:solidFill>
                <a:srgbClr val="A5A5A5"/>
              </a:solidFill>
              <a:latin typeface="Roboto"/>
              <a:ea typeface="Roboto"/>
              <a:cs typeface="Roboto"/>
              <a:sym typeface="Roboto"/>
            </a:endParaRPr>
          </a:p>
        </p:txBody>
      </p:sp>
      <p:sp>
        <p:nvSpPr>
          <p:cNvPr id="472" name="Google Shape;472;p67"/>
          <p:cNvSpPr txBox="1"/>
          <p:nvPr/>
        </p:nvSpPr>
        <p:spPr>
          <a:xfrm>
            <a:off x="6954050" y="4856804"/>
            <a:ext cx="1541100" cy="924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None/>
            </a:pPr>
            <a:r>
              <a:rPr lang="en" sz="600" b="0" u="none">
                <a:solidFill>
                  <a:srgbClr val="A5A5A5"/>
                </a:solidFill>
                <a:latin typeface="Roboto"/>
                <a:ea typeface="Roboto"/>
                <a:cs typeface="Roboto"/>
                <a:sym typeface="Roboto"/>
              </a:rPr>
              <a:t>© 20</a:t>
            </a:r>
            <a:r>
              <a:rPr lang="en" sz="600">
                <a:solidFill>
                  <a:srgbClr val="A5A5A5"/>
                </a:solidFill>
                <a:latin typeface="Roboto"/>
                <a:ea typeface="Roboto"/>
                <a:cs typeface="Roboto"/>
                <a:sym typeface="Roboto"/>
              </a:rPr>
              <a:t>23</a:t>
            </a:r>
            <a:r>
              <a:rPr lang="en" sz="600" b="0" u="none">
                <a:solidFill>
                  <a:srgbClr val="A5A5A5"/>
                </a:solidFill>
                <a:latin typeface="Roboto"/>
                <a:ea typeface="Roboto"/>
                <a:cs typeface="Roboto"/>
                <a:sym typeface="Roboto"/>
              </a:rPr>
              <a:t> Cloudera, Inc. All rights reserved.</a:t>
            </a:r>
            <a:endParaRPr sz="140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Title &amp; Body | White 4">
  <p:cSld name="6_Title Only_3_1_5">
    <p:spTree>
      <p:nvGrpSpPr>
        <p:cNvPr id="1" name="Shape 473"/>
        <p:cNvGrpSpPr/>
        <p:nvPr/>
      </p:nvGrpSpPr>
      <p:grpSpPr>
        <a:xfrm>
          <a:off x="0" y="0"/>
          <a:ext cx="0" cy="0"/>
          <a:chOff x="0" y="0"/>
          <a:chExt cx="0" cy="0"/>
        </a:xfrm>
      </p:grpSpPr>
      <p:sp>
        <p:nvSpPr>
          <p:cNvPr id="474" name="Google Shape;474;p68"/>
          <p:cNvSpPr txBox="1">
            <a:spLocks noGrp="1"/>
          </p:cNvSpPr>
          <p:nvPr>
            <p:ph type="ftr" idx="11"/>
          </p:nvPr>
        </p:nvSpPr>
        <p:spPr>
          <a:xfrm>
            <a:off x="106675" y="4795501"/>
            <a:ext cx="6039000" cy="274500"/>
          </a:xfrm>
          <a:prstGeom prst="rect">
            <a:avLst/>
          </a:prstGeom>
          <a:noFill/>
          <a:ln>
            <a:noFill/>
          </a:ln>
        </p:spPr>
        <p:txBody>
          <a:bodyPr spcFirstLastPara="1" wrap="square" lIns="91425" tIns="45700" rIns="91425" bIns="45700" anchor="ctr" anchorCtr="0">
            <a:noAutofit/>
          </a:bodyPr>
          <a:lstStyle>
            <a:lvl1pPr marR="0" lvl="0">
              <a:spcBef>
                <a:spcPts val="0"/>
              </a:spcBef>
              <a:spcAft>
                <a:spcPts val="0"/>
              </a:spcAft>
              <a:buSzPts val="1400"/>
              <a:buNone/>
              <a:defRPr sz="600" b="0" i="0" u="none" strike="noStrike" cap="none">
                <a:solidFill>
                  <a:srgbClr val="888892"/>
                </a:solidFill>
                <a:latin typeface="Plus Jakarta Sans"/>
                <a:ea typeface="Plus Jakarta Sans"/>
                <a:cs typeface="Plus Jakarta Sans"/>
                <a:sym typeface="Plus Jakarta Sans"/>
              </a:defRPr>
            </a:lvl1pPr>
            <a:lvl2pPr marR="0" lvl="1">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75" name="Google Shape;475;p68"/>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476" name="Google Shape;476;p68"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477" name="Google Shape;477;p68"/>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spcBef>
                <a:spcPts val="0"/>
              </a:spcBef>
              <a:spcAft>
                <a:spcPts val="0"/>
              </a:spcAft>
              <a:buClr>
                <a:srgbClr val="120046"/>
              </a:buClr>
              <a:buSzPts val="2100"/>
              <a:buNone/>
              <a:defRPr sz="23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8" name="Google Shape;478;p68"/>
          <p:cNvSpPr txBox="1">
            <a:spLocks noGrp="1"/>
          </p:cNvSpPr>
          <p:nvPr>
            <p:ph type="body" idx="1"/>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Clr>
                <a:schemeClr val="accent4"/>
              </a:buClr>
              <a:buSzPts val="1100"/>
              <a:buFont typeface="Plus Jakarta Sans SemiBold"/>
              <a:buNone/>
              <a:defRPr sz="1100" i="0">
                <a:solidFill>
                  <a:schemeClr val="accent4"/>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spcBef>
                <a:spcPts val="210"/>
              </a:spcBef>
              <a:spcAft>
                <a:spcPts val="0"/>
              </a:spcAft>
              <a:buSzPts val="1260"/>
              <a:buFont typeface="Arial"/>
              <a:buNone/>
              <a:defRPr sz="1050">
                <a:latin typeface="Arial"/>
                <a:ea typeface="Arial"/>
                <a:cs typeface="Arial"/>
                <a:sym typeface="Arial"/>
              </a:defRPr>
            </a:lvl3pPr>
            <a:lvl4pPr marL="1828800" lvl="3" indent="-228600" algn="l">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479" name="Google Shape;479;p68"/>
          <p:cNvSpPr txBox="1">
            <a:spLocks noGrp="1"/>
          </p:cNvSpPr>
          <p:nvPr>
            <p:ph type="body" idx="2"/>
          </p:nvPr>
        </p:nvSpPr>
        <p:spPr>
          <a:xfrm>
            <a:off x="533400" y="1370000"/>
            <a:ext cx="4138200" cy="30825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SzPts val="1800"/>
              <a:buNone/>
              <a:defRPr/>
            </a:lvl1pPr>
            <a:lvl2pPr marL="914400" lvl="1" indent="-228600" algn="l">
              <a:lnSpc>
                <a:spcPct val="78888"/>
              </a:lnSpc>
              <a:spcBef>
                <a:spcPts val="400"/>
              </a:spcBef>
              <a:spcAft>
                <a:spcPts val="0"/>
              </a:spcAft>
              <a:buClr>
                <a:srgbClr val="000000"/>
              </a:buClr>
              <a:buSzPts val="2160"/>
              <a:buNone/>
              <a:defRPr/>
            </a:lvl2pPr>
            <a:lvl3pPr marL="1371600" lvl="2" indent="-365760" algn="l">
              <a:spcBef>
                <a:spcPts val="360"/>
              </a:spcBef>
              <a:spcAft>
                <a:spcPts val="0"/>
              </a:spcAft>
              <a:buClr>
                <a:srgbClr val="000000"/>
              </a:buClr>
              <a:buSzPts val="2160"/>
              <a:buChar char="•"/>
              <a:defRPr>
                <a:solidFill>
                  <a:srgbClr val="000000"/>
                </a:solidFill>
              </a:defRPr>
            </a:lvl3pPr>
            <a:lvl4pPr marL="1828800" lvl="3" indent="-342900" algn="l">
              <a:spcBef>
                <a:spcPts val="360"/>
              </a:spcBef>
              <a:spcAft>
                <a:spcPts val="0"/>
              </a:spcAft>
              <a:buClr>
                <a:srgbClr val="000000"/>
              </a:buClr>
              <a:buSzPts val="1800"/>
              <a:buChar char="–"/>
              <a:defRPr>
                <a:solidFill>
                  <a:srgbClr val="000000"/>
                </a:solidFill>
              </a:defRPr>
            </a:lvl4pPr>
            <a:lvl5pPr marL="2286000" lvl="4" indent="-342900" algn="l">
              <a:spcBef>
                <a:spcPts val="360"/>
              </a:spcBef>
              <a:spcAft>
                <a:spcPts val="0"/>
              </a:spcAft>
              <a:buClr>
                <a:srgbClr val="000000"/>
              </a:buClr>
              <a:buSzPts val="1800"/>
              <a:buChar char="»"/>
              <a:defRPr>
                <a:solidFill>
                  <a:srgbClr val="000000"/>
                </a:solidFill>
              </a:defRPr>
            </a:lvl5pPr>
            <a:lvl6pPr marL="2743200" lvl="5" indent="-342900" algn="l">
              <a:spcBef>
                <a:spcPts val="360"/>
              </a:spcBef>
              <a:spcAft>
                <a:spcPts val="0"/>
              </a:spcAft>
              <a:buClr>
                <a:srgbClr val="000000"/>
              </a:buClr>
              <a:buSzPts val="1800"/>
              <a:buChar char="•"/>
              <a:defRPr>
                <a:solidFill>
                  <a:srgbClr val="000000"/>
                </a:solidFill>
              </a:defRPr>
            </a:lvl6pPr>
            <a:lvl7pPr marL="3200400" lvl="6" indent="-342900" algn="l">
              <a:spcBef>
                <a:spcPts val="360"/>
              </a:spcBef>
              <a:spcAft>
                <a:spcPts val="0"/>
              </a:spcAft>
              <a:buClr>
                <a:srgbClr val="000000"/>
              </a:buClr>
              <a:buSzPts val="1800"/>
              <a:buChar char="•"/>
              <a:defRPr>
                <a:solidFill>
                  <a:srgbClr val="000000"/>
                </a:solidFill>
              </a:defRPr>
            </a:lvl7pPr>
            <a:lvl8pPr marL="3657600" lvl="7" indent="-342900" algn="l">
              <a:spcBef>
                <a:spcPts val="360"/>
              </a:spcBef>
              <a:spcAft>
                <a:spcPts val="0"/>
              </a:spcAft>
              <a:buClr>
                <a:srgbClr val="000000"/>
              </a:buClr>
              <a:buSzPts val="1800"/>
              <a:buChar char="•"/>
              <a:defRPr>
                <a:solidFill>
                  <a:srgbClr val="000000"/>
                </a:solidFill>
              </a:defRPr>
            </a:lvl8pPr>
            <a:lvl9pPr marL="4114800" lvl="8" indent="-342900" algn="l">
              <a:spcBef>
                <a:spcPts val="360"/>
              </a:spcBef>
              <a:spcAft>
                <a:spcPts val="0"/>
              </a:spcAft>
              <a:buClr>
                <a:srgbClr val="000000"/>
              </a:buClr>
              <a:buSzPts val="1800"/>
              <a:buChar char="•"/>
              <a:defRPr>
                <a:solidFill>
                  <a:srgbClr val="000000"/>
                </a:solidFill>
              </a:defRPr>
            </a:lvl9pPr>
          </a:lstStyle>
          <a:p>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Title &amp; Body | White 5">
  <p:cSld name="6_Title Only_3_1_6">
    <p:spTree>
      <p:nvGrpSpPr>
        <p:cNvPr id="1" name="Shape 480"/>
        <p:cNvGrpSpPr/>
        <p:nvPr/>
      </p:nvGrpSpPr>
      <p:grpSpPr>
        <a:xfrm>
          <a:off x="0" y="0"/>
          <a:ext cx="0" cy="0"/>
          <a:chOff x="0" y="0"/>
          <a:chExt cx="0" cy="0"/>
        </a:xfrm>
      </p:grpSpPr>
      <p:sp>
        <p:nvSpPr>
          <p:cNvPr id="481" name="Google Shape;481;p69"/>
          <p:cNvSpPr txBox="1">
            <a:spLocks noGrp="1"/>
          </p:cNvSpPr>
          <p:nvPr>
            <p:ph type="ftr" idx="11"/>
          </p:nvPr>
        </p:nvSpPr>
        <p:spPr>
          <a:xfrm>
            <a:off x="106675" y="4795501"/>
            <a:ext cx="6039000" cy="274500"/>
          </a:xfrm>
          <a:prstGeom prst="rect">
            <a:avLst/>
          </a:prstGeom>
          <a:noFill/>
          <a:ln>
            <a:noFill/>
          </a:ln>
        </p:spPr>
        <p:txBody>
          <a:bodyPr spcFirstLastPara="1" wrap="square" lIns="91425" tIns="45700" rIns="91425" bIns="45700" anchor="ctr" anchorCtr="0">
            <a:noAutofit/>
          </a:bodyPr>
          <a:lstStyle>
            <a:lvl1pPr marR="0" lvl="0">
              <a:spcBef>
                <a:spcPts val="0"/>
              </a:spcBef>
              <a:spcAft>
                <a:spcPts val="0"/>
              </a:spcAft>
              <a:buSzPts val="1400"/>
              <a:buNone/>
              <a:defRPr sz="600" b="0" i="0" u="none" strike="noStrike" cap="none">
                <a:solidFill>
                  <a:srgbClr val="888892"/>
                </a:solidFill>
                <a:latin typeface="Plus Jakarta Sans"/>
                <a:ea typeface="Plus Jakarta Sans"/>
                <a:cs typeface="Plus Jakarta Sans"/>
                <a:sym typeface="Plus Jakarta Sans"/>
              </a:defRPr>
            </a:lvl1pPr>
            <a:lvl2pPr marR="0" lvl="1">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82" name="Google Shape;482;p69"/>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483" name="Google Shape;483;p69"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484" name="Google Shape;484;p69"/>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spcBef>
                <a:spcPts val="0"/>
              </a:spcBef>
              <a:spcAft>
                <a:spcPts val="0"/>
              </a:spcAft>
              <a:buClr>
                <a:srgbClr val="120046"/>
              </a:buClr>
              <a:buSzPts val="2100"/>
              <a:buNone/>
              <a:defRPr sz="23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85" name="Google Shape;485;p69"/>
          <p:cNvSpPr txBox="1">
            <a:spLocks noGrp="1"/>
          </p:cNvSpPr>
          <p:nvPr>
            <p:ph type="body" idx="1"/>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Clr>
                <a:schemeClr val="accent4"/>
              </a:buClr>
              <a:buSzPts val="1100"/>
              <a:buFont typeface="Plus Jakarta Sans SemiBold"/>
              <a:buNone/>
              <a:defRPr sz="1100" i="0">
                <a:solidFill>
                  <a:schemeClr val="accent4"/>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spcBef>
                <a:spcPts val="210"/>
              </a:spcBef>
              <a:spcAft>
                <a:spcPts val="0"/>
              </a:spcAft>
              <a:buSzPts val="1260"/>
              <a:buFont typeface="Arial"/>
              <a:buNone/>
              <a:defRPr sz="1050">
                <a:latin typeface="Arial"/>
                <a:ea typeface="Arial"/>
                <a:cs typeface="Arial"/>
                <a:sym typeface="Arial"/>
              </a:defRPr>
            </a:lvl3pPr>
            <a:lvl4pPr marL="1828800" lvl="3" indent="-228600" algn="l">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486" name="Google Shape;486;p69"/>
          <p:cNvSpPr txBox="1">
            <a:spLocks noGrp="1"/>
          </p:cNvSpPr>
          <p:nvPr>
            <p:ph type="body" idx="2"/>
          </p:nvPr>
        </p:nvSpPr>
        <p:spPr>
          <a:xfrm>
            <a:off x="533400" y="1370000"/>
            <a:ext cx="4138200" cy="30825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SzPts val="1800"/>
              <a:buNone/>
              <a:defRPr/>
            </a:lvl1pPr>
            <a:lvl2pPr marL="914400" lvl="1" indent="-228600" algn="l">
              <a:lnSpc>
                <a:spcPct val="78888"/>
              </a:lnSpc>
              <a:spcBef>
                <a:spcPts val="400"/>
              </a:spcBef>
              <a:spcAft>
                <a:spcPts val="0"/>
              </a:spcAft>
              <a:buClr>
                <a:srgbClr val="000000"/>
              </a:buClr>
              <a:buSzPts val="2160"/>
              <a:buNone/>
              <a:defRPr/>
            </a:lvl2pPr>
            <a:lvl3pPr marL="1371600" lvl="2" indent="-365760" algn="l">
              <a:spcBef>
                <a:spcPts val="360"/>
              </a:spcBef>
              <a:spcAft>
                <a:spcPts val="0"/>
              </a:spcAft>
              <a:buClr>
                <a:srgbClr val="000000"/>
              </a:buClr>
              <a:buSzPts val="2160"/>
              <a:buChar char="•"/>
              <a:defRPr>
                <a:solidFill>
                  <a:srgbClr val="000000"/>
                </a:solidFill>
              </a:defRPr>
            </a:lvl3pPr>
            <a:lvl4pPr marL="1828800" lvl="3" indent="-342900" algn="l">
              <a:spcBef>
                <a:spcPts val="360"/>
              </a:spcBef>
              <a:spcAft>
                <a:spcPts val="0"/>
              </a:spcAft>
              <a:buClr>
                <a:srgbClr val="000000"/>
              </a:buClr>
              <a:buSzPts val="1800"/>
              <a:buChar char="–"/>
              <a:defRPr>
                <a:solidFill>
                  <a:srgbClr val="000000"/>
                </a:solidFill>
              </a:defRPr>
            </a:lvl4pPr>
            <a:lvl5pPr marL="2286000" lvl="4" indent="-342900" algn="l">
              <a:spcBef>
                <a:spcPts val="360"/>
              </a:spcBef>
              <a:spcAft>
                <a:spcPts val="0"/>
              </a:spcAft>
              <a:buClr>
                <a:srgbClr val="000000"/>
              </a:buClr>
              <a:buSzPts val="1800"/>
              <a:buChar char="»"/>
              <a:defRPr>
                <a:solidFill>
                  <a:srgbClr val="000000"/>
                </a:solidFill>
              </a:defRPr>
            </a:lvl5pPr>
            <a:lvl6pPr marL="2743200" lvl="5" indent="-342900" algn="l">
              <a:spcBef>
                <a:spcPts val="360"/>
              </a:spcBef>
              <a:spcAft>
                <a:spcPts val="0"/>
              </a:spcAft>
              <a:buClr>
                <a:srgbClr val="000000"/>
              </a:buClr>
              <a:buSzPts val="1800"/>
              <a:buChar char="•"/>
              <a:defRPr>
                <a:solidFill>
                  <a:srgbClr val="000000"/>
                </a:solidFill>
              </a:defRPr>
            </a:lvl6pPr>
            <a:lvl7pPr marL="3200400" lvl="6" indent="-342900" algn="l">
              <a:spcBef>
                <a:spcPts val="360"/>
              </a:spcBef>
              <a:spcAft>
                <a:spcPts val="0"/>
              </a:spcAft>
              <a:buClr>
                <a:srgbClr val="000000"/>
              </a:buClr>
              <a:buSzPts val="1800"/>
              <a:buChar char="•"/>
              <a:defRPr>
                <a:solidFill>
                  <a:srgbClr val="000000"/>
                </a:solidFill>
              </a:defRPr>
            </a:lvl7pPr>
            <a:lvl8pPr marL="3657600" lvl="7" indent="-342900" algn="l">
              <a:spcBef>
                <a:spcPts val="360"/>
              </a:spcBef>
              <a:spcAft>
                <a:spcPts val="0"/>
              </a:spcAft>
              <a:buClr>
                <a:srgbClr val="000000"/>
              </a:buClr>
              <a:buSzPts val="1800"/>
              <a:buChar char="•"/>
              <a:defRPr>
                <a:solidFill>
                  <a:srgbClr val="000000"/>
                </a:solidFill>
              </a:defRPr>
            </a:lvl8pPr>
            <a:lvl9pPr marL="4114800" lvl="8" indent="-342900" algn="l">
              <a:spcBef>
                <a:spcPts val="360"/>
              </a:spcBef>
              <a:spcAft>
                <a:spcPts val="0"/>
              </a:spcAft>
              <a:buClr>
                <a:srgbClr val="000000"/>
              </a:buClr>
              <a:buSzPts val="1800"/>
              <a:buChar char="•"/>
              <a:defRPr>
                <a:solidFill>
                  <a:srgbClr val="000000"/>
                </a:solidFill>
              </a:defRPr>
            </a:lvl9pPr>
          </a:lstStyle>
          <a:p>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Twilight Background Nodes Top Right 2 1">
  <p:cSld name="41_Title and Content_1">
    <p:bg>
      <p:bgPr>
        <a:solidFill>
          <a:schemeClr val="dk1"/>
        </a:solidFill>
        <a:effectLst/>
      </p:bgPr>
    </p:bg>
    <p:spTree>
      <p:nvGrpSpPr>
        <p:cNvPr id="1" name="Shape 487"/>
        <p:cNvGrpSpPr/>
        <p:nvPr/>
      </p:nvGrpSpPr>
      <p:grpSpPr>
        <a:xfrm>
          <a:off x="0" y="0"/>
          <a:ext cx="0" cy="0"/>
          <a:chOff x="0" y="0"/>
          <a:chExt cx="0" cy="0"/>
        </a:xfrm>
      </p:grpSpPr>
      <p:sp>
        <p:nvSpPr>
          <p:cNvPr id="488" name="Google Shape;488;p70"/>
          <p:cNvSpPr txBox="1">
            <a:spLocks noGrp="1"/>
          </p:cNvSpPr>
          <p:nvPr>
            <p:ph type="body" idx="1"/>
          </p:nvPr>
        </p:nvSpPr>
        <p:spPr>
          <a:xfrm>
            <a:off x="533400" y="1370025"/>
            <a:ext cx="6972900" cy="32622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lt1"/>
              </a:buClr>
              <a:buSzPts val="1400"/>
              <a:buFont typeface="Plus Jakarta Sans"/>
              <a:buNone/>
              <a:defRPr>
                <a:solidFill>
                  <a:schemeClr val="lt1"/>
                </a:solidFill>
              </a:defRPr>
            </a:lvl1pPr>
            <a:lvl2pPr marL="914400" lvl="1" indent="-228600" algn="l">
              <a:lnSpc>
                <a:spcPct val="118333"/>
              </a:lnSpc>
              <a:spcBef>
                <a:spcPts val="400"/>
              </a:spcBef>
              <a:spcAft>
                <a:spcPts val="0"/>
              </a:spcAft>
              <a:buSzPts val="1440"/>
              <a:buFont typeface="Plus Jakarta Sans"/>
              <a:buNone/>
              <a:defRPr>
                <a:solidFill>
                  <a:schemeClr val="lt1"/>
                </a:solidFill>
              </a:defRPr>
            </a:lvl2pPr>
            <a:lvl3pPr marL="1371600" lvl="2" indent="-304800" algn="l">
              <a:lnSpc>
                <a:spcPct val="100000"/>
              </a:lnSpc>
              <a:spcBef>
                <a:spcPts val="200"/>
              </a:spcBef>
              <a:spcAft>
                <a:spcPts val="0"/>
              </a:spcAft>
              <a:buClr>
                <a:schemeClr val="lt1"/>
              </a:buClr>
              <a:buSzPts val="1200"/>
              <a:buChar char="•"/>
              <a:defRPr>
                <a:solidFill>
                  <a:schemeClr val="lt1"/>
                </a:solidFill>
              </a:defRPr>
            </a:lvl3pPr>
            <a:lvl4pPr marL="1828800" lvl="3" indent="-292100" algn="l">
              <a:lnSpc>
                <a:spcPct val="100000"/>
              </a:lnSpc>
              <a:spcBef>
                <a:spcPts val="200"/>
              </a:spcBef>
              <a:spcAft>
                <a:spcPts val="0"/>
              </a:spcAft>
              <a:buClr>
                <a:schemeClr val="lt1"/>
              </a:buClr>
              <a:buSzPts val="1000"/>
              <a:buChar char="–"/>
              <a:defRPr>
                <a:solidFill>
                  <a:schemeClr val="lt1"/>
                </a:solidFill>
              </a:defRPr>
            </a:lvl4pPr>
            <a:lvl5pPr marL="2286000" lvl="4" indent="-292100" algn="l">
              <a:lnSpc>
                <a:spcPct val="100000"/>
              </a:lnSpc>
              <a:spcBef>
                <a:spcPts val="200"/>
              </a:spcBef>
              <a:spcAft>
                <a:spcPts val="0"/>
              </a:spcAft>
              <a:buClr>
                <a:schemeClr val="lt1"/>
              </a:buClr>
              <a:buSzPts val="1000"/>
              <a:buChar char="»"/>
              <a:defRPr>
                <a:solidFill>
                  <a:schemeClr val="lt1"/>
                </a:solidFil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489" name="Google Shape;489;p70"/>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490" name="Google Shape;490;p70"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491" name="Google Shape;491;p70"/>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lnSpc>
                <a:spcPct val="100000"/>
              </a:lnSpc>
              <a:spcBef>
                <a:spcPts val="0"/>
              </a:spcBef>
              <a:spcAft>
                <a:spcPts val="0"/>
              </a:spcAft>
              <a:buClr>
                <a:schemeClr val="lt1"/>
              </a:buClr>
              <a:buSzPts val="2100"/>
              <a:buNone/>
              <a:defRPr sz="23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2" name="Google Shape;492;p70"/>
          <p:cNvSpPr txBox="1">
            <a:spLocks noGrp="1"/>
          </p:cNvSpPr>
          <p:nvPr>
            <p:ph type="body" idx="2"/>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lt1"/>
              </a:buClr>
              <a:buSzPts val="1100"/>
              <a:buFont typeface="Plus Jakarta Sans SemiBold"/>
              <a:buNone/>
              <a:defRPr sz="1100" i="0">
                <a:solidFill>
                  <a:schemeClr val="lt1"/>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lnSpc>
                <a:spcPct val="100000"/>
              </a:lnSpc>
              <a:spcBef>
                <a:spcPts val="210"/>
              </a:spcBef>
              <a:spcAft>
                <a:spcPts val="0"/>
              </a:spcAft>
              <a:buSzPts val="1260"/>
              <a:buFont typeface="Arial"/>
              <a:buNone/>
              <a:defRPr sz="1050">
                <a:latin typeface="Arial"/>
                <a:ea typeface="Arial"/>
                <a:cs typeface="Arial"/>
                <a:sym typeface="Arial"/>
              </a:defRPr>
            </a:lvl3pPr>
            <a:lvl4pPr marL="1828800" lvl="3"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pic>
        <p:nvPicPr>
          <p:cNvPr id="493" name="Google Shape;493;p70"/>
          <p:cNvPicPr preferRelativeResize="0"/>
          <p:nvPr/>
        </p:nvPicPr>
        <p:blipFill rotWithShape="1">
          <a:blip r:embed="rId3">
            <a:alphaModFix/>
          </a:blip>
          <a:srcRect/>
          <a:stretch/>
        </p:blipFill>
        <p:spPr>
          <a:xfrm>
            <a:off x="7611575" y="0"/>
            <a:ext cx="1532425" cy="3244899"/>
          </a:xfrm>
          <a:prstGeom prst="rect">
            <a:avLst/>
          </a:prstGeom>
          <a:noFill/>
          <a:ln>
            <a:noFill/>
          </a:ln>
        </p:spPr>
      </p:pic>
    </p:spTree>
  </p:cSld>
  <p:clrMapOvr>
    <a:masterClrMapping/>
  </p:clrMapOvr>
  <p:transition spd="slow">
    <p:push/>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Title Only | White 1 1">
  <p:cSld name="6_Title Only_2_3_1_1_1">
    <p:spTree>
      <p:nvGrpSpPr>
        <p:cNvPr id="1" name="Shape 494"/>
        <p:cNvGrpSpPr/>
        <p:nvPr/>
      </p:nvGrpSpPr>
      <p:grpSpPr>
        <a:xfrm>
          <a:off x="0" y="0"/>
          <a:ext cx="0" cy="0"/>
          <a:chOff x="0" y="0"/>
          <a:chExt cx="0" cy="0"/>
        </a:xfrm>
      </p:grpSpPr>
      <p:sp>
        <p:nvSpPr>
          <p:cNvPr id="495" name="Google Shape;495;p71"/>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grpSp>
        <p:nvGrpSpPr>
          <p:cNvPr id="496" name="Google Shape;496;p71"/>
          <p:cNvGrpSpPr/>
          <p:nvPr/>
        </p:nvGrpSpPr>
        <p:grpSpPr>
          <a:xfrm>
            <a:off x="7737527" y="4624385"/>
            <a:ext cx="1087820" cy="324004"/>
            <a:chOff x="7281524" y="2178375"/>
            <a:chExt cx="937049" cy="279098"/>
          </a:xfrm>
        </p:grpSpPr>
        <p:pic>
          <p:nvPicPr>
            <p:cNvPr id="497" name="Google Shape;497;p71"/>
            <p:cNvPicPr preferRelativeResize="0"/>
            <p:nvPr/>
          </p:nvPicPr>
          <p:blipFill>
            <a:blip r:embed="rId2">
              <a:alphaModFix/>
            </a:blip>
            <a:stretch>
              <a:fillRect/>
            </a:stretch>
          </p:blipFill>
          <p:spPr>
            <a:xfrm>
              <a:off x="7281524" y="2178375"/>
              <a:ext cx="921550" cy="193525"/>
            </a:xfrm>
            <a:prstGeom prst="rect">
              <a:avLst/>
            </a:prstGeom>
            <a:noFill/>
            <a:ln>
              <a:noFill/>
            </a:ln>
          </p:spPr>
        </p:pic>
        <p:pic>
          <p:nvPicPr>
            <p:cNvPr id="498" name="Google Shape;498;p71"/>
            <p:cNvPicPr preferRelativeResize="0"/>
            <p:nvPr/>
          </p:nvPicPr>
          <p:blipFill rotWithShape="1">
            <a:blip r:embed="rId3">
              <a:alphaModFix/>
            </a:blip>
            <a:srcRect l="50558" t="69244"/>
            <a:stretch/>
          </p:blipFill>
          <p:spPr>
            <a:xfrm>
              <a:off x="7687261" y="2351233"/>
              <a:ext cx="531312" cy="106239"/>
            </a:xfrm>
            <a:prstGeom prst="rect">
              <a:avLst/>
            </a:prstGeom>
            <a:noFill/>
            <a:ln>
              <a:noFill/>
            </a:ln>
          </p:spPr>
        </p:pic>
      </p:gr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Title Only | White 5">
  <p:cSld name="6_Title Only_2_3_1_7">
    <p:spTree>
      <p:nvGrpSpPr>
        <p:cNvPr id="1" name="Shape 499"/>
        <p:cNvGrpSpPr/>
        <p:nvPr/>
      </p:nvGrpSpPr>
      <p:grpSpPr>
        <a:xfrm>
          <a:off x="0" y="0"/>
          <a:ext cx="0" cy="0"/>
          <a:chOff x="0" y="0"/>
          <a:chExt cx="0" cy="0"/>
        </a:xfrm>
      </p:grpSpPr>
      <p:sp>
        <p:nvSpPr>
          <p:cNvPr id="500" name="Google Shape;500;p72"/>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501" name="Google Shape;501;p72"/>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spcBef>
                <a:spcPts val="0"/>
              </a:spcBef>
              <a:spcAft>
                <a:spcPts val="0"/>
              </a:spcAft>
              <a:buClr>
                <a:srgbClr val="120046"/>
              </a:buClr>
              <a:buSzPts val="2100"/>
              <a:buNone/>
              <a:defRPr sz="23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02" name="Google Shape;502;p72"/>
          <p:cNvSpPr txBox="1">
            <a:spLocks noGrp="1"/>
          </p:cNvSpPr>
          <p:nvPr>
            <p:ph type="body" idx="1"/>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Clr>
                <a:schemeClr val="accent4"/>
              </a:buClr>
              <a:buSzPts val="1100"/>
              <a:buFont typeface="Plus Jakarta Sans SemiBold"/>
              <a:buNone/>
              <a:defRPr sz="1100" i="0">
                <a:solidFill>
                  <a:schemeClr val="accent4"/>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spcBef>
                <a:spcPts val="210"/>
              </a:spcBef>
              <a:spcAft>
                <a:spcPts val="0"/>
              </a:spcAft>
              <a:buSzPts val="1260"/>
              <a:buFont typeface="Arial"/>
              <a:buNone/>
              <a:defRPr sz="1050">
                <a:latin typeface="Arial"/>
                <a:ea typeface="Arial"/>
                <a:cs typeface="Arial"/>
                <a:sym typeface="Arial"/>
              </a:defRPr>
            </a:lvl3pPr>
            <a:lvl4pPr marL="1828800" lvl="3" indent="-228600" algn="l">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grpSp>
        <p:nvGrpSpPr>
          <p:cNvPr id="503" name="Google Shape;503;p72"/>
          <p:cNvGrpSpPr/>
          <p:nvPr/>
        </p:nvGrpSpPr>
        <p:grpSpPr>
          <a:xfrm>
            <a:off x="7737527" y="4624385"/>
            <a:ext cx="1087820" cy="324004"/>
            <a:chOff x="7281524" y="2178375"/>
            <a:chExt cx="937049" cy="279098"/>
          </a:xfrm>
        </p:grpSpPr>
        <p:pic>
          <p:nvPicPr>
            <p:cNvPr id="504" name="Google Shape;504;p72"/>
            <p:cNvPicPr preferRelativeResize="0"/>
            <p:nvPr/>
          </p:nvPicPr>
          <p:blipFill>
            <a:blip r:embed="rId2">
              <a:alphaModFix/>
            </a:blip>
            <a:stretch>
              <a:fillRect/>
            </a:stretch>
          </p:blipFill>
          <p:spPr>
            <a:xfrm>
              <a:off x="7281524" y="2178375"/>
              <a:ext cx="921550" cy="193525"/>
            </a:xfrm>
            <a:prstGeom prst="rect">
              <a:avLst/>
            </a:prstGeom>
            <a:noFill/>
            <a:ln>
              <a:noFill/>
            </a:ln>
          </p:spPr>
        </p:pic>
        <p:pic>
          <p:nvPicPr>
            <p:cNvPr id="505" name="Google Shape;505;p72"/>
            <p:cNvPicPr preferRelativeResize="0"/>
            <p:nvPr/>
          </p:nvPicPr>
          <p:blipFill rotWithShape="1">
            <a:blip r:embed="rId3">
              <a:alphaModFix/>
            </a:blip>
            <a:srcRect l="50558" t="69244"/>
            <a:stretch/>
          </p:blipFill>
          <p:spPr>
            <a:xfrm>
              <a:off x="7687261" y="2351233"/>
              <a:ext cx="531312" cy="106239"/>
            </a:xfrm>
            <a:prstGeom prst="rect">
              <a:avLst/>
            </a:prstGeom>
            <a:noFill/>
            <a:ln>
              <a:noFill/>
            </a:ln>
          </p:spPr>
        </p:pic>
      </p:gr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Grey Nodes Top Right 2 1">
  <p:cSld name="6_Title Only_2_6">
    <p:spTree>
      <p:nvGrpSpPr>
        <p:cNvPr id="1" name="Shape 506"/>
        <p:cNvGrpSpPr/>
        <p:nvPr/>
      </p:nvGrpSpPr>
      <p:grpSpPr>
        <a:xfrm>
          <a:off x="0" y="0"/>
          <a:ext cx="0" cy="0"/>
          <a:chOff x="0" y="0"/>
          <a:chExt cx="0" cy="0"/>
        </a:xfrm>
      </p:grpSpPr>
      <p:sp>
        <p:nvSpPr>
          <p:cNvPr id="507" name="Google Shape;507;p73"/>
          <p:cNvSpPr txBox="1">
            <a:spLocks noGrp="1"/>
          </p:cNvSpPr>
          <p:nvPr>
            <p:ph type="body" idx="1"/>
          </p:nvPr>
        </p:nvSpPr>
        <p:spPr>
          <a:xfrm>
            <a:off x="533400" y="1370008"/>
            <a:ext cx="8001000" cy="4593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rgbClr val="000000"/>
              </a:buClr>
              <a:buSzPts val="1800"/>
              <a:buNone/>
              <a:defRPr/>
            </a:lvl1pPr>
            <a:lvl2pPr marL="914400" lvl="1" indent="-228600" algn="l">
              <a:lnSpc>
                <a:spcPct val="78888"/>
              </a:lnSpc>
              <a:spcBef>
                <a:spcPts val="400"/>
              </a:spcBef>
              <a:spcAft>
                <a:spcPts val="0"/>
              </a:spcAft>
              <a:buSzPts val="2160"/>
              <a:buNone/>
              <a:defRPr/>
            </a:lvl2pPr>
            <a:lvl3pPr marL="1371600" lvl="2" indent="-365760" algn="l">
              <a:lnSpc>
                <a:spcPct val="100000"/>
              </a:lnSpc>
              <a:spcBef>
                <a:spcPts val="360"/>
              </a:spcBef>
              <a:spcAft>
                <a:spcPts val="0"/>
              </a:spcAft>
              <a:buSzPts val="2160"/>
              <a:buChar char="•"/>
              <a:defRPr/>
            </a:lvl3pPr>
            <a:lvl4pPr marL="1828800" lvl="3" indent="-342900" algn="l">
              <a:lnSpc>
                <a:spcPct val="100000"/>
              </a:lnSpc>
              <a:spcBef>
                <a:spcPts val="360"/>
              </a:spcBef>
              <a:spcAft>
                <a:spcPts val="0"/>
              </a:spcAft>
              <a:buClr>
                <a:srgbClr val="4E5661"/>
              </a:buClr>
              <a:buSzPts val="1800"/>
              <a:buChar char="–"/>
              <a:defRPr/>
            </a:lvl4pPr>
            <a:lvl5pPr marL="2286000" lvl="4" indent="-342900" algn="l">
              <a:lnSpc>
                <a:spcPct val="100000"/>
              </a:lnSpc>
              <a:spcBef>
                <a:spcPts val="360"/>
              </a:spcBef>
              <a:spcAft>
                <a:spcPts val="0"/>
              </a:spcAft>
              <a:buClr>
                <a:srgbClr val="4E566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508" name="Google Shape;508;p73"/>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509" name="Google Shape;509;p73"/>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lnSpc>
                <a:spcPct val="100000"/>
              </a:lnSpc>
              <a:spcBef>
                <a:spcPts val="0"/>
              </a:spcBef>
              <a:spcAft>
                <a:spcPts val="0"/>
              </a:spcAft>
              <a:buClr>
                <a:srgbClr val="120046"/>
              </a:buClr>
              <a:buSzPts val="2100"/>
              <a:buNone/>
              <a:defRPr sz="23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0" name="Google Shape;510;p73"/>
          <p:cNvSpPr txBox="1">
            <a:spLocks noGrp="1"/>
          </p:cNvSpPr>
          <p:nvPr>
            <p:ph type="body" idx="2"/>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accent4"/>
              </a:buClr>
              <a:buSzPts val="1100"/>
              <a:buFont typeface="Plus Jakarta Sans SemiBold"/>
              <a:buNone/>
              <a:defRPr sz="1100" i="0">
                <a:solidFill>
                  <a:schemeClr val="accent4"/>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lnSpc>
                <a:spcPct val="100000"/>
              </a:lnSpc>
              <a:spcBef>
                <a:spcPts val="210"/>
              </a:spcBef>
              <a:spcAft>
                <a:spcPts val="0"/>
              </a:spcAft>
              <a:buSzPts val="1260"/>
              <a:buFont typeface="Arial"/>
              <a:buNone/>
              <a:defRPr sz="1050">
                <a:latin typeface="Arial"/>
                <a:ea typeface="Arial"/>
                <a:cs typeface="Arial"/>
                <a:sym typeface="Arial"/>
              </a:defRPr>
            </a:lvl3pPr>
            <a:lvl4pPr marL="1828800" lvl="3"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pic>
        <p:nvPicPr>
          <p:cNvPr id="511" name="Google Shape;511;p73"/>
          <p:cNvPicPr preferRelativeResize="0"/>
          <p:nvPr/>
        </p:nvPicPr>
        <p:blipFill rotWithShape="1">
          <a:blip r:embed="rId2">
            <a:alphaModFix/>
          </a:blip>
          <a:srcRect/>
          <a:stretch/>
        </p:blipFill>
        <p:spPr>
          <a:xfrm>
            <a:off x="7625075" y="0"/>
            <a:ext cx="1532425" cy="3244899"/>
          </a:xfrm>
          <a:prstGeom prst="rect">
            <a:avLst/>
          </a:prstGeom>
          <a:noFill/>
          <a:ln>
            <a:noFill/>
          </a:ln>
        </p:spPr>
      </p:pic>
      <p:pic>
        <p:nvPicPr>
          <p:cNvPr id="512" name="Google Shape;512;p73"/>
          <p:cNvPicPr preferRelativeResize="0"/>
          <p:nvPr/>
        </p:nvPicPr>
        <p:blipFill rotWithShape="1">
          <a:blip r:embed="rId3">
            <a:alphaModFix/>
          </a:blip>
          <a:srcRect/>
          <a:stretch/>
        </p:blipFill>
        <p:spPr>
          <a:xfrm>
            <a:off x="7757598" y="4655398"/>
            <a:ext cx="1136114" cy="274500"/>
          </a:xfrm>
          <a:prstGeom prst="rect">
            <a:avLst/>
          </a:prstGeom>
          <a:noFill/>
          <a:ln>
            <a:noFill/>
          </a:ln>
        </p:spPr>
      </p:pic>
    </p:spTree>
  </p:cSld>
  <p:clrMapOvr>
    <a:masterClrMapping/>
  </p:clrMapOvr>
  <p:transition spd="slow">
    <p:push/>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Title &amp; Body | White">
  <p:cSld name="Title &amp; Body | White">
    <p:spTree>
      <p:nvGrpSpPr>
        <p:cNvPr id="1" name="Shape 517"/>
        <p:cNvGrpSpPr/>
        <p:nvPr/>
      </p:nvGrpSpPr>
      <p:grpSpPr>
        <a:xfrm>
          <a:off x="0" y="0"/>
          <a:ext cx="0" cy="0"/>
          <a:chOff x="0" y="0"/>
          <a:chExt cx="0" cy="0"/>
        </a:xfrm>
      </p:grpSpPr>
      <p:sp>
        <p:nvSpPr>
          <p:cNvPr id="518" name="Google Shape;518;p75"/>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519" name="Google Shape;519;p75"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520" name="Google Shape;520;p75"/>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lnSpc>
                <a:spcPct val="100000"/>
              </a:lnSpc>
              <a:spcBef>
                <a:spcPts val="0"/>
              </a:spcBef>
              <a:spcAft>
                <a:spcPts val="0"/>
              </a:spcAft>
              <a:buClr>
                <a:srgbClr val="120046"/>
              </a:buClr>
              <a:buSzPts val="2100"/>
              <a:buNone/>
              <a:defRPr sz="23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1" name="Google Shape;521;p75"/>
          <p:cNvSpPr txBox="1">
            <a:spLocks noGrp="1"/>
          </p:cNvSpPr>
          <p:nvPr>
            <p:ph type="body" idx="1"/>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accent4"/>
              </a:buClr>
              <a:buSzPts val="1100"/>
              <a:buFont typeface="Plus Jakarta Sans SemiBold"/>
              <a:buNone/>
              <a:defRPr sz="1100" i="0">
                <a:solidFill>
                  <a:schemeClr val="accent4"/>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lnSpc>
                <a:spcPct val="100000"/>
              </a:lnSpc>
              <a:spcBef>
                <a:spcPts val="210"/>
              </a:spcBef>
              <a:spcAft>
                <a:spcPts val="0"/>
              </a:spcAft>
              <a:buSzPts val="1260"/>
              <a:buFont typeface="Arial"/>
              <a:buNone/>
              <a:defRPr sz="1050">
                <a:latin typeface="Arial"/>
                <a:ea typeface="Arial"/>
                <a:cs typeface="Arial"/>
                <a:sym typeface="Arial"/>
              </a:defRPr>
            </a:lvl3pPr>
            <a:lvl4pPr marL="1828800" lvl="3"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522" name="Google Shape;522;p75"/>
          <p:cNvSpPr txBox="1">
            <a:spLocks noGrp="1"/>
          </p:cNvSpPr>
          <p:nvPr>
            <p:ph type="body" idx="2"/>
          </p:nvPr>
        </p:nvSpPr>
        <p:spPr>
          <a:xfrm>
            <a:off x="533400" y="1370000"/>
            <a:ext cx="4138200" cy="30825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SzPts val="1800"/>
              <a:buNone/>
              <a:defRPr/>
            </a:lvl1pPr>
            <a:lvl2pPr marL="914400" lvl="1" indent="-228600" algn="l">
              <a:lnSpc>
                <a:spcPct val="78888"/>
              </a:lnSpc>
              <a:spcBef>
                <a:spcPts val="400"/>
              </a:spcBef>
              <a:spcAft>
                <a:spcPts val="0"/>
              </a:spcAft>
              <a:buClr>
                <a:srgbClr val="000000"/>
              </a:buClr>
              <a:buSzPts val="2160"/>
              <a:buNone/>
              <a:defRPr/>
            </a:lvl2pPr>
            <a:lvl3pPr marL="1371600" lvl="2" indent="-365760" algn="l">
              <a:lnSpc>
                <a:spcPct val="100000"/>
              </a:lnSpc>
              <a:spcBef>
                <a:spcPts val="360"/>
              </a:spcBef>
              <a:spcAft>
                <a:spcPts val="0"/>
              </a:spcAft>
              <a:buClr>
                <a:srgbClr val="000000"/>
              </a:buClr>
              <a:buSzPts val="2160"/>
              <a:buChar char="•"/>
              <a:defRPr>
                <a:solidFill>
                  <a:srgbClr val="000000"/>
                </a:solidFill>
              </a:defRPr>
            </a:lvl3pPr>
            <a:lvl4pPr marL="1828800" lvl="3" indent="-342900" algn="l">
              <a:lnSpc>
                <a:spcPct val="100000"/>
              </a:lnSpc>
              <a:spcBef>
                <a:spcPts val="360"/>
              </a:spcBef>
              <a:spcAft>
                <a:spcPts val="0"/>
              </a:spcAft>
              <a:buClr>
                <a:srgbClr val="000000"/>
              </a:buClr>
              <a:buSzPts val="1800"/>
              <a:buChar char="–"/>
              <a:defRPr>
                <a:solidFill>
                  <a:srgbClr val="000000"/>
                </a:solidFill>
              </a:defRPr>
            </a:lvl4pPr>
            <a:lvl5pPr marL="2286000" lvl="4" indent="-342900" algn="l">
              <a:lnSpc>
                <a:spcPct val="100000"/>
              </a:lnSpc>
              <a:spcBef>
                <a:spcPts val="360"/>
              </a:spcBef>
              <a:spcAft>
                <a:spcPts val="0"/>
              </a:spcAft>
              <a:buClr>
                <a:srgbClr val="000000"/>
              </a:buClr>
              <a:buSzPts val="1800"/>
              <a:buChar char="»"/>
              <a:defRPr>
                <a:solidFill>
                  <a:srgbClr val="000000"/>
                </a:solidFill>
              </a:defRPr>
            </a:lvl5pPr>
            <a:lvl6pPr marL="2743200" lvl="5" indent="-342900" algn="l">
              <a:lnSpc>
                <a:spcPct val="100000"/>
              </a:lnSpc>
              <a:spcBef>
                <a:spcPts val="360"/>
              </a:spcBef>
              <a:spcAft>
                <a:spcPts val="0"/>
              </a:spcAft>
              <a:buClr>
                <a:srgbClr val="000000"/>
              </a:buClr>
              <a:buSzPts val="1800"/>
              <a:buChar char="•"/>
              <a:defRPr>
                <a:solidFill>
                  <a:srgbClr val="000000"/>
                </a:solidFill>
              </a:defRPr>
            </a:lvl6pPr>
            <a:lvl7pPr marL="3200400" lvl="6" indent="-342900" algn="l">
              <a:lnSpc>
                <a:spcPct val="100000"/>
              </a:lnSpc>
              <a:spcBef>
                <a:spcPts val="360"/>
              </a:spcBef>
              <a:spcAft>
                <a:spcPts val="0"/>
              </a:spcAft>
              <a:buClr>
                <a:srgbClr val="000000"/>
              </a:buClr>
              <a:buSzPts val="1800"/>
              <a:buChar char="•"/>
              <a:defRPr>
                <a:solidFill>
                  <a:srgbClr val="000000"/>
                </a:solidFill>
              </a:defRPr>
            </a:lvl7pPr>
            <a:lvl8pPr marL="3657600" lvl="7" indent="-342900" algn="l">
              <a:lnSpc>
                <a:spcPct val="100000"/>
              </a:lnSpc>
              <a:spcBef>
                <a:spcPts val="360"/>
              </a:spcBef>
              <a:spcAft>
                <a:spcPts val="0"/>
              </a:spcAft>
              <a:buClr>
                <a:srgbClr val="000000"/>
              </a:buClr>
              <a:buSzPts val="1800"/>
              <a:buChar char="•"/>
              <a:defRPr>
                <a:solidFill>
                  <a:srgbClr val="000000"/>
                </a:solidFill>
              </a:defRPr>
            </a:lvl8pPr>
            <a:lvl9pPr marL="4114800" lvl="8" indent="-342900" algn="l">
              <a:lnSpc>
                <a:spcPct val="100000"/>
              </a:lnSpc>
              <a:spcBef>
                <a:spcPts val="360"/>
              </a:spcBef>
              <a:spcAft>
                <a:spcPts val="0"/>
              </a:spcAft>
              <a:buClr>
                <a:srgbClr val="000000"/>
              </a:buClr>
              <a:buSzPts val="1800"/>
              <a:buChar char="•"/>
              <a:defRPr>
                <a:solidFill>
                  <a:srgbClr val="000000"/>
                </a:solidFill>
              </a:defRPr>
            </a:lvl9pPr>
          </a:lstStyle>
          <a:p>
            <a:endParaRPr/>
          </a:p>
        </p:txBody>
      </p:sp>
    </p:spTree>
  </p:cSld>
  <p:clrMapOvr>
    <a:masterClrMapping/>
  </p:clrMapOvr>
  <p:transition spd="slow">
    <p:push/>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Cover Slide | Nodes on the Right | Twilight">
  <p:cSld name="Cover Slide | Nodes on the Right | Twilight">
    <p:bg>
      <p:bgPr>
        <a:solidFill>
          <a:schemeClr val="dk1"/>
        </a:solidFill>
        <a:effectLst/>
      </p:bgPr>
    </p:bg>
    <p:spTree>
      <p:nvGrpSpPr>
        <p:cNvPr id="1" name="Shape 523"/>
        <p:cNvGrpSpPr/>
        <p:nvPr/>
      </p:nvGrpSpPr>
      <p:grpSpPr>
        <a:xfrm>
          <a:off x="0" y="0"/>
          <a:ext cx="0" cy="0"/>
          <a:chOff x="0" y="0"/>
          <a:chExt cx="0" cy="0"/>
        </a:xfrm>
      </p:grpSpPr>
      <p:sp>
        <p:nvSpPr>
          <p:cNvPr id="524" name="Google Shape;524;p76"/>
          <p:cNvSpPr txBox="1">
            <a:spLocks noGrp="1"/>
          </p:cNvSpPr>
          <p:nvPr>
            <p:ph type="body" idx="1"/>
          </p:nvPr>
        </p:nvSpPr>
        <p:spPr>
          <a:xfrm>
            <a:off x="609600" y="4491831"/>
            <a:ext cx="3505200" cy="274500"/>
          </a:xfrm>
          <a:prstGeom prst="rect">
            <a:avLst/>
          </a:prstGeom>
          <a:noFill/>
          <a:ln>
            <a:noFill/>
          </a:ln>
        </p:spPr>
        <p:txBody>
          <a:bodyPr spcFirstLastPara="1" wrap="square" lIns="0" tIns="45700" rIns="91425" bIns="45700" anchor="t" anchorCtr="0">
            <a:noAutofit/>
          </a:bodyPr>
          <a:lstStyle>
            <a:lvl1pPr marL="457200" lvl="0" indent="-228600" algn="l">
              <a:lnSpc>
                <a:spcPct val="100000"/>
              </a:lnSpc>
              <a:spcBef>
                <a:spcPts val="0"/>
              </a:spcBef>
              <a:spcAft>
                <a:spcPts val="0"/>
              </a:spcAft>
              <a:buClr>
                <a:schemeClr val="lt1"/>
              </a:buClr>
              <a:buSzPts val="1300"/>
              <a:buFont typeface="Plus Jakarta Sans"/>
              <a:buNone/>
              <a:defRPr sz="1300" b="0" i="0">
                <a:solidFill>
                  <a:schemeClr val="lt1"/>
                </a:solidFill>
                <a:latin typeface="Plus Jakarta Sans"/>
                <a:ea typeface="Plus Jakarta Sans"/>
                <a:cs typeface="Plus Jakarta Sans"/>
                <a:sym typeface="Plus Jakarta Sans"/>
              </a:defRPr>
            </a:lvl1pPr>
            <a:lvl2pPr marL="914400" lvl="1" indent="-228600" algn="l">
              <a:lnSpc>
                <a:spcPct val="129090"/>
              </a:lnSpc>
              <a:spcBef>
                <a:spcPts val="500"/>
              </a:spcBef>
              <a:spcAft>
                <a:spcPts val="0"/>
              </a:spcAft>
              <a:buSzPts val="1320"/>
              <a:buFont typeface="Plus Jakarta Sans"/>
              <a:buNone/>
              <a:defRPr>
                <a:solidFill>
                  <a:schemeClr val="lt1"/>
                </a:solidFill>
              </a:defRPr>
            </a:lvl2pPr>
            <a:lvl3pPr marL="1371600" lvl="2" indent="-304800" algn="l">
              <a:lnSpc>
                <a:spcPct val="100000"/>
              </a:lnSpc>
              <a:spcBef>
                <a:spcPts val="200"/>
              </a:spcBef>
              <a:spcAft>
                <a:spcPts val="0"/>
              </a:spcAft>
              <a:buSzPts val="1200"/>
              <a:buChar char="•"/>
              <a:defRPr>
                <a:solidFill>
                  <a:schemeClr val="lt1"/>
                </a:solidFill>
              </a:defRPr>
            </a:lvl3pPr>
            <a:lvl4pPr marL="1828800" lvl="3" indent="-279400" algn="l">
              <a:lnSpc>
                <a:spcPct val="100000"/>
              </a:lnSpc>
              <a:spcBef>
                <a:spcPts val="160"/>
              </a:spcBef>
              <a:spcAft>
                <a:spcPts val="0"/>
              </a:spcAft>
              <a:buClr>
                <a:schemeClr val="lt1"/>
              </a:buClr>
              <a:buSzPts val="800"/>
              <a:buChar char="–"/>
              <a:defRPr>
                <a:solidFill>
                  <a:schemeClr val="lt1"/>
                </a:solidFill>
              </a:defRPr>
            </a:lvl4pPr>
            <a:lvl5pPr marL="2286000" lvl="4" indent="-279400" algn="l">
              <a:lnSpc>
                <a:spcPct val="100000"/>
              </a:lnSpc>
              <a:spcBef>
                <a:spcPts val="160"/>
              </a:spcBef>
              <a:spcAft>
                <a:spcPts val="0"/>
              </a:spcAft>
              <a:buClr>
                <a:schemeClr val="lt1"/>
              </a:buClr>
              <a:buSzPts val="800"/>
              <a:buChar char="»"/>
              <a:defRPr>
                <a:solidFill>
                  <a:schemeClr val="lt1"/>
                </a:solidFil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pic>
        <p:nvPicPr>
          <p:cNvPr id="525" name="Google Shape;525;p76"/>
          <p:cNvPicPr preferRelativeResize="0"/>
          <p:nvPr/>
        </p:nvPicPr>
        <p:blipFill rotWithShape="1">
          <a:blip r:embed="rId2">
            <a:alphaModFix/>
          </a:blip>
          <a:srcRect/>
          <a:stretch/>
        </p:blipFill>
        <p:spPr>
          <a:xfrm>
            <a:off x="609600" y="686457"/>
            <a:ext cx="2321469" cy="285093"/>
          </a:xfrm>
          <a:prstGeom prst="rect">
            <a:avLst/>
          </a:prstGeom>
          <a:noFill/>
          <a:ln>
            <a:noFill/>
          </a:ln>
        </p:spPr>
      </p:pic>
      <p:pic>
        <p:nvPicPr>
          <p:cNvPr id="526" name="Google Shape;526;p76"/>
          <p:cNvPicPr preferRelativeResize="0"/>
          <p:nvPr/>
        </p:nvPicPr>
        <p:blipFill rotWithShape="1">
          <a:blip r:embed="rId3">
            <a:alphaModFix/>
          </a:blip>
          <a:srcRect l="36260" t="3129" r="-4650" b="1167"/>
          <a:stretch/>
        </p:blipFill>
        <p:spPr>
          <a:xfrm rot="5400000">
            <a:off x="6285751" y="-113456"/>
            <a:ext cx="2744888" cy="2971799"/>
          </a:xfrm>
          <a:prstGeom prst="rect">
            <a:avLst/>
          </a:prstGeom>
          <a:noFill/>
          <a:ln>
            <a:noFill/>
          </a:ln>
        </p:spPr>
      </p:pic>
      <p:sp>
        <p:nvSpPr>
          <p:cNvPr id="527" name="Google Shape;527;p76"/>
          <p:cNvSpPr txBox="1">
            <a:spLocks noGrp="1"/>
          </p:cNvSpPr>
          <p:nvPr>
            <p:ph type="title"/>
          </p:nvPr>
        </p:nvSpPr>
        <p:spPr>
          <a:xfrm>
            <a:off x="609600" y="1908100"/>
            <a:ext cx="5862600" cy="612900"/>
          </a:xfrm>
          <a:prstGeom prst="rect">
            <a:avLst/>
          </a:prstGeom>
          <a:noFill/>
          <a:ln>
            <a:noFill/>
          </a:ln>
        </p:spPr>
        <p:txBody>
          <a:bodyPr spcFirstLastPara="1" wrap="square" lIns="0" tIns="45700" rIns="91425" bIns="45700" anchor="b" anchorCtr="0">
            <a:noAutofit/>
          </a:bodyPr>
          <a:lstStyle>
            <a:lvl1pPr lvl="0" algn="l">
              <a:lnSpc>
                <a:spcPct val="100000"/>
              </a:lnSpc>
              <a:spcBef>
                <a:spcPts val="0"/>
              </a:spcBef>
              <a:spcAft>
                <a:spcPts val="0"/>
              </a:spcAft>
              <a:buClr>
                <a:schemeClr val="lt1"/>
              </a:buClr>
              <a:buSzPts val="2100"/>
              <a:buNone/>
              <a:defRPr sz="23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8" name="Google Shape;528;p76"/>
          <p:cNvSpPr txBox="1">
            <a:spLocks noGrp="1"/>
          </p:cNvSpPr>
          <p:nvPr>
            <p:ph type="body" idx="2"/>
          </p:nvPr>
        </p:nvSpPr>
        <p:spPr>
          <a:xfrm>
            <a:off x="609600" y="2604200"/>
            <a:ext cx="5862600" cy="570000"/>
          </a:xfrm>
          <a:prstGeom prst="rect">
            <a:avLst/>
          </a:prstGeom>
          <a:noFill/>
          <a:ln>
            <a:noFill/>
          </a:ln>
        </p:spPr>
        <p:txBody>
          <a:bodyPr spcFirstLastPara="1" wrap="square" lIns="0" tIns="45700" rIns="91425" bIns="45700" anchor="t" anchorCtr="0">
            <a:noAutofit/>
          </a:bodyPr>
          <a:lstStyle>
            <a:lvl1pPr marL="457200" lvl="0" indent="-228600" algn="l">
              <a:lnSpc>
                <a:spcPct val="100000"/>
              </a:lnSpc>
              <a:spcBef>
                <a:spcPts val="0"/>
              </a:spcBef>
              <a:spcAft>
                <a:spcPts val="0"/>
              </a:spcAft>
              <a:buClr>
                <a:schemeClr val="lt1"/>
              </a:buClr>
              <a:buSzPts val="1800"/>
              <a:buFont typeface="Plus Jakarta Sans SemiBold"/>
              <a:buNone/>
              <a:defRPr>
                <a:solidFill>
                  <a:schemeClr val="lt1"/>
                </a:solidFill>
                <a:latin typeface="Plus Jakarta Sans SemiBold"/>
                <a:ea typeface="Plus Jakarta Sans SemiBold"/>
                <a:cs typeface="Plus Jakarta Sans SemiBold"/>
                <a:sym typeface="Plus Jakarta Sans SemiBold"/>
              </a:defRPr>
            </a:lvl1pPr>
            <a:lvl2pPr marL="914400" lvl="1" indent="-228600" algn="l">
              <a:lnSpc>
                <a:spcPct val="78888"/>
              </a:lnSpc>
              <a:spcBef>
                <a:spcPts val="500"/>
              </a:spcBef>
              <a:spcAft>
                <a:spcPts val="0"/>
              </a:spcAft>
              <a:buSzPts val="2160"/>
              <a:buNone/>
              <a:defRPr/>
            </a:lvl2pPr>
            <a:lvl3pPr marL="1371600" lvl="2" indent="-365760" algn="l">
              <a:lnSpc>
                <a:spcPct val="100000"/>
              </a:lnSpc>
              <a:spcBef>
                <a:spcPts val="360"/>
              </a:spcBef>
              <a:spcAft>
                <a:spcPts val="0"/>
              </a:spcAft>
              <a:buSzPts val="2160"/>
              <a:buChar char="•"/>
              <a:defRPr/>
            </a:lvl3pPr>
            <a:lvl4pPr marL="1828800" lvl="3" indent="-342900" algn="l">
              <a:lnSpc>
                <a:spcPct val="100000"/>
              </a:lnSpc>
              <a:spcBef>
                <a:spcPts val="360"/>
              </a:spcBef>
              <a:spcAft>
                <a:spcPts val="0"/>
              </a:spcAft>
              <a:buClr>
                <a:srgbClr val="4F22FE"/>
              </a:buClr>
              <a:buSzPts val="1800"/>
              <a:buChar char="–"/>
              <a:defRPr/>
            </a:lvl4pPr>
            <a:lvl5pPr marL="2286000" lvl="4" indent="-342900" algn="l">
              <a:lnSpc>
                <a:spcPct val="100000"/>
              </a:lnSpc>
              <a:spcBef>
                <a:spcPts val="360"/>
              </a:spcBef>
              <a:spcAft>
                <a:spcPts val="0"/>
              </a:spcAft>
              <a:buClr>
                <a:srgbClr val="4F22FE"/>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529" name="Google Shape;529;p76"/>
          <p:cNvSpPr/>
          <p:nvPr/>
        </p:nvSpPr>
        <p:spPr>
          <a:xfrm>
            <a:off x="331875" y="4801925"/>
            <a:ext cx="2404800" cy="187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dk1"/>
              </a:solidFill>
              <a:latin typeface="Plus Jakarta Sans"/>
              <a:ea typeface="Plus Jakarta Sans"/>
              <a:cs typeface="Plus Jakarta Sans"/>
              <a:sym typeface="Plus Jakarta Sans"/>
            </a:endParaRPr>
          </a:p>
        </p:txBody>
      </p:sp>
    </p:spTree>
  </p:cSld>
  <p:clrMapOvr>
    <a:masterClrMapping/>
  </p:clrMapOvr>
  <p:transition spd="slow">
    <p:push/>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Cover Slide | Blue Nodes on the Right">
  <p:cSld name="Cover Slide | Blue Nodes on the Right">
    <p:spTree>
      <p:nvGrpSpPr>
        <p:cNvPr id="1" name="Shape 530"/>
        <p:cNvGrpSpPr/>
        <p:nvPr/>
      </p:nvGrpSpPr>
      <p:grpSpPr>
        <a:xfrm>
          <a:off x="0" y="0"/>
          <a:ext cx="0" cy="0"/>
          <a:chOff x="0" y="0"/>
          <a:chExt cx="0" cy="0"/>
        </a:xfrm>
      </p:grpSpPr>
      <p:sp>
        <p:nvSpPr>
          <p:cNvPr id="531" name="Google Shape;531;p77"/>
          <p:cNvSpPr txBox="1">
            <a:spLocks noGrp="1"/>
          </p:cNvSpPr>
          <p:nvPr>
            <p:ph type="body" idx="1"/>
          </p:nvPr>
        </p:nvSpPr>
        <p:spPr>
          <a:xfrm>
            <a:off x="609600" y="4491831"/>
            <a:ext cx="3505200" cy="274500"/>
          </a:xfrm>
          <a:prstGeom prst="rect">
            <a:avLst/>
          </a:prstGeom>
          <a:noFill/>
          <a:ln>
            <a:noFill/>
          </a:ln>
        </p:spPr>
        <p:txBody>
          <a:bodyPr spcFirstLastPara="1" wrap="square" lIns="0" tIns="45700" rIns="91425" bIns="45700" anchor="t" anchorCtr="0">
            <a:noAutofit/>
          </a:bodyPr>
          <a:lstStyle>
            <a:lvl1pPr marL="457200" lvl="0" indent="-228600" algn="l">
              <a:lnSpc>
                <a:spcPct val="100000"/>
              </a:lnSpc>
              <a:spcBef>
                <a:spcPts val="0"/>
              </a:spcBef>
              <a:spcAft>
                <a:spcPts val="0"/>
              </a:spcAft>
              <a:buClr>
                <a:schemeClr val="accent3"/>
              </a:buClr>
              <a:buSzPts val="1300"/>
              <a:buFont typeface="Plus Jakarta Sans"/>
              <a:buNone/>
              <a:defRPr sz="1300" b="0" i="0">
                <a:solidFill>
                  <a:schemeClr val="accent3"/>
                </a:solidFill>
                <a:latin typeface="Plus Jakarta Sans"/>
                <a:ea typeface="Plus Jakarta Sans"/>
                <a:cs typeface="Plus Jakarta Sans"/>
                <a:sym typeface="Plus Jakarta Sans"/>
              </a:defRPr>
            </a:lvl1pPr>
            <a:lvl2pPr marL="914400" lvl="1" indent="-228600" algn="l">
              <a:lnSpc>
                <a:spcPct val="78888"/>
              </a:lnSpc>
              <a:spcBef>
                <a:spcPts val="500"/>
              </a:spcBef>
              <a:spcAft>
                <a:spcPts val="0"/>
              </a:spcAft>
              <a:buSzPts val="2160"/>
              <a:buNone/>
              <a:defRPr/>
            </a:lvl2pPr>
            <a:lvl3pPr marL="1371600" lvl="2" indent="-365760" algn="l">
              <a:lnSpc>
                <a:spcPct val="100000"/>
              </a:lnSpc>
              <a:spcBef>
                <a:spcPts val="360"/>
              </a:spcBef>
              <a:spcAft>
                <a:spcPts val="0"/>
              </a:spcAft>
              <a:buSzPts val="2160"/>
              <a:buChar char="•"/>
              <a:defRPr/>
            </a:lvl3pPr>
            <a:lvl4pPr marL="1828800" lvl="3" indent="-342900" algn="l">
              <a:lnSpc>
                <a:spcPct val="100000"/>
              </a:lnSpc>
              <a:spcBef>
                <a:spcPts val="360"/>
              </a:spcBef>
              <a:spcAft>
                <a:spcPts val="0"/>
              </a:spcAft>
              <a:buClr>
                <a:srgbClr val="4F22FE"/>
              </a:buClr>
              <a:buSzPts val="1800"/>
              <a:buChar char="–"/>
              <a:defRPr/>
            </a:lvl4pPr>
            <a:lvl5pPr marL="2286000" lvl="4" indent="-342900" algn="l">
              <a:lnSpc>
                <a:spcPct val="100000"/>
              </a:lnSpc>
              <a:spcBef>
                <a:spcPts val="360"/>
              </a:spcBef>
              <a:spcAft>
                <a:spcPts val="0"/>
              </a:spcAft>
              <a:buClr>
                <a:srgbClr val="4F22FE"/>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pic>
        <p:nvPicPr>
          <p:cNvPr id="532" name="Google Shape;532;p77"/>
          <p:cNvPicPr preferRelativeResize="0"/>
          <p:nvPr/>
        </p:nvPicPr>
        <p:blipFill rotWithShape="1">
          <a:blip r:embed="rId2">
            <a:alphaModFix/>
          </a:blip>
          <a:srcRect/>
          <a:stretch/>
        </p:blipFill>
        <p:spPr>
          <a:xfrm>
            <a:off x="609600" y="686457"/>
            <a:ext cx="2321469" cy="285093"/>
          </a:xfrm>
          <a:prstGeom prst="rect">
            <a:avLst/>
          </a:prstGeom>
          <a:noFill/>
          <a:ln>
            <a:noFill/>
          </a:ln>
        </p:spPr>
      </p:pic>
      <p:sp>
        <p:nvSpPr>
          <p:cNvPr id="533" name="Google Shape;533;p77"/>
          <p:cNvSpPr txBox="1">
            <a:spLocks noGrp="1"/>
          </p:cNvSpPr>
          <p:nvPr>
            <p:ph type="body" idx="2"/>
          </p:nvPr>
        </p:nvSpPr>
        <p:spPr>
          <a:xfrm>
            <a:off x="609600" y="2604207"/>
            <a:ext cx="7543800" cy="570000"/>
          </a:xfrm>
          <a:prstGeom prst="rect">
            <a:avLst/>
          </a:prstGeom>
          <a:noFill/>
          <a:ln>
            <a:noFill/>
          </a:ln>
        </p:spPr>
        <p:txBody>
          <a:bodyPr spcFirstLastPara="1" wrap="square" lIns="0" tIns="45700" rIns="91425" bIns="45700" anchor="t" anchorCtr="0">
            <a:noAutofit/>
          </a:bodyPr>
          <a:lstStyle>
            <a:lvl1pPr marL="457200" lvl="0" indent="-228600" algn="l">
              <a:lnSpc>
                <a:spcPct val="100000"/>
              </a:lnSpc>
              <a:spcBef>
                <a:spcPts val="0"/>
              </a:spcBef>
              <a:spcAft>
                <a:spcPts val="0"/>
              </a:spcAft>
              <a:buClr>
                <a:schemeClr val="accent2"/>
              </a:buClr>
              <a:buSzPts val="1800"/>
              <a:buFont typeface="Plus Jakarta Sans SemiBold"/>
              <a:buNone/>
              <a:defRPr>
                <a:solidFill>
                  <a:schemeClr val="accent2"/>
                </a:solidFill>
                <a:latin typeface="Plus Jakarta Sans SemiBold"/>
                <a:ea typeface="Plus Jakarta Sans SemiBold"/>
                <a:cs typeface="Plus Jakarta Sans SemiBold"/>
                <a:sym typeface="Plus Jakarta Sans SemiBold"/>
              </a:defRPr>
            </a:lvl1pPr>
            <a:lvl2pPr marL="914400" lvl="1" indent="-228600" algn="l">
              <a:lnSpc>
                <a:spcPct val="78888"/>
              </a:lnSpc>
              <a:spcBef>
                <a:spcPts val="500"/>
              </a:spcBef>
              <a:spcAft>
                <a:spcPts val="0"/>
              </a:spcAft>
              <a:buSzPts val="2160"/>
              <a:buNone/>
              <a:defRPr/>
            </a:lvl2pPr>
            <a:lvl3pPr marL="1371600" lvl="2" indent="-365760" algn="l">
              <a:lnSpc>
                <a:spcPct val="100000"/>
              </a:lnSpc>
              <a:spcBef>
                <a:spcPts val="360"/>
              </a:spcBef>
              <a:spcAft>
                <a:spcPts val="0"/>
              </a:spcAft>
              <a:buSzPts val="2160"/>
              <a:buChar char="•"/>
              <a:defRPr/>
            </a:lvl3pPr>
            <a:lvl4pPr marL="1828800" lvl="3" indent="-342900" algn="l">
              <a:lnSpc>
                <a:spcPct val="100000"/>
              </a:lnSpc>
              <a:spcBef>
                <a:spcPts val="360"/>
              </a:spcBef>
              <a:spcAft>
                <a:spcPts val="0"/>
              </a:spcAft>
              <a:buClr>
                <a:srgbClr val="4F22FE"/>
              </a:buClr>
              <a:buSzPts val="1800"/>
              <a:buChar char="–"/>
              <a:defRPr/>
            </a:lvl4pPr>
            <a:lvl5pPr marL="2286000" lvl="4" indent="-342900" algn="l">
              <a:lnSpc>
                <a:spcPct val="100000"/>
              </a:lnSpc>
              <a:spcBef>
                <a:spcPts val="360"/>
              </a:spcBef>
              <a:spcAft>
                <a:spcPts val="0"/>
              </a:spcAft>
              <a:buClr>
                <a:srgbClr val="4F22FE"/>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pic>
        <p:nvPicPr>
          <p:cNvPr id="534" name="Google Shape;534;p77"/>
          <p:cNvPicPr preferRelativeResize="0"/>
          <p:nvPr/>
        </p:nvPicPr>
        <p:blipFill rotWithShape="1">
          <a:blip r:embed="rId3">
            <a:alphaModFix/>
          </a:blip>
          <a:srcRect l="36260" t="3129" r="-4650" b="1167"/>
          <a:stretch/>
        </p:blipFill>
        <p:spPr>
          <a:xfrm rot="5400000">
            <a:off x="6285751" y="-113456"/>
            <a:ext cx="2744888" cy="2971799"/>
          </a:xfrm>
          <a:prstGeom prst="rect">
            <a:avLst/>
          </a:prstGeom>
          <a:noFill/>
          <a:ln>
            <a:noFill/>
          </a:ln>
        </p:spPr>
      </p:pic>
      <p:sp>
        <p:nvSpPr>
          <p:cNvPr id="535" name="Google Shape;535;p77"/>
          <p:cNvSpPr/>
          <p:nvPr/>
        </p:nvSpPr>
        <p:spPr>
          <a:xfrm>
            <a:off x="347525" y="4749625"/>
            <a:ext cx="1795500" cy="285000"/>
          </a:xfrm>
          <a:prstGeom prst="rect">
            <a:avLst/>
          </a:prstGeom>
          <a:solidFill>
            <a:schemeClr val="l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dk1"/>
              </a:solidFill>
              <a:latin typeface="Plus Jakarta Sans"/>
              <a:ea typeface="Plus Jakarta Sans"/>
              <a:cs typeface="Plus Jakarta Sans"/>
              <a:sym typeface="Plus Jakarta Sans"/>
            </a:endParaRPr>
          </a:p>
        </p:txBody>
      </p:sp>
      <p:sp>
        <p:nvSpPr>
          <p:cNvPr id="536" name="Google Shape;536;p77"/>
          <p:cNvSpPr txBox="1">
            <a:spLocks noGrp="1"/>
          </p:cNvSpPr>
          <p:nvPr>
            <p:ph type="title"/>
          </p:nvPr>
        </p:nvSpPr>
        <p:spPr>
          <a:xfrm>
            <a:off x="609600" y="1908088"/>
            <a:ext cx="7620000" cy="612900"/>
          </a:xfrm>
          <a:prstGeom prst="rect">
            <a:avLst/>
          </a:prstGeom>
          <a:noFill/>
          <a:ln>
            <a:noFill/>
          </a:ln>
        </p:spPr>
        <p:txBody>
          <a:bodyPr spcFirstLastPara="1" wrap="square" lIns="0" tIns="45700" rIns="91425" bIns="45700" anchor="b" anchorCtr="0">
            <a:noAutofit/>
          </a:bodyPr>
          <a:lstStyle>
            <a:lvl1pPr lvl="0" algn="l">
              <a:lnSpc>
                <a:spcPct val="100000"/>
              </a:lnSpc>
              <a:spcBef>
                <a:spcPts val="0"/>
              </a:spcBef>
              <a:spcAft>
                <a:spcPts val="0"/>
              </a:spcAft>
              <a:buClr>
                <a:srgbClr val="120046"/>
              </a:buClr>
              <a:buSzPts val="2100"/>
              <a:buNone/>
              <a:defRPr sz="23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transition spd="slow">
    <p:push/>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Transition Page | White ">
  <p:cSld name="Transition Page | White ">
    <p:spTree>
      <p:nvGrpSpPr>
        <p:cNvPr id="1" name="Shape 537"/>
        <p:cNvGrpSpPr/>
        <p:nvPr/>
      </p:nvGrpSpPr>
      <p:grpSpPr>
        <a:xfrm>
          <a:off x="0" y="0"/>
          <a:ext cx="0" cy="0"/>
          <a:chOff x="0" y="0"/>
          <a:chExt cx="0" cy="0"/>
        </a:xfrm>
      </p:grpSpPr>
      <p:pic>
        <p:nvPicPr>
          <p:cNvPr id="538" name="Google Shape;538;p78"/>
          <p:cNvPicPr preferRelativeResize="0"/>
          <p:nvPr/>
        </p:nvPicPr>
        <p:blipFill rotWithShape="1">
          <a:blip r:embed="rId2">
            <a:alphaModFix/>
          </a:blip>
          <a:srcRect/>
          <a:stretch/>
        </p:blipFill>
        <p:spPr>
          <a:xfrm>
            <a:off x="3634355" y="4452254"/>
            <a:ext cx="1875288" cy="230299"/>
          </a:xfrm>
          <a:prstGeom prst="rect">
            <a:avLst/>
          </a:prstGeom>
          <a:noFill/>
          <a:ln>
            <a:noFill/>
          </a:ln>
        </p:spPr>
      </p:pic>
      <p:sp>
        <p:nvSpPr>
          <p:cNvPr id="539" name="Google Shape;539;p78"/>
          <p:cNvSpPr/>
          <p:nvPr/>
        </p:nvSpPr>
        <p:spPr>
          <a:xfrm>
            <a:off x="381000" y="209550"/>
            <a:ext cx="381000" cy="609600"/>
          </a:xfrm>
          <a:prstGeom prst="rect">
            <a:avLst/>
          </a:pr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540" name="Google Shape;540;p78"/>
          <p:cNvPicPr preferRelativeResize="0"/>
          <p:nvPr/>
        </p:nvPicPr>
        <p:blipFill rotWithShape="1">
          <a:blip r:embed="rId3">
            <a:alphaModFix/>
          </a:blip>
          <a:srcRect l="109" t="17598" r="31189" b="47310"/>
          <a:stretch/>
        </p:blipFill>
        <p:spPr>
          <a:xfrm rot="-5400000">
            <a:off x="6830600" y="238375"/>
            <a:ext cx="2567650" cy="2078200"/>
          </a:xfrm>
          <a:prstGeom prst="rect">
            <a:avLst/>
          </a:prstGeom>
          <a:noFill/>
          <a:ln>
            <a:noFill/>
          </a:ln>
        </p:spPr>
      </p:pic>
      <p:sp>
        <p:nvSpPr>
          <p:cNvPr id="541" name="Google Shape;541;p78"/>
          <p:cNvSpPr/>
          <p:nvPr/>
        </p:nvSpPr>
        <p:spPr>
          <a:xfrm>
            <a:off x="347525" y="4749625"/>
            <a:ext cx="1795500" cy="285000"/>
          </a:xfrm>
          <a:prstGeom prst="rect">
            <a:avLst/>
          </a:prstGeom>
          <a:solidFill>
            <a:schemeClr val="lt2"/>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dk1"/>
              </a:solidFill>
              <a:latin typeface="Plus Jakarta Sans"/>
              <a:ea typeface="Plus Jakarta Sans"/>
              <a:cs typeface="Plus Jakarta Sans"/>
              <a:sym typeface="Plus Jakarta Sans"/>
            </a:endParaRPr>
          </a:p>
        </p:txBody>
      </p:sp>
      <p:sp>
        <p:nvSpPr>
          <p:cNvPr id="542" name="Google Shape;542;p78"/>
          <p:cNvSpPr txBox="1">
            <a:spLocks noGrp="1"/>
          </p:cNvSpPr>
          <p:nvPr>
            <p:ph type="body" idx="1"/>
          </p:nvPr>
        </p:nvSpPr>
        <p:spPr>
          <a:xfrm>
            <a:off x="0" y="1533525"/>
            <a:ext cx="9144000" cy="324000"/>
          </a:xfrm>
          <a:prstGeom prst="rect">
            <a:avLst/>
          </a:prstGeom>
          <a:noFill/>
          <a:ln>
            <a:noFill/>
          </a:ln>
        </p:spPr>
        <p:txBody>
          <a:bodyPr spcFirstLastPara="1" wrap="square" lIns="0" tIns="45700" rIns="91425" bIns="45700" anchor="t" anchorCtr="0">
            <a:noAutofit/>
          </a:bodyPr>
          <a:lstStyle>
            <a:lvl1pPr marL="457200" lvl="0" indent="-228600" algn="ctr">
              <a:lnSpc>
                <a:spcPct val="100000"/>
              </a:lnSpc>
              <a:spcBef>
                <a:spcPts val="0"/>
              </a:spcBef>
              <a:spcAft>
                <a:spcPts val="0"/>
              </a:spcAft>
              <a:buClr>
                <a:srgbClr val="5555FA"/>
              </a:buClr>
              <a:buSzPts val="1400"/>
              <a:buFont typeface="Plus Jakarta Sans SemiBold"/>
              <a:buNone/>
              <a:defRPr i="0">
                <a:solidFill>
                  <a:srgbClr val="5555FA"/>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500"/>
              </a:spcBef>
              <a:spcAft>
                <a:spcPts val="0"/>
              </a:spcAft>
              <a:buSzPts val="1260"/>
              <a:buFont typeface="Arial"/>
              <a:buNone/>
              <a:defRPr sz="1050">
                <a:latin typeface="Arial"/>
                <a:ea typeface="Arial"/>
                <a:cs typeface="Arial"/>
                <a:sym typeface="Arial"/>
              </a:defRPr>
            </a:lvl2pPr>
            <a:lvl3pPr marL="1371600" lvl="2" indent="-228600" algn="l">
              <a:lnSpc>
                <a:spcPct val="100000"/>
              </a:lnSpc>
              <a:spcBef>
                <a:spcPts val="210"/>
              </a:spcBef>
              <a:spcAft>
                <a:spcPts val="0"/>
              </a:spcAft>
              <a:buSzPts val="1260"/>
              <a:buFont typeface="Arial"/>
              <a:buNone/>
              <a:defRPr sz="1050">
                <a:latin typeface="Arial"/>
                <a:ea typeface="Arial"/>
                <a:cs typeface="Arial"/>
                <a:sym typeface="Arial"/>
              </a:defRPr>
            </a:lvl3pPr>
            <a:lvl4pPr marL="1828800" lvl="3" indent="-228600" algn="l">
              <a:lnSpc>
                <a:spcPct val="100000"/>
              </a:lnSpc>
              <a:spcBef>
                <a:spcPts val="210"/>
              </a:spcBef>
              <a:spcAft>
                <a:spcPts val="0"/>
              </a:spcAft>
              <a:buClr>
                <a:srgbClr val="4F22FE"/>
              </a:buClr>
              <a:buSzPts val="1050"/>
              <a:buFont typeface="Arial"/>
              <a:buNone/>
              <a:defRPr sz="1050">
                <a:latin typeface="Arial"/>
                <a:ea typeface="Arial"/>
                <a:cs typeface="Arial"/>
                <a:sym typeface="Arial"/>
              </a:defRPr>
            </a:lvl4pPr>
            <a:lvl5pPr marL="2286000" lvl="4" indent="-228600" algn="l">
              <a:lnSpc>
                <a:spcPct val="100000"/>
              </a:lnSpc>
              <a:spcBef>
                <a:spcPts val="210"/>
              </a:spcBef>
              <a:spcAft>
                <a:spcPts val="0"/>
              </a:spcAft>
              <a:buClr>
                <a:srgbClr val="4F22FE"/>
              </a:buClr>
              <a:buSzPts val="1050"/>
              <a:buFont typeface="Arial"/>
              <a:buNone/>
              <a:defRPr sz="1050">
                <a:latin typeface="Arial"/>
                <a:ea typeface="Arial"/>
                <a:cs typeface="Arial"/>
                <a:sym typeface="Aria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543" name="Google Shape;543;p78"/>
          <p:cNvSpPr txBox="1">
            <a:spLocks noGrp="1"/>
          </p:cNvSpPr>
          <p:nvPr>
            <p:ph type="title"/>
          </p:nvPr>
        </p:nvSpPr>
        <p:spPr>
          <a:xfrm>
            <a:off x="0" y="1809750"/>
            <a:ext cx="9144000" cy="8574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0"/>
              </a:spcBef>
              <a:spcAft>
                <a:spcPts val="0"/>
              </a:spcAft>
              <a:buClr>
                <a:srgbClr val="120046"/>
              </a:buClr>
              <a:buSzPts val="3300"/>
              <a:buFont typeface="Plus Jakarta Sans"/>
              <a:buNone/>
              <a:defRPr sz="2300" b="0" i="0">
                <a:solidFill>
                  <a:srgbClr val="12004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transition spd="slow">
    <p:push/>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Transition Page | Orange">
  <p:cSld name="Transition Page | Orange">
    <p:bg>
      <p:bgPr>
        <a:solidFill>
          <a:schemeClr val="accent1"/>
        </a:solidFill>
        <a:effectLst/>
      </p:bgPr>
    </p:bg>
    <p:spTree>
      <p:nvGrpSpPr>
        <p:cNvPr id="1" name="Shape 544"/>
        <p:cNvGrpSpPr/>
        <p:nvPr/>
      </p:nvGrpSpPr>
      <p:grpSpPr>
        <a:xfrm>
          <a:off x="0" y="0"/>
          <a:ext cx="0" cy="0"/>
          <a:chOff x="0" y="0"/>
          <a:chExt cx="0" cy="0"/>
        </a:xfrm>
      </p:grpSpPr>
      <p:pic>
        <p:nvPicPr>
          <p:cNvPr id="545" name="Google Shape;545;p79"/>
          <p:cNvPicPr preferRelativeResize="0"/>
          <p:nvPr/>
        </p:nvPicPr>
        <p:blipFill rotWithShape="1">
          <a:blip r:embed="rId2">
            <a:alphaModFix/>
          </a:blip>
          <a:srcRect t="17802" r="31295" b="47332"/>
          <a:stretch/>
        </p:blipFill>
        <p:spPr>
          <a:xfrm rot="-5400000">
            <a:off x="6833599" y="250900"/>
            <a:ext cx="2561301" cy="2059499"/>
          </a:xfrm>
          <a:prstGeom prst="rect">
            <a:avLst/>
          </a:prstGeom>
          <a:noFill/>
          <a:ln>
            <a:noFill/>
          </a:ln>
        </p:spPr>
      </p:pic>
      <p:sp>
        <p:nvSpPr>
          <p:cNvPr id="546" name="Google Shape;546;p79"/>
          <p:cNvSpPr txBox="1">
            <a:spLocks noGrp="1"/>
          </p:cNvSpPr>
          <p:nvPr>
            <p:ph type="body" idx="1"/>
          </p:nvPr>
        </p:nvSpPr>
        <p:spPr>
          <a:xfrm>
            <a:off x="0" y="1533525"/>
            <a:ext cx="9144000" cy="324000"/>
          </a:xfrm>
          <a:prstGeom prst="rect">
            <a:avLst/>
          </a:prstGeom>
          <a:noFill/>
          <a:ln>
            <a:noFill/>
          </a:ln>
        </p:spPr>
        <p:txBody>
          <a:bodyPr spcFirstLastPara="1" wrap="square" lIns="0" tIns="45700" rIns="91425" bIns="45700" anchor="t" anchorCtr="0">
            <a:noAutofit/>
          </a:bodyPr>
          <a:lstStyle>
            <a:lvl1pPr marL="457200" lvl="0" indent="-228600" algn="ctr">
              <a:lnSpc>
                <a:spcPct val="100000"/>
              </a:lnSpc>
              <a:spcBef>
                <a:spcPts val="0"/>
              </a:spcBef>
              <a:spcAft>
                <a:spcPts val="0"/>
              </a:spcAft>
              <a:buClr>
                <a:schemeClr val="lt1"/>
              </a:buClr>
              <a:buSzPts val="1400"/>
              <a:buFont typeface="Plus Jakarta Sans SemiBold"/>
              <a:buNone/>
              <a:defRPr i="0">
                <a:solidFill>
                  <a:schemeClr val="lt1"/>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500"/>
              </a:spcBef>
              <a:spcAft>
                <a:spcPts val="0"/>
              </a:spcAft>
              <a:buClr>
                <a:schemeClr val="lt1"/>
              </a:buClr>
              <a:buSzPts val="1260"/>
              <a:buFont typeface="Arial"/>
              <a:buNone/>
              <a:defRPr sz="1050">
                <a:solidFill>
                  <a:schemeClr val="lt1"/>
                </a:solidFill>
                <a:latin typeface="Arial"/>
                <a:ea typeface="Arial"/>
                <a:cs typeface="Arial"/>
                <a:sym typeface="Arial"/>
              </a:defRPr>
            </a:lvl2pPr>
            <a:lvl3pPr marL="1371600" lvl="2" indent="-228600" algn="l">
              <a:lnSpc>
                <a:spcPct val="100000"/>
              </a:lnSpc>
              <a:spcBef>
                <a:spcPts val="210"/>
              </a:spcBef>
              <a:spcAft>
                <a:spcPts val="0"/>
              </a:spcAft>
              <a:buClr>
                <a:schemeClr val="lt1"/>
              </a:buClr>
              <a:buSzPts val="1260"/>
              <a:buFont typeface="Arial"/>
              <a:buNone/>
              <a:defRPr sz="1050">
                <a:solidFill>
                  <a:schemeClr val="lt1"/>
                </a:solidFill>
                <a:latin typeface="Arial"/>
                <a:ea typeface="Arial"/>
                <a:cs typeface="Arial"/>
                <a:sym typeface="Arial"/>
              </a:defRPr>
            </a:lvl3pPr>
            <a:lvl4pPr marL="1828800" lvl="3" indent="-228600" algn="l">
              <a:lnSpc>
                <a:spcPct val="100000"/>
              </a:lnSpc>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4pPr>
            <a:lvl5pPr marL="2286000" lvl="4" indent="-228600" algn="l">
              <a:lnSpc>
                <a:spcPct val="100000"/>
              </a:lnSpc>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5pPr>
            <a:lvl6pPr marL="2743200" lvl="5" indent="-342900" algn="l">
              <a:lnSpc>
                <a:spcPct val="100000"/>
              </a:lnSpc>
              <a:spcBef>
                <a:spcPts val="360"/>
              </a:spcBef>
              <a:spcAft>
                <a:spcPts val="0"/>
              </a:spcAft>
              <a:buClr>
                <a:schemeClr val="lt1"/>
              </a:buClr>
              <a:buSzPts val="1800"/>
              <a:buChar char="•"/>
              <a:defRPr>
                <a:solidFill>
                  <a:schemeClr val="lt1"/>
                </a:solidFill>
              </a:defRPr>
            </a:lvl6pPr>
            <a:lvl7pPr marL="3200400" lvl="6" indent="-342900" algn="l">
              <a:lnSpc>
                <a:spcPct val="100000"/>
              </a:lnSpc>
              <a:spcBef>
                <a:spcPts val="360"/>
              </a:spcBef>
              <a:spcAft>
                <a:spcPts val="0"/>
              </a:spcAft>
              <a:buClr>
                <a:schemeClr val="lt1"/>
              </a:buClr>
              <a:buSzPts val="1800"/>
              <a:buChar char="•"/>
              <a:defRPr>
                <a:solidFill>
                  <a:schemeClr val="lt1"/>
                </a:solidFill>
              </a:defRPr>
            </a:lvl7pPr>
            <a:lvl8pPr marL="3657600" lvl="7" indent="-342900" algn="l">
              <a:lnSpc>
                <a:spcPct val="100000"/>
              </a:lnSpc>
              <a:spcBef>
                <a:spcPts val="360"/>
              </a:spcBef>
              <a:spcAft>
                <a:spcPts val="0"/>
              </a:spcAft>
              <a:buClr>
                <a:schemeClr val="lt1"/>
              </a:buClr>
              <a:buSzPts val="1800"/>
              <a:buChar char="•"/>
              <a:defRPr>
                <a:solidFill>
                  <a:schemeClr val="lt1"/>
                </a:solidFill>
              </a:defRPr>
            </a:lvl8pPr>
            <a:lvl9pPr marL="4114800" lvl="8" indent="-342900" algn="l">
              <a:lnSpc>
                <a:spcPct val="100000"/>
              </a:lnSpc>
              <a:spcBef>
                <a:spcPts val="360"/>
              </a:spcBef>
              <a:spcAft>
                <a:spcPts val="0"/>
              </a:spcAft>
              <a:buClr>
                <a:schemeClr val="lt1"/>
              </a:buClr>
              <a:buSzPts val="1800"/>
              <a:buChar char="•"/>
              <a:defRPr>
                <a:solidFill>
                  <a:schemeClr val="lt1"/>
                </a:solidFill>
              </a:defRPr>
            </a:lvl9pPr>
          </a:lstStyle>
          <a:p>
            <a:endParaRPr/>
          </a:p>
        </p:txBody>
      </p:sp>
      <p:sp>
        <p:nvSpPr>
          <p:cNvPr id="547" name="Google Shape;547;p79"/>
          <p:cNvSpPr txBox="1">
            <a:spLocks noGrp="1"/>
          </p:cNvSpPr>
          <p:nvPr>
            <p:ph type="title"/>
          </p:nvPr>
        </p:nvSpPr>
        <p:spPr>
          <a:xfrm>
            <a:off x="0" y="1809750"/>
            <a:ext cx="9144000" cy="8574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0"/>
              </a:spcBef>
              <a:spcAft>
                <a:spcPts val="0"/>
              </a:spcAft>
              <a:buClr>
                <a:schemeClr val="lt1"/>
              </a:buClr>
              <a:buSzPts val="3300"/>
              <a:buFont typeface="Plus Jakarta Sans"/>
              <a:buNone/>
              <a:defRPr sz="2300" b="0" i="0">
                <a:solidFill>
                  <a:schemeClr val="lt1"/>
                </a:solidFill>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a:endParaRPr/>
          </a:p>
        </p:txBody>
      </p:sp>
      <p:pic>
        <p:nvPicPr>
          <p:cNvPr id="548" name="Google Shape;548;p79"/>
          <p:cNvPicPr preferRelativeResize="0"/>
          <p:nvPr/>
        </p:nvPicPr>
        <p:blipFill rotWithShape="1">
          <a:blip r:embed="rId3">
            <a:alphaModFix/>
          </a:blip>
          <a:srcRect/>
          <a:stretch/>
        </p:blipFill>
        <p:spPr>
          <a:xfrm>
            <a:off x="3634350" y="4452250"/>
            <a:ext cx="1875325" cy="230300"/>
          </a:xfrm>
          <a:prstGeom prst="rect">
            <a:avLst/>
          </a:prstGeom>
          <a:noFill/>
          <a:ln>
            <a:noFill/>
          </a:ln>
        </p:spPr>
      </p:pic>
      <p:sp>
        <p:nvSpPr>
          <p:cNvPr id="549" name="Google Shape;549;p79"/>
          <p:cNvSpPr/>
          <p:nvPr/>
        </p:nvSpPr>
        <p:spPr>
          <a:xfrm>
            <a:off x="261600" y="4630175"/>
            <a:ext cx="2553000" cy="4686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dk1"/>
              </a:solidFill>
              <a:latin typeface="Plus Jakarta Sans"/>
              <a:ea typeface="Plus Jakarta Sans"/>
              <a:cs typeface="Plus Jakarta Sans"/>
              <a:sym typeface="Plus Jakarta Sans"/>
            </a:endParaRPr>
          </a:p>
        </p:txBody>
      </p:sp>
    </p:spTree>
  </p:cSld>
  <p:clrMapOvr>
    <a:masterClrMapping/>
  </p:clrMapOvr>
  <p:transition spd="slow">
    <p:push/>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matchingName="Transition Page | Twilight">
  <p:cSld name="Transition Page | Twilight">
    <p:bg>
      <p:bgPr>
        <a:solidFill>
          <a:schemeClr val="dk1"/>
        </a:solidFill>
        <a:effectLst/>
      </p:bgPr>
    </p:bg>
    <p:spTree>
      <p:nvGrpSpPr>
        <p:cNvPr id="1" name="Shape 550"/>
        <p:cNvGrpSpPr/>
        <p:nvPr/>
      </p:nvGrpSpPr>
      <p:grpSpPr>
        <a:xfrm>
          <a:off x="0" y="0"/>
          <a:ext cx="0" cy="0"/>
          <a:chOff x="0" y="0"/>
          <a:chExt cx="0" cy="0"/>
        </a:xfrm>
      </p:grpSpPr>
      <p:pic>
        <p:nvPicPr>
          <p:cNvPr id="551" name="Google Shape;551;p80"/>
          <p:cNvPicPr preferRelativeResize="0"/>
          <p:nvPr/>
        </p:nvPicPr>
        <p:blipFill rotWithShape="1">
          <a:blip r:embed="rId2">
            <a:alphaModFix/>
          </a:blip>
          <a:srcRect t="17732" r="31295" b="47180"/>
          <a:stretch/>
        </p:blipFill>
        <p:spPr>
          <a:xfrm rot="-5400000">
            <a:off x="6827075" y="244375"/>
            <a:ext cx="2561301" cy="2072550"/>
          </a:xfrm>
          <a:prstGeom prst="rect">
            <a:avLst/>
          </a:prstGeom>
          <a:noFill/>
          <a:ln>
            <a:noFill/>
          </a:ln>
        </p:spPr>
      </p:pic>
      <p:sp>
        <p:nvSpPr>
          <p:cNvPr id="552" name="Google Shape;552;p80"/>
          <p:cNvSpPr txBox="1">
            <a:spLocks noGrp="1"/>
          </p:cNvSpPr>
          <p:nvPr>
            <p:ph type="body" idx="1"/>
          </p:nvPr>
        </p:nvSpPr>
        <p:spPr>
          <a:xfrm>
            <a:off x="0" y="1533525"/>
            <a:ext cx="9144000" cy="324000"/>
          </a:xfrm>
          <a:prstGeom prst="rect">
            <a:avLst/>
          </a:prstGeom>
          <a:noFill/>
          <a:ln>
            <a:noFill/>
          </a:ln>
        </p:spPr>
        <p:txBody>
          <a:bodyPr spcFirstLastPara="1" wrap="square" lIns="0" tIns="45700" rIns="91425" bIns="45700" anchor="t" anchorCtr="0">
            <a:noAutofit/>
          </a:bodyPr>
          <a:lstStyle>
            <a:lvl1pPr marL="457200" lvl="0" indent="-228600" algn="ctr">
              <a:lnSpc>
                <a:spcPct val="100000"/>
              </a:lnSpc>
              <a:spcBef>
                <a:spcPts val="0"/>
              </a:spcBef>
              <a:spcAft>
                <a:spcPts val="0"/>
              </a:spcAft>
              <a:buClr>
                <a:schemeClr val="lt1"/>
              </a:buClr>
              <a:buSzPts val="1400"/>
              <a:buFont typeface="Plus Jakarta Sans SemiBold"/>
              <a:buNone/>
              <a:defRPr i="0">
                <a:solidFill>
                  <a:schemeClr val="lt1"/>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500"/>
              </a:spcBef>
              <a:spcAft>
                <a:spcPts val="0"/>
              </a:spcAft>
              <a:buClr>
                <a:schemeClr val="lt1"/>
              </a:buClr>
              <a:buSzPts val="1260"/>
              <a:buFont typeface="Arial"/>
              <a:buNone/>
              <a:defRPr sz="1050">
                <a:solidFill>
                  <a:schemeClr val="lt1"/>
                </a:solidFill>
                <a:latin typeface="Arial"/>
                <a:ea typeface="Arial"/>
                <a:cs typeface="Arial"/>
                <a:sym typeface="Arial"/>
              </a:defRPr>
            </a:lvl2pPr>
            <a:lvl3pPr marL="1371600" lvl="2" indent="-228600" algn="l">
              <a:lnSpc>
                <a:spcPct val="100000"/>
              </a:lnSpc>
              <a:spcBef>
                <a:spcPts val="210"/>
              </a:spcBef>
              <a:spcAft>
                <a:spcPts val="0"/>
              </a:spcAft>
              <a:buClr>
                <a:schemeClr val="lt1"/>
              </a:buClr>
              <a:buSzPts val="1260"/>
              <a:buFont typeface="Arial"/>
              <a:buNone/>
              <a:defRPr sz="1050">
                <a:solidFill>
                  <a:schemeClr val="lt1"/>
                </a:solidFill>
                <a:latin typeface="Arial"/>
                <a:ea typeface="Arial"/>
                <a:cs typeface="Arial"/>
                <a:sym typeface="Arial"/>
              </a:defRPr>
            </a:lvl3pPr>
            <a:lvl4pPr marL="1828800" lvl="3" indent="-228600" algn="l">
              <a:lnSpc>
                <a:spcPct val="100000"/>
              </a:lnSpc>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4pPr>
            <a:lvl5pPr marL="2286000" lvl="4" indent="-228600" algn="l">
              <a:lnSpc>
                <a:spcPct val="100000"/>
              </a:lnSpc>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5pPr>
            <a:lvl6pPr marL="2743200" lvl="5" indent="-342900" algn="l">
              <a:lnSpc>
                <a:spcPct val="100000"/>
              </a:lnSpc>
              <a:spcBef>
                <a:spcPts val="360"/>
              </a:spcBef>
              <a:spcAft>
                <a:spcPts val="0"/>
              </a:spcAft>
              <a:buClr>
                <a:schemeClr val="lt1"/>
              </a:buClr>
              <a:buSzPts val="1800"/>
              <a:buChar char="•"/>
              <a:defRPr>
                <a:solidFill>
                  <a:schemeClr val="lt1"/>
                </a:solidFill>
              </a:defRPr>
            </a:lvl6pPr>
            <a:lvl7pPr marL="3200400" lvl="6" indent="-342900" algn="l">
              <a:lnSpc>
                <a:spcPct val="100000"/>
              </a:lnSpc>
              <a:spcBef>
                <a:spcPts val="360"/>
              </a:spcBef>
              <a:spcAft>
                <a:spcPts val="0"/>
              </a:spcAft>
              <a:buClr>
                <a:schemeClr val="lt1"/>
              </a:buClr>
              <a:buSzPts val="1800"/>
              <a:buChar char="•"/>
              <a:defRPr>
                <a:solidFill>
                  <a:schemeClr val="lt1"/>
                </a:solidFill>
              </a:defRPr>
            </a:lvl7pPr>
            <a:lvl8pPr marL="3657600" lvl="7" indent="-342900" algn="l">
              <a:lnSpc>
                <a:spcPct val="100000"/>
              </a:lnSpc>
              <a:spcBef>
                <a:spcPts val="360"/>
              </a:spcBef>
              <a:spcAft>
                <a:spcPts val="0"/>
              </a:spcAft>
              <a:buClr>
                <a:schemeClr val="lt1"/>
              </a:buClr>
              <a:buSzPts val="1800"/>
              <a:buChar char="•"/>
              <a:defRPr>
                <a:solidFill>
                  <a:schemeClr val="lt1"/>
                </a:solidFill>
              </a:defRPr>
            </a:lvl8pPr>
            <a:lvl9pPr marL="4114800" lvl="8" indent="-342900" algn="l">
              <a:lnSpc>
                <a:spcPct val="100000"/>
              </a:lnSpc>
              <a:spcBef>
                <a:spcPts val="360"/>
              </a:spcBef>
              <a:spcAft>
                <a:spcPts val="0"/>
              </a:spcAft>
              <a:buClr>
                <a:schemeClr val="lt1"/>
              </a:buClr>
              <a:buSzPts val="1800"/>
              <a:buChar char="•"/>
              <a:defRPr>
                <a:solidFill>
                  <a:schemeClr val="lt1"/>
                </a:solidFill>
              </a:defRPr>
            </a:lvl9pPr>
          </a:lstStyle>
          <a:p>
            <a:endParaRPr/>
          </a:p>
        </p:txBody>
      </p:sp>
      <p:sp>
        <p:nvSpPr>
          <p:cNvPr id="553" name="Google Shape;553;p80"/>
          <p:cNvSpPr txBox="1">
            <a:spLocks noGrp="1"/>
          </p:cNvSpPr>
          <p:nvPr>
            <p:ph type="title"/>
          </p:nvPr>
        </p:nvSpPr>
        <p:spPr>
          <a:xfrm>
            <a:off x="0" y="1809750"/>
            <a:ext cx="9144000" cy="8574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0"/>
              </a:spcBef>
              <a:spcAft>
                <a:spcPts val="0"/>
              </a:spcAft>
              <a:buClr>
                <a:schemeClr val="lt1"/>
              </a:buClr>
              <a:buSzPts val="3300"/>
              <a:buFont typeface="Plus Jakarta Sans"/>
              <a:buNone/>
              <a:defRPr sz="2300" b="0" i="0">
                <a:solidFill>
                  <a:schemeClr val="lt1"/>
                </a:solidFill>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a:endParaRPr/>
          </a:p>
        </p:txBody>
      </p:sp>
      <p:pic>
        <p:nvPicPr>
          <p:cNvPr id="554" name="Google Shape;554;p80"/>
          <p:cNvPicPr preferRelativeResize="0"/>
          <p:nvPr/>
        </p:nvPicPr>
        <p:blipFill rotWithShape="1">
          <a:blip r:embed="rId3">
            <a:alphaModFix/>
          </a:blip>
          <a:srcRect/>
          <a:stretch/>
        </p:blipFill>
        <p:spPr>
          <a:xfrm>
            <a:off x="3634355" y="4452254"/>
            <a:ext cx="1875288" cy="230299"/>
          </a:xfrm>
          <a:prstGeom prst="rect">
            <a:avLst/>
          </a:prstGeom>
          <a:noFill/>
          <a:ln>
            <a:noFill/>
          </a:ln>
        </p:spPr>
      </p:pic>
      <p:sp>
        <p:nvSpPr>
          <p:cNvPr id="555" name="Google Shape;555;p80"/>
          <p:cNvSpPr/>
          <p:nvPr/>
        </p:nvSpPr>
        <p:spPr>
          <a:xfrm>
            <a:off x="448975" y="4762900"/>
            <a:ext cx="2303100" cy="1953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dk1"/>
              </a:solidFill>
              <a:latin typeface="Plus Jakarta Sans"/>
              <a:ea typeface="Plus Jakarta Sans"/>
              <a:cs typeface="Plus Jakarta Sans"/>
              <a:sym typeface="Plus Jakarta Sans"/>
            </a:endParaRPr>
          </a:p>
        </p:txBody>
      </p:sp>
    </p:spTree>
  </p:cSld>
  <p:clrMapOvr>
    <a:masterClrMapping/>
  </p:clrMapOvr>
  <p:transition spd="slow">
    <p:push/>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matchingName="Transition Slide | Nodes at the Bottom | Orange">
  <p:cSld name="Transition Slide | Nodes at the Bottom | Orange">
    <p:bg>
      <p:bgPr>
        <a:solidFill>
          <a:schemeClr val="accent1"/>
        </a:solidFill>
        <a:effectLst/>
      </p:bgPr>
    </p:bg>
    <p:spTree>
      <p:nvGrpSpPr>
        <p:cNvPr id="1" name="Shape 556"/>
        <p:cNvGrpSpPr/>
        <p:nvPr/>
      </p:nvGrpSpPr>
      <p:grpSpPr>
        <a:xfrm>
          <a:off x="0" y="0"/>
          <a:ext cx="0" cy="0"/>
          <a:chOff x="0" y="0"/>
          <a:chExt cx="0" cy="0"/>
        </a:xfrm>
      </p:grpSpPr>
      <p:sp>
        <p:nvSpPr>
          <p:cNvPr id="557" name="Google Shape;557;p81"/>
          <p:cNvSpPr/>
          <p:nvPr/>
        </p:nvSpPr>
        <p:spPr>
          <a:xfrm>
            <a:off x="261600" y="4630175"/>
            <a:ext cx="2553000" cy="4686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dk1"/>
              </a:solidFill>
              <a:latin typeface="Plus Jakarta Sans"/>
              <a:ea typeface="Plus Jakarta Sans"/>
              <a:cs typeface="Plus Jakarta Sans"/>
              <a:sym typeface="Plus Jakarta Sans"/>
            </a:endParaRPr>
          </a:p>
        </p:txBody>
      </p:sp>
      <p:pic>
        <p:nvPicPr>
          <p:cNvPr id="558" name="Google Shape;558;p81"/>
          <p:cNvPicPr preferRelativeResize="0"/>
          <p:nvPr/>
        </p:nvPicPr>
        <p:blipFill rotWithShape="1">
          <a:blip r:embed="rId2">
            <a:alphaModFix/>
          </a:blip>
          <a:srcRect l="16421" t="662" r="40901" b="3387"/>
          <a:stretch/>
        </p:blipFill>
        <p:spPr>
          <a:xfrm rot="5400000">
            <a:off x="2756549" y="-1247399"/>
            <a:ext cx="3630903" cy="9150900"/>
          </a:xfrm>
          <a:prstGeom prst="rect">
            <a:avLst/>
          </a:prstGeom>
          <a:noFill/>
          <a:ln>
            <a:noFill/>
          </a:ln>
        </p:spPr>
      </p:pic>
      <p:sp>
        <p:nvSpPr>
          <p:cNvPr id="559" name="Google Shape;559;p81"/>
          <p:cNvSpPr/>
          <p:nvPr/>
        </p:nvSpPr>
        <p:spPr>
          <a:xfrm>
            <a:off x="150" y="1473425"/>
            <a:ext cx="9144000" cy="3630900"/>
          </a:xfrm>
          <a:prstGeom prst="rect">
            <a:avLst/>
          </a:prstGeom>
          <a:gradFill>
            <a:gsLst>
              <a:gs pos="0">
                <a:schemeClr val="accent1"/>
              </a:gs>
              <a:gs pos="25000">
                <a:schemeClr val="accent1"/>
              </a:gs>
              <a:gs pos="100000">
                <a:srgbClr val="FFFFFF">
                  <a:alpha val="0"/>
                </a:srgbClr>
              </a:gs>
            </a:gsLst>
            <a:lin ang="5400012" scaled="0"/>
          </a:gradFill>
          <a:ln>
            <a:noFill/>
          </a:ln>
        </p:spPr>
        <p:txBody>
          <a:bodyPr spcFirstLastPara="1" wrap="square" lIns="91425" tIns="91425" rIns="91425" bIns="91425"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dk1"/>
              </a:solidFill>
              <a:latin typeface="Plus Jakarta Sans"/>
              <a:ea typeface="Plus Jakarta Sans"/>
              <a:cs typeface="Plus Jakarta Sans"/>
              <a:sym typeface="Plus Jakarta Sans"/>
            </a:endParaRPr>
          </a:p>
        </p:txBody>
      </p:sp>
      <p:sp>
        <p:nvSpPr>
          <p:cNvPr id="560" name="Google Shape;560;p81"/>
          <p:cNvSpPr txBox="1">
            <a:spLocks noGrp="1"/>
          </p:cNvSpPr>
          <p:nvPr>
            <p:ph type="title"/>
          </p:nvPr>
        </p:nvSpPr>
        <p:spPr>
          <a:xfrm>
            <a:off x="609600" y="1938688"/>
            <a:ext cx="7620000" cy="612900"/>
          </a:xfrm>
          <a:prstGeom prst="rect">
            <a:avLst/>
          </a:prstGeom>
          <a:noFill/>
          <a:ln>
            <a:noFill/>
          </a:ln>
        </p:spPr>
        <p:txBody>
          <a:bodyPr spcFirstLastPara="1" wrap="square" lIns="0" tIns="45700" rIns="91425" bIns="45700" anchor="b" anchorCtr="0">
            <a:noAutofit/>
          </a:bodyPr>
          <a:lstStyle>
            <a:lvl1pPr lvl="0" algn="l">
              <a:lnSpc>
                <a:spcPct val="100000"/>
              </a:lnSpc>
              <a:spcBef>
                <a:spcPts val="0"/>
              </a:spcBef>
              <a:spcAft>
                <a:spcPts val="0"/>
              </a:spcAft>
              <a:buClr>
                <a:schemeClr val="lt1"/>
              </a:buClr>
              <a:buSzPts val="3300"/>
              <a:buFont typeface="Plus Jakarta Sans"/>
              <a:buNone/>
              <a:defRPr sz="23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1" name="Google Shape;561;p81"/>
          <p:cNvSpPr txBox="1">
            <a:spLocks noGrp="1"/>
          </p:cNvSpPr>
          <p:nvPr>
            <p:ph type="body" idx="1"/>
          </p:nvPr>
        </p:nvSpPr>
        <p:spPr>
          <a:xfrm>
            <a:off x="609600" y="2634807"/>
            <a:ext cx="7543800" cy="570000"/>
          </a:xfrm>
          <a:prstGeom prst="rect">
            <a:avLst/>
          </a:prstGeom>
          <a:noFill/>
          <a:ln>
            <a:noFill/>
          </a:ln>
        </p:spPr>
        <p:txBody>
          <a:bodyPr spcFirstLastPara="1" wrap="square" lIns="0" tIns="45700" rIns="91425" bIns="45700" anchor="t" anchorCtr="0">
            <a:noAutofit/>
          </a:bodyPr>
          <a:lstStyle>
            <a:lvl1pPr marL="457200" lvl="0" indent="-228600" algn="l">
              <a:lnSpc>
                <a:spcPct val="100000"/>
              </a:lnSpc>
              <a:spcBef>
                <a:spcPts val="0"/>
              </a:spcBef>
              <a:spcAft>
                <a:spcPts val="0"/>
              </a:spcAft>
              <a:buSzPts val="1800"/>
              <a:buFont typeface="Plus Jakarta Sans SemiBold"/>
              <a:buNone/>
              <a:defRPr>
                <a:latin typeface="Plus Jakarta Sans SemiBold"/>
                <a:ea typeface="Plus Jakarta Sans SemiBold"/>
                <a:cs typeface="Plus Jakarta Sans SemiBold"/>
                <a:sym typeface="Plus Jakarta Sans SemiBold"/>
              </a:defRPr>
            </a:lvl1pPr>
            <a:lvl2pPr marL="914400" lvl="1" indent="-228600" algn="l">
              <a:lnSpc>
                <a:spcPct val="78888"/>
              </a:lnSpc>
              <a:spcBef>
                <a:spcPts val="500"/>
              </a:spcBef>
              <a:spcAft>
                <a:spcPts val="0"/>
              </a:spcAft>
              <a:buSzPts val="2160"/>
              <a:buNone/>
              <a:defRPr/>
            </a:lvl2pPr>
            <a:lvl3pPr marL="1371600" lvl="2" indent="-365760" algn="l">
              <a:lnSpc>
                <a:spcPct val="100000"/>
              </a:lnSpc>
              <a:spcBef>
                <a:spcPts val="360"/>
              </a:spcBef>
              <a:spcAft>
                <a:spcPts val="0"/>
              </a:spcAft>
              <a:buSzPts val="2160"/>
              <a:buChar char="•"/>
              <a:defRPr/>
            </a:lvl3pPr>
            <a:lvl4pPr marL="1828800" lvl="3" indent="-342900" algn="l">
              <a:lnSpc>
                <a:spcPct val="100000"/>
              </a:lnSpc>
              <a:spcBef>
                <a:spcPts val="360"/>
              </a:spcBef>
              <a:spcAft>
                <a:spcPts val="0"/>
              </a:spcAft>
              <a:buClr>
                <a:srgbClr val="4F22FE"/>
              </a:buClr>
              <a:buSzPts val="1800"/>
              <a:buChar char="–"/>
              <a:defRPr/>
            </a:lvl4pPr>
            <a:lvl5pPr marL="2286000" lvl="4" indent="-342900" algn="l">
              <a:lnSpc>
                <a:spcPct val="100000"/>
              </a:lnSpc>
              <a:spcBef>
                <a:spcPts val="360"/>
              </a:spcBef>
              <a:spcAft>
                <a:spcPts val="0"/>
              </a:spcAft>
              <a:buClr>
                <a:srgbClr val="4F22FE"/>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pic>
        <p:nvPicPr>
          <p:cNvPr id="562" name="Google Shape;562;p81"/>
          <p:cNvPicPr preferRelativeResize="0"/>
          <p:nvPr/>
        </p:nvPicPr>
        <p:blipFill rotWithShape="1">
          <a:blip r:embed="rId3">
            <a:alphaModFix/>
          </a:blip>
          <a:srcRect/>
          <a:stretch/>
        </p:blipFill>
        <p:spPr>
          <a:xfrm>
            <a:off x="609600" y="686457"/>
            <a:ext cx="2321469" cy="285093"/>
          </a:xfrm>
          <a:prstGeom prst="rect">
            <a:avLst/>
          </a:prstGeom>
          <a:noFill/>
          <a:ln>
            <a:noFill/>
          </a:ln>
        </p:spPr>
      </p:pic>
      <p:pic>
        <p:nvPicPr>
          <p:cNvPr id="563" name="Google Shape;563;p81"/>
          <p:cNvPicPr preferRelativeResize="0"/>
          <p:nvPr/>
        </p:nvPicPr>
        <p:blipFill rotWithShape="1">
          <a:blip r:embed="rId4">
            <a:alphaModFix/>
          </a:blip>
          <a:srcRect/>
          <a:stretch/>
        </p:blipFill>
        <p:spPr>
          <a:xfrm>
            <a:off x="609600" y="686452"/>
            <a:ext cx="2321475" cy="285098"/>
          </a:xfrm>
          <a:prstGeom prst="rect">
            <a:avLst/>
          </a:prstGeom>
          <a:noFill/>
          <a:ln>
            <a:noFill/>
          </a:ln>
        </p:spPr>
      </p:pic>
      <p:sp>
        <p:nvSpPr>
          <p:cNvPr id="564" name="Google Shape;564;p81"/>
          <p:cNvSpPr txBox="1"/>
          <p:nvPr/>
        </p:nvSpPr>
        <p:spPr>
          <a:xfrm>
            <a:off x="380125" y="4737800"/>
            <a:ext cx="4613700" cy="2877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Clr>
                <a:schemeClr val="lt1"/>
              </a:buClr>
              <a:buSzPts val="600"/>
              <a:buFont typeface="Plus Jakarta Sans"/>
              <a:buNone/>
            </a:pPr>
            <a:r>
              <a:rPr lang="en" sz="600" b="0" i="0" u="none" strike="noStrike" cap="none">
                <a:solidFill>
                  <a:schemeClr val="lt1"/>
                </a:solidFill>
                <a:latin typeface="Plus Jakarta Sans"/>
                <a:ea typeface="Plus Jakarta Sans"/>
                <a:cs typeface="Plus Jakarta Sans"/>
                <a:sym typeface="Plus Jakarta Sans"/>
              </a:rPr>
              <a:t>©2025 Cloudera, Inc. All Rights Reserved.</a:t>
            </a:r>
            <a:endParaRPr sz="600" b="0" i="0" u="none" strike="noStrike" cap="none">
              <a:solidFill>
                <a:schemeClr val="lt1"/>
              </a:solidFill>
              <a:latin typeface="Plus Jakarta Sans"/>
              <a:ea typeface="Plus Jakarta Sans"/>
              <a:cs typeface="Plus Jakarta Sans"/>
              <a:sym typeface="Plus Jakarta Sans"/>
            </a:endParaRPr>
          </a:p>
        </p:txBody>
      </p:sp>
    </p:spTree>
  </p:cSld>
  <p:clrMapOvr>
    <a:masterClrMapping/>
  </p:clrMapOvr>
  <p:transition spd="slow">
    <p:push/>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Title Only | White">
  <p:cSld name="Title Only | White">
    <p:spTree>
      <p:nvGrpSpPr>
        <p:cNvPr id="1" name="Shape 565"/>
        <p:cNvGrpSpPr/>
        <p:nvPr/>
      </p:nvGrpSpPr>
      <p:grpSpPr>
        <a:xfrm>
          <a:off x="0" y="0"/>
          <a:ext cx="0" cy="0"/>
          <a:chOff x="0" y="0"/>
          <a:chExt cx="0" cy="0"/>
        </a:xfrm>
      </p:grpSpPr>
      <p:sp>
        <p:nvSpPr>
          <p:cNvPr id="566" name="Google Shape;566;p82"/>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567" name="Google Shape;567;p82"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568" name="Google Shape;568;p82"/>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lnSpc>
                <a:spcPct val="100000"/>
              </a:lnSpc>
              <a:spcBef>
                <a:spcPts val="0"/>
              </a:spcBef>
              <a:spcAft>
                <a:spcPts val="0"/>
              </a:spcAft>
              <a:buClr>
                <a:srgbClr val="120046"/>
              </a:buClr>
              <a:buSzPts val="2100"/>
              <a:buNone/>
              <a:defRPr sz="23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9" name="Google Shape;569;p82"/>
          <p:cNvSpPr txBox="1">
            <a:spLocks noGrp="1"/>
          </p:cNvSpPr>
          <p:nvPr>
            <p:ph type="body" idx="1"/>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accent4"/>
              </a:buClr>
              <a:buSzPts val="1100"/>
              <a:buFont typeface="Plus Jakarta Sans SemiBold"/>
              <a:buNone/>
              <a:defRPr sz="1100" i="0">
                <a:solidFill>
                  <a:schemeClr val="accent4"/>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lnSpc>
                <a:spcPct val="100000"/>
              </a:lnSpc>
              <a:spcBef>
                <a:spcPts val="210"/>
              </a:spcBef>
              <a:spcAft>
                <a:spcPts val="0"/>
              </a:spcAft>
              <a:buSzPts val="1260"/>
              <a:buFont typeface="Arial"/>
              <a:buNone/>
              <a:defRPr sz="1050">
                <a:latin typeface="Arial"/>
                <a:ea typeface="Arial"/>
                <a:cs typeface="Arial"/>
                <a:sym typeface="Arial"/>
              </a:defRPr>
            </a:lvl3pPr>
            <a:lvl4pPr marL="1828800" lvl="3"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transition spd="slow">
    <p:push/>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Title Only | Twilight">
  <p:cSld name="Title Only | Twilight">
    <p:bg>
      <p:bgPr>
        <a:solidFill>
          <a:schemeClr val="accent3"/>
        </a:solidFill>
        <a:effectLst/>
      </p:bgPr>
    </p:bg>
    <p:spTree>
      <p:nvGrpSpPr>
        <p:cNvPr id="1" name="Shape 570"/>
        <p:cNvGrpSpPr/>
        <p:nvPr/>
      </p:nvGrpSpPr>
      <p:grpSpPr>
        <a:xfrm>
          <a:off x="0" y="0"/>
          <a:ext cx="0" cy="0"/>
          <a:chOff x="0" y="0"/>
          <a:chExt cx="0" cy="0"/>
        </a:xfrm>
      </p:grpSpPr>
      <p:sp>
        <p:nvSpPr>
          <p:cNvPr id="571" name="Google Shape;571;p83"/>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572" name="Google Shape;572;p83"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573" name="Google Shape;573;p83"/>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lnSpc>
                <a:spcPct val="100000"/>
              </a:lnSpc>
              <a:spcBef>
                <a:spcPts val="0"/>
              </a:spcBef>
              <a:spcAft>
                <a:spcPts val="0"/>
              </a:spcAft>
              <a:buClr>
                <a:schemeClr val="lt1"/>
              </a:buClr>
              <a:buSzPts val="2100"/>
              <a:buNone/>
              <a:defRPr sz="23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4" name="Google Shape;574;p83"/>
          <p:cNvSpPr txBox="1">
            <a:spLocks noGrp="1"/>
          </p:cNvSpPr>
          <p:nvPr>
            <p:ph type="body" idx="1"/>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lt1"/>
              </a:buClr>
              <a:buSzPts val="1100"/>
              <a:buFont typeface="Plus Jakarta Sans SemiBold"/>
              <a:buNone/>
              <a:defRPr sz="1100" i="0">
                <a:solidFill>
                  <a:schemeClr val="lt1"/>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lnSpc>
                <a:spcPct val="100000"/>
              </a:lnSpc>
              <a:spcBef>
                <a:spcPts val="210"/>
              </a:spcBef>
              <a:spcAft>
                <a:spcPts val="0"/>
              </a:spcAft>
              <a:buSzPts val="1260"/>
              <a:buFont typeface="Arial"/>
              <a:buNone/>
              <a:defRPr sz="1050">
                <a:latin typeface="Arial"/>
                <a:ea typeface="Arial"/>
                <a:cs typeface="Arial"/>
                <a:sym typeface="Arial"/>
              </a:defRPr>
            </a:lvl3pPr>
            <a:lvl4pPr marL="1828800" lvl="3"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transition spd="slow">
    <p:push/>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matchingName="Title &amp; Body | Twilight">
  <p:cSld name="Title &amp; Body | Twilight">
    <p:bg>
      <p:bgPr>
        <a:solidFill>
          <a:schemeClr val="dk1"/>
        </a:solidFill>
        <a:effectLst/>
      </p:bgPr>
    </p:bg>
    <p:spTree>
      <p:nvGrpSpPr>
        <p:cNvPr id="1" name="Shape 575"/>
        <p:cNvGrpSpPr/>
        <p:nvPr/>
      </p:nvGrpSpPr>
      <p:grpSpPr>
        <a:xfrm>
          <a:off x="0" y="0"/>
          <a:ext cx="0" cy="0"/>
          <a:chOff x="0" y="0"/>
          <a:chExt cx="0" cy="0"/>
        </a:xfrm>
      </p:grpSpPr>
      <p:sp>
        <p:nvSpPr>
          <p:cNvPr id="576" name="Google Shape;576;p84"/>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577" name="Google Shape;577;p84"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578" name="Google Shape;578;p84"/>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lnSpc>
                <a:spcPct val="100000"/>
              </a:lnSpc>
              <a:spcBef>
                <a:spcPts val="0"/>
              </a:spcBef>
              <a:spcAft>
                <a:spcPts val="0"/>
              </a:spcAft>
              <a:buClr>
                <a:schemeClr val="lt1"/>
              </a:buClr>
              <a:buSzPts val="2100"/>
              <a:buNone/>
              <a:defRPr sz="2300">
                <a:solidFill>
                  <a:schemeClr val="lt1"/>
                </a:solidFill>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a:endParaRPr/>
          </a:p>
        </p:txBody>
      </p:sp>
      <p:sp>
        <p:nvSpPr>
          <p:cNvPr id="579" name="Google Shape;579;p84"/>
          <p:cNvSpPr txBox="1">
            <a:spLocks noGrp="1"/>
          </p:cNvSpPr>
          <p:nvPr>
            <p:ph type="body" idx="1"/>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lt1"/>
              </a:buClr>
              <a:buSzPts val="1100"/>
              <a:buFont typeface="Plus Jakarta Sans SemiBold"/>
              <a:buNone/>
              <a:defRPr sz="1100" i="0">
                <a:solidFill>
                  <a:schemeClr val="lt1"/>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Clr>
                <a:schemeClr val="lt1"/>
              </a:buClr>
              <a:buSzPts val="1260"/>
              <a:buFont typeface="Arial"/>
              <a:buNone/>
              <a:defRPr sz="1050">
                <a:solidFill>
                  <a:schemeClr val="lt1"/>
                </a:solidFill>
                <a:latin typeface="Arial"/>
                <a:ea typeface="Arial"/>
                <a:cs typeface="Arial"/>
                <a:sym typeface="Arial"/>
              </a:defRPr>
            </a:lvl2pPr>
            <a:lvl3pPr marL="1371600" lvl="2" indent="-228600" algn="l">
              <a:lnSpc>
                <a:spcPct val="100000"/>
              </a:lnSpc>
              <a:spcBef>
                <a:spcPts val="210"/>
              </a:spcBef>
              <a:spcAft>
                <a:spcPts val="0"/>
              </a:spcAft>
              <a:buClr>
                <a:schemeClr val="lt1"/>
              </a:buClr>
              <a:buSzPts val="1260"/>
              <a:buFont typeface="Arial"/>
              <a:buNone/>
              <a:defRPr sz="1050">
                <a:solidFill>
                  <a:schemeClr val="lt1"/>
                </a:solidFill>
                <a:latin typeface="Arial"/>
                <a:ea typeface="Arial"/>
                <a:cs typeface="Arial"/>
                <a:sym typeface="Arial"/>
              </a:defRPr>
            </a:lvl3pPr>
            <a:lvl4pPr marL="1828800" lvl="3" indent="-228600" algn="l">
              <a:lnSpc>
                <a:spcPct val="100000"/>
              </a:lnSpc>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4pPr>
            <a:lvl5pPr marL="2286000" lvl="4" indent="-228600" algn="l">
              <a:lnSpc>
                <a:spcPct val="100000"/>
              </a:lnSpc>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5pPr>
            <a:lvl6pPr marL="2743200" lvl="5" indent="-342900" algn="l">
              <a:lnSpc>
                <a:spcPct val="100000"/>
              </a:lnSpc>
              <a:spcBef>
                <a:spcPts val="360"/>
              </a:spcBef>
              <a:spcAft>
                <a:spcPts val="0"/>
              </a:spcAft>
              <a:buClr>
                <a:schemeClr val="lt1"/>
              </a:buClr>
              <a:buSzPts val="1800"/>
              <a:buChar char="•"/>
              <a:defRPr>
                <a:solidFill>
                  <a:schemeClr val="lt1"/>
                </a:solidFill>
              </a:defRPr>
            </a:lvl6pPr>
            <a:lvl7pPr marL="3200400" lvl="6" indent="-342900" algn="l">
              <a:lnSpc>
                <a:spcPct val="100000"/>
              </a:lnSpc>
              <a:spcBef>
                <a:spcPts val="360"/>
              </a:spcBef>
              <a:spcAft>
                <a:spcPts val="0"/>
              </a:spcAft>
              <a:buClr>
                <a:schemeClr val="lt1"/>
              </a:buClr>
              <a:buSzPts val="1800"/>
              <a:buChar char="•"/>
              <a:defRPr>
                <a:solidFill>
                  <a:schemeClr val="lt1"/>
                </a:solidFill>
              </a:defRPr>
            </a:lvl7pPr>
            <a:lvl8pPr marL="3657600" lvl="7" indent="-342900" algn="l">
              <a:lnSpc>
                <a:spcPct val="100000"/>
              </a:lnSpc>
              <a:spcBef>
                <a:spcPts val="360"/>
              </a:spcBef>
              <a:spcAft>
                <a:spcPts val="0"/>
              </a:spcAft>
              <a:buClr>
                <a:schemeClr val="lt1"/>
              </a:buClr>
              <a:buSzPts val="1800"/>
              <a:buChar char="•"/>
              <a:defRPr>
                <a:solidFill>
                  <a:schemeClr val="lt1"/>
                </a:solidFill>
              </a:defRPr>
            </a:lvl8pPr>
            <a:lvl9pPr marL="4114800" lvl="8" indent="-342900" algn="l">
              <a:lnSpc>
                <a:spcPct val="100000"/>
              </a:lnSpc>
              <a:spcBef>
                <a:spcPts val="360"/>
              </a:spcBef>
              <a:spcAft>
                <a:spcPts val="0"/>
              </a:spcAft>
              <a:buClr>
                <a:schemeClr val="lt1"/>
              </a:buClr>
              <a:buSzPts val="1800"/>
              <a:buChar char="•"/>
              <a:defRPr>
                <a:solidFill>
                  <a:schemeClr val="lt1"/>
                </a:solidFill>
              </a:defRPr>
            </a:lvl9pPr>
          </a:lstStyle>
          <a:p>
            <a:endParaRPr/>
          </a:p>
        </p:txBody>
      </p:sp>
      <p:sp>
        <p:nvSpPr>
          <p:cNvPr id="580" name="Google Shape;580;p84"/>
          <p:cNvSpPr txBox="1">
            <a:spLocks noGrp="1"/>
          </p:cNvSpPr>
          <p:nvPr>
            <p:ph type="body" idx="2"/>
          </p:nvPr>
        </p:nvSpPr>
        <p:spPr>
          <a:xfrm>
            <a:off x="533400" y="1370000"/>
            <a:ext cx="4138200" cy="30825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lt1"/>
              </a:buClr>
              <a:buSzPts val="1800"/>
              <a:buNone/>
              <a:defRPr>
                <a:solidFill>
                  <a:schemeClr val="lt1"/>
                </a:solidFill>
              </a:defRPr>
            </a:lvl1pPr>
            <a:lvl2pPr marL="914400" lvl="1" indent="-228600" algn="l">
              <a:lnSpc>
                <a:spcPct val="78888"/>
              </a:lnSpc>
              <a:spcBef>
                <a:spcPts val="400"/>
              </a:spcBef>
              <a:spcAft>
                <a:spcPts val="0"/>
              </a:spcAft>
              <a:buClr>
                <a:schemeClr val="lt1"/>
              </a:buClr>
              <a:buSzPts val="2160"/>
              <a:buNone/>
              <a:defRPr>
                <a:solidFill>
                  <a:schemeClr val="lt1"/>
                </a:solidFill>
              </a:defRPr>
            </a:lvl2pPr>
            <a:lvl3pPr marL="1371600" lvl="2" indent="-365760" algn="l">
              <a:lnSpc>
                <a:spcPct val="100000"/>
              </a:lnSpc>
              <a:spcBef>
                <a:spcPts val="360"/>
              </a:spcBef>
              <a:spcAft>
                <a:spcPts val="0"/>
              </a:spcAft>
              <a:buClr>
                <a:schemeClr val="lt1"/>
              </a:buClr>
              <a:buSzPts val="2160"/>
              <a:buChar char="•"/>
              <a:defRPr>
                <a:solidFill>
                  <a:schemeClr val="lt1"/>
                </a:solidFill>
              </a:defRPr>
            </a:lvl3pPr>
            <a:lvl4pPr marL="1828800" lvl="3" indent="-342900" algn="l">
              <a:lnSpc>
                <a:spcPct val="100000"/>
              </a:lnSpc>
              <a:spcBef>
                <a:spcPts val="360"/>
              </a:spcBef>
              <a:spcAft>
                <a:spcPts val="0"/>
              </a:spcAft>
              <a:buClr>
                <a:schemeClr val="lt1"/>
              </a:buClr>
              <a:buSzPts val="1800"/>
              <a:buChar char="–"/>
              <a:defRPr>
                <a:solidFill>
                  <a:schemeClr val="lt1"/>
                </a:solidFill>
              </a:defRPr>
            </a:lvl4pPr>
            <a:lvl5pPr marL="2286000" lvl="4" indent="-342900" algn="l">
              <a:lnSpc>
                <a:spcPct val="100000"/>
              </a:lnSpc>
              <a:spcBef>
                <a:spcPts val="360"/>
              </a:spcBef>
              <a:spcAft>
                <a:spcPts val="0"/>
              </a:spcAft>
              <a:buClr>
                <a:schemeClr val="lt1"/>
              </a:buClr>
              <a:buSzPts val="1800"/>
              <a:buChar char="»"/>
              <a:defRPr>
                <a:solidFill>
                  <a:schemeClr val="lt1"/>
                </a:solidFill>
              </a:defRPr>
            </a:lvl5pPr>
            <a:lvl6pPr marL="2743200" lvl="5" indent="-342900" algn="l">
              <a:lnSpc>
                <a:spcPct val="100000"/>
              </a:lnSpc>
              <a:spcBef>
                <a:spcPts val="360"/>
              </a:spcBef>
              <a:spcAft>
                <a:spcPts val="0"/>
              </a:spcAft>
              <a:buClr>
                <a:schemeClr val="lt1"/>
              </a:buClr>
              <a:buSzPts val="1800"/>
              <a:buChar char="•"/>
              <a:defRPr>
                <a:solidFill>
                  <a:schemeClr val="lt1"/>
                </a:solidFill>
              </a:defRPr>
            </a:lvl6pPr>
            <a:lvl7pPr marL="3200400" lvl="6" indent="-342900" algn="l">
              <a:lnSpc>
                <a:spcPct val="100000"/>
              </a:lnSpc>
              <a:spcBef>
                <a:spcPts val="360"/>
              </a:spcBef>
              <a:spcAft>
                <a:spcPts val="0"/>
              </a:spcAft>
              <a:buClr>
                <a:schemeClr val="lt1"/>
              </a:buClr>
              <a:buSzPts val="1800"/>
              <a:buChar char="•"/>
              <a:defRPr>
                <a:solidFill>
                  <a:schemeClr val="lt1"/>
                </a:solidFill>
              </a:defRPr>
            </a:lvl7pPr>
            <a:lvl8pPr marL="3657600" lvl="7" indent="-342900" algn="l">
              <a:lnSpc>
                <a:spcPct val="100000"/>
              </a:lnSpc>
              <a:spcBef>
                <a:spcPts val="360"/>
              </a:spcBef>
              <a:spcAft>
                <a:spcPts val="0"/>
              </a:spcAft>
              <a:buClr>
                <a:schemeClr val="lt1"/>
              </a:buClr>
              <a:buSzPts val="1800"/>
              <a:buChar char="•"/>
              <a:defRPr>
                <a:solidFill>
                  <a:schemeClr val="lt1"/>
                </a:solidFill>
              </a:defRPr>
            </a:lvl8pPr>
            <a:lvl9pPr marL="4114800" lvl="8" indent="-342900" algn="l">
              <a:lnSpc>
                <a:spcPct val="100000"/>
              </a:lnSpc>
              <a:spcBef>
                <a:spcPts val="360"/>
              </a:spcBef>
              <a:spcAft>
                <a:spcPts val="0"/>
              </a:spcAft>
              <a:buClr>
                <a:schemeClr val="lt1"/>
              </a:buClr>
              <a:buSzPts val="1800"/>
              <a:buChar char="•"/>
              <a:defRPr>
                <a:solidFill>
                  <a:schemeClr val="lt1"/>
                </a:solidFill>
              </a:defRPr>
            </a:lvl9pPr>
          </a:lstStyle>
          <a:p>
            <a:endParaRPr/>
          </a:p>
        </p:txBody>
      </p:sp>
    </p:spTree>
  </p:cSld>
  <p:clrMapOvr>
    <a:masterClrMapping/>
  </p:clrMapOvr>
  <p:transition spd="slow">
    <p:push/>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matchingName="2 Column Text">
  <p:cSld name="2 Column Text">
    <p:spTree>
      <p:nvGrpSpPr>
        <p:cNvPr id="1" name="Shape 581"/>
        <p:cNvGrpSpPr/>
        <p:nvPr/>
      </p:nvGrpSpPr>
      <p:grpSpPr>
        <a:xfrm>
          <a:off x="0" y="0"/>
          <a:ext cx="0" cy="0"/>
          <a:chOff x="0" y="0"/>
          <a:chExt cx="0" cy="0"/>
        </a:xfrm>
      </p:grpSpPr>
      <p:sp>
        <p:nvSpPr>
          <p:cNvPr id="582" name="Google Shape;582;p85"/>
          <p:cNvSpPr txBox="1">
            <a:spLocks noGrp="1"/>
          </p:cNvSpPr>
          <p:nvPr>
            <p:ph type="body" idx="1"/>
          </p:nvPr>
        </p:nvSpPr>
        <p:spPr>
          <a:xfrm>
            <a:off x="533400" y="1370000"/>
            <a:ext cx="3760200" cy="30825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SzPts val="1800"/>
              <a:buNone/>
              <a:defRPr/>
            </a:lvl1pPr>
            <a:lvl2pPr marL="914400" lvl="1" indent="-228600" algn="l">
              <a:lnSpc>
                <a:spcPct val="78888"/>
              </a:lnSpc>
              <a:spcBef>
                <a:spcPts val="400"/>
              </a:spcBef>
              <a:spcAft>
                <a:spcPts val="0"/>
              </a:spcAft>
              <a:buClr>
                <a:srgbClr val="000000"/>
              </a:buClr>
              <a:buSzPts val="2160"/>
              <a:buNone/>
              <a:defRPr/>
            </a:lvl2pPr>
            <a:lvl3pPr marL="1371600" lvl="2" indent="-365760" algn="l">
              <a:lnSpc>
                <a:spcPct val="100000"/>
              </a:lnSpc>
              <a:spcBef>
                <a:spcPts val="360"/>
              </a:spcBef>
              <a:spcAft>
                <a:spcPts val="0"/>
              </a:spcAft>
              <a:buClr>
                <a:srgbClr val="000000"/>
              </a:buClr>
              <a:buSzPts val="2160"/>
              <a:buChar char="•"/>
              <a:defRPr>
                <a:solidFill>
                  <a:srgbClr val="000000"/>
                </a:solidFill>
              </a:defRPr>
            </a:lvl3pPr>
            <a:lvl4pPr marL="1828800" lvl="3" indent="-342900" algn="l">
              <a:lnSpc>
                <a:spcPct val="100000"/>
              </a:lnSpc>
              <a:spcBef>
                <a:spcPts val="360"/>
              </a:spcBef>
              <a:spcAft>
                <a:spcPts val="0"/>
              </a:spcAft>
              <a:buClr>
                <a:srgbClr val="000000"/>
              </a:buClr>
              <a:buSzPts val="1800"/>
              <a:buChar char="–"/>
              <a:defRPr>
                <a:solidFill>
                  <a:srgbClr val="000000"/>
                </a:solidFill>
              </a:defRPr>
            </a:lvl4pPr>
            <a:lvl5pPr marL="2286000" lvl="4" indent="-342900" algn="l">
              <a:lnSpc>
                <a:spcPct val="100000"/>
              </a:lnSpc>
              <a:spcBef>
                <a:spcPts val="360"/>
              </a:spcBef>
              <a:spcAft>
                <a:spcPts val="0"/>
              </a:spcAft>
              <a:buClr>
                <a:srgbClr val="000000"/>
              </a:buClr>
              <a:buSzPts val="1800"/>
              <a:buChar char="»"/>
              <a:defRPr>
                <a:solidFill>
                  <a:srgbClr val="000000"/>
                </a:solidFill>
              </a:defRPr>
            </a:lvl5pPr>
            <a:lvl6pPr marL="2743200" lvl="5" indent="-342900" algn="l">
              <a:lnSpc>
                <a:spcPct val="100000"/>
              </a:lnSpc>
              <a:spcBef>
                <a:spcPts val="360"/>
              </a:spcBef>
              <a:spcAft>
                <a:spcPts val="0"/>
              </a:spcAft>
              <a:buClr>
                <a:srgbClr val="000000"/>
              </a:buClr>
              <a:buSzPts val="1800"/>
              <a:buChar char="•"/>
              <a:defRPr>
                <a:solidFill>
                  <a:srgbClr val="000000"/>
                </a:solidFill>
              </a:defRPr>
            </a:lvl6pPr>
            <a:lvl7pPr marL="3200400" lvl="6" indent="-342900" algn="l">
              <a:lnSpc>
                <a:spcPct val="100000"/>
              </a:lnSpc>
              <a:spcBef>
                <a:spcPts val="360"/>
              </a:spcBef>
              <a:spcAft>
                <a:spcPts val="0"/>
              </a:spcAft>
              <a:buClr>
                <a:srgbClr val="000000"/>
              </a:buClr>
              <a:buSzPts val="1800"/>
              <a:buChar char="•"/>
              <a:defRPr>
                <a:solidFill>
                  <a:srgbClr val="000000"/>
                </a:solidFill>
              </a:defRPr>
            </a:lvl7pPr>
            <a:lvl8pPr marL="3657600" lvl="7" indent="-342900" algn="l">
              <a:lnSpc>
                <a:spcPct val="100000"/>
              </a:lnSpc>
              <a:spcBef>
                <a:spcPts val="360"/>
              </a:spcBef>
              <a:spcAft>
                <a:spcPts val="0"/>
              </a:spcAft>
              <a:buClr>
                <a:srgbClr val="000000"/>
              </a:buClr>
              <a:buSzPts val="1800"/>
              <a:buChar char="•"/>
              <a:defRPr>
                <a:solidFill>
                  <a:srgbClr val="000000"/>
                </a:solidFill>
              </a:defRPr>
            </a:lvl8pPr>
            <a:lvl9pPr marL="4114800" lvl="8" indent="-342900" algn="l">
              <a:lnSpc>
                <a:spcPct val="100000"/>
              </a:lnSpc>
              <a:spcBef>
                <a:spcPts val="360"/>
              </a:spcBef>
              <a:spcAft>
                <a:spcPts val="0"/>
              </a:spcAft>
              <a:buClr>
                <a:srgbClr val="000000"/>
              </a:buClr>
              <a:buSzPts val="1800"/>
              <a:buChar char="•"/>
              <a:defRPr>
                <a:solidFill>
                  <a:srgbClr val="000000"/>
                </a:solidFill>
              </a:defRPr>
            </a:lvl9pPr>
          </a:lstStyle>
          <a:p>
            <a:endParaRPr/>
          </a:p>
        </p:txBody>
      </p:sp>
      <p:sp>
        <p:nvSpPr>
          <p:cNvPr id="583" name="Google Shape;583;p85"/>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584" name="Google Shape;584;p85"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585" name="Google Shape;585;p85"/>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lnSpc>
                <a:spcPct val="100000"/>
              </a:lnSpc>
              <a:spcBef>
                <a:spcPts val="0"/>
              </a:spcBef>
              <a:spcAft>
                <a:spcPts val="0"/>
              </a:spcAft>
              <a:buClr>
                <a:srgbClr val="120046"/>
              </a:buClr>
              <a:buSzPts val="2100"/>
              <a:buNone/>
              <a:defRPr sz="23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6" name="Google Shape;586;p85"/>
          <p:cNvSpPr txBox="1">
            <a:spLocks noGrp="1"/>
          </p:cNvSpPr>
          <p:nvPr>
            <p:ph type="body" idx="2"/>
          </p:nvPr>
        </p:nvSpPr>
        <p:spPr>
          <a:xfrm>
            <a:off x="533400" y="1370000"/>
            <a:ext cx="3760200" cy="30825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SzPts val="1800"/>
              <a:buNone/>
              <a:defRPr/>
            </a:lvl1pPr>
            <a:lvl2pPr marL="914400" lvl="1" indent="-228600" algn="l">
              <a:lnSpc>
                <a:spcPct val="78888"/>
              </a:lnSpc>
              <a:spcBef>
                <a:spcPts val="400"/>
              </a:spcBef>
              <a:spcAft>
                <a:spcPts val="0"/>
              </a:spcAft>
              <a:buClr>
                <a:srgbClr val="000000"/>
              </a:buClr>
              <a:buSzPts val="2160"/>
              <a:buNone/>
              <a:defRPr/>
            </a:lvl2pPr>
            <a:lvl3pPr marL="1371600" lvl="2" indent="-365760" algn="l">
              <a:lnSpc>
                <a:spcPct val="100000"/>
              </a:lnSpc>
              <a:spcBef>
                <a:spcPts val="360"/>
              </a:spcBef>
              <a:spcAft>
                <a:spcPts val="0"/>
              </a:spcAft>
              <a:buClr>
                <a:srgbClr val="000000"/>
              </a:buClr>
              <a:buSzPts val="2160"/>
              <a:buChar char="•"/>
              <a:defRPr>
                <a:solidFill>
                  <a:srgbClr val="000000"/>
                </a:solidFill>
              </a:defRPr>
            </a:lvl3pPr>
            <a:lvl4pPr marL="1828800" lvl="3" indent="-342900" algn="l">
              <a:lnSpc>
                <a:spcPct val="100000"/>
              </a:lnSpc>
              <a:spcBef>
                <a:spcPts val="360"/>
              </a:spcBef>
              <a:spcAft>
                <a:spcPts val="0"/>
              </a:spcAft>
              <a:buClr>
                <a:srgbClr val="000000"/>
              </a:buClr>
              <a:buSzPts val="1800"/>
              <a:buChar char="–"/>
              <a:defRPr>
                <a:solidFill>
                  <a:srgbClr val="000000"/>
                </a:solidFill>
              </a:defRPr>
            </a:lvl4pPr>
            <a:lvl5pPr marL="2286000" lvl="4" indent="-342900" algn="l">
              <a:lnSpc>
                <a:spcPct val="100000"/>
              </a:lnSpc>
              <a:spcBef>
                <a:spcPts val="360"/>
              </a:spcBef>
              <a:spcAft>
                <a:spcPts val="0"/>
              </a:spcAft>
              <a:buClr>
                <a:srgbClr val="000000"/>
              </a:buClr>
              <a:buSzPts val="1800"/>
              <a:buChar char="»"/>
              <a:defRPr>
                <a:solidFill>
                  <a:srgbClr val="000000"/>
                </a:solidFill>
              </a:defRPr>
            </a:lvl5pPr>
            <a:lvl6pPr marL="2743200" lvl="5" indent="-342900" algn="l">
              <a:lnSpc>
                <a:spcPct val="100000"/>
              </a:lnSpc>
              <a:spcBef>
                <a:spcPts val="360"/>
              </a:spcBef>
              <a:spcAft>
                <a:spcPts val="0"/>
              </a:spcAft>
              <a:buClr>
                <a:srgbClr val="000000"/>
              </a:buClr>
              <a:buSzPts val="1800"/>
              <a:buChar char="•"/>
              <a:defRPr>
                <a:solidFill>
                  <a:srgbClr val="000000"/>
                </a:solidFill>
              </a:defRPr>
            </a:lvl6pPr>
            <a:lvl7pPr marL="3200400" lvl="6" indent="-342900" algn="l">
              <a:lnSpc>
                <a:spcPct val="100000"/>
              </a:lnSpc>
              <a:spcBef>
                <a:spcPts val="360"/>
              </a:spcBef>
              <a:spcAft>
                <a:spcPts val="0"/>
              </a:spcAft>
              <a:buClr>
                <a:srgbClr val="000000"/>
              </a:buClr>
              <a:buSzPts val="1800"/>
              <a:buChar char="•"/>
              <a:defRPr>
                <a:solidFill>
                  <a:srgbClr val="000000"/>
                </a:solidFill>
              </a:defRPr>
            </a:lvl7pPr>
            <a:lvl8pPr marL="3657600" lvl="7" indent="-342900" algn="l">
              <a:lnSpc>
                <a:spcPct val="100000"/>
              </a:lnSpc>
              <a:spcBef>
                <a:spcPts val="360"/>
              </a:spcBef>
              <a:spcAft>
                <a:spcPts val="0"/>
              </a:spcAft>
              <a:buClr>
                <a:srgbClr val="000000"/>
              </a:buClr>
              <a:buSzPts val="1800"/>
              <a:buChar char="•"/>
              <a:defRPr>
                <a:solidFill>
                  <a:srgbClr val="000000"/>
                </a:solidFill>
              </a:defRPr>
            </a:lvl8pPr>
            <a:lvl9pPr marL="4114800" lvl="8" indent="-342900" algn="l">
              <a:lnSpc>
                <a:spcPct val="100000"/>
              </a:lnSpc>
              <a:spcBef>
                <a:spcPts val="360"/>
              </a:spcBef>
              <a:spcAft>
                <a:spcPts val="0"/>
              </a:spcAft>
              <a:buClr>
                <a:srgbClr val="000000"/>
              </a:buClr>
              <a:buSzPts val="1800"/>
              <a:buChar char="•"/>
              <a:defRPr>
                <a:solidFill>
                  <a:srgbClr val="000000"/>
                </a:solidFill>
              </a:defRPr>
            </a:lvl9pPr>
          </a:lstStyle>
          <a:p>
            <a:endParaRPr/>
          </a:p>
        </p:txBody>
      </p:sp>
      <p:sp>
        <p:nvSpPr>
          <p:cNvPr id="587" name="Google Shape;587;p85"/>
          <p:cNvSpPr txBox="1">
            <a:spLocks noGrp="1"/>
          </p:cNvSpPr>
          <p:nvPr>
            <p:ph type="body" idx="3"/>
          </p:nvPr>
        </p:nvSpPr>
        <p:spPr>
          <a:xfrm>
            <a:off x="4755900" y="1370000"/>
            <a:ext cx="3760200" cy="30825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SzPts val="1800"/>
              <a:buNone/>
              <a:defRPr/>
            </a:lvl1pPr>
            <a:lvl2pPr marL="914400" lvl="1" indent="-228600" algn="l">
              <a:lnSpc>
                <a:spcPct val="78888"/>
              </a:lnSpc>
              <a:spcBef>
                <a:spcPts val="400"/>
              </a:spcBef>
              <a:spcAft>
                <a:spcPts val="0"/>
              </a:spcAft>
              <a:buClr>
                <a:srgbClr val="000000"/>
              </a:buClr>
              <a:buSzPts val="2160"/>
              <a:buNone/>
              <a:defRPr/>
            </a:lvl2pPr>
            <a:lvl3pPr marL="1371600" lvl="2" indent="-365760" algn="l">
              <a:lnSpc>
                <a:spcPct val="100000"/>
              </a:lnSpc>
              <a:spcBef>
                <a:spcPts val="360"/>
              </a:spcBef>
              <a:spcAft>
                <a:spcPts val="0"/>
              </a:spcAft>
              <a:buClr>
                <a:srgbClr val="000000"/>
              </a:buClr>
              <a:buSzPts val="2160"/>
              <a:buChar char="•"/>
              <a:defRPr>
                <a:solidFill>
                  <a:srgbClr val="000000"/>
                </a:solidFill>
              </a:defRPr>
            </a:lvl3pPr>
            <a:lvl4pPr marL="1828800" lvl="3" indent="-342900" algn="l">
              <a:lnSpc>
                <a:spcPct val="100000"/>
              </a:lnSpc>
              <a:spcBef>
                <a:spcPts val="360"/>
              </a:spcBef>
              <a:spcAft>
                <a:spcPts val="0"/>
              </a:spcAft>
              <a:buClr>
                <a:srgbClr val="000000"/>
              </a:buClr>
              <a:buSzPts val="1800"/>
              <a:buChar char="–"/>
              <a:defRPr>
                <a:solidFill>
                  <a:srgbClr val="000000"/>
                </a:solidFill>
              </a:defRPr>
            </a:lvl4pPr>
            <a:lvl5pPr marL="2286000" lvl="4" indent="-342900" algn="l">
              <a:lnSpc>
                <a:spcPct val="100000"/>
              </a:lnSpc>
              <a:spcBef>
                <a:spcPts val="360"/>
              </a:spcBef>
              <a:spcAft>
                <a:spcPts val="0"/>
              </a:spcAft>
              <a:buClr>
                <a:srgbClr val="000000"/>
              </a:buClr>
              <a:buSzPts val="1800"/>
              <a:buChar char="»"/>
              <a:defRPr>
                <a:solidFill>
                  <a:srgbClr val="000000"/>
                </a:solidFill>
              </a:defRPr>
            </a:lvl5pPr>
            <a:lvl6pPr marL="2743200" lvl="5" indent="-342900" algn="l">
              <a:lnSpc>
                <a:spcPct val="100000"/>
              </a:lnSpc>
              <a:spcBef>
                <a:spcPts val="360"/>
              </a:spcBef>
              <a:spcAft>
                <a:spcPts val="0"/>
              </a:spcAft>
              <a:buClr>
                <a:srgbClr val="000000"/>
              </a:buClr>
              <a:buSzPts val="1800"/>
              <a:buChar char="•"/>
              <a:defRPr>
                <a:solidFill>
                  <a:srgbClr val="000000"/>
                </a:solidFill>
              </a:defRPr>
            </a:lvl6pPr>
            <a:lvl7pPr marL="3200400" lvl="6" indent="-342900" algn="l">
              <a:lnSpc>
                <a:spcPct val="100000"/>
              </a:lnSpc>
              <a:spcBef>
                <a:spcPts val="360"/>
              </a:spcBef>
              <a:spcAft>
                <a:spcPts val="0"/>
              </a:spcAft>
              <a:buClr>
                <a:srgbClr val="000000"/>
              </a:buClr>
              <a:buSzPts val="1800"/>
              <a:buChar char="•"/>
              <a:defRPr>
                <a:solidFill>
                  <a:srgbClr val="000000"/>
                </a:solidFill>
              </a:defRPr>
            </a:lvl7pPr>
            <a:lvl8pPr marL="3657600" lvl="7" indent="-342900" algn="l">
              <a:lnSpc>
                <a:spcPct val="100000"/>
              </a:lnSpc>
              <a:spcBef>
                <a:spcPts val="360"/>
              </a:spcBef>
              <a:spcAft>
                <a:spcPts val="0"/>
              </a:spcAft>
              <a:buClr>
                <a:srgbClr val="000000"/>
              </a:buClr>
              <a:buSzPts val="1800"/>
              <a:buChar char="•"/>
              <a:defRPr>
                <a:solidFill>
                  <a:srgbClr val="000000"/>
                </a:solidFill>
              </a:defRPr>
            </a:lvl8pPr>
            <a:lvl9pPr marL="4114800" lvl="8" indent="-342900" algn="l">
              <a:lnSpc>
                <a:spcPct val="100000"/>
              </a:lnSpc>
              <a:spcBef>
                <a:spcPts val="360"/>
              </a:spcBef>
              <a:spcAft>
                <a:spcPts val="0"/>
              </a:spcAft>
              <a:buClr>
                <a:srgbClr val="000000"/>
              </a:buClr>
              <a:buSzPts val="1800"/>
              <a:buChar char="•"/>
              <a:defRPr>
                <a:solidFill>
                  <a:srgbClr val="000000"/>
                </a:solidFill>
              </a:defRPr>
            </a:lvl9pPr>
          </a:lstStyle>
          <a:p>
            <a:endParaRPr/>
          </a:p>
        </p:txBody>
      </p:sp>
      <p:sp>
        <p:nvSpPr>
          <p:cNvPr id="588" name="Google Shape;588;p85"/>
          <p:cNvSpPr txBox="1">
            <a:spLocks noGrp="1"/>
          </p:cNvSpPr>
          <p:nvPr>
            <p:ph type="body" idx="4"/>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accent4"/>
              </a:buClr>
              <a:buSzPts val="1100"/>
              <a:buFont typeface="Plus Jakarta Sans SemiBold"/>
              <a:buNone/>
              <a:defRPr sz="1100" i="0">
                <a:solidFill>
                  <a:schemeClr val="accent4"/>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lnSpc>
                <a:spcPct val="100000"/>
              </a:lnSpc>
              <a:spcBef>
                <a:spcPts val="210"/>
              </a:spcBef>
              <a:spcAft>
                <a:spcPts val="0"/>
              </a:spcAft>
              <a:buSzPts val="1260"/>
              <a:buFont typeface="Arial"/>
              <a:buNone/>
              <a:defRPr sz="1050">
                <a:latin typeface="Arial"/>
                <a:ea typeface="Arial"/>
                <a:cs typeface="Arial"/>
                <a:sym typeface="Arial"/>
              </a:defRPr>
            </a:lvl3pPr>
            <a:lvl4pPr marL="1828800" lvl="3"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transition spd="slow">
    <p:push/>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matchingName="2 Column Text | Twilight">
  <p:cSld name="2 Column Text | Twilight">
    <p:bg>
      <p:bgPr>
        <a:solidFill>
          <a:schemeClr val="dk1"/>
        </a:solidFill>
        <a:effectLst/>
      </p:bgPr>
    </p:bg>
    <p:spTree>
      <p:nvGrpSpPr>
        <p:cNvPr id="1" name="Shape 589"/>
        <p:cNvGrpSpPr/>
        <p:nvPr/>
      </p:nvGrpSpPr>
      <p:grpSpPr>
        <a:xfrm>
          <a:off x="0" y="0"/>
          <a:ext cx="0" cy="0"/>
          <a:chOff x="0" y="0"/>
          <a:chExt cx="0" cy="0"/>
        </a:xfrm>
      </p:grpSpPr>
      <p:sp>
        <p:nvSpPr>
          <p:cNvPr id="590" name="Google Shape;590;p86"/>
          <p:cNvSpPr txBox="1">
            <a:spLocks noGrp="1"/>
          </p:cNvSpPr>
          <p:nvPr>
            <p:ph type="body" idx="1"/>
          </p:nvPr>
        </p:nvSpPr>
        <p:spPr>
          <a:xfrm>
            <a:off x="533400" y="1370000"/>
            <a:ext cx="3760200" cy="30825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lt1"/>
              </a:buClr>
              <a:buSzPts val="1800"/>
              <a:buNone/>
              <a:defRPr>
                <a:solidFill>
                  <a:schemeClr val="lt1"/>
                </a:solidFill>
              </a:defRPr>
            </a:lvl1pPr>
            <a:lvl2pPr marL="914400" lvl="1" indent="-228600" algn="l">
              <a:lnSpc>
                <a:spcPct val="78888"/>
              </a:lnSpc>
              <a:spcBef>
                <a:spcPts val="400"/>
              </a:spcBef>
              <a:spcAft>
                <a:spcPts val="0"/>
              </a:spcAft>
              <a:buClr>
                <a:schemeClr val="lt1"/>
              </a:buClr>
              <a:buSzPts val="2160"/>
              <a:buNone/>
              <a:defRPr>
                <a:solidFill>
                  <a:schemeClr val="lt1"/>
                </a:solidFill>
              </a:defRPr>
            </a:lvl2pPr>
            <a:lvl3pPr marL="1371600" lvl="2" indent="-365760" algn="l">
              <a:lnSpc>
                <a:spcPct val="100000"/>
              </a:lnSpc>
              <a:spcBef>
                <a:spcPts val="360"/>
              </a:spcBef>
              <a:spcAft>
                <a:spcPts val="0"/>
              </a:spcAft>
              <a:buClr>
                <a:schemeClr val="lt1"/>
              </a:buClr>
              <a:buSzPts val="2160"/>
              <a:buChar char="•"/>
              <a:defRPr>
                <a:solidFill>
                  <a:schemeClr val="lt1"/>
                </a:solidFill>
              </a:defRPr>
            </a:lvl3pPr>
            <a:lvl4pPr marL="1828800" lvl="3" indent="-342900" algn="l">
              <a:lnSpc>
                <a:spcPct val="100000"/>
              </a:lnSpc>
              <a:spcBef>
                <a:spcPts val="360"/>
              </a:spcBef>
              <a:spcAft>
                <a:spcPts val="0"/>
              </a:spcAft>
              <a:buClr>
                <a:schemeClr val="lt1"/>
              </a:buClr>
              <a:buSzPts val="1800"/>
              <a:buChar char="–"/>
              <a:defRPr>
                <a:solidFill>
                  <a:schemeClr val="lt1"/>
                </a:solidFill>
              </a:defRPr>
            </a:lvl4pPr>
            <a:lvl5pPr marL="2286000" lvl="4" indent="-342900" algn="l">
              <a:lnSpc>
                <a:spcPct val="100000"/>
              </a:lnSpc>
              <a:spcBef>
                <a:spcPts val="360"/>
              </a:spcBef>
              <a:spcAft>
                <a:spcPts val="0"/>
              </a:spcAft>
              <a:buClr>
                <a:schemeClr val="lt1"/>
              </a:buClr>
              <a:buSzPts val="1800"/>
              <a:buChar char="»"/>
              <a:defRPr>
                <a:solidFill>
                  <a:schemeClr val="lt1"/>
                </a:solidFill>
              </a:defRPr>
            </a:lvl5pPr>
            <a:lvl6pPr marL="2743200" lvl="5" indent="-342900" algn="l">
              <a:lnSpc>
                <a:spcPct val="100000"/>
              </a:lnSpc>
              <a:spcBef>
                <a:spcPts val="360"/>
              </a:spcBef>
              <a:spcAft>
                <a:spcPts val="0"/>
              </a:spcAft>
              <a:buClr>
                <a:schemeClr val="lt1"/>
              </a:buClr>
              <a:buSzPts val="1800"/>
              <a:buChar char="•"/>
              <a:defRPr>
                <a:solidFill>
                  <a:schemeClr val="lt1"/>
                </a:solidFill>
              </a:defRPr>
            </a:lvl6pPr>
            <a:lvl7pPr marL="3200400" lvl="6" indent="-342900" algn="l">
              <a:lnSpc>
                <a:spcPct val="100000"/>
              </a:lnSpc>
              <a:spcBef>
                <a:spcPts val="360"/>
              </a:spcBef>
              <a:spcAft>
                <a:spcPts val="0"/>
              </a:spcAft>
              <a:buClr>
                <a:schemeClr val="lt1"/>
              </a:buClr>
              <a:buSzPts val="1800"/>
              <a:buChar char="•"/>
              <a:defRPr>
                <a:solidFill>
                  <a:schemeClr val="lt1"/>
                </a:solidFill>
              </a:defRPr>
            </a:lvl7pPr>
            <a:lvl8pPr marL="3657600" lvl="7" indent="-342900" algn="l">
              <a:lnSpc>
                <a:spcPct val="100000"/>
              </a:lnSpc>
              <a:spcBef>
                <a:spcPts val="360"/>
              </a:spcBef>
              <a:spcAft>
                <a:spcPts val="0"/>
              </a:spcAft>
              <a:buClr>
                <a:schemeClr val="lt1"/>
              </a:buClr>
              <a:buSzPts val="1800"/>
              <a:buChar char="•"/>
              <a:defRPr>
                <a:solidFill>
                  <a:schemeClr val="lt1"/>
                </a:solidFill>
              </a:defRPr>
            </a:lvl8pPr>
            <a:lvl9pPr marL="4114800" lvl="8" indent="-342900" algn="l">
              <a:lnSpc>
                <a:spcPct val="100000"/>
              </a:lnSpc>
              <a:spcBef>
                <a:spcPts val="360"/>
              </a:spcBef>
              <a:spcAft>
                <a:spcPts val="0"/>
              </a:spcAft>
              <a:buClr>
                <a:schemeClr val="lt1"/>
              </a:buClr>
              <a:buSzPts val="1800"/>
              <a:buChar char="•"/>
              <a:defRPr>
                <a:solidFill>
                  <a:schemeClr val="lt1"/>
                </a:solidFill>
              </a:defRPr>
            </a:lvl9pPr>
          </a:lstStyle>
          <a:p>
            <a:endParaRPr/>
          </a:p>
        </p:txBody>
      </p:sp>
      <p:sp>
        <p:nvSpPr>
          <p:cNvPr id="591" name="Google Shape;591;p86"/>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592" name="Google Shape;592;p86"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593" name="Google Shape;593;p86"/>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lnSpc>
                <a:spcPct val="100000"/>
              </a:lnSpc>
              <a:spcBef>
                <a:spcPts val="0"/>
              </a:spcBef>
              <a:spcAft>
                <a:spcPts val="0"/>
              </a:spcAft>
              <a:buClr>
                <a:schemeClr val="lt1"/>
              </a:buClr>
              <a:buSzPts val="2100"/>
              <a:buNone/>
              <a:defRPr sz="2300">
                <a:solidFill>
                  <a:schemeClr val="lt1"/>
                </a:solidFill>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a:endParaRPr/>
          </a:p>
        </p:txBody>
      </p:sp>
      <p:sp>
        <p:nvSpPr>
          <p:cNvPr id="594" name="Google Shape;594;p86"/>
          <p:cNvSpPr txBox="1">
            <a:spLocks noGrp="1"/>
          </p:cNvSpPr>
          <p:nvPr>
            <p:ph type="body" idx="2"/>
          </p:nvPr>
        </p:nvSpPr>
        <p:spPr>
          <a:xfrm>
            <a:off x="533400" y="1370000"/>
            <a:ext cx="3760200" cy="30825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lt1"/>
              </a:buClr>
              <a:buSzPts val="1800"/>
              <a:buNone/>
              <a:defRPr>
                <a:solidFill>
                  <a:schemeClr val="lt1"/>
                </a:solidFill>
              </a:defRPr>
            </a:lvl1pPr>
            <a:lvl2pPr marL="914400" lvl="1" indent="-228600" algn="l">
              <a:lnSpc>
                <a:spcPct val="78888"/>
              </a:lnSpc>
              <a:spcBef>
                <a:spcPts val="400"/>
              </a:spcBef>
              <a:spcAft>
                <a:spcPts val="0"/>
              </a:spcAft>
              <a:buClr>
                <a:schemeClr val="lt1"/>
              </a:buClr>
              <a:buSzPts val="2160"/>
              <a:buNone/>
              <a:defRPr>
                <a:solidFill>
                  <a:schemeClr val="lt1"/>
                </a:solidFill>
              </a:defRPr>
            </a:lvl2pPr>
            <a:lvl3pPr marL="1371600" lvl="2" indent="-365760" algn="l">
              <a:lnSpc>
                <a:spcPct val="100000"/>
              </a:lnSpc>
              <a:spcBef>
                <a:spcPts val="360"/>
              </a:spcBef>
              <a:spcAft>
                <a:spcPts val="0"/>
              </a:spcAft>
              <a:buClr>
                <a:schemeClr val="lt1"/>
              </a:buClr>
              <a:buSzPts val="2160"/>
              <a:buChar char="•"/>
              <a:defRPr>
                <a:solidFill>
                  <a:schemeClr val="lt1"/>
                </a:solidFill>
              </a:defRPr>
            </a:lvl3pPr>
            <a:lvl4pPr marL="1828800" lvl="3" indent="-342900" algn="l">
              <a:lnSpc>
                <a:spcPct val="100000"/>
              </a:lnSpc>
              <a:spcBef>
                <a:spcPts val="360"/>
              </a:spcBef>
              <a:spcAft>
                <a:spcPts val="0"/>
              </a:spcAft>
              <a:buClr>
                <a:schemeClr val="lt1"/>
              </a:buClr>
              <a:buSzPts val="1800"/>
              <a:buChar char="–"/>
              <a:defRPr>
                <a:solidFill>
                  <a:schemeClr val="lt1"/>
                </a:solidFill>
              </a:defRPr>
            </a:lvl4pPr>
            <a:lvl5pPr marL="2286000" lvl="4" indent="-342900" algn="l">
              <a:lnSpc>
                <a:spcPct val="100000"/>
              </a:lnSpc>
              <a:spcBef>
                <a:spcPts val="360"/>
              </a:spcBef>
              <a:spcAft>
                <a:spcPts val="0"/>
              </a:spcAft>
              <a:buClr>
                <a:schemeClr val="lt1"/>
              </a:buClr>
              <a:buSzPts val="1800"/>
              <a:buChar char="»"/>
              <a:defRPr>
                <a:solidFill>
                  <a:schemeClr val="lt1"/>
                </a:solidFill>
              </a:defRPr>
            </a:lvl5pPr>
            <a:lvl6pPr marL="2743200" lvl="5" indent="-342900" algn="l">
              <a:lnSpc>
                <a:spcPct val="100000"/>
              </a:lnSpc>
              <a:spcBef>
                <a:spcPts val="360"/>
              </a:spcBef>
              <a:spcAft>
                <a:spcPts val="0"/>
              </a:spcAft>
              <a:buClr>
                <a:schemeClr val="lt1"/>
              </a:buClr>
              <a:buSzPts val="1800"/>
              <a:buChar char="•"/>
              <a:defRPr>
                <a:solidFill>
                  <a:schemeClr val="lt1"/>
                </a:solidFill>
              </a:defRPr>
            </a:lvl6pPr>
            <a:lvl7pPr marL="3200400" lvl="6" indent="-342900" algn="l">
              <a:lnSpc>
                <a:spcPct val="100000"/>
              </a:lnSpc>
              <a:spcBef>
                <a:spcPts val="360"/>
              </a:spcBef>
              <a:spcAft>
                <a:spcPts val="0"/>
              </a:spcAft>
              <a:buClr>
                <a:schemeClr val="lt1"/>
              </a:buClr>
              <a:buSzPts val="1800"/>
              <a:buChar char="•"/>
              <a:defRPr>
                <a:solidFill>
                  <a:schemeClr val="lt1"/>
                </a:solidFill>
              </a:defRPr>
            </a:lvl7pPr>
            <a:lvl8pPr marL="3657600" lvl="7" indent="-342900" algn="l">
              <a:lnSpc>
                <a:spcPct val="100000"/>
              </a:lnSpc>
              <a:spcBef>
                <a:spcPts val="360"/>
              </a:spcBef>
              <a:spcAft>
                <a:spcPts val="0"/>
              </a:spcAft>
              <a:buClr>
                <a:schemeClr val="lt1"/>
              </a:buClr>
              <a:buSzPts val="1800"/>
              <a:buChar char="•"/>
              <a:defRPr>
                <a:solidFill>
                  <a:schemeClr val="lt1"/>
                </a:solidFill>
              </a:defRPr>
            </a:lvl8pPr>
            <a:lvl9pPr marL="4114800" lvl="8" indent="-342900" algn="l">
              <a:lnSpc>
                <a:spcPct val="100000"/>
              </a:lnSpc>
              <a:spcBef>
                <a:spcPts val="360"/>
              </a:spcBef>
              <a:spcAft>
                <a:spcPts val="0"/>
              </a:spcAft>
              <a:buClr>
                <a:schemeClr val="lt1"/>
              </a:buClr>
              <a:buSzPts val="1800"/>
              <a:buChar char="•"/>
              <a:defRPr>
                <a:solidFill>
                  <a:schemeClr val="lt1"/>
                </a:solidFill>
              </a:defRPr>
            </a:lvl9pPr>
          </a:lstStyle>
          <a:p>
            <a:endParaRPr/>
          </a:p>
        </p:txBody>
      </p:sp>
      <p:sp>
        <p:nvSpPr>
          <p:cNvPr id="595" name="Google Shape;595;p86"/>
          <p:cNvSpPr txBox="1">
            <a:spLocks noGrp="1"/>
          </p:cNvSpPr>
          <p:nvPr>
            <p:ph type="body" idx="3"/>
          </p:nvPr>
        </p:nvSpPr>
        <p:spPr>
          <a:xfrm>
            <a:off x="4755900" y="1370000"/>
            <a:ext cx="3760200" cy="30825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lt1"/>
              </a:buClr>
              <a:buSzPts val="1800"/>
              <a:buNone/>
              <a:defRPr>
                <a:solidFill>
                  <a:schemeClr val="lt1"/>
                </a:solidFill>
              </a:defRPr>
            </a:lvl1pPr>
            <a:lvl2pPr marL="914400" lvl="1" indent="-228600" algn="l">
              <a:lnSpc>
                <a:spcPct val="78888"/>
              </a:lnSpc>
              <a:spcBef>
                <a:spcPts val="400"/>
              </a:spcBef>
              <a:spcAft>
                <a:spcPts val="0"/>
              </a:spcAft>
              <a:buClr>
                <a:schemeClr val="lt1"/>
              </a:buClr>
              <a:buSzPts val="2160"/>
              <a:buNone/>
              <a:defRPr>
                <a:solidFill>
                  <a:schemeClr val="lt1"/>
                </a:solidFill>
              </a:defRPr>
            </a:lvl2pPr>
            <a:lvl3pPr marL="1371600" lvl="2" indent="-365760" algn="l">
              <a:lnSpc>
                <a:spcPct val="100000"/>
              </a:lnSpc>
              <a:spcBef>
                <a:spcPts val="360"/>
              </a:spcBef>
              <a:spcAft>
                <a:spcPts val="0"/>
              </a:spcAft>
              <a:buClr>
                <a:schemeClr val="lt1"/>
              </a:buClr>
              <a:buSzPts val="2160"/>
              <a:buChar char="•"/>
              <a:defRPr>
                <a:solidFill>
                  <a:schemeClr val="lt1"/>
                </a:solidFill>
              </a:defRPr>
            </a:lvl3pPr>
            <a:lvl4pPr marL="1828800" lvl="3" indent="-342900" algn="l">
              <a:lnSpc>
                <a:spcPct val="100000"/>
              </a:lnSpc>
              <a:spcBef>
                <a:spcPts val="360"/>
              </a:spcBef>
              <a:spcAft>
                <a:spcPts val="0"/>
              </a:spcAft>
              <a:buClr>
                <a:schemeClr val="lt1"/>
              </a:buClr>
              <a:buSzPts val="1800"/>
              <a:buChar char="–"/>
              <a:defRPr>
                <a:solidFill>
                  <a:schemeClr val="lt1"/>
                </a:solidFill>
              </a:defRPr>
            </a:lvl4pPr>
            <a:lvl5pPr marL="2286000" lvl="4" indent="-342900" algn="l">
              <a:lnSpc>
                <a:spcPct val="100000"/>
              </a:lnSpc>
              <a:spcBef>
                <a:spcPts val="360"/>
              </a:spcBef>
              <a:spcAft>
                <a:spcPts val="0"/>
              </a:spcAft>
              <a:buClr>
                <a:schemeClr val="lt1"/>
              </a:buClr>
              <a:buSzPts val="1800"/>
              <a:buChar char="»"/>
              <a:defRPr>
                <a:solidFill>
                  <a:schemeClr val="lt1"/>
                </a:solidFill>
              </a:defRPr>
            </a:lvl5pPr>
            <a:lvl6pPr marL="2743200" lvl="5" indent="-342900" algn="l">
              <a:lnSpc>
                <a:spcPct val="100000"/>
              </a:lnSpc>
              <a:spcBef>
                <a:spcPts val="360"/>
              </a:spcBef>
              <a:spcAft>
                <a:spcPts val="0"/>
              </a:spcAft>
              <a:buClr>
                <a:schemeClr val="lt1"/>
              </a:buClr>
              <a:buSzPts val="1800"/>
              <a:buChar char="•"/>
              <a:defRPr>
                <a:solidFill>
                  <a:schemeClr val="lt1"/>
                </a:solidFill>
              </a:defRPr>
            </a:lvl6pPr>
            <a:lvl7pPr marL="3200400" lvl="6" indent="-342900" algn="l">
              <a:lnSpc>
                <a:spcPct val="100000"/>
              </a:lnSpc>
              <a:spcBef>
                <a:spcPts val="360"/>
              </a:spcBef>
              <a:spcAft>
                <a:spcPts val="0"/>
              </a:spcAft>
              <a:buClr>
                <a:schemeClr val="lt1"/>
              </a:buClr>
              <a:buSzPts val="1800"/>
              <a:buChar char="•"/>
              <a:defRPr>
                <a:solidFill>
                  <a:schemeClr val="lt1"/>
                </a:solidFill>
              </a:defRPr>
            </a:lvl7pPr>
            <a:lvl8pPr marL="3657600" lvl="7" indent="-342900" algn="l">
              <a:lnSpc>
                <a:spcPct val="100000"/>
              </a:lnSpc>
              <a:spcBef>
                <a:spcPts val="360"/>
              </a:spcBef>
              <a:spcAft>
                <a:spcPts val="0"/>
              </a:spcAft>
              <a:buClr>
                <a:schemeClr val="lt1"/>
              </a:buClr>
              <a:buSzPts val="1800"/>
              <a:buChar char="•"/>
              <a:defRPr>
                <a:solidFill>
                  <a:schemeClr val="lt1"/>
                </a:solidFill>
              </a:defRPr>
            </a:lvl8pPr>
            <a:lvl9pPr marL="4114800" lvl="8" indent="-342900" algn="l">
              <a:lnSpc>
                <a:spcPct val="100000"/>
              </a:lnSpc>
              <a:spcBef>
                <a:spcPts val="360"/>
              </a:spcBef>
              <a:spcAft>
                <a:spcPts val="0"/>
              </a:spcAft>
              <a:buClr>
                <a:schemeClr val="lt1"/>
              </a:buClr>
              <a:buSzPts val="1800"/>
              <a:buChar char="•"/>
              <a:defRPr>
                <a:solidFill>
                  <a:schemeClr val="lt1"/>
                </a:solidFill>
              </a:defRPr>
            </a:lvl9pPr>
          </a:lstStyle>
          <a:p>
            <a:endParaRPr/>
          </a:p>
        </p:txBody>
      </p:sp>
      <p:sp>
        <p:nvSpPr>
          <p:cNvPr id="596" name="Google Shape;596;p86"/>
          <p:cNvSpPr txBox="1">
            <a:spLocks noGrp="1"/>
          </p:cNvSpPr>
          <p:nvPr>
            <p:ph type="body" idx="4"/>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lt1"/>
              </a:buClr>
              <a:buSzPts val="1100"/>
              <a:buFont typeface="Plus Jakarta Sans SemiBold"/>
              <a:buNone/>
              <a:defRPr sz="1100" i="0">
                <a:solidFill>
                  <a:schemeClr val="lt1"/>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Clr>
                <a:schemeClr val="lt1"/>
              </a:buClr>
              <a:buSzPts val="1260"/>
              <a:buFont typeface="Arial"/>
              <a:buNone/>
              <a:defRPr sz="1050">
                <a:solidFill>
                  <a:schemeClr val="lt1"/>
                </a:solidFill>
                <a:latin typeface="Arial"/>
                <a:ea typeface="Arial"/>
                <a:cs typeface="Arial"/>
                <a:sym typeface="Arial"/>
              </a:defRPr>
            </a:lvl2pPr>
            <a:lvl3pPr marL="1371600" lvl="2" indent="-228600" algn="l">
              <a:lnSpc>
                <a:spcPct val="100000"/>
              </a:lnSpc>
              <a:spcBef>
                <a:spcPts val="210"/>
              </a:spcBef>
              <a:spcAft>
                <a:spcPts val="0"/>
              </a:spcAft>
              <a:buClr>
                <a:schemeClr val="lt1"/>
              </a:buClr>
              <a:buSzPts val="1260"/>
              <a:buFont typeface="Arial"/>
              <a:buNone/>
              <a:defRPr sz="1050">
                <a:solidFill>
                  <a:schemeClr val="lt1"/>
                </a:solidFill>
                <a:latin typeface="Arial"/>
                <a:ea typeface="Arial"/>
                <a:cs typeface="Arial"/>
                <a:sym typeface="Arial"/>
              </a:defRPr>
            </a:lvl3pPr>
            <a:lvl4pPr marL="1828800" lvl="3" indent="-228600" algn="l">
              <a:lnSpc>
                <a:spcPct val="100000"/>
              </a:lnSpc>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4pPr>
            <a:lvl5pPr marL="2286000" lvl="4" indent="-228600" algn="l">
              <a:lnSpc>
                <a:spcPct val="100000"/>
              </a:lnSpc>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5pPr>
            <a:lvl6pPr marL="2743200" lvl="5" indent="-342900" algn="l">
              <a:lnSpc>
                <a:spcPct val="100000"/>
              </a:lnSpc>
              <a:spcBef>
                <a:spcPts val="360"/>
              </a:spcBef>
              <a:spcAft>
                <a:spcPts val="0"/>
              </a:spcAft>
              <a:buClr>
                <a:schemeClr val="lt1"/>
              </a:buClr>
              <a:buSzPts val="1800"/>
              <a:buChar char="•"/>
              <a:defRPr>
                <a:solidFill>
                  <a:schemeClr val="lt1"/>
                </a:solidFill>
              </a:defRPr>
            </a:lvl6pPr>
            <a:lvl7pPr marL="3200400" lvl="6" indent="-342900" algn="l">
              <a:lnSpc>
                <a:spcPct val="100000"/>
              </a:lnSpc>
              <a:spcBef>
                <a:spcPts val="360"/>
              </a:spcBef>
              <a:spcAft>
                <a:spcPts val="0"/>
              </a:spcAft>
              <a:buClr>
                <a:schemeClr val="lt1"/>
              </a:buClr>
              <a:buSzPts val="1800"/>
              <a:buChar char="•"/>
              <a:defRPr>
                <a:solidFill>
                  <a:schemeClr val="lt1"/>
                </a:solidFill>
              </a:defRPr>
            </a:lvl7pPr>
            <a:lvl8pPr marL="3657600" lvl="7" indent="-342900" algn="l">
              <a:lnSpc>
                <a:spcPct val="100000"/>
              </a:lnSpc>
              <a:spcBef>
                <a:spcPts val="360"/>
              </a:spcBef>
              <a:spcAft>
                <a:spcPts val="0"/>
              </a:spcAft>
              <a:buClr>
                <a:schemeClr val="lt1"/>
              </a:buClr>
              <a:buSzPts val="1800"/>
              <a:buChar char="•"/>
              <a:defRPr>
                <a:solidFill>
                  <a:schemeClr val="lt1"/>
                </a:solidFill>
              </a:defRPr>
            </a:lvl8pPr>
            <a:lvl9pPr marL="4114800" lvl="8" indent="-342900" algn="l">
              <a:lnSpc>
                <a:spcPct val="100000"/>
              </a:lnSpc>
              <a:spcBef>
                <a:spcPts val="360"/>
              </a:spcBef>
              <a:spcAft>
                <a:spcPts val="0"/>
              </a:spcAft>
              <a:buClr>
                <a:schemeClr val="lt1"/>
              </a:buClr>
              <a:buSzPts val="1800"/>
              <a:buChar char="•"/>
              <a:defRPr>
                <a:solidFill>
                  <a:schemeClr val="lt1"/>
                </a:solidFill>
              </a:defRPr>
            </a:lvl9pPr>
          </a:lstStyle>
          <a:p>
            <a:endParaRPr/>
          </a:p>
        </p:txBody>
      </p:sp>
    </p:spTree>
  </p:cSld>
  <p:clrMapOvr>
    <a:masterClrMapping/>
  </p:clrMapOvr>
  <p:transition spd="slow">
    <p:push/>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matchingName="Inline Image on the Right">
  <p:cSld name="Inline Image on the Right">
    <p:spTree>
      <p:nvGrpSpPr>
        <p:cNvPr id="1" name="Shape 597"/>
        <p:cNvGrpSpPr/>
        <p:nvPr/>
      </p:nvGrpSpPr>
      <p:grpSpPr>
        <a:xfrm>
          <a:off x="0" y="0"/>
          <a:ext cx="0" cy="0"/>
          <a:chOff x="0" y="0"/>
          <a:chExt cx="0" cy="0"/>
        </a:xfrm>
      </p:grpSpPr>
      <p:sp>
        <p:nvSpPr>
          <p:cNvPr id="598" name="Google Shape;598;p87"/>
          <p:cNvSpPr txBox="1">
            <a:spLocks noGrp="1"/>
          </p:cNvSpPr>
          <p:nvPr>
            <p:ph type="body" idx="1"/>
          </p:nvPr>
        </p:nvSpPr>
        <p:spPr>
          <a:xfrm>
            <a:off x="533400" y="1370000"/>
            <a:ext cx="3923400" cy="15066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rgbClr val="000000"/>
              </a:buClr>
              <a:buSzPts val="1800"/>
              <a:buNone/>
              <a:defRPr/>
            </a:lvl1pPr>
            <a:lvl2pPr marL="914400" lvl="1" indent="-228600" algn="l">
              <a:lnSpc>
                <a:spcPct val="78888"/>
              </a:lnSpc>
              <a:spcBef>
                <a:spcPts val="400"/>
              </a:spcBef>
              <a:spcAft>
                <a:spcPts val="0"/>
              </a:spcAft>
              <a:buSzPts val="2160"/>
              <a:buNone/>
              <a:defRPr/>
            </a:lvl2pPr>
            <a:lvl3pPr marL="1371600" lvl="2" indent="-365760" algn="l">
              <a:lnSpc>
                <a:spcPct val="100000"/>
              </a:lnSpc>
              <a:spcBef>
                <a:spcPts val="360"/>
              </a:spcBef>
              <a:spcAft>
                <a:spcPts val="0"/>
              </a:spcAft>
              <a:buSzPts val="2160"/>
              <a:buChar char="•"/>
              <a:defRPr/>
            </a:lvl3pPr>
            <a:lvl4pPr marL="1828800" lvl="3" indent="-342900" algn="l">
              <a:lnSpc>
                <a:spcPct val="100000"/>
              </a:lnSpc>
              <a:spcBef>
                <a:spcPts val="360"/>
              </a:spcBef>
              <a:spcAft>
                <a:spcPts val="0"/>
              </a:spcAft>
              <a:buClr>
                <a:srgbClr val="4E5661"/>
              </a:buClr>
              <a:buSzPts val="1800"/>
              <a:buChar char="–"/>
              <a:defRPr/>
            </a:lvl4pPr>
            <a:lvl5pPr marL="2286000" lvl="4" indent="-342900" algn="l">
              <a:lnSpc>
                <a:spcPct val="100000"/>
              </a:lnSpc>
              <a:spcBef>
                <a:spcPts val="360"/>
              </a:spcBef>
              <a:spcAft>
                <a:spcPts val="0"/>
              </a:spcAft>
              <a:buClr>
                <a:srgbClr val="4E566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599" name="Google Shape;599;p87"/>
          <p:cNvSpPr>
            <a:spLocks noGrp="1"/>
          </p:cNvSpPr>
          <p:nvPr>
            <p:ph type="pic" idx="2"/>
          </p:nvPr>
        </p:nvSpPr>
        <p:spPr>
          <a:xfrm>
            <a:off x="4600100" y="1283925"/>
            <a:ext cx="4064100" cy="3261600"/>
          </a:xfrm>
          <a:prstGeom prst="roundRect">
            <a:avLst>
              <a:gd name="adj" fmla="val 6744"/>
            </a:avLst>
          </a:prstGeom>
          <a:noFill/>
          <a:ln>
            <a:noFill/>
          </a:ln>
        </p:spPr>
      </p:sp>
      <p:sp>
        <p:nvSpPr>
          <p:cNvPr id="600" name="Google Shape;600;p87"/>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601" name="Google Shape;601;p87"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602" name="Google Shape;602;p87"/>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lnSpc>
                <a:spcPct val="100000"/>
              </a:lnSpc>
              <a:spcBef>
                <a:spcPts val="0"/>
              </a:spcBef>
              <a:spcAft>
                <a:spcPts val="0"/>
              </a:spcAft>
              <a:buClr>
                <a:srgbClr val="120046"/>
              </a:buClr>
              <a:buSzPts val="2100"/>
              <a:buNone/>
              <a:defRPr sz="23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3" name="Google Shape;603;p87"/>
          <p:cNvSpPr txBox="1">
            <a:spLocks noGrp="1"/>
          </p:cNvSpPr>
          <p:nvPr>
            <p:ph type="body" idx="3"/>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accent4"/>
              </a:buClr>
              <a:buSzPts val="1100"/>
              <a:buFont typeface="Plus Jakarta Sans SemiBold"/>
              <a:buNone/>
              <a:defRPr sz="1100" i="0">
                <a:solidFill>
                  <a:schemeClr val="accent4"/>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lnSpc>
                <a:spcPct val="100000"/>
              </a:lnSpc>
              <a:spcBef>
                <a:spcPts val="210"/>
              </a:spcBef>
              <a:spcAft>
                <a:spcPts val="0"/>
              </a:spcAft>
              <a:buSzPts val="1260"/>
              <a:buFont typeface="Arial"/>
              <a:buNone/>
              <a:defRPr sz="1050">
                <a:latin typeface="Arial"/>
                <a:ea typeface="Arial"/>
                <a:cs typeface="Arial"/>
                <a:sym typeface="Arial"/>
              </a:defRPr>
            </a:lvl3pPr>
            <a:lvl4pPr marL="1828800" lvl="3"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transition spd="slow">
    <p:push/>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matchingName="Inline Image on the Right | Twilight">
  <p:cSld name="Inline Image on the Right | Twilight">
    <p:bg>
      <p:bgPr>
        <a:solidFill>
          <a:schemeClr val="dk1"/>
        </a:solidFill>
        <a:effectLst/>
      </p:bgPr>
    </p:bg>
    <p:spTree>
      <p:nvGrpSpPr>
        <p:cNvPr id="1" name="Shape 604"/>
        <p:cNvGrpSpPr/>
        <p:nvPr/>
      </p:nvGrpSpPr>
      <p:grpSpPr>
        <a:xfrm>
          <a:off x="0" y="0"/>
          <a:ext cx="0" cy="0"/>
          <a:chOff x="0" y="0"/>
          <a:chExt cx="0" cy="0"/>
        </a:xfrm>
      </p:grpSpPr>
      <p:sp>
        <p:nvSpPr>
          <p:cNvPr id="605" name="Google Shape;605;p88"/>
          <p:cNvSpPr txBox="1">
            <a:spLocks noGrp="1"/>
          </p:cNvSpPr>
          <p:nvPr>
            <p:ph type="body" idx="1"/>
          </p:nvPr>
        </p:nvSpPr>
        <p:spPr>
          <a:xfrm>
            <a:off x="533400" y="1370000"/>
            <a:ext cx="3893100" cy="15066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lt1"/>
              </a:buClr>
              <a:buSzPts val="1800"/>
              <a:buNone/>
              <a:defRPr>
                <a:solidFill>
                  <a:schemeClr val="lt1"/>
                </a:solidFill>
              </a:defRPr>
            </a:lvl1pPr>
            <a:lvl2pPr marL="914400" lvl="1" indent="-228600" algn="l">
              <a:lnSpc>
                <a:spcPct val="78888"/>
              </a:lnSpc>
              <a:spcBef>
                <a:spcPts val="400"/>
              </a:spcBef>
              <a:spcAft>
                <a:spcPts val="0"/>
              </a:spcAft>
              <a:buClr>
                <a:schemeClr val="lt1"/>
              </a:buClr>
              <a:buSzPts val="2160"/>
              <a:buNone/>
              <a:defRPr>
                <a:solidFill>
                  <a:schemeClr val="lt1"/>
                </a:solidFill>
              </a:defRPr>
            </a:lvl2pPr>
            <a:lvl3pPr marL="1371600" lvl="2" indent="-365760" algn="l">
              <a:lnSpc>
                <a:spcPct val="100000"/>
              </a:lnSpc>
              <a:spcBef>
                <a:spcPts val="360"/>
              </a:spcBef>
              <a:spcAft>
                <a:spcPts val="0"/>
              </a:spcAft>
              <a:buClr>
                <a:schemeClr val="lt1"/>
              </a:buClr>
              <a:buSzPts val="2160"/>
              <a:buChar char="•"/>
              <a:defRPr>
                <a:solidFill>
                  <a:schemeClr val="lt1"/>
                </a:solidFill>
              </a:defRPr>
            </a:lvl3pPr>
            <a:lvl4pPr marL="1828800" lvl="3" indent="-342900" algn="l">
              <a:lnSpc>
                <a:spcPct val="100000"/>
              </a:lnSpc>
              <a:spcBef>
                <a:spcPts val="360"/>
              </a:spcBef>
              <a:spcAft>
                <a:spcPts val="0"/>
              </a:spcAft>
              <a:buClr>
                <a:schemeClr val="lt1"/>
              </a:buClr>
              <a:buSzPts val="1800"/>
              <a:buChar char="–"/>
              <a:defRPr>
                <a:solidFill>
                  <a:schemeClr val="lt1"/>
                </a:solidFill>
              </a:defRPr>
            </a:lvl4pPr>
            <a:lvl5pPr marL="2286000" lvl="4" indent="-342900" algn="l">
              <a:lnSpc>
                <a:spcPct val="100000"/>
              </a:lnSpc>
              <a:spcBef>
                <a:spcPts val="360"/>
              </a:spcBef>
              <a:spcAft>
                <a:spcPts val="0"/>
              </a:spcAft>
              <a:buClr>
                <a:schemeClr val="lt1"/>
              </a:buClr>
              <a:buSzPts val="1800"/>
              <a:buChar char="»"/>
              <a:defRPr>
                <a:solidFill>
                  <a:schemeClr val="lt1"/>
                </a:solidFill>
              </a:defRPr>
            </a:lvl5pPr>
            <a:lvl6pPr marL="2743200" lvl="5" indent="-342900" algn="l">
              <a:lnSpc>
                <a:spcPct val="100000"/>
              </a:lnSpc>
              <a:spcBef>
                <a:spcPts val="360"/>
              </a:spcBef>
              <a:spcAft>
                <a:spcPts val="0"/>
              </a:spcAft>
              <a:buClr>
                <a:schemeClr val="lt1"/>
              </a:buClr>
              <a:buSzPts val="1800"/>
              <a:buChar char="•"/>
              <a:defRPr>
                <a:solidFill>
                  <a:schemeClr val="lt1"/>
                </a:solidFill>
              </a:defRPr>
            </a:lvl6pPr>
            <a:lvl7pPr marL="3200400" lvl="6" indent="-342900" algn="l">
              <a:lnSpc>
                <a:spcPct val="100000"/>
              </a:lnSpc>
              <a:spcBef>
                <a:spcPts val="360"/>
              </a:spcBef>
              <a:spcAft>
                <a:spcPts val="0"/>
              </a:spcAft>
              <a:buClr>
                <a:schemeClr val="lt1"/>
              </a:buClr>
              <a:buSzPts val="1800"/>
              <a:buChar char="•"/>
              <a:defRPr>
                <a:solidFill>
                  <a:schemeClr val="lt1"/>
                </a:solidFill>
              </a:defRPr>
            </a:lvl7pPr>
            <a:lvl8pPr marL="3657600" lvl="7" indent="-342900" algn="l">
              <a:lnSpc>
                <a:spcPct val="100000"/>
              </a:lnSpc>
              <a:spcBef>
                <a:spcPts val="360"/>
              </a:spcBef>
              <a:spcAft>
                <a:spcPts val="0"/>
              </a:spcAft>
              <a:buClr>
                <a:schemeClr val="lt1"/>
              </a:buClr>
              <a:buSzPts val="1800"/>
              <a:buChar char="•"/>
              <a:defRPr>
                <a:solidFill>
                  <a:schemeClr val="lt1"/>
                </a:solidFill>
              </a:defRPr>
            </a:lvl8pPr>
            <a:lvl9pPr marL="4114800" lvl="8" indent="-342900" algn="l">
              <a:lnSpc>
                <a:spcPct val="100000"/>
              </a:lnSpc>
              <a:spcBef>
                <a:spcPts val="360"/>
              </a:spcBef>
              <a:spcAft>
                <a:spcPts val="0"/>
              </a:spcAft>
              <a:buClr>
                <a:schemeClr val="lt1"/>
              </a:buClr>
              <a:buSzPts val="1800"/>
              <a:buChar char="•"/>
              <a:defRPr>
                <a:solidFill>
                  <a:schemeClr val="lt1"/>
                </a:solidFill>
              </a:defRPr>
            </a:lvl9pPr>
          </a:lstStyle>
          <a:p>
            <a:endParaRPr/>
          </a:p>
        </p:txBody>
      </p:sp>
      <p:sp>
        <p:nvSpPr>
          <p:cNvPr id="606" name="Google Shape;606;p88"/>
          <p:cNvSpPr>
            <a:spLocks noGrp="1"/>
          </p:cNvSpPr>
          <p:nvPr>
            <p:ph type="pic" idx="2"/>
          </p:nvPr>
        </p:nvSpPr>
        <p:spPr>
          <a:xfrm>
            <a:off x="4600100" y="1283925"/>
            <a:ext cx="4064100" cy="3261600"/>
          </a:xfrm>
          <a:prstGeom prst="roundRect">
            <a:avLst>
              <a:gd name="adj" fmla="val 6744"/>
            </a:avLst>
          </a:prstGeom>
          <a:noFill/>
          <a:ln>
            <a:noFill/>
          </a:ln>
        </p:spPr>
      </p:sp>
      <p:sp>
        <p:nvSpPr>
          <p:cNvPr id="607" name="Google Shape;607;p88"/>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608" name="Google Shape;608;p88"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609" name="Google Shape;609;p88"/>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lnSpc>
                <a:spcPct val="100000"/>
              </a:lnSpc>
              <a:spcBef>
                <a:spcPts val="0"/>
              </a:spcBef>
              <a:spcAft>
                <a:spcPts val="0"/>
              </a:spcAft>
              <a:buClr>
                <a:schemeClr val="lt1"/>
              </a:buClr>
              <a:buSzPts val="2100"/>
              <a:buNone/>
              <a:defRPr sz="2300">
                <a:solidFill>
                  <a:schemeClr val="lt1"/>
                </a:solidFill>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a:endParaRPr/>
          </a:p>
        </p:txBody>
      </p:sp>
      <p:sp>
        <p:nvSpPr>
          <p:cNvPr id="610" name="Google Shape;610;p88"/>
          <p:cNvSpPr txBox="1">
            <a:spLocks noGrp="1"/>
          </p:cNvSpPr>
          <p:nvPr>
            <p:ph type="body" idx="3"/>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lt1"/>
              </a:buClr>
              <a:buSzPts val="1100"/>
              <a:buFont typeface="Plus Jakarta Sans SemiBold"/>
              <a:buNone/>
              <a:defRPr sz="1100" i="0">
                <a:solidFill>
                  <a:schemeClr val="lt1"/>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Clr>
                <a:schemeClr val="lt1"/>
              </a:buClr>
              <a:buSzPts val="1260"/>
              <a:buFont typeface="Arial"/>
              <a:buNone/>
              <a:defRPr sz="1050">
                <a:solidFill>
                  <a:schemeClr val="lt1"/>
                </a:solidFill>
                <a:latin typeface="Arial"/>
                <a:ea typeface="Arial"/>
                <a:cs typeface="Arial"/>
                <a:sym typeface="Arial"/>
              </a:defRPr>
            </a:lvl2pPr>
            <a:lvl3pPr marL="1371600" lvl="2" indent="-228600" algn="l">
              <a:lnSpc>
                <a:spcPct val="100000"/>
              </a:lnSpc>
              <a:spcBef>
                <a:spcPts val="210"/>
              </a:spcBef>
              <a:spcAft>
                <a:spcPts val="0"/>
              </a:spcAft>
              <a:buClr>
                <a:schemeClr val="lt1"/>
              </a:buClr>
              <a:buSzPts val="1260"/>
              <a:buFont typeface="Arial"/>
              <a:buNone/>
              <a:defRPr sz="1050">
                <a:solidFill>
                  <a:schemeClr val="lt1"/>
                </a:solidFill>
                <a:latin typeface="Arial"/>
                <a:ea typeface="Arial"/>
                <a:cs typeface="Arial"/>
                <a:sym typeface="Arial"/>
              </a:defRPr>
            </a:lvl3pPr>
            <a:lvl4pPr marL="1828800" lvl="3" indent="-228600" algn="l">
              <a:lnSpc>
                <a:spcPct val="100000"/>
              </a:lnSpc>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4pPr>
            <a:lvl5pPr marL="2286000" lvl="4" indent="-228600" algn="l">
              <a:lnSpc>
                <a:spcPct val="100000"/>
              </a:lnSpc>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5pPr>
            <a:lvl6pPr marL="2743200" lvl="5" indent="-342900" algn="l">
              <a:lnSpc>
                <a:spcPct val="100000"/>
              </a:lnSpc>
              <a:spcBef>
                <a:spcPts val="360"/>
              </a:spcBef>
              <a:spcAft>
                <a:spcPts val="0"/>
              </a:spcAft>
              <a:buClr>
                <a:schemeClr val="lt1"/>
              </a:buClr>
              <a:buSzPts val="1800"/>
              <a:buChar char="•"/>
              <a:defRPr>
                <a:solidFill>
                  <a:schemeClr val="lt1"/>
                </a:solidFill>
              </a:defRPr>
            </a:lvl6pPr>
            <a:lvl7pPr marL="3200400" lvl="6" indent="-342900" algn="l">
              <a:lnSpc>
                <a:spcPct val="100000"/>
              </a:lnSpc>
              <a:spcBef>
                <a:spcPts val="360"/>
              </a:spcBef>
              <a:spcAft>
                <a:spcPts val="0"/>
              </a:spcAft>
              <a:buClr>
                <a:schemeClr val="lt1"/>
              </a:buClr>
              <a:buSzPts val="1800"/>
              <a:buChar char="•"/>
              <a:defRPr>
                <a:solidFill>
                  <a:schemeClr val="lt1"/>
                </a:solidFill>
              </a:defRPr>
            </a:lvl7pPr>
            <a:lvl8pPr marL="3657600" lvl="7" indent="-342900" algn="l">
              <a:lnSpc>
                <a:spcPct val="100000"/>
              </a:lnSpc>
              <a:spcBef>
                <a:spcPts val="360"/>
              </a:spcBef>
              <a:spcAft>
                <a:spcPts val="0"/>
              </a:spcAft>
              <a:buClr>
                <a:schemeClr val="lt1"/>
              </a:buClr>
              <a:buSzPts val="1800"/>
              <a:buChar char="•"/>
              <a:defRPr>
                <a:solidFill>
                  <a:schemeClr val="lt1"/>
                </a:solidFill>
              </a:defRPr>
            </a:lvl8pPr>
            <a:lvl9pPr marL="4114800" lvl="8" indent="-342900" algn="l">
              <a:lnSpc>
                <a:spcPct val="100000"/>
              </a:lnSpc>
              <a:spcBef>
                <a:spcPts val="360"/>
              </a:spcBef>
              <a:spcAft>
                <a:spcPts val="0"/>
              </a:spcAft>
              <a:buClr>
                <a:schemeClr val="lt1"/>
              </a:buClr>
              <a:buSzPts val="1800"/>
              <a:buChar char="•"/>
              <a:defRPr>
                <a:solidFill>
                  <a:schemeClr val="lt1"/>
                </a:solidFill>
              </a:defRPr>
            </a:lvl9pPr>
          </a:lstStyle>
          <a:p>
            <a:endParaRPr/>
          </a:p>
        </p:txBody>
      </p:sp>
    </p:spTree>
  </p:cSld>
  <p:clrMapOvr>
    <a:masterClrMapping/>
  </p:clrMapOvr>
  <p:transition spd="slow">
    <p:push/>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matchingName="Inline Image on the Left">
  <p:cSld name="Inline Image on the Left">
    <p:spTree>
      <p:nvGrpSpPr>
        <p:cNvPr id="1" name="Shape 611"/>
        <p:cNvGrpSpPr/>
        <p:nvPr/>
      </p:nvGrpSpPr>
      <p:grpSpPr>
        <a:xfrm>
          <a:off x="0" y="0"/>
          <a:ext cx="0" cy="0"/>
          <a:chOff x="0" y="0"/>
          <a:chExt cx="0" cy="0"/>
        </a:xfrm>
      </p:grpSpPr>
      <p:sp>
        <p:nvSpPr>
          <p:cNvPr id="612" name="Google Shape;612;p89"/>
          <p:cNvSpPr txBox="1">
            <a:spLocks noGrp="1"/>
          </p:cNvSpPr>
          <p:nvPr>
            <p:ph type="body" idx="1"/>
          </p:nvPr>
        </p:nvSpPr>
        <p:spPr>
          <a:xfrm>
            <a:off x="4923250" y="1370000"/>
            <a:ext cx="3766500" cy="15066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rgbClr val="000000"/>
              </a:buClr>
              <a:buSzPts val="1800"/>
              <a:buNone/>
              <a:defRPr/>
            </a:lvl1pPr>
            <a:lvl2pPr marL="914400" lvl="1" indent="-228600" algn="l">
              <a:lnSpc>
                <a:spcPct val="78888"/>
              </a:lnSpc>
              <a:spcBef>
                <a:spcPts val="400"/>
              </a:spcBef>
              <a:spcAft>
                <a:spcPts val="0"/>
              </a:spcAft>
              <a:buSzPts val="2160"/>
              <a:buNone/>
              <a:defRPr/>
            </a:lvl2pPr>
            <a:lvl3pPr marL="1371600" lvl="2" indent="-365760" algn="l">
              <a:lnSpc>
                <a:spcPct val="100000"/>
              </a:lnSpc>
              <a:spcBef>
                <a:spcPts val="360"/>
              </a:spcBef>
              <a:spcAft>
                <a:spcPts val="0"/>
              </a:spcAft>
              <a:buSzPts val="2160"/>
              <a:buChar char="•"/>
              <a:defRPr/>
            </a:lvl3pPr>
            <a:lvl4pPr marL="1828800" lvl="3" indent="-342900" algn="l">
              <a:lnSpc>
                <a:spcPct val="100000"/>
              </a:lnSpc>
              <a:spcBef>
                <a:spcPts val="360"/>
              </a:spcBef>
              <a:spcAft>
                <a:spcPts val="0"/>
              </a:spcAft>
              <a:buClr>
                <a:srgbClr val="4E5661"/>
              </a:buClr>
              <a:buSzPts val="1800"/>
              <a:buChar char="–"/>
              <a:defRPr/>
            </a:lvl4pPr>
            <a:lvl5pPr marL="2286000" lvl="4" indent="-342900" algn="l">
              <a:lnSpc>
                <a:spcPct val="100000"/>
              </a:lnSpc>
              <a:spcBef>
                <a:spcPts val="360"/>
              </a:spcBef>
              <a:spcAft>
                <a:spcPts val="0"/>
              </a:spcAft>
              <a:buClr>
                <a:srgbClr val="4E566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613" name="Google Shape;613;p89"/>
          <p:cNvSpPr>
            <a:spLocks noGrp="1"/>
          </p:cNvSpPr>
          <p:nvPr>
            <p:ph type="pic" idx="2"/>
          </p:nvPr>
        </p:nvSpPr>
        <p:spPr>
          <a:xfrm>
            <a:off x="625675" y="1283925"/>
            <a:ext cx="4064100" cy="3261600"/>
          </a:xfrm>
          <a:prstGeom prst="roundRect">
            <a:avLst>
              <a:gd name="adj" fmla="val 6744"/>
            </a:avLst>
          </a:prstGeom>
          <a:noFill/>
          <a:ln>
            <a:noFill/>
          </a:ln>
        </p:spPr>
      </p:sp>
      <p:sp>
        <p:nvSpPr>
          <p:cNvPr id="614" name="Google Shape;614;p89"/>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615" name="Google Shape;615;p89"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616" name="Google Shape;616;p89"/>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lnSpc>
                <a:spcPct val="100000"/>
              </a:lnSpc>
              <a:spcBef>
                <a:spcPts val="0"/>
              </a:spcBef>
              <a:spcAft>
                <a:spcPts val="0"/>
              </a:spcAft>
              <a:buClr>
                <a:srgbClr val="120046"/>
              </a:buClr>
              <a:buSzPts val="2100"/>
              <a:buNone/>
              <a:defRPr sz="23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7" name="Google Shape;617;p89"/>
          <p:cNvSpPr txBox="1">
            <a:spLocks noGrp="1"/>
          </p:cNvSpPr>
          <p:nvPr>
            <p:ph type="body" idx="3"/>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accent4"/>
              </a:buClr>
              <a:buSzPts val="1100"/>
              <a:buFont typeface="Plus Jakarta Sans SemiBold"/>
              <a:buNone/>
              <a:defRPr sz="1100" i="0">
                <a:solidFill>
                  <a:schemeClr val="accent4"/>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lnSpc>
                <a:spcPct val="100000"/>
              </a:lnSpc>
              <a:spcBef>
                <a:spcPts val="210"/>
              </a:spcBef>
              <a:spcAft>
                <a:spcPts val="0"/>
              </a:spcAft>
              <a:buSzPts val="1260"/>
              <a:buFont typeface="Arial"/>
              <a:buNone/>
              <a:defRPr sz="1050">
                <a:latin typeface="Arial"/>
                <a:ea typeface="Arial"/>
                <a:cs typeface="Arial"/>
                <a:sym typeface="Arial"/>
              </a:defRPr>
            </a:lvl3pPr>
            <a:lvl4pPr marL="1828800" lvl="3"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transition spd="slow">
    <p:push/>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matchingName="Headline Left Side Image Right">
  <p:cSld name="Headline Left Side Image Right">
    <p:spTree>
      <p:nvGrpSpPr>
        <p:cNvPr id="1" name="Shape 618"/>
        <p:cNvGrpSpPr/>
        <p:nvPr/>
      </p:nvGrpSpPr>
      <p:grpSpPr>
        <a:xfrm>
          <a:off x="0" y="0"/>
          <a:ext cx="0" cy="0"/>
          <a:chOff x="0" y="0"/>
          <a:chExt cx="0" cy="0"/>
        </a:xfrm>
      </p:grpSpPr>
      <p:sp>
        <p:nvSpPr>
          <p:cNvPr id="619" name="Google Shape;619;p90"/>
          <p:cNvSpPr>
            <a:spLocks noGrp="1"/>
          </p:cNvSpPr>
          <p:nvPr>
            <p:ph type="pic" idx="2"/>
          </p:nvPr>
        </p:nvSpPr>
        <p:spPr>
          <a:xfrm>
            <a:off x="5350350" y="-20975"/>
            <a:ext cx="3793800" cy="5102100"/>
          </a:xfrm>
          <a:prstGeom prst="rect">
            <a:avLst/>
          </a:prstGeom>
          <a:noFill/>
          <a:ln>
            <a:noFill/>
          </a:ln>
        </p:spPr>
      </p:sp>
      <p:sp>
        <p:nvSpPr>
          <p:cNvPr id="620" name="Google Shape;620;p90"/>
          <p:cNvSpPr txBox="1">
            <a:spLocks noGrp="1"/>
          </p:cNvSpPr>
          <p:nvPr>
            <p:ph type="body" idx="1"/>
          </p:nvPr>
        </p:nvSpPr>
        <p:spPr>
          <a:xfrm>
            <a:off x="520600" y="1370012"/>
            <a:ext cx="3962400" cy="15066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rgbClr val="000000"/>
              </a:buClr>
              <a:buSzPts val="1800"/>
              <a:buNone/>
              <a:defRPr/>
            </a:lvl1pPr>
            <a:lvl2pPr marL="914400" lvl="1" indent="-228600" algn="l">
              <a:lnSpc>
                <a:spcPct val="78888"/>
              </a:lnSpc>
              <a:spcBef>
                <a:spcPts val="400"/>
              </a:spcBef>
              <a:spcAft>
                <a:spcPts val="0"/>
              </a:spcAft>
              <a:buSzPts val="2160"/>
              <a:buNone/>
              <a:defRPr/>
            </a:lvl2pPr>
            <a:lvl3pPr marL="1371600" lvl="2" indent="-365760" algn="l">
              <a:lnSpc>
                <a:spcPct val="100000"/>
              </a:lnSpc>
              <a:spcBef>
                <a:spcPts val="360"/>
              </a:spcBef>
              <a:spcAft>
                <a:spcPts val="0"/>
              </a:spcAft>
              <a:buSzPts val="2160"/>
              <a:buChar char="•"/>
              <a:defRPr/>
            </a:lvl3pPr>
            <a:lvl4pPr marL="1828800" lvl="3" indent="-342900" algn="l">
              <a:lnSpc>
                <a:spcPct val="100000"/>
              </a:lnSpc>
              <a:spcBef>
                <a:spcPts val="360"/>
              </a:spcBef>
              <a:spcAft>
                <a:spcPts val="0"/>
              </a:spcAft>
              <a:buClr>
                <a:srgbClr val="4E5661"/>
              </a:buClr>
              <a:buSzPts val="1800"/>
              <a:buChar char="–"/>
              <a:defRPr/>
            </a:lvl4pPr>
            <a:lvl5pPr marL="2286000" lvl="4" indent="-342900" algn="l">
              <a:lnSpc>
                <a:spcPct val="100000"/>
              </a:lnSpc>
              <a:spcBef>
                <a:spcPts val="360"/>
              </a:spcBef>
              <a:spcAft>
                <a:spcPts val="0"/>
              </a:spcAft>
              <a:buClr>
                <a:srgbClr val="4E566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621" name="Google Shape;621;p90"/>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622" name="Google Shape;622;p90"/>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lnSpc>
                <a:spcPct val="100000"/>
              </a:lnSpc>
              <a:spcBef>
                <a:spcPts val="0"/>
              </a:spcBef>
              <a:spcAft>
                <a:spcPts val="0"/>
              </a:spcAft>
              <a:buClr>
                <a:srgbClr val="120046"/>
              </a:buClr>
              <a:buSzPts val="2100"/>
              <a:buNone/>
              <a:defRPr sz="23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3" name="Google Shape;623;p90"/>
          <p:cNvSpPr txBox="1">
            <a:spLocks noGrp="1"/>
          </p:cNvSpPr>
          <p:nvPr>
            <p:ph type="body" idx="3"/>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accent4"/>
              </a:buClr>
              <a:buSzPts val="1100"/>
              <a:buFont typeface="Plus Jakarta Sans SemiBold"/>
              <a:buNone/>
              <a:defRPr sz="1100" i="0">
                <a:solidFill>
                  <a:schemeClr val="accent4"/>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lnSpc>
                <a:spcPct val="100000"/>
              </a:lnSpc>
              <a:spcBef>
                <a:spcPts val="210"/>
              </a:spcBef>
              <a:spcAft>
                <a:spcPts val="0"/>
              </a:spcAft>
              <a:buSzPts val="1260"/>
              <a:buFont typeface="Arial"/>
              <a:buNone/>
              <a:defRPr sz="1050">
                <a:latin typeface="Arial"/>
                <a:ea typeface="Arial"/>
                <a:cs typeface="Arial"/>
                <a:sym typeface="Arial"/>
              </a:defRPr>
            </a:lvl3pPr>
            <a:lvl4pPr marL="1828800" lvl="3"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transition spd="slow">
    <p:push/>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matchingName="Headline Left Side Image Right | Twilight">
  <p:cSld name="Headline Left Side Image Right | Twilight">
    <p:bg>
      <p:bgPr>
        <a:solidFill>
          <a:schemeClr val="dk1"/>
        </a:solidFill>
        <a:effectLst/>
      </p:bgPr>
    </p:bg>
    <p:spTree>
      <p:nvGrpSpPr>
        <p:cNvPr id="1" name="Shape 624"/>
        <p:cNvGrpSpPr/>
        <p:nvPr/>
      </p:nvGrpSpPr>
      <p:grpSpPr>
        <a:xfrm>
          <a:off x="0" y="0"/>
          <a:ext cx="0" cy="0"/>
          <a:chOff x="0" y="0"/>
          <a:chExt cx="0" cy="0"/>
        </a:xfrm>
      </p:grpSpPr>
      <p:sp>
        <p:nvSpPr>
          <p:cNvPr id="625" name="Google Shape;625;p91"/>
          <p:cNvSpPr>
            <a:spLocks noGrp="1"/>
          </p:cNvSpPr>
          <p:nvPr>
            <p:ph type="pic" idx="2"/>
          </p:nvPr>
        </p:nvSpPr>
        <p:spPr>
          <a:xfrm>
            <a:off x="5350350" y="-20975"/>
            <a:ext cx="3793800" cy="5102100"/>
          </a:xfrm>
          <a:prstGeom prst="rect">
            <a:avLst/>
          </a:prstGeom>
          <a:noFill/>
          <a:ln>
            <a:noFill/>
          </a:ln>
        </p:spPr>
      </p:sp>
      <p:sp>
        <p:nvSpPr>
          <p:cNvPr id="626" name="Google Shape;626;p91"/>
          <p:cNvSpPr txBox="1">
            <a:spLocks noGrp="1"/>
          </p:cNvSpPr>
          <p:nvPr>
            <p:ph type="body" idx="1"/>
          </p:nvPr>
        </p:nvSpPr>
        <p:spPr>
          <a:xfrm>
            <a:off x="520600" y="1370012"/>
            <a:ext cx="3962400" cy="15066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lt1"/>
              </a:buClr>
              <a:buSzPts val="1800"/>
              <a:buNone/>
              <a:defRPr>
                <a:solidFill>
                  <a:schemeClr val="lt1"/>
                </a:solidFill>
              </a:defRPr>
            </a:lvl1pPr>
            <a:lvl2pPr marL="914400" lvl="1" indent="-228600" algn="l">
              <a:lnSpc>
                <a:spcPct val="78888"/>
              </a:lnSpc>
              <a:spcBef>
                <a:spcPts val="400"/>
              </a:spcBef>
              <a:spcAft>
                <a:spcPts val="0"/>
              </a:spcAft>
              <a:buClr>
                <a:schemeClr val="lt1"/>
              </a:buClr>
              <a:buSzPts val="2160"/>
              <a:buNone/>
              <a:defRPr>
                <a:solidFill>
                  <a:schemeClr val="lt1"/>
                </a:solidFill>
              </a:defRPr>
            </a:lvl2pPr>
            <a:lvl3pPr marL="1371600" lvl="2" indent="-365760" algn="l">
              <a:lnSpc>
                <a:spcPct val="100000"/>
              </a:lnSpc>
              <a:spcBef>
                <a:spcPts val="360"/>
              </a:spcBef>
              <a:spcAft>
                <a:spcPts val="0"/>
              </a:spcAft>
              <a:buClr>
                <a:schemeClr val="lt1"/>
              </a:buClr>
              <a:buSzPts val="2160"/>
              <a:buChar char="•"/>
              <a:defRPr>
                <a:solidFill>
                  <a:schemeClr val="lt1"/>
                </a:solidFill>
              </a:defRPr>
            </a:lvl3pPr>
            <a:lvl4pPr marL="1828800" lvl="3" indent="-342900" algn="l">
              <a:lnSpc>
                <a:spcPct val="100000"/>
              </a:lnSpc>
              <a:spcBef>
                <a:spcPts val="360"/>
              </a:spcBef>
              <a:spcAft>
                <a:spcPts val="0"/>
              </a:spcAft>
              <a:buClr>
                <a:schemeClr val="lt1"/>
              </a:buClr>
              <a:buSzPts val="1800"/>
              <a:buChar char="–"/>
              <a:defRPr>
                <a:solidFill>
                  <a:schemeClr val="lt1"/>
                </a:solidFill>
              </a:defRPr>
            </a:lvl4pPr>
            <a:lvl5pPr marL="2286000" lvl="4" indent="-342900" algn="l">
              <a:lnSpc>
                <a:spcPct val="100000"/>
              </a:lnSpc>
              <a:spcBef>
                <a:spcPts val="360"/>
              </a:spcBef>
              <a:spcAft>
                <a:spcPts val="0"/>
              </a:spcAft>
              <a:buClr>
                <a:schemeClr val="lt1"/>
              </a:buClr>
              <a:buSzPts val="1800"/>
              <a:buChar char="»"/>
              <a:defRPr>
                <a:solidFill>
                  <a:schemeClr val="lt1"/>
                </a:solidFill>
              </a:defRPr>
            </a:lvl5pPr>
            <a:lvl6pPr marL="2743200" lvl="5" indent="-342900" algn="l">
              <a:lnSpc>
                <a:spcPct val="100000"/>
              </a:lnSpc>
              <a:spcBef>
                <a:spcPts val="360"/>
              </a:spcBef>
              <a:spcAft>
                <a:spcPts val="0"/>
              </a:spcAft>
              <a:buClr>
                <a:schemeClr val="lt1"/>
              </a:buClr>
              <a:buSzPts val="1800"/>
              <a:buChar char="•"/>
              <a:defRPr>
                <a:solidFill>
                  <a:schemeClr val="lt1"/>
                </a:solidFill>
              </a:defRPr>
            </a:lvl6pPr>
            <a:lvl7pPr marL="3200400" lvl="6" indent="-342900" algn="l">
              <a:lnSpc>
                <a:spcPct val="100000"/>
              </a:lnSpc>
              <a:spcBef>
                <a:spcPts val="360"/>
              </a:spcBef>
              <a:spcAft>
                <a:spcPts val="0"/>
              </a:spcAft>
              <a:buClr>
                <a:schemeClr val="lt1"/>
              </a:buClr>
              <a:buSzPts val="1800"/>
              <a:buChar char="•"/>
              <a:defRPr>
                <a:solidFill>
                  <a:schemeClr val="lt1"/>
                </a:solidFill>
              </a:defRPr>
            </a:lvl7pPr>
            <a:lvl8pPr marL="3657600" lvl="7" indent="-342900" algn="l">
              <a:lnSpc>
                <a:spcPct val="100000"/>
              </a:lnSpc>
              <a:spcBef>
                <a:spcPts val="360"/>
              </a:spcBef>
              <a:spcAft>
                <a:spcPts val="0"/>
              </a:spcAft>
              <a:buClr>
                <a:schemeClr val="lt1"/>
              </a:buClr>
              <a:buSzPts val="1800"/>
              <a:buChar char="•"/>
              <a:defRPr>
                <a:solidFill>
                  <a:schemeClr val="lt1"/>
                </a:solidFill>
              </a:defRPr>
            </a:lvl8pPr>
            <a:lvl9pPr marL="4114800" lvl="8" indent="-342900" algn="l">
              <a:lnSpc>
                <a:spcPct val="100000"/>
              </a:lnSpc>
              <a:spcBef>
                <a:spcPts val="360"/>
              </a:spcBef>
              <a:spcAft>
                <a:spcPts val="0"/>
              </a:spcAft>
              <a:buClr>
                <a:schemeClr val="lt1"/>
              </a:buClr>
              <a:buSzPts val="1800"/>
              <a:buChar char="•"/>
              <a:defRPr>
                <a:solidFill>
                  <a:schemeClr val="lt1"/>
                </a:solidFill>
              </a:defRPr>
            </a:lvl9pPr>
          </a:lstStyle>
          <a:p>
            <a:endParaRPr/>
          </a:p>
        </p:txBody>
      </p:sp>
      <p:sp>
        <p:nvSpPr>
          <p:cNvPr id="627" name="Google Shape;627;p91"/>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628" name="Google Shape;628;p91"/>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lnSpc>
                <a:spcPct val="100000"/>
              </a:lnSpc>
              <a:spcBef>
                <a:spcPts val="0"/>
              </a:spcBef>
              <a:spcAft>
                <a:spcPts val="0"/>
              </a:spcAft>
              <a:buClr>
                <a:schemeClr val="lt1"/>
              </a:buClr>
              <a:buSzPts val="2100"/>
              <a:buNone/>
              <a:defRPr sz="2300">
                <a:solidFill>
                  <a:schemeClr val="lt1"/>
                </a:solidFill>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a:endParaRPr/>
          </a:p>
        </p:txBody>
      </p:sp>
      <p:sp>
        <p:nvSpPr>
          <p:cNvPr id="629" name="Google Shape;629;p91"/>
          <p:cNvSpPr txBox="1">
            <a:spLocks noGrp="1"/>
          </p:cNvSpPr>
          <p:nvPr>
            <p:ph type="body" idx="3"/>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lt1"/>
              </a:buClr>
              <a:buSzPts val="1100"/>
              <a:buFont typeface="Plus Jakarta Sans SemiBold"/>
              <a:buNone/>
              <a:defRPr sz="1100" i="0">
                <a:solidFill>
                  <a:schemeClr val="lt1"/>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Clr>
                <a:schemeClr val="lt1"/>
              </a:buClr>
              <a:buSzPts val="1260"/>
              <a:buFont typeface="Arial"/>
              <a:buNone/>
              <a:defRPr sz="1050">
                <a:solidFill>
                  <a:schemeClr val="lt1"/>
                </a:solidFill>
                <a:latin typeface="Arial"/>
                <a:ea typeface="Arial"/>
                <a:cs typeface="Arial"/>
                <a:sym typeface="Arial"/>
              </a:defRPr>
            </a:lvl2pPr>
            <a:lvl3pPr marL="1371600" lvl="2" indent="-228600" algn="l">
              <a:lnSpc>
                <a:spcPct val="100000"/>
              </a:lnSpc>
              <a:spcBef>
                <a:spcPts val="210"/>
              </a:spcBef>
              <a:spcAft>
                <a:spcPts val="0"/>
              </a:spcAft>
              <a:buClr>
                <a:schemeClr val="lt1"/>
              </a:buClr>
              <a:buSzPts val="1260"/>
              <a:buFont typeface="Arial"/>
              <a:buNone/>
              <a:defRPr sz="1050">
                <a:solidFill>
                  <a:schemeClr val="lt1"/>
                </a:solidFill>
                <a:latin typeface="Arial"/>
                <a:ea typeface="Arial"/>
                <a:cs typeface="Arial"/>
                <a:sym typeface="Arial"/>
              </a:defRPr>
            </a:lvl3pPr>
            <a:lvl4pPr marL="1828800" lvl="3" indent="-228600" algn="l">
              <a:lnSpc>
                <a:spcPct val="100000"/>
              </a:lnSpc>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4pPr>
            <a:lvl5pPr marL="2286000" lvl="4" indent="-228600" algn="l">
              <a:lnSpc>
                <a:spcPct val="100000"/>
              </a:lnSpc>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5pPr>
            <a:lvl6pPr marL="2743200" lvl="5" indent="-342900" algn="l">
              <a:lnSpc>
                <a:spcPct val="100000"/>
              </a:lnSpc>
              <a:spcBef>
                <a:spcPts val="360"/>
              </a:spcBef>
              <a:spcAft>
                <a:spcPts val="0"/>
              </a:spcAft>
              <a:buClr>
                <a:schemeClr val="lt1"/>
              </a:buClr>
              <a:buSzPts val="1800"/>
              <a:buChar char="•"/>
              <a:defRPr>
                <a:solidFill>
                  <a:schemeClr val="lt1"/>
                </a:solidFill>
              </a:defRPr>
            </a:lvl6pPr>
            <a:lvl7pPr marL="3200400" lvl="6" indent="-342900" algn="l">
              <a:lnSpc>
                <a:spcPct val="100000"/>
              </a:lnSpc>
              <a:spcBef>
                <a:spcPts val="360"/>
              </a:spcBef>
              <a:spcAft>
                <a:spcPts val="0"/>
              </a:spcAft>
              <a:buClr>
                <a:schemeClr val="lt1"/>
              </a:buClr>
              <a:buSzPts val="1800"/>
              <a:buChar char="•"/>
              <a:defRPr>
                <a:solidFill>
                  <a:schemeClr val="lt1"/>
                </a:solidFill>
              </a:defRPr>
            </a:lvl7pPr>
            <a:lvl8pPr marL="3657600" lvl="7" indent="-342900" algn="l">
              <a:lnSpc>
                <a:spcPct val="100000"/>
              </a:lnSpc>
              <a:spcBef>
                <a:spcPts val="360"/>
              </a:spcBef>
              <a:spcAft>
                <a:spcPts val="0"/>
              </a:spcAft>
              <a:buClr>
                <a:schemeClr val="lt1"/>
              </a:buClr>
              <a:buSzPts val="1800"/>
              <a:buChar char="•"/>
              <a:defRPr>
                <a:solidFill>
                  <a:schemeClr val="lt1"/>
                </a:solidFill>
              </a:defRPr>
            </a:lvl8pPr>
            <a:lvl9pPr marL="4114800" lvl="8" indent="-342900" algn="l">
              <a:lnSpc>
                <a:spcPct val="100000"/>
              </a:lnSpc>
              <a:spcBef>
                <a:spcPts val="360"/>
              </a:spcBef>
              <a:spcAft>
                <a:spcPts val="0"/>
              </a:spcAft>
              <a:buClr>
                <a:schemeClr val="lt1"/>
              </a:buClr>
              <a:buSzPts val="1800"/>
              <a:buChar char="•"/>
              <a:defRPr>
                <a:solidFill>
                  <a:schemeClr val="lt1"/>
                </a:solidFill>
              </a:defRPr>
            </a:lvl9pPr>
          </a:lstStyle>
          <a:p>
            <a:endParaRPr/>
          </a:p>
        </p:txBody>
      </p:sp>
    </p:spTree>
  </p:cSld>
  <p:clrMapOvr>
    <a:masterClrMapping/>
  </p:clrMapOvr>
  <p:transition spd="slow">
    <p:push/>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matchingName="Headline Right Side Image Left">
  <p:cSld name="Headline Right Side Image Left">
    <p:spTree>
      <p:nvGrpSpPr>
        <p:cNvPr id="1" name="Shape 630"/>
        <p:cNvGrpSpPr/>
        <p:nvPr/>
      </p:nvGrpSpPr>
      <p:grpSpPr>
        <a:xfrm>
          <a:off x="0" y="0"/>
          <a:ext cx="0" cy="0"/>
          <a:chOff x="0" y="0"/>
          <a:chExt cx="0" cy="0"/>
        </a:xfrm>
      </p:grpSpPr>
      <p:sp>
        <p:nvSpPr>
          <p:cNvPr id="631" name="Google Shape;631;p92"/>
          <p:cNvSpPr txBox="1">
            <a:spLocks noGrp="1"/>
          </p:cNvSpPr>
          <p:nvPr>
            <p:ph type="title"/>
          </p:nvPr>
        </p:nvSpPr>
        <p:spPr>
          <a:xfrm>
            <a:off x="4135300" y="284250"/>
            <a:ext cx="4464900" cy="612900"/>
          </a:xfrm>
          <a:prstGeom prst="rect">
            <a:avLst/>
          </a:prstGeom>
          <a:noFill/>
          <a:ln>
            <a:noFill/>
          </a:ln>
        </p:spPr>
        <p:txBody>
          <a:bodyPr spcFirstLastPara="1" wrap="square" lIns="91425" tIns="0" rIns="91425" bIns="45700" anchor="t" anchorCtr="0">
            <a:noAutofit/>
          </a:bodyPr>
          <a:lstStyle>
            <a:lvl1pPr lvl="0" algn="l">
              <a:lnSpc>
                <a:spcPct val="100000"/>
              </a:lnSpc>
              <a:spcBef>
                <a:spcPts val="0"/>
              </a:spcBef>
              <a:spcAft>
                <a:spcPts val="0"/>
              </a:spcAft>
              <a:buClr>
                <a:srgbClr val="120046"/>
              </a:buClr>
              <a:buSzPts val="2100"/>
              <a:buNone/>
              <a:defRPr sz="23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2" name="Google Shape;632;p92"/>
          <p:cNvSpPr txBox="1">
            <a:spLocks noGrp="1"/>
          </p:cNvSpPr>
          <p:nvPr>
            <p:ph type="body" idx="1"/>
          </p:nvPr>
        </p:nvSpPr>
        <p:spPr>
          <a:xfrm>
            <a:off x="4135300" y="1370000"/>
            <a:ext cx="4464900" cy="15066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rgbClr val="000000"/>
              </a:buClr>
              <a:buSzPts val="1800"/>
              <a:buNone/>
              <a:defRPr/>
            </a:lvl1pPr>
            <a:lvl2pPr marL="914400" lvl="1" indent="-228600" algn="l">
              <a:lnSpc>
                <a:spcPct val="78888"/>
              </a:lnSpc>
              <a:spcBef>
                <a:spcPts val="400"/>
              </a:spcBef>
              <a:spcAft>
                <a:spcPts val="0"/>
              </a:spcAft>
              <a:buSzPts val="2160"/>
              <a:buNone/>
              <a:defRPr/>
            </a:lvl2pPr>
            <a:lvl3pPr marL="1371600" lvl="2" indent="-365760" algn="l">
              <a:lnSpc>
                <a:spcPct val="100000"/>
              </a:lnSpc>
              <a:spcBef>
                <a:spcPts val="360"/>
              </a:spcBef>
              <a:spcAft>
                <a:spcPts val="0"/>
              </a:spcAft>
              <a:buSzPts val="2160"/>
              <a:buChar char="•"/>
              <a:defRPr/>
            </a:lvl3pPr>
            <a:lvl4pPr marL="1828800" lvl="3" indent="-342900" algn="l">
              <a:lnSpc>
                <a:spcPct val="100000"/>
              </a:lnSpc>
              <a:spcBef>
                <a:spcPts val="360"/>
              </a:spcBef>
              <a:spcAft>
                <a:spcPts val="0"/>
              </a:spcAft>
              <a:buClr>
                <a:srgbClr val="4E5661"/>
              </a:buClr>
              <a:buSzPts val="1800"/>
              <a:buChar char="–"/>
              <a:defRPr/>
            </a:lvl4pPr>
            <a:lvl5pPr marL="2286000" lvl="4" indent="-342900" algn="l">
              <a:lnSpc>
                <a:spcPct val="100000"/>
              </a:lnSpc>
              <a:spcBef>
                <a:spcPts val="360"/>
              </a:spcBef>
              <a:spcAft>
                <a:spcPts val="0"/>
              </a:spcAft>
              <a:buClr>
                <a:srgbClr val="4E566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633" name="Google Shape;633;p92"/>
          <p:cNvSpPr/>
          <p:nvPr/>
        </p:nvSpPr>
        <p:spPr>
          <a:xfrm>
            <a:off x="3879400" y="897026"/>
            <a:ext cx="762000" cy="226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34" name="Google Shape;634;p92"/>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635" name="Google Shape;635;p92"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636" name="Google Shape;636;p92"/>
          <p:cNvSpPr>
            <a:spLocks noGrp="1"/>
          </p:cNvSpPr>
          <p:nvPr>
            <p:ph type="pic" idx="2"/>
          </p:nvPr>
        </p:nvSpPr>
        <p:spPr>
          <a:xfrm>
            <a:off x="0" y="-20975"/>
            <a:ext cx="3793800" cy="5102100"/>
          </a:xfrm>
          <a:prstGeom prst="rect">
            <a:avLst/>
          </a:prstGeom>
          <a:noFill/>
          <a:ln>
            <a:noFill/>
          </a:ln>
        </p:spPr>
      </p:sp>
      <p:sp>
        <p:nvSpPr>
          <p:cNvPr id="637" name="Google Shape;637;p92"/>
          <p:cNvSpPr txBox="1">
            <a:spLocks noGrp="1"/>
          </p:cNvSpPr>
          <p:nvPr>
            <p:ph type="body" idx="3"/>
          </p:nvPr>
        </p:nvSpPr>
        <p:spPr>
          <a:xfrm>
            <a:off x="41353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accent4"/>
              </a:buClr>
              <a:buSzPts val="1100"/>
              <a:buFont typeface="Plus Jakarta Sans SemiBold"/>
              <a:buNone/>
              <a:defRPr sz="1100" i="0">
                <a:solidFill>
                  <a:schemeClr val="accent4"/>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lnSpc>
                <a:spcPct val="100000"/>
              </a:lnSpc>
              <a:spcBef>
                <a:spcPts val="210"/>
              </a:spcBef>
              <a:spcAft>
                <a:spcPts val="0"/>
              </a:spcAft>
              <a:buSzPts val="1260"/>
              <a:buFont typeface="Arial"/>
              <a:buNone/>
              <a:defRPr sz="1050">
                <a:latin typeface="Arial"/>
                <a:ea typeface="Arial"/>
                <a:cs typeface="Arial"/>
                <a:sym typeface="Arial"/>
              </a:defRPr>
            </a:lvl3pPr>
            <a:lvl4pPr marL="1828800" lvl="3"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transition spd="slow">
    <p:push/>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matchingName="Headline Right Side Image Left | Twilight">
  <p:cSld name="Headline Right Side Image Left | Twilight">
    <p:bg>
      <p:bgPr>
        <a:solidFill>
          <a:schemeClr val="dk1"/>
        </a:solidFill>
        <a:effectLst/>
      </p:bgPr>
    </p:bg>
    <p:spTree>
      <p:nvGrpSpPr>
        <p:cNvPr id="1" name="Shape 638"/>
        <p:cNvGrpSpPr/>
        <p:nvPr/>
      </p:nvGrpSpPr>
      <p:grpSpPr>
        <a:xfrm>
          <a:off x="0" y="0"/>
          <a:ext cx="0" cy="0"/>
          <a:chOff x="0" y="0"/>
          <a:chExt cx="0" cy="0"/>
        </a:xfrm>
      </p:grpSpPr>
      <p:sp>
        <p:nvSpPr>
          <p:cNvPr id="639" name="Google Shape;639;p93"/>
          <p:cNvSpPr txBox="1">
            <a:spLocks noGrp="1"/>
          </p:cNvSpPr>
          <p:nvPr>
            <p:ph type="title"/>
          </p:nvPr>
        </p:nvSpPr>
        <p:spPr>
          <a:xfrm>
            <a:off x="4135300" y="284250"/>
            <a:ext cx="4464900" cy="612900"/>
          </a:xfrm>
          <a:prstGeom prst="rect">
            <a:avLst/>
          </a:prstGeom>
          <a:noFill/>
          <a:ln>
            <a:noFill/>
          </a:ln>
        </p:spPr>
        <p:txBody>
          <a:bodyPr spcFirstLastPara="1" wrap="square" lIns="91425" tIns="0" rIns="91425" bIns="45700" anchor="t" anchorCtr="0">
            <a:noAutofit/>
          </a:bodyPr>
          <a:lstStyle>
            <a:lvl1pPr lvl="0" algn="l">
              <a:lnSpc>
                <a:spcPct val="100000"/>
              </a:lnSpc>
              <a:spcBef>
                <a:spcPts val="0"/>
              </a:spcBef>
              <a:spcAft>
                <a:spcPts val="0"/>
              </a:spcAft>
              <a:buClr>
                <a:schemeClr val="lt1"/>
              </a:buClr>
              <a:buSzPts val="2100"/>
              <a:buNone/>
              <a:defRPr sz="2300">
                <a:solidFill>
                  <a:schemeClr val="lt1"/>
                </a:solidFill>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a:endParaRPr/>
          </a:p>
        </p:txBody>
      </p:sp>
      <p:sp>
        <p:nvSpPr>
          <p:cNvPr id="640" name="Google Shape;640;p93"/>
          <p:cNvSpPr txBox="1">
            <a:spLocks noGrp="1"/>
          </p:cNvSpPr>
          <p:nvPr>
            <p:ph type="body" idx="1"/>
          </p:nvPr>
        </p:nvSpPr>
        <p:spPr>
          <a:xfrm>
            <a:off x="4135300" y="1370000"/>
            <a:ext cx="4464900" cy="15066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lt1"/>
              </a:buClr>
              <a:buSzPts val="1800"/>
              <a:buNone/>
              <a:defRPr>
                <a:solidFill>
                  <a:schemeClr val="lt1"/>
                </a:solidFill>
              </a:defRPr>
            </a:lvl1pPr>
            <a:lvl2pPr marL="914400" lvl="1" indent="-228600" algn="l">
              <a:lnSpc>
                <a:spcPct val="78888"/>
              </a:lnSpc>
              <a:spcBef>
                <a:spcPts val="400"/>
              </a:spcBef>
              <a:spcAft>
                <a:spcPts val="0"/>
              </a:spcAft>
              <a:buClr>
                <a:schemeClr val="lt1"/>
              </a:buClr>
              <a:buSzPts val="2160"/>
              <a:buNone/>
              <a:defRPr>
                <a:solidFill>
                  <a:schemeClr val="lt1"/>
                </a:solidFill>
              </a:defRPr>
            </a:lvl2pPr>
            <a:lvl3pPr marL="1371600" lvl="2" indent="-365760" algn="l">
              <a:lnSpc>
                <a:spcPct val="100000"/>
              </a:lnSpc>
              <a:spcBef>
                <a:spcPts val="360"/>
              </a:spcBef>
              <a:spcAft>
                <a:spcPts val="0"/>
              </a:spcAft>
              <a:buClr>
                <a:schemeClr val="lt1"/>
              </a:buClr>
              <a:buSzPts val="2160"/>
              <a:buChar char="•"/>
              <a:defRPr>
                <a:solidFill>
                  <a:schemeClr val="lt1"/>
                </a:solidFill>
              </a:defRPr>
            </a:lvl3pPr>
            <a:lvl4pPr marL="1828800" lvl="3" indent="-342900" algn="l">
              <a:lnSpc>
                <a:spcPct val="100000"/>
              </a:lnSpc>
              <a:spcBef>
                <a:spcPts val="360"/>
              </a:spcBef>
              <a:spcAft>
                <a:spcPts val="0"/>
              </a:spcAft>
              <a:buClr>
                <a:schemeClr val="lt1"/>
              </a:buClr>
              <a:buSzPts val="1800"/>
              <a:buChar char="–"/>
              <a:defRPr>
                <a:solidFill>
                  <a:schemeClr val="lt1"/>
                </a:solidFill>
              </a:defRPr>
            </a:lvl4pPr>
            <a:lvl5pPr marL="2286000" lvl="4" indent="-342900" algn="l">
              <a:lnSpc>
                <a:spcPct val="100000"/>
              </a:lnSpc>
              <a:spcBef>
                <a:spcPts val="360"/>
              </a:spcBef>
              <a:spcAft>
                <a:spcPts val="0"/>
              </a:spcAft>
              <a:buClr>
                <a:schemeClr val="lt1"/>
              </a:buClr>
              <a:buSzPts val="1800"/>
              <a:buChar char="»"/>
              <a:defRPr>
                <a:solidFill>
                  <a:schemeClr val="lt1"/>
                </a:solidFill>
              </a:defRPr>
            </a:lvl5pPr>
            <a:lvl6pPr marL="2743200" lvl="5" indent="-342900" algn="l">
              <a:lnSpc>
                <a:spcPct val="100000"/>
              </a:lnSpc>
              <a:spcBef>
                <a:spcPts val="360"/>
              </a:spcBef>
              <a:spcAft>
                <a:spcPts val="0"/>
              </a:spcAft>
              <a:buClr>
                <a:schemeClr val="lt1"/>
              </a:buClr>
              <a:buSzPts val="1800"/>
              <a:buChar char="•"/>
              <a:defRPr>
                <a:solidFill>
                  <a:schemeClr val="lt1"/>
                </a:solidFill>
              </a:defRPr>
            </a:lvl6pPr>
            <a:lvl7pPr marL="3200400" lvl="6" indent="-342900" algn="l">
              <a:lnSpc>
                <a:spcPct val="100000"/>
              </a:lnSpc>
              <a:spcBef>
                <a:spcPts val="360"/>
              </a:spcBef>
              <a:spcAft>
                <a:spcPts val="0"/>
              </a:spcAft>
              <a:buClr>
                <a:schemeClr val="lt1"/>
              </a:buClr>
              <a:buSzPts val="1800"/>
              <a:buChar char="•"/>
              <a:defRPr>
                <a:solidFill>
                  <a:schemeClr val="lt1"/>
                </a:solidFill>
              </a:defRPr>
            </a:lvl7pPr>
            <a:lvl8pPr marL="3657600" lvl="7" indent="-342900" algn="l">
              <a:lnSpc>
                <a:spcPct val="100000"/>
              </a:lnSpc>
              <a:spcBef>
                <a:spcPts val="360"/>
              </a:spcBef>
              <a:spcAft>
                <a:spcPts val="0"/>
              </a:spcAft>
              <a:buClr>
                <a:schemeClr val="lt1"/>
              </a:buClr>
              <a:buSzPts val="1800"/>
              <a:buChar char="•"/>
              <a:defRPr>
                <a:solidFill>
                  <a:schemeClr val="lt1"/>
                </a:solidFill>
              </a:defRPr>
            </a:lvl8pPr>
            <a:lvl9pPr marL="4114800" lvl="8" indent="-342900" algn="l">
              <a:lnSpc>
                <a:spcPct val="100000"/>
              </a:lnSpc>
              <a:spcBef>
                <a:spcPts val="360"/>
              </a:spcBef>
              <a:spcAft>
                <a:spcPts val="0"/>
              </a:spcAft>
              <a:buClr>
                <a:schemeClr val="lt1"/>
              </a:buClr>
              <a:buSzPts val="1800"/>
              <a:buChar char="•"/>
              <a:defRPr>
                <a:solidFill>
                  <a:schemeClr val="lt1"/>
                </a:solidFill>
              </a:defRPr>
            </a:lvl9pPr>
          </a:lstStyle>
          <a:p>
            <a:endParaRPr/>
          </a:p>
        </p:txBody>
      </p:sp>
      <p:sp>
        <p:nvSpPr>
          <p:cNvPr id="641" name="Google Shape;641;p93"/>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642" name="Google Shape;642;p93"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643" name="Google Shape;643;p93"/>
          <p:cNvSpPr>
            <a:spLocks noGrp="1"/>
          </p:cNvSpPr>
          <p:nvPr>
            <p:ph type="pic" idx="2"/>
          </p:nvPr>
        </p:nvSpPr>
        <p:spPr>
          <a:xfrm>
            <a:off x="0" y="-20975"/>
            <a:ext cx="3793800" cy="5102100"/>
          </a:xfrm>
          <a:prstGeom prst="rect">
            <a:avLst/>
          </a:prstGeom>
          <a:noFill/>
          <a:ln>
            <a:noFill/>
          </a:ln>
        </p:spPr>
      </p:sp>
      <p:sp>
        <p:nvSpPr>
          <p:cNvPr id="644" name="Google Shape;644;p93"/>
          <p:cNvSpPr txBox="1">
            <a:spLocks noGrp="1"/>
          </p:cNvSpPr>
          <p:nvPr>
            <p:ph type="body" idx="3"/>
          </p:nvPr>
        </p:nvSpPr>
        <p:spPr>
          <a:xfrm>
            <a:off x="41353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lt1"/>
              </a:buClr>
              <a:buSzPts val="1100"/>
              <a:buFont typeface="Plus Jakarta Sans SemiBold"/>
              <a:buNone/>
              <a:defRPr sz="1100" i="0">
                <a:solidFill>
                  <a:schemeClr val="lt1"/>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Clr>
                <a:schemeClr val="lt1"/>
              </a:buClr>
              <a:buSzPts val="1260"/>
              <a:buFont typeface="Arial"/>
              <a:buNone/>
              <a:defRPr sz="1050">
                <a:solidFill>
                  <a:schemeClr val="lt1"/>
                </a:solidFill>
                <a:latin typeface="Arial"/>
                <a:ea typeface="Arial"/>
                <a:cs typeface="Arial"/>
                <a:sym typeface="Arial"/>
              </a:defRPr>
            </a:lvl2pPr>
            <a:lvl3pPr marL="1371600" lvl="2" indent="-228600" algn="l">
              <a:lnSpc>
                <a:spcPct val="100000"/>
              </a:lnSpc>
              <a:spcBef>
                <a:spcPts val="210"/>
              </a:spcBef>
              <a:spcAft>
                <a:spcPts val="0"/>
              </a:spcAft>
              <a:buClr>
                <a:schemeClr val="lt1"/>
              </a:buClr>
              <a:buSzPts val="1260"/>
              <a:buFont typeface="Arial"/>
              <a:buNone/>
              <a:defRPr sz="1050">
                <a:solidFill>
                  <a:schemeClr val="lt1"/>
                </a:solidFill>
                <a:latin typeface="Arial"/>
                <a:ea typeface="Arial"/>
                <a:cs typeface="Arial"/>
                <a:sym typeface="Arial"/>
              </a:defRPr>
            </a:lvl3pPr>
            <a:lvl4pPr marL="1828800" lvl="3" indent="-228600" algn="l">
              <a:lnSpc>
                <a:spcPct val="100000"/>
              </a:lnSpc>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4pPr>
            <a:lvl5pPr marL="2286000" lvl="4" indent="-228600" algn="l">
              <a:lnSpc>
                <a:spcPct val="100000"/>
              </a:lnSpc>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5pPr>
            <a:lvl6pPr marL="2743200" lvl="5" indent="-342900" algn="l">
              <a:lnSpc>
                <a:spcPct val="100000"/>
              </a:lnSpc>
              <a:spcBef>
                <a:spcPts val="360"/>
              </a:spcBef>
              <a:spcAft>
                <a:spcPts val="0"/>
              </a:spcAft>
              <a:buClr>
                <a:schemeClr val="lt1"/>
              </a:buClr>
              <a:buSzPts val="1800"/>
              <a:buChar char="•"/>
              <a:defRPr>
                <a:solidFill>
                  <a:schemeClr val="lt1"/>
                </a:solidFill>
              </a:defRPr>
            </a:lvl6pPr>
            <a:lvl7pPr marL="3200400" lvl="6" indent="-342900" algn="l">
              <a:lnSpc>
                <a:spcPct val="100000"/>
              </a:lnSpc>
              <a:spcBef>
                <a:spcPts val="360"/>
              </a:spcBef>
              <a:spcAft>
                <a:spcPts val="0"/>
              </a:spcAft>
              <a:buClr>
                <a:schemeClr val="lt1"/>
              </a:buClr>
              <a:buSzPts val="1800"/>
              <a:buChar char="•"/>
              <a:defRPr>
                <a:solidFill>
                  <a:schemeClr val="lt1"/>
                </a:solidFill>
              </a:defRPr>
            </a:lvl7pPr>
            <a:lvl8pPr marL="3657600" lvl="7" indent="-342900" algn="l">
              <a:lnSpc>
                <a:spcPct val="100000"/>
              </a:lnSpc>
              <a:spcBef>
                <a:spcPts val="360"/>
              </a:spcBef>
              <a:spcAft>
                <a:spcPts val="0"/>
              </a:spcAft>
              <a:buClr>
                <a:schemeClr val="lt1"/>
              </a:buClr>
              <a:buSzPts val="1800"/>
              <a:buChar char="•"/>
              <a:defRPr>
                <a:solidFill>
                  <a:schemeClr val="lt1"/>
                </a:solidFill>
              </a:defRPr>
            </a:lvl8pPr>
            <a:lvl9pPr marL="4114800" lvl="8" indent="-342900" algn="l">
              <a:lnSpc>
                <a:spcPct val="100000"/>
              </a:lnSpc>
              <a:spcBef>
                <a:spcPts val="360"/>
              </a:spcBef>
              <a:spcAft>
                <a:spcPts val="0"/>
              </a:spcAft>
              <a:buClr>
                <a:schemeClr val="lt1"/>
              </a:buClr>
              <a:buSzPts val="1800"/>
              <a:buChar char="•"/>
              <a:defRPr>
                <a:solidFill>
                  <a:schemeClr val="lt1"/>
                </a:solidFill>
              </a:defRPr>
            </a:lvl9pPr>
          </a:lstStyle>
          <a:p>
            <a:endParaRPr/>
          </a:p>
        </p:txBody>
      </p:sp>
    </p:spTree>
  </p:cSld>
  <p:clrMapOvr>
    <a:masterClrMapping/>
  </p:clrMapOvr>
  <p:transition spd="slow">
    <p:push/>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matchingName="3 Column Layout">
  <p:cSld name="3 Column Layout">
    <p:spTree>
      <p:nvGrpSpPr>
        <p:cNvPr id="1" name="Shape 645"/>
        <p:cNvGrpSpPr/>
        <p:nvPr/>
      </p:nvGrpSpPr>
      <p:grpSpPr>
        <a:xfrm>
          <a:off x="0" y="0"/>
          <a:ext cx="0" cy="0"/>
          <a:chOff x="0" y="0"/>
          <a:chExt cx="0" cy="0"/>
        </a:xfrm>
      </p:grpSpPr>
      <p:sp>
        <p:nvSpPr>
          <p:cNvPr id="646" name="Google Shape;646;p94"/>
          <p:cNvSpPr txBox="1">
            <a:spLocks noGrp="1"/>
          </p:cNvSpPr>
          <p:nvPr>
            <p:ph type="body" idx="1"/>
          </p:nvPr>
        </p:nvSpPr>
        <p:spPr>
          <a:xfrm>
            <a:off x="533400" y="1370012"/>
            <a:ext cx="2362200" cy="15066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rgbClr val="000000"/>
              </a:buClr>
              <a:buSzPts val="1800"/>
              <a:buNone/>
              <a:defRPr/>
            </a:lvl1pPr>
            <a:lvl2pPr marL="914400" lvl="1" indent="-228600" algn="l">
              <a:lnSpc>
                <a:spcPct val="78888"/>
              </a:lnSpc>
              <a:spcBef>
                <a:spcPts val="400"/>
              </a:spcBef>
              <a:spcAft>
                <a:spcPts val="0"/>
              </a:spcAft>
              <a:buSzPts val="2160"/>
              <a:buNone/>
              <a:defRPr/>
            </a:lvl2pPr>
            <a:lvl3pPr marL="1371600" lvl="2" indent="-365760" algn="l">
              <a:lnSpc>
                <a:spcPct val="100000"/>
              </a:lnSpc>
              <a:spcBef>
                <a:spcPts val="360"/>
              </a:spcBef>
              <a:spcAft>
                <a:spcPts val="0"/>
              </a:spcAft>
              <a:buSzPts val="2160"/>
              <a:buChar char="•"/>
              <a:defRPr/>
            </a:lvl3pPr>
            <a:lvl4pPr marL="1828800" lvl="3" indent="-342900" algn="l">
              <a:lnSpc>
                <a:spcPct val="100000"/>
              </a:lnSpc>
              <a:spcBef>
                <a:spcPts val="360"/>
              </a:spcBef>
              <a:spcAft>
                <a:spcPts val="0"/>
              </a:spcAft>
              <a:buClr>
                <a:srgbClr val="4E5661"/>
              </a:buClr>
              <a:buSzPts val="1800"/>
              <a:buChar char="–"/>
              <a:defRPr/>
            </a:lvl4pPr>
            <a:lvl5pPr marL="2286000" lvl="4" indent="-342900" algn="l">
              <a:lnSpc>
                <a:spcPct val="100000"/>
              </a:lnSpc>
              <a:spcBef>
                <a:spcPts val="360"/>
              </a:spcBef>
              <a:spcAft>
                <a:spcPts val="0"/>
              </a:spcAft>
              <a:buClr>
                <a:srgbClr val="4E566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647" name="Google Shape;647;p94"/>
          <p:cNvSpPr txBox="1">
            <a:spLocks noGrp="1"/>
          </p:cNvSpPr>
          <p:nvPr>
            <p:ph type="body" idx="2"/>
          </p:nvPr>
        </p:nvSpPr>
        <p:spPr>
          <a:xfrm>
            <a:off x="3165987" y="1370012"/>
            <a:ext cx="2362200" cy="15066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rgbClr val="000000"/>
              </a:buClr>
              <a:buSzPts val="1800"/>
              <a:buNone/>
              <a:defRPr/>
            </a:lvl1pPr>
            <a:lvl2pPr marL="914400" lvl="1" indent="-228600" algn="l">
              <a:lnSpc>
                <a:spcPct val="78888"/>
              </a:lnSpc>
              <a:spcBef>
                <a:spcPts val="400"/>
              </a:spcBef>
              <a:spcAft>
                <a:spcPts val="0"/>
              </a:spcAft>
              <a:buSzPts val="2160"/>
              <a:buNone/>
              <a:defRPr/>
            </a:lvl2pPr>
            <a:lvl3pPr marL="1371600" lvl="2" indent="-365760" algn="l">
              <a:lnSpc>
                <a:spcPct val="100000"/>
              </a:lnSpc>
              <a:spcBef>
                <a:spcPts val="360"/>
              </a:spcBef>
              <a:spcAft>
                <a:spcPts val="0"/>
              </a:spcAft>
              <a:buSzPts val="2160"/>
              <a:buChar char="•"/>
              <a:defRPr/>
            </a:lvl3pPr>
            <a:lvl4pPr marL="1828800" lvl="3" indent="-342900" algn="l">
              <a:lnSpc>
                <a:spcPct val="100000"/>
              </a:lnSpc>
              <a:spcBef>
                <a:spcPts val="360"/>
              </a:spcBef>
              <a:spcAft>
                <a:spcPts val="0"/>
              </a:spcAft>
              <a:buClr>
                <a:srgbClr val="4E5661"/>
              </a:buClr>
              <a:buSzPts val="1800"/>
              <a:buChar char="–"/>
              <a:defRPr/>
            </a:lvl4pPr>
            <a:lvl5pPr marL="2286000" lvl="4" indent="-342900" algn="l">
              <a:lnSpc>
                <a:spcPct val="100000"/>
              </a:lnSpc>
              <a:spcBef>
                <a:spcPts val="360"/>
              </a:spcBef>
              <a:spcAft>
                <a:spcPts val="0"/>
              </a:spcAft>
              <a:buClr>
                <a:srgbClr val="4E566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648" name="Google Shape;648;p94"/>
          <p:cNvSpPr txBox="1">
            <a:spLocks noGrp="1"/>
          </p:cNvSpPr>
          <p:nvPr>
            <p:ph type="body" idx="3"/>
          </p:nvPr>
        </p:nvSpPr>
        <p:spPr>
          <a:xfrm>
            <a:off x="5798575" y="1370012"/>
            <a:ext cx="2362200" cy="15066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rgbClr val="000000"/>
              </a:buClr>
              <a:buSzPts val="1800"/>
              <a:buNone/>
              <a:defRPr/>
            </a:lvl1pPr>
            <a:lvl2pPr marL="914400" lvl="1" indent="-228600" algn="l">
              <a:lnSpc>
                <a:spcPct val="78888"/>
              </a:lnSpc>
              <a:spcBef>
                <a:spcPts val="400"/>
              </a:spcBef>
              <a:spcAft>
                <a:spcPts val="0"/>
              </a:spcAft>
              <a:buSzPts val="2160"/>
              <a:buNone/>
              <a:defRPr/>
            </a:lvl2pPr>
            <a:lvl3pPr marL="1371600" lvl="2" indent="-365760" algn="l">
              <a:lnSpc>
                <a:spcPct val="100000"/>
              </a:lnSpc>
              <a:spcBef>
                <a:spcPts val="360"/>
              </a:spcBef>
              <a:spcAft>
                <a:spcPts val="0"/>
              </a:spcAft>
              <a:buSzPts val="2160"/>
              <a:buChar char="•"/>
              <a:defRPr/>
            </a:lvl3pPr>
            <a:lvl4pPr marL="1828800" lvl="3" indent="-342900" algn="l">
              <a:lnSpc>
                <a:spcPct val="100000"/>
              </a:lnSpc>
              <a:spcBef>
                <a:spcPts val="360"/>
              </a:spcBef>
              <a:spcAft>
                <a:spcPts val="0"/>
              </a:spcAft>
              <a:buClr>
                <a:srgbClr val="4E5661"/>
              </a:buClr>
              <a:buSzPts val="1800"/>
              <a:buChar char="–"/>
              <a:defRPr/>
            </a:lvl4pPr>
            <a:lvl5pPr marL="2286000" lvl="4" indent="-342900" algn="l">
              <a:lnSpc>
                <a:spcPct val="100000"/>
              </a:lnSpc>
              <a:spcBef>
                <a:spcPts val="360"/>
              </a:spcBef>
              <a:spcAft>
                <a:spcPts val="0"/>
              </a:spcAft>
              <a:buClr>
                <a:srgbClr val="4E566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649" name="Google Shape;649;p94"/>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650" name="Google Shape;650;p94"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651" name="Google Shape;651;p94"/>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lnSpc>
                <a:spcPct val="100000"/>
              </a:lnSpc>
              <a:spcBef>
                <a:spcPts val="0"/>
              </a:spcBef>
              <a:spcAft>
                <a:spcPts val="0"/>
              </a:spcAft>
              <a:buClr>
                <a:srgbClr val="120046"/>
              </a:buClr>
              <a:buSzPts val="2100"/>
              <a:buNone/>
              <a:defRPr sz="23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2" name="Google Shape;652;p94"/>
          <p:cNvSpPr txBox="1">
            <a:spLocks noGrp="1"/>
          </p:cNvSpPr>
          <p:nvPr>
            <p:ph type="body" idx="4"/>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accent4"/>
              </a:buClr>
              <a:buSzPts val="1100"/>
              <a:buFont typeface="Plus Jakarta Sans SemiBold"/>
              <a:buNone/>
              <a:defRPr sz="1100" i="0">
                <a:solidFill>
                  <a:schemeClr val="accent4"/>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lnSpc>
                <a:spcPct val="100000"/>
              </a:lnSpc>
              <a:spcBef>
                <a:spcPts val="210"/>
              </a:spcBef>
              <a:spcAft>
                <a:spcPts val="0"/>
              </a:spcAft>
              <a:buSzPts val="1260"/>
              <a:buFont typeface="Arial"/>
              <a:buNone/>
              <a:defRPr sz="1050">
                <a:latin typeface="Arial"/>
                <a:ea typeface="Arial"/>
                <a:cs typeface="Arial"/>
                <a:sym typeface="Arial"/>
              </a:defRPr>
            </a:lvl3pPr>
            <a:lvl4pPr marL="1828800" lvl="3"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transition spd="slow">
    <p:push/>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matchingName="3 Column Layout | Twilight">
  <p:cSld name="3 Column Layout | Twilight">
    <p:bg>
      <p:bgPr>
        <a:solidFill>
          <a:schemeClr val="dk1"/>
        </a:solidFill>
        <a:effectLst/>
      </p:bgPr>
    </p:bg>
    <p:spTree>
      <p:nvGrpSpPr>
        <p:cNvPr id="1" name="Shape 653"/>
        <p:cNvGrpSpPr/>
        <p:nvPr/>
      </p:nvGrpSpPr>
      <p:grpSpPr>
        <a:xfrm>
          <a:off x="0" y="0"/>
          <a:ext cx="0" cy="0"/>
          <a:chOff x="0" y="0"/>
          <a:chExt cx="0" cy="0"/>
        </a:xfrm>
      </p:grpSpPr>
      <p:sp>
        <p:nvSpPr>
          <p:cNvPr id="654" name="Google Shape;654;p95"/>
          <p:cNvSpPr txBox="1">
            <a:spLocks noGrp="1"/>
          </p:cNvSpPr>
          <p:nvPr>
            <p:ph type="body" idx="1"/>
          </p:nvPr>
        </p:nvSpPr>
        <p:spPr>
          <a:xfrm>
            <a:off x="533400" y="1370012"/>
            <a:ext cx="2362200" cy="15066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lt1"/>
              </a:buClr>
              <a:buSzPts val="1800"/>
              <a:buNone/>
              <a:defRPr>
                <a:solidFill>
                  <a:schemeClr val="lt1"/>
                </a:solidFill>
              </a:defRPr>
            </a:lvl1pPr>
            <a:lvl2pPr marL="914400" lvl="1" indent="-228600" algn="l">
              <a:lnSpc>
                <a:spcPct val="78888"/>
              </a:lnSpc>
              <a:spcBef>
                <a:spcPts val="400"/>
              </a:spcBef>
              <a:spcAft>
                <a:spcPts val="0"/>
              </a:spcAft>
              <a:buClr>
                <a:schemeClr val="lt1"/>
              </a:buClr>
              <a:buSzPts val="2160"/>
              <a:buNone/>
              <a:defRPr>
                <a:solidFill>
                  <a:schemeClr val="lt1"/>
                </a:solidFill>
              </a:defRPr>
            </a:lvl2pPr>
            <a:lvl3pPr marL="1371600" lvl="2" indent="-365760" algn="l">
              <a:lnSpc>
                <a:spcPct val="100000"/>
              </a:lnSpc>
              <a:spcBef>
                <a:spcPts val="360"/>
              </a:spcBef>
              <a:spcAft>
                <a:spcPts val="0"/>
              </a:spcAft>
              <a:buClr>
                <a:schemeClr val="lt1"/>
              </a:buClr>
              <a:buSzPts val="2160"/>
              <a:buChar char="•"/>
              <a:defRPr>
                <a:solidFill>
                  <a:schemeClr val="lt1"/>
                </a:solidFill>
              </a:defRPr>
            </a:lvl3pPr>
            <a:lvl4pPr marL="1828800" lvl="3" indent="-342900" algn="l">
              <a:lnSpc>
                <a:spcPct val="100000"/>
              </a:lnSpc>
              <a:spcBef>
                <a:spcPts val="360"/>
              </a:spcBef>
              <a:spcAft>
                <a:spcPts val="0"/>
              </a:spcAft>
              <a:buClr>
                <a:schemeClr val="lt1"/>
              </a:buClr>
              <a:buSzPts val="1800"/>
              <a:buChar char="–"/>
              <a:defRPr>
                <a:solidFill>
                  <a:schemeClr val="lt1"/>
                </a:solidFill>
              </a:defRPr>
            </a:lvl4pPr>
            <a:lvl5pPr marL="2286000" lvl="4" indent="-342900" algn="l">
              <a:lnSpc>
                <a:spcPct val="100000"/>
              </a:lnSpc>
              <a:spcBef>
                <a:spcPts val="360"/>
              </a:spcBef>
              <a:spcAft>
                <a:spcPts val="0"/>
              </a:spcAft>
              <a:buClr>
                <a:schemeClr val="lt1"/>
              </a:buClr>
              <a:buSzPts val="1800"/>
              <a:buChar char="»"/>
              <a:defRPr>
                <a:solidFill>
                  <a:schemeClr val="lt1"/>
                </a:solidFill>
              </a:defRPr>
            </a:lvl5pPr>
            <a:lvl6pPr marL="2743200" lvl="5" indent="-342900" algn="l">
              <a:lnSpc>
                <a:spcPct val="100000"/>
              </a:lnSpc>
              <a:spcBef>
                <a:spcPts val="360"/>
              </a:spcBef>
              <a:spcAft>
                <a:spcPts val="0"/>
              </a:spcAft>
              <a:buClr>
                <a:schemeClr val="lt1"/>
              </a:buClr>
              <a:buSzPts val="1800"/>
              <a:buChar char="•"/>
              <a:defRPr>
                <a:solidFill>
                  <a:schemeClr val="lt1"/>
                </a:solidFill>
              </a:defRPr>
            </a:lvl6pPr>
            <a:lvl7pPr marL="3200400" lvl="6" indent="-342900" algn="l">
              <a:lnSpc>
                <a:spcPct val="100000"/>
              </a:lnSpc>
              <a:spcBef>
                <a:spcPts val="360"/>
              </a:spcBef>
              <a:spcAft>
                <a:spcPts val="0"/>
              </a:spcAft>
              <a:buClr>
                <a:schemeClr val="lt1"/>
              </a:buClr>
              <a:buSzPts val="1800"/>
              <a:buChar char="•"/>
              <a:defRPr>
                <a:solidFill>
                  <a:schemeClr val="lt1"/>
                </a:solidFill>
              </a:defRPr>
            </a:lvl7pPr>
            <a:lvl8pPr marL="3657600" lvl="7" indent="-342900" algn="l">
              <a:lnSpc>
                <a:spcPct val="100000"/>
              </a:lnSpc>
              <a:spcBef>
                <a:spcPts val="360"/>
              </a:spcBef>
              <a:spcAft>
                <a:spcPts val="0"/>
              </a:spcAft>
              <a:buClr>
                <a:schemeClr val="lt1"/>
              </a:buClr>
              <a:buSzPts val="1800"/>
              <a:buChar char="•"/>
              <a:defRPr>
                <a:solidFill>
                  <a:schemeClr val="lt1"/>
                </a:solidFill>
              </a:defRPr>
            </a:lvl8pPr>
            <a:lvl9pPr marL="4114800" lvl="8" indent="-342900" algn="l">
              <a:lnSpc>
                <a:spcPct val="100000"/>
              </a:lnSpc>
              <a:spcBef>
                <a:spcPts val="360"/>
              </a:spcBef>
              <a:spcAft>
                <a:spcPts val="0"/>
              </a:spcAft>
              <a:buClr>
                <a:schemeClr val="lt1"/>
              </a:buClr>
              <a:buSzPts val="1800"/>
              <a:buChar char="•"/>
              <a:defRPr>
                <a:solidFill>
                  <a:schemeClr val="lt1"/>
                </a:solidFill>
              </a:defRPr>
            </a:lvl9pPr>
          </a:lstStyle>
          <a:p>
            <a:endParaRPr/>
          </a:p>
        </p:txBody>
      </p:sp>
      <p:sp>
        <p:nvSpPr>
          <p:cNvPr id="655" name="Google Shape;655;p95"/>
          <p:cNvSpPr txBox="1">
            <a:spLocks noGrp="1"/>
          </p:cNvSpPr>
          <p:nvPr>
            <p:ph type="body" idx="2"/>
          </p:nvPr>
        </p:nvSpPr>
        <p:spPr>
          <a:xfrm>
            <a:off x="3165987" y="1370012"/>
            <a:ext cx="2362200" cy="15066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lt1"/>
              </a:buClr>
              <a:buSzPts val="1800"/>
              <a:buNone/>
              <a:defRPr>
                <a:solidFill>
                  <a:schemeClr val="lt1"/>
                </a:solidFill>
              </a:defRPr>
            </a:lvl1pPr>
            <a:lvl2pPr marL="914400" lvl="1" indent="-228600" algn="l">
              <a:lnSpc>
                <a:spcPct val="78888"/>
              </a:lnSpc>
              <a:spcBef>
                <a:spcPts val="400"/>
              </a:spcBef>
              <a:spcAft>
                <a:spcPts val="0"/>
              </a:spcAft>
              <a:buClr>
                <a:schemeClr val="lt1"/>
              </a:buClr>
              <a:buSzPts val="2160"/>
              <a:buNone/>
              <a:defRPr>
                <a:solidFill>
                  <a:schemeClr val="lt1"/>
                </a:solidFill>
              </a:defRPr>
            </a:lvl2pPr>
            <a:lvl3pPr marL="1371600" lvl="2" indent="-365760" algn="l">
              <a:lnSpc>
                <a:spcPct val="100000"/>
              </a:lnSpc>
              <a:spcBef>
                <a:spcPts val="360"/>
              </a:spcBef>
              <a:spcAft>
                <a:spcPts val="0"/>
              </a:spcAft>
              <a:buClr>
                <a:schemeClr val="lt1"/>
              </a:buClr>
              <a:buSzPts val="2160"/>
              <a:buChar char="•"/>
              <a:defRPr>
                <a:solidFill>
                  <a:schemeClr val="lt1"/>
                </a:solidFill>
              </a:defRPr>
            </a:lvl3pPr>
            <a:lvl4pPr marL="1828800" lvl="3" indent="-342900" algn="l">
              <a:lnSpc>
                <a:spcPct val="100000"/>
              </a:lnSpc>
              <a:spcBef>
                <a:spcPts val="360"/>
              </a:spcBef>
              <a:spcAft>
                <a:spcPts val="0"/>
              </a:spcAft>
              <a:buClr>
                <a:schemeClr val="lt1"/>
              </a:buClr>
              <a:buSzPts val="1800"/>
              <a:buChar char="–"/>
              <a:defRPr>
                <a:solidFill>
                  <a:schemeClr val="lt1"/>
                </a:solidFill>
              </a:defRPr>
            </a:lvl4pPr>
            <a:lvl5pPr marL="2286000" lvl="4" indent="-342900" algn="l">
              <a:lnSpc>
                <a:spcPct val="100000"/>
              </a:lnSpc>
              <a:spcBef>
                <a:spcPts val="360"/>
              </a:spcBef>
              <a:spcAft>
                <a:spcPts val="0"/>
              </a:spcAft>
              <a:buClr>
                <a:schemeClr val="lt1"/>
              </a:buClr>
              <a:buSzPts val="1800"/>
              <a:buChar char="»"/>
              <a:defRPr>
                <a:solidFill>
                  <a:schemeClr val="lt1"/>
                </a:solidFill>
              </a:defRPr>
            </a:lvl5pPr>
            <a:lvl6pPr marL="2743200" lvl="5" indent="-342900" algn="l">
              <a:lnSpc>
                <a:spcPct val="100000"/>
              </a:lnSpc>
              <a:spcBef>
                <a:spcPts val="360"/>
              </a:spcBef>
              <a:spcAft>
                <a:spcPts val="0"/>
              </a:spcAft>
              <a:buClr>
                <a:schemeClr val="lt1"/>
              </a:buClr>
              <a:buSzPts val="1800"/>
              <a:buChar char="•"/>
              <a:defRPr>
                <a:solidFill>
                  <a:schemeClr val="lt1"/>
                </a:solidFill>
              </a:defRPr>
            </a:lvl6pPr>
            <a:lvl7pPr marL="3200400" lvl="6" indent="-342900" algn="l">
              <a:lnSpc>
                <a:spcPct val="100000"/>
              </a:lnSpc>
              <a:spcBef>
                <a:spcPts val="360"/>
              </a:spcBef>
              <a:spcAft>
                <a:spcPts val="0"/>
              </a:spcAft>
              <a:buClr>
                <a:schemeClr val="lt1"/>
              </a:buClr>
              <a:buSzPts val="1800"/>
              <a:buChar char="•"/>
              <a:defRPr>
                <a:solidFill>
                  <a:schemeClr val="lt1"/>
                </a:solidFill>
              </a:defRPr>
            </a:lvl7pPr>
            <a:lvl8pPr marL="3657600" lvl="7" indent="-342900" algn="l">
              <a:lnSpc>
                <a:spcPct val="100000"/>
              </a:lnSpc>
              <a:spcBef>
                <a:spcPts val="360"/>
              </a:spcBef>
              <a:spcAft>
                <a:spcPts val="0"/>
              </a:spcAft>
              <a:buClr>
                <a:schemeClr val="lt1"/>
              </a:buClr>
              <a:buSzPts val="1800"/>
              <a:buChar char="•"/>
              <a:defRPr>
                <a:solidFill>
                  <a:schemeClr val="lt1"/>
                </a:solidFill>
              </a:defRPr>
            </a:lvl8pPr>
            <a:lvl9pPr marL="4114800" lvl="8" indent="-342900" algn="l">
              <a:lnSpc>
                <a:spcPct val="100000"/>
              </a:lnSpc>
              <a:spcBef>
                <a:spcPts val="360"/>
              </a:spcBef>
              <a:spcAft>
                <a:spcPts val="0"/>
              </a:spcAft>
              <a:buClr>
                <a:schemeClr val="lt1"/>
              </a:buClr>
              <a:buSzPts val="1800"/>
              <a:buChar char="•"/>
              <a:defRPr>
                <a:solidFill>
                  <a:schemeClr val="lt1"/>
                </a:solidFill>
              </a:defRPr>
            </a:lvl9pPr>
          </a:lstStyle>
          <a:p>
            <a:endParaRPr/>
          </a:p>
        </p:txBody>
      </p:sp>
      <p:sp>
        <p:nvSpPr>
          <p:cNvPr id="656" name="Google Shape;656;p95"/>
          <p:cNvSpPr txBox="1">
            <a:spLocks noGrp="1"/>
          </p:cNvSpPr>
          <p:nvPr>
            <p:ph type="body" idx="3"/>
          </p:nvPr>
        </p:nvSpPr>
        <p:spPr>
          <a:xfrm>
            <a:off x="5798575" y="1370012"/>
            <a:ext cx="2362200" cy="15066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lt1"/>
              </a:buClr>
              <a:buSzPts val="1800"/>
              <a:buNone/>
              <a:defRPr>
                <a:solidFill>
                  <a:schemeClr val="lt1"/>
                </a:solidFill>
              </a:defRPr>
            </a:lvl1pPr>
            <a:lvl2pPr marL="914400" lvl="1" indent="-228600" algn="l">
              <a:lnSpc>
                <a:spcPct val="78888"/>
              </a:lnSpc>
              <a:spcBef>
                <a:spcPts val="400"/>
              </a:spcBef>
              <a:spcAft>
                <a:spcPts val="0"/>
              </a:spcAft>
              <a:buClr>
                <a:schemeClr val="lt1"/>
              </a:buClr>
              <a:buSzPts val="2160"/>
              <a:buNone/>
              <a:defRPr>
                <a:solidFill>
                  <a:schemeClr val="lt1"/>
                </a:solidFill>
              </a:defRPr>
            </a:lvl2pPr>
            <a:lvl3pPr marL="1371600" lvl="2" indent="-365760" algn="l">
              <a:lnSpc>
                <a:spcPct val="100000"/>
              </a:lnSpc>
              <a:spcBef>
                <a:spcPts val="360"/>
              </a:spcBef>
              <a:spcAft>
                <a:spcPts val="0"/>
              </a:spcAft>
              <a:buClr>
                <a:schemeClr val="lt1"/>
              </a:buClr>
              <a:buSzPts val="2160"/>
              <a:buChar char="•"/>
              <a:defRPr>
                <a:solidFill>
                  <a:schemeClr val="lt1"/>
                </a:solidFill>
              </a:defRPr>
            </a:lvl3pPr>
            <a:lvl4pPr marL="1828800" lvl="3" indent="-342900" algn="l">
              <a:lnSpc>
                <a:spcPct val="100000"/>
              </a:lnSpc>
              <a:spcBef>
                <a:spcPts val="360"/>
              </a:spcBef>
              <a:spcAft>
                <a:spcPts val="0"/>
              </a:spcAft>
              <a:buClr>
                <a:schemeClr val="lt1"/>
              </a:buClr>
              <a:buSzPts val="1800"/>
              <a:buChar char="–"/>
              <a:defRPr>
                <a:solidFill>
                  <a:schemeClr val="lt1"/>
                </a:solidFill>
              </a:defRPr>
            </a:lvl4pPr>
            <a:lvl5pPr marL="2286000" lvl="4" indent="-342900" algn="l">
              <a:lnSpc>
                <a:spcPct val="100000"/>
              </a:lnSpc>
              <a:spcBef>
                <a:spcPts val="360"/>
              </a:spcBef>
              <a:spcAft>
                <a:spcPts val="0"/>
              </a:spcAft>
              <a:buClr>
                <a:schemeClr val="lt1"/>
              </a:buClr>
              <a:buSzPts val="1800"/>
              <a:buChar char="»"/>
              <a:defRPr>
                <a:solidFill>
                  <a:schemeClr val="lt1"/>
                </a:solidFill>
              </a:defRPr>
            </a:lvl5pPr>
            <a:lvl6pPr marL="2743200" lvl="5" indent="-342900" algn="l">
              <a:lnSpc>
                <a:spcPct val="100000"/>
              </a:lnSpc>
              <a:spcBef>
                <a:spcPts val="360"/>
              </a:spcBef>
              <a:spcAft>
                <a:spcPts val="0"/>
              </a:spcAft>
              <a:buClr>
                <a:schemeClr val="lt1"/>
              </a:buClr>
              <a:buSzPts val="1800"/>
              <a:buChar char="•"/>
              <a:defRPr>
                <a:solidFill>
                  <a:schemeClr val="lt1"/>
                </a:solidFill>
              </a:defRPr>
            </a:lvl6pPr>
            <a:lvl7pPr marL="3200400" lvl="6" indent="-342900" algn="l">
              <a:lnSpc>
                <a:spcPct val="100000"/>
              </a:lnSpc>
              <a:spcBef>
                <a:spcPts val="360"/>
              </a:spcBef>
              <a:spcAft>
                <a:spcPts val="0"/>
              </a:spcAft>
              <a:buClr>
                <a:schemeClr val="lt1"/>
              </a:buClr>
              <a:buSzPts val="1800"/>
              <a:buChar char="•"/>
              <a:defRPr>
                <a:solidFill>
                  <a:schemeClr val="lt1"/>
                </a:solidFill>
              </a:defRPr>
            </a:lvl7pPr>
            <a:lvl8pPr marL="3657600" lvl="7" indent="-342900" algn="l">
              <a:lnSpc>
                <a:spcPct val="100000"/>
              </a:lnSpc>
              <a:spcBef>
                <a:spcPts val="360"/>
              </a:spcBef>
              <a:spcAft>
                <a:spcPts val="0"/>
              </a:spcAft>
              <a:buClr>
                <a:schemeClr val="lt1"/>
              </a:buClr>
              <a:buSzPts val="1800"/>
              <a:buChar char="•"/>
              <a:defRPr>
                <a:solidFill>
                  <a:schemeClr val="lt1"/>
                </a:solidFill>
              </a:defRPr>
            </a:lvl8pPr>
            <a:lvl9pPr marL="4114800" lvl="8" indent="-342900" algn="l">
              <a:lnSpc>
                <a:spcPct val="100000"/>
              </a:lnSpc>
              <a:spcBef>
                <a:spcPts val="360"/>
              </a:spcBef>
              <a:spcAft>
                <a:spcPts val="0"/>
              </a:spcAft>
              <a:buClr>
                <a:schemeClr val="lt1"/>
              </a:buClr>
              <a:buSzPts val="1800"/>
              <a:buChar char="•"/>
              <a:defRPr>
                <a:solidFill>
                  <a:schemeClr val="lt1"/>
                </a:solidFill>
              </a:defRPr>
            </a:lvl9pPr>
          </a:lstStyle>
          <a:p>
            <a:endParaRPr/>
          </a:p>
        </p:txBody>
      </p:sp>
      <p:sp>
        <p:nvSpPr>
          <p:cNvPr id="657" name="Google Shape;657;p95"/>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658" name="Google Shape;658;p95"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659" name="Google Shape;659;p95"/>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lnSpc>
                <a:spcPct val="100000"/>
              </a:lnSpc>
              <a:spcBef>
                <a:spcPts val="0"/>
              </a:spcBef>
              <a:spcAft>
                <a:spcPts val="0"/>
              </a:spcAft>
              <a:buClr>
                <a:schemeClr val="lt1"/>
              </a:buClr>
              <a:buSzPts val="2100"/>
              <a:buNone/>
              <a:defRPr sz="2300">
                <a:solidFill>
                  <a:schemeClr val="lt1"/>
                </a:solidFill>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a:endParaRPr/>
          </a:p>
        </p:txBody>
      </p:sp>
      <p:sp>
        <p:nvSpPr>
          <p:cNvPr id="660" name="Google Shape;660;p95"/>
          <p:cNvSpPr txBox="1">
            <a:spLocks noGrp="1"/>
          </p:cNvSpPr>
          <p:nvPr>
            <p:ph type="body" idx="4"/>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lt1"/>
              </a:buClr>
              <a:buSzPts val="1100"/>
              <a:buFont typeface="Plus Jakarta Sans SemiBold"/>
              <a:buNone/>
              <a:defRPr sz="1100" i="0">
                <a:solidFill>
                  <a:schemeClr val="lt1"/>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Clr>
                <a:schemeClr val="lt1"/>
              </a:buClr>
              <a:buSzPts val="1260"/>
              <a:buFont typeface="Arial"/>
              <a:buNone/>
              <a:defRPr sz="1050">
                <a:solidFill>
                  <a:schemeClr val="lt1"/>
                </a:solidFill>
                <a:latin typeface="Arial"/>
                <a:ea typeface="Arial"/>
                <a:cs typeface="Arial"/>
                <a:sym typeface="Arial"/>
              </a:defRPr>
            </a:lvl2pPr>
            <a:lvl3pPr marL="1371600" lvl="2" indent="-228600" algn="l">
              <a:lnSpc>
                <a:spcPct val="100000"/>
              </a:lnSpc>
              <a:spcBef>
                <a:spcPts val="210"/>
              </a:spcBef>
              <a:spcAft>
                <a:spcPts val="0"/>
              </a:spcAft>
              <a:buClr>
                <a:schemeClr val="lt1"/>
              </a:buClr>
              <a:buSzPts val="1260"/>
              <a:buFont typeface="Arial"/>
              <a:buNone/>
              <a:defRPr sz="1050">
                <a:solidFill>
                  <a:schemeClr val="lt1"/>
                </a:solidFill>
                <a:latin typeface="Arial"/>
                <a:ea typeface="Arial"/>
                <a:cs typeface="Arial"/>
                <a:sym typeface="Arial"/>
              </a:defRPr>
            </a:lvl3pPr>
            <a:lvl4pPr marL="1828800" lvl="3" indent="-228600" algn="l">
              <a:lnSpc>
                <a:spcPct val="100000"/>
              </a:lnSpc>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4pPr>
            <a:lvl5pPr marL="2286000" lvl="4" indent="-228600" algn="l">
              <a:lnSpc>
                <a:spcPct val="100000"/>
              </a:lnSpc>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5pPr>
            <a:lvl6pPr marL="2743200" lvl="5" indent="-342900" algn="l">
              <a:lnSpc>
                <a:spcPct val="100000"/>
              </a:lnSpc>
              <a:spcBef>
                <a:spcPts val="360"/>
              </a:spcBef>
              <a:spcAft>
                <a:spcPts val="0"/>
              </a:spcAft>
              <a:buClr>
                <a:schemeClr val="lt1"/>
              </a:buClr>
              <a:buSzPts val="1800"/>
              <a:buChar char="•"/>
              <a:defRPr>
                <a:solidFill>
                  <a:schemeClr val="lt1"/>
                </a:solidFill>
              </a:defRPr>
            </a:lvl6pPr>
            <a:lvl7pPr marL="3200400" lvl="6" indent="-342900" algn="l">
              <a:lnSpc>
                <a:spcPct val="100000"/>
              </a:lnSpc>
              <a:spcBef>
                <a:spcPts val="360"/>
              </a:spcBef>
              <a:spcAft>
                <a:spcPts val="0"/>
              </a:spcAft>
              <a:buClr>
                <a:schemeClr val="lt1"/>
              </a:buClr>
              <a:buSzPts val="1800"/>
              <a:buChar char="•"/>
              <a:defRPr>
                <a:solidFill>
                  <a:schemeClr val="lt1"/>
                </a:solidFill>
              </a:defRPr>
            </a:lvl7pPr>
            <a:lvl8pPr marL="3657600" lvl="7" indent="-342900" algn="l">
              <a:lnSpc>
                <a:spcPct val="100000"/>
              </a:lnSpc>
              <a:spcBef>
                <a:spcPts val="360"/>
              </a:spcBef>
              <a:spcAft>
                <a:spcPts val="0"/>
              </a:spcAft>
              <a:buClr>
                <a:schemeClr val="lt1"/>
              </a:buClr>
              <a:buSzPts val="1800"/>
              <a:buChar char="•"/>
              <a:defRPr>
                <a:solidFill>
                  <a:schemeClr val="lt1"/>
                </a:solidFill>
              </a:defRPr>
            </a:lvl8pPr>
            <a:lvl9pPr marL="4114800" lvl="8" indent="-342900" algn="l">
              <a:lnSpc>
                <a:spcPct val="100000"/>
              </a:lnSpc>
              <a:spcBef>
                <a:spcPts val="360"/>
              </a:spcBef>
              <a:spcAft>
                <a:spcPts val="0"/>
              </a:spcAft>
              <a:buClr>
                <a:schemeClr val="lt1"/>
              </a:buClr>
              <a:buSzPts val="1800"/>
              <a:buChar char="•"/>
              <a:defRPr>
                <a:solidFill>
                  <a:schemeClr val="lt1"/>
                </a:solidFill>
              </a:defRPr>
            </a:lvl9pPr>
          </a:lstStyle>
          <a:p>
            <a:endParaRPr/>
          </a:p>
        </p:txBody>
      </p:sp>
    </p:spTree>
  </p:cSld>
  <p:clrMapOvr>
    <a:masterClrMapping/>
  </p:clrMapOvr>
  <p:transition spd="slow">
    <p:push/>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matchingName="Orange Background Nodes Top Right 2">
  <p:cSld name="Orange Background Nodes Top Right 2">
    <p:bg>
      <p:bgPr>
        <a:solidFill>
          <a:schemeClr val="accent1"/>
        </a:solidFill>
        <a:effectLst/>
      </p:bgPr>
    </p:bg>
    <p:spTree>
      <p:nvGrpSpPr>
        <p:cNvPr id="1" name="Shape 661"/>
        <p:cNvGrpSpPr/>
        <p:nvPr/>
      </p:nvGrpSpPr>
      <p:grpSpPr>
        <a:xfrm>
          <a:off x="0" y="0"/>
          <a:ext cx="0" cy="0"/>
          <a:chOff x="0" y="0"/>
          <a:chExt cx="0" cy="0"/>
        </a:xfrm>
      </p:grpSpPr>
      <p:sp>
        <p:nvSpPr>
          <p:cNvPr id="662" name="Google Shape;662;p96"/>
          <p:cNvSpPr txBox="1">
            <a:spLocks noGrp="1"/>
          </p:cNvSpPr>
          <p:nvPr>
            <p:ph type="body" idx="1"/>
          </p:nvPr>
        </p:nvSpPr>
        <p:spPr>
          <a:xfrm>
            <a:off x="533400" y="1370025"/>
            <a:ext cx="7023600" cy="32622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lt1"/>
              </a:buClr>
              <a:buSzPts val="1400"/>
              <a:buFont typeface="Plus Jakarta Sans"/>
              <a:buNone/>
              <a:defRPr>
                <a:solidFill>
                  <a:schemeClr val="lt1"/>
                </a:solidFill>
              </a:defRPr>
            </a:lvl1pPr>
            <a:lvl2pPr marL="914400" lvl="1" indent="-228600" algn="l">
              <a:lnSpc>
                <a:spcPct val="118333"/>
              </a:lnSpc>
              <a:spcBef>
                <a:spcPts val="400"/>
              </a:spcBef>
              <a:spcAft>
                <a:spcPts val="0"/>
              </a:spcAft>
              <a:buSzPts val="1440"/>
              <a:buFont typeface="Plus Jakarta Sans"/>
              <a:buNone/>
              <a:defRPr>
                <a:solidFill>
                  <a:schemeClr val="lt1"/>
                </a:solidFill>
              </a:defRPr>
            </a:lvl2pPr>
            <a:lvl3pPr marL="1371600" lvl="2" indent="-304800" algn="l">
              <a:lnSpc>
                <a:spcPct val="100000"/>
              </a:lnSpc>
              <a:spcBef>
                <a:spcPts val="200"/>
              </a:spcBef>
              <a:spcAft>
                <a:spcPts val="0"/>
              </a:spcAft>
              <a:buClr>
                <a:schemeClr val="lt1"/>
              </a:buClr>
              <a:buSzPts val="1200"/>
              <a:buChar char="•"/>
              <a:defRPr>
                <a:solidFill>
                  <a:schemeClr val="lt1"/>
                </a:solidFill>
              </a:defRPr>
            </a:lvl3pPr>
            <a:lvl4pPr marL="1828800" lvl="3" indent="-292100" algn="l">
              <a:lnSpc>
                <a:spcPct val="100000"/>
              </a:lnSpc>
              <a:spcBef>
                <a:spcPts val="200"/>
              </a:spcBef>
              <a:spcAft>
                <a:spcPts val="0"/>
              </a:spcAft>
              <a:buClr>
                <a:schemeClr val="lt1"/>
              </a:buClr>
              <a:buSzPts val="1000"/>
              <a:buChar char="–"/>
              <a:defRPr>
                <a:solidFill>
                  <a:schemeClr val="lt1"/>
                </a:solidFill>
              </a:defRPr>
            </a:lvl4pPr>
            <a:lvl5pPr marL="2286000" lvl="4" indent="-292100" algn="l">
              <a:lnSpc>
                <a:spcPct val="100000"/>
              </a:lnSpc>
              <a:spcBef>
                <a:spcPts val="200"/>
              </a:spcBef>
              <a:spcAft>
                <a:spcPts val="0"/>
              </a:spcAft>
              <a:buClr>
                <a:schemeClr val="lt1"/>
              </a:buClr>
              <a:buSzPts val="1000"/>
              <a:buChar char="»"/>
              <a:defRPr>
                <a:solidFill>
                  <a:schemeClr val="lt1"/>
                </a:solidFil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663" name="Google Shape;663;p96"/>
          <p:cNvSpPr/>
          <p:nvPr/>
        </p:nvSpPr>
        <p:spPr>
          <a:xfrm rot="-5400000">
            <a:off x="4542000" y="539200"/>
            <a:ext cx="73500" cy="9157500"/>
          </a:xfrm>
          <a:prstGeom prst="rect">
            <a:avLst/>
          </a:prstGeom>
          <a:solidFill>
            <a:schemeClr val="lt1"/>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664" name="Google Shape;664;p96"/>
          <p:cNvPicPr preferRelativeResize="0"/>
          <p:nvPr/>
        </p:nvPicPr>
        <p:blipFill rotWithShape="1">
          <a:blip r:embed="rId2">
            <a:alphaModFix/>
          </a:blip>
          <a:srcRect/>
          <a:stretch/>
        </p:blipFill>
        <p:spPr>
          <a:xfrm>
            <a:off x="7382600" y="4769550"/>
            <a:ext cx="1133500" cy="139201"/>
          </a:xfrm>
          <a:prstGeom prst="rect">
            <a:avLst/>
          </a:prstGeom>
          <a:noFill/>
          <a:ln>
            <a:noFill/>
          </a:ln>
        </p:spPr>
      </p:pic>
      <p:sp>
        <p:nvSpPr>
          <p:cNvPr id="665" name="Google Shape;665;p96"/>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lnSpc>
                <a:spcPct val="100000"/>
              </a:lnSpc>
              <a:spcBef>
                <a:spcPts val="0"/>
              </a:spcBef>
              <a:spcAft>
                <a:spcPts val="0"/>
              </a:spcAft>
              <a:buClr>
                <a:schemeClr val="lt1"/>
              </a:buClr>
              <a:buSzPts val="2100"/>
              <a:buNone/>
              <a:defRPr sz="2300">
                <a:solidFill>
                  <a:schemeClr val="lt1"/>
                </a:solidFill>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a:endParaRPr/>
          </a:p>
        </p:txBody>
      </p:sp>
      <p:sp>
        <p:nvSpPr>
          <p:cNvPr id="666" name="Google Shape;666;p96"/>
          <p:cNvSpPr txBox="1">
            <a:spLocks noGrp="1"/>
          </p:cNvSpPr>
          <p:nvPr>
            <p:ph type="body" idx="2"/>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lt1"/>
              </a:buClr>
              <a:buSzPts val="1100"/>
              <a:buFont typeface="Plus Jakarta Sans SemiBold"/>
              <a:buNone/>
              <a:defRPr sz="1100" i="0">
                <a:solidFill>
                  <a:schemeClr val="lt1"/>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Clr>
                <a:schemeClr val="lt1"/>
              </a:buClr>
              <a:buSzPts val="1260"/>
              <a:buFont typeface="Arial"/>
              <a:buNone/>
              <a:defRPr sz="1050">
                <a:solidFill>
                  <a:schemeClr val="lt1"/>
                </a:solidFill>
                <a:latin typeface="Arial"/>
                <a:ea typeface="Arial"/>
                <a:cs typeface="Arial"/>
                <a:sym typeface="Arial"/>
              </a:defRPr>
            </a:lvl2pPr>
            <a:lvl3pPr marL="1371600" lvl="2" indent="-228600" algn="l">
              <a:lnSpc>
                <a:spcPct val="100000"/>
              </a:lnSpc>
              <a:spcBef>
                <a:spcPts val="210"/>
              </a:spcBef>
              <a:spcAft>
                <a:spcPts val="0"/>
              </a:spcAft>
              <a:buClr>
                <a:schemeClr val="lt1"/>
              </a:buClr>
              <a:buSzPts val="1260"/>
              <a:buFont typeface="Arial"/>
              <a:buNone/>
              <a:defRPr sz="1050">
                <a:solidFill>
                  <a:schemeClr val="lt1"/>
                </a:solidFill>
                <a:latin typeface="Arial"/>
                <a:ea typeface="Arial"/>
                <a:cs typeface="Arial"/>
                <a:sym typeface="Arial"/>
              </a:defRPr>
            </a:lvl3pPr>
            <a:lvl4pPr marL="1828800" lvl="3" indent="-228600" algn="l">
              <a:lnSpc>
                <a:spcPct val="100000"/>
              </a:lnSpc>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4pPr>
            <a:lvl5pPr marL="2286000" lvl="4" indent="-228600" algn="l">
              <a:lnSpc>
                <a:spcPct val="100000"/>
              </a:lnSpc>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5pPr>
            <a:lvl6pPr marL="2743200" lvl="5" indent="-342900" algn="l">
              <a:lnSpc>
                <a:spcPct val="100000"/>
              </a:lnSpc>
              <a:spcBef>
                <a:spcPts val="360"/>
              </a:spcBef>
              <a:spcAft>
                <a:spcPts val="0"/>
              </a:spcAft>
              <a:buClr>
                <a:schemeClr val="lt1"/>
              </a:buClr>
              <a:buSzPts val="1800"/>
              <a:buChar char="•"/>
              <a:defRPr>
                <a:solidFill>
                  <a:schemeClr val="lt1"/>
                </a:solidFill>
              </a:defRPr>
            </a:lvl6pPr>
            <a:lvl7pPr marL="3200400" lvl="6" indent="-342900" algn="l">
              <a:lnSpc>
                <a:spcPct val="100000"/>
              </a:lnSpc>
              <a:spcBef>
                <a:spcPts val="360"/>
              </a:spcBef>
              <a:spcAft>
                <a:spcPts val="0"/>
              </a:spcAft>
              <a:buClr>
                <a:schemeClr val="lt1"/>
              </a:buClr>
              <a:buSzPts val="1800"/>
              <a:buChar char="•"/>
              <a:defRPr>
                <a:solidFill>
                  <a:schemeClr val="lt1"/>
                </a:solidFill>
              </a:defRPr>
            </a:lvl7pPr>
            <a:lvl8pPr marL="3657600" lvl="7" indent="-342900" algn="l">
              <a:lnSpc>
                <a:spcPct val="100000"/>
              </a:lnSpc>
              <a:spcBef>
                <a:spcPts val="360"/>
              </a:spcBef>
              <a:spcAft>
                <a:spcPts val="0"/>
              </a:spcAft>
              <a:buClr>
                <a:schemeClr val="lt1"/>
              </a:buClr>
              <a:buSzPts val="1800"/>
              <a:buChar char="•"/>
              <a:defRPr>
                <a:solidFill>
                  <a:schemeClr val="lt1"/>
                </a:solidFill>
              </a:defRPr>
            </a:lvl8pPr>
            <a:lvl9pPr marL="4114800" lvl="8" indent="-342900" algn="l">
              <a:lnSpc>
                <a:spcPct val="100000"/>
              </a:lnSpc>
              <a:spcBef>
                <a:spcPts val="360"/>
              </a:spcBef>
              <a:spcAft>
                <a:spcPts val="0"/>
              </a:spcAft>
              <a:buClr>
                <a:schemeClr val="lt1"/>
              </a:buClr>
              <a:buSzPts val="1800"/>
              <a:buChar char="•"/>
              <a:defRPr>
                <a:solidFill>
                  <a:schemeClr val="lt1"/>
                </a:solidFill>
              </a:defRPr>
            </a:lvl9pPr>
          </a:lstStyle>
          <a:p>
            <a:endParaRPr/>
          </a:p>
        </p:txBody>
      </p:sp>
      <p:pic>
        <p:nvPicPr>
          <p:cNvPr id="667" name="Google Shape;667;p96"/>
          <p:cNvPicPr preferRelativeResize="0"/>
          <p:nvPr/>
        </p:nvPicPr>
        <p:blipFill rotWithShape="1">
          <a:blip r:embed="rId3">
            <a:alphaModFix/>
          </a:blip>
          <a:srcRect/>
          <a:stretch/>
        </p:blipFill>
        <p:spPr>
          <a:xfrm>
            <a:off x="7611575" y="0"/>
            <a:ext cx="1532425" cy="3244899"/>
          </a:xfrm>
          <a:prstGeom prst="rect">
            <a:avLst/>
          </a:prstGeom>
          <a:noFill/>
          <a:ln>
            <a:noFill/>
          </a:ln>
        </p:spPr>
      </p:pic>
      <p:sp>
        <p:nvSpPr>
          <p:cNvPr id="668" name="Google Shape;668;p96"/>
          <p:cNvSpPr txBox="1"/>
          <p:nvPr/>
        </p:nvSpPr>
        <p:spPr>
          <a:xfrm>
            <a:off x="380125" y="4737800"/>
            <a:ext cx="4613700" cy="2877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Clr>
                <a:schemeClr val="lt1"/>
              </a:buClr>
              <a:buSzPts val="600"/>
              <a:buFont typeface="Plus Jakarta Sans"/>
              <a:buNone/>
            </a:pPr>
            <a:r>
              <a:rPr lang="en" sz="600" b="0" i="0" u="none" strike="noStrike" cap="none">
                <a:solidFill>
                  <a:schemeClr val="lt1"/>
                </a:solidFill>
                <a:latin typeface="Plus Jakarta Sans"/>
                <a:ea typeface="Plus Jakarta Sans"/>
                <a:cs typeface="Plus Jakarta Sans"/>
                <a:sym typeface="Plus Jakarta Sans"/>
              </a:rPr>
              <a:t>©2025 Cloudera, Inc. All Rights Reserved. </a:t>
            </a:r>
            <a:endParaRPr sz="600" b="0" i="0" u="none" strike="noStrike" cap="none">
              <a:solidFill>
                <a:schemeClr val="lt1"/>
              </a:solidFill>
              <a:latin typeface="Plus Jakarta Sans"/>
              <a:ea typeface="Plus Jakarta Sans"/>
              <a:cs typeface="Plus Jakarta Sans"/>
              <a:sym typeface="Plus Jakarta Sans"/>
            </a:endParaRPr>
          </a:p>
        </p:txBody>
      </p:sp>
    </p:spTree>
  </p:cSld>
  <p:clrMapOvr>
    <a:masterClrMapping/>
  </p:clrMapOvr>
  <p:transition spd="slow">
    <p:push/>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matchingName="Quote with Image | White">
  <p:cSld name="Quote with Image | White">
    <p:spTree>
      <p:nvGrpSpPr>
        <p:cNvPr id="1" name="Shape 669"/>
        <p:cNvGrpSpPr/>
        <p:nvPr/>
      </p:nvGrpSpPr>
      <p:grpSpPr>
        <a:xfrm>
          <a:off x="0" y="0"/>
          <a:ext cx="0" cy="0"/>
          <a:chOff x="0" y="0"/>
          <a:chExt cx="0" cy="0"/>
        </a:xfrm>
      </p:grpSpPr>
      <p:sp>
        <p:nvSpPr>
          <p:cNvPr id="670" name="Google Shape;670;p97"/>
          <p:cNvSpPr/>
          <p:nvPr/>
        </p:nvSpPr>
        <p:spPr>
          <a:xfrm>
            <a:off x="297925" y="3329814"/>
            <a:ext cx="762000" cy="226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b="0" i="0" u="none" strike="noStrike" cap="none">
              <a:solidFill>
                <a:schemeClr val="dk1"/>
              </a:solidFill>
              <a:latin typeface="Calibri"/>
              <a:ea typeface="Calibri"/>
              <a:cs typeface="Calibri"/>
              <a:sym typeface="Calibri"/>
            </a:endParaRPr>
          </a:p>
        </p:txBody>
      </p:sp>
      <p:cxnSp>
        <p:nvCxnSpPr>
          <p:cNvPr id="671" name="Google Shape;671;p97"/>
          <p:cNvCxnSpPr/>
          <p:nvPr/>
        </p:nvCxnSpPr>
        <p:spPr>
          <a:xfrm rot="10800000">
            <a:off x="630145" y="3480538"/>
            <a:ext cx="502800" cy="0"/>
          </a:xfrm>
          <a:prstGeom prst="straightConnector1">
            <a:avLst/>
          </a:prstGeom>
          <a:noFill/>
          <a:ln w="19050" cap="flat" cmpd="sng">
            <a:solidFill>
              <a:srgbClr val="FF550C"/>
            </a:solidFill>
            <a:prstDash val="solid"/>
            <a:round/>
            <a:headEnd type="none" w="sm" len="sm"/>
            <a:tailEnd type="none" w="sm" len="sm"/>
          </a:ln>
        </p:spPr>
      </p:cxnSp>
      <p:sp>
        <p:nvSpPr>
          <p:cNvPr id="672" name="Google Shape;672;p97"/>
          <p:cNvSpPr txBox="1">
            <a:spLocks noGrp="1"/>
          </p:cNvSpPr>
          <p:nvPr>
            <p:ph type="body" idx="1"/>
          </p:nvPr>
        </p:nvSpPr>
        <p:spPr>
          <a:xfrm>
            <a:off x="553825" y="3652682"/>
            <a:ext cx="3962400" cy="687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accent2"/>
              </a:buClr>
              <a:buSzPts val="2000"/>
              <a:buFont typeface="Plus Jakarta Sans SemiBold"/>
              <a:buNone/>
              <a:defRPr sz="1600">
                <a:solidFill>
                  <a:schemeClr val="accent2"/>
                </a:solidFill>
                <a:latin typeface="Plus Jakarta Sans SemiBold"/>
                <a:ea typeface="Plus Jakarta Sans SemiBold"/>
                <a:cs typeface="Plus Jakarta Sans SemiBold"/>
                <a:sym typeface="Plus Jakarta Sans SemiBold"/>
              </a:defRPr>
            </a:lvl1pPr>
            <a:lvl2pPr marL="914400" lvl="1" indent="-228600" algn="l">
              <a:lnSpc>
                <a:spcPct val="78888"/>
              </a:lnSpc>
              <a:spcBef>
                <a:spcPts val="400"/>
              </a:spcBef>
              <a:spcAft>
                <a:spcPts val="0"/>
              </a:spcAft>
              <a:buClr>
                <a:schemeClr val="accent2"/>
              </a:buClr>
              <a:buSzPts val="2160"/>
              <a:buNone/>
              <a:defRPr>
                <a:solidFill>
                  <a:schemeClr val="accent2"/>
                </a:solidFill>
              </a:defRPr>
            </a:lvl2pPr>
            <a:lvl3pPr marL="1371600" lvl="2" indent="-365760" algn="l">
              <a:lnSpc>
                <a:spcPct val="100000"/>
              </a:lnSpc>
              <a:spcBef>
                <a:spcPts val="360"/>
              </a:spcBef>
              <a:spcAft>
                <a:spcPts val="0"/>
              </a:spcAft>
              <a:buSzPts val="2160"/>
              <a:buChar char="•"/>
              <a:defRPr/>
            </a:lvl3pPr>
            <a:lvl4pPr marL="1828800" lvl="3" indent="-342900" algn="l">
              <a:lnSpc>
                <a:spcPct val="100000"/>
              </a:lnSpc>
              <a:spcBef>
                <a:spcPts val="360"/>
              </a:spcBef>
              <a:spcAft>
                <a:spcPts val="0"/>
              </a:spcAft>
              <a:buClr>
                <a:srgbClr val="4E5661"/>
              </a:buClr>
              <a:buSzPts val="1800"/>
              <a:buChar char="–"/>
              <a:defRPr/>
            </a:lvl4pPr>
            <a:lvl5pPr marL="2286000" lvl="4" indent="-342900" algn="l">
              <a:lnSpc>
                <a:spcPct val="100000"/>
              </a:lnSpc>
              <a:spcBef>
                <a:spcPts val="360"/>
              </a:spcBef>
              <a:spcAft>
                <a:spcPts val="0"/>
              </a:spcAft>
              <a:buClr>
                <a:srgbClr val="4E566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673" name="Google Shape;673;p97"/>
          <p:cNvSpPr txBox="1">
            <a:spLocks noGrp="1"/>
          </p:cNvSpPr>
          <p:nvPr>
            <p:ph type="body" idx="2"/>
          </p:nvPr>
        </p:nvSpPr>
        <p:spPr>
          <a:xfrm>
            <a:off x="553825" y="3978509"/>
            <a:ext cx="39624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accent2"/>
              </a:buClr>
              <a:buSzPts val="1400"/>
              <a:buNone/>
              <a:defRPr sz="1000">
                <a:solidFill>
                  <a:schemeClr val="accent2"/>
                </a:solidFill>
              </a:defRPr>
            </a:lvl1pPr>
            <a:lvl2pPr marL="914400" lvl="1" indent="-228600" algn="l">
              <a:lnSpc>
                <a:spcPct val="78888"/>
              </a:lnSpc>
              <a:spcBef>
                <a:spcPts val="400"/>
              </a:spcBef>
              <a:spcAft>
                <a:spcPts val="0"/>
              </a:spcAft>
              <a:buClr>
                <a:schemeClr val="accent2"/>
              </a:buClr>
              <a:buSzPts val="2160"/>
              <a:buNone/>
              <a:defRPr>
                <a:solidFill>
                  <a:schemeClr val="accent2"/>
                </a:solidFill>
              </a:defRPr>
            </a:lvl2pPr>
            <a:lvl3pPr marL="1371600" lvl="2" indent="-365760" algn="l">
              <a:lnSpc>
                <a:spcPct val="100000"/>
              </a:lnSpc>
              <a:spcBef>
                <a:spcPts val="360"/>
              </a:spcBef>
              <a:spcAft>
                <a:spcPts val="0"/>
              </a:spcAft>
              <a:buSzPts val="2160"/>
              <a:buChar char="•"/>
              <a:defRPr/>
            </a:lvl3pPr>
            <a:lvl4pPr marL="1828800" lvl="3" indent="-342900" algn="l">
              <a:lnSpc>
                <a:spcPct val="100000"/>
              </a:lnSpc>
              <a:spcBef>
                <a:spcPts val="360"/>
              </a:spcBef>
              <a:spcAft>
                <a:spcPts val="0"/>
              </a:spcAft>
              <a:buClr>
                <a:srgbClr val="4E5661"/>
              </a:buClr>
              <a:buSzPts val="1800"/>
              <a:buChar char="–"/>
              <a:defRPr/>
            </a:lvl4pPr>
            <a:lvl5pPr marL="2286000" lvl="4" indent="-342900" algn="l">
              <a:lnSpc>
                <a:spcPct val="100000"/>
              </a:lnSpc>
              <a:spcBef>
                <a:spcPts val="360"/>
              </a:spcBef>
              <a:spcAft>
                <a:spcPts val="0"/>
              </a:spcAft>
              <a:buClr>
                <a:srgbClr val="4E566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674" name="Google Shape;674;p97"/>
          <p:cNvSpPr txBox="1">
            <a:spLocks noGrp="1"/>
          </p:cNvSpPr>
          <p:nvPr>
            <p:ph type="body" idx="3"/>
          </p:nvPr>
        </p:nvSpPr>
        <p:spPr>
          <a:xfrm>
            <a:off x="553825" y="1595988"/>
            <a:ext cx="3725400" cy="1506600"/>
          </a:xfrm>
          <a:prstGeom prst="rect">
            <a:avLst/>
          </a:prstGeom>
          <a:noFill/>
          <a:ln>
            <a:noFill/>
          </a:ln>
        </p:spPr>
        <p:txBody>
          <a:bodyPr spcFirstLastPara="1" wrap="square" lIns="91425" tIns="45700" rIns="91425" bIns="45700" anchor="t" anchorCtr="0">
            <a:noAutofit/>
          </a:bodyPr>
          <a:lstStyle>
            <a:lvl1pPr marL="457200" lvl="0" indent="-228600" algn="l">
              <a:lnSpc>
                <a:spcPct val="115000"/>
              </a:lnSpc>
              <a:spcBef>
                <a:spcPts val="0"/>
              </a:spcBef>
              <a:spcAft>
                <a:spcPts val="0"/>
              </a:spcAft>
              <a:buClr>
                <a:srgbClr val="000000"/>
              </a:buClr>
              <a:buSzPts val="2200"/>
              <a:buNone/>
              <a:defRPr sz="1800"/>
            </a:lvl1pPr>
            <a:lvl2pPr marL="914400" lvl="1" indent="-228600" algn="l">
              <a:lnSpc>
                <a:spcPct val="150000"/>
              </a:lnSpc>
              <a:spcBef>
                <a:spcPts val="400"/>
              </a:spcBef>
              <a:spcAft>
                <a:spcPts val="0"/>
              </a:spcAft>
              <a:buSzPts val="2160"/>
              <a:buNone/>
              <a:defRPr/>
            </a:lvl2pPr>
            <a:lvl3pPr marL="1371600" lvl="2" indent="-365760" algn="l">
              <a:lnSpc>
                <a:spcPct val="150000"/>
              </a:lnSpc>
              <a:spcBef>
                <a:spcPts val="360"/>
              </a:spcBef>
              <a:spcAft>
                <a:spcPts val="0"/>
              </a:spcAft>
              <a:buSzPts val="2160"/>
              <a:buChar char="•"/>
              <a:defRPr/>
            </a:lvl3pPr>
            <a:lvl4pPr marL="1828800" lvl="3" indent="-342900" algn="l">
              <a:lnSpc>
                <a:spcPct val="150000"/>
              </a:lnSpc>
              <a:spcBef>
                <a:spcPts val="360"/>
              </a:spcBef>
              <a:spcAft>
                <a:spcPts val="0"/>
              </a:spcAft>
              <a:buClr>
                <a:srgbClr val="4E5661"/>
              </a:buClr>
              <a:buSzPts val="1800"/>
              <a:buChar char="–"/>
              <a:defRPr/>
            </a:lvl4pPr>
            <a:lvl5pPr marL="2286000" lvl="4" indent="-342900" algn="l">
              <a:lnSpc>
                <a:spcPct val="150000"/>
              </a:lnSpc>
              <a:spcBef>
                <a:spcPts val="360"/>
              </a:spcBef>
              <a:spcAft>
                <a:spcPts val="0"/>
              </a:spcAft>
              <a:buClr>
                <a:srgbClr val="4E5661"/>
              </a:buClr>
              <a:buSzPts val="1800"/>
              <a:buChar char="»"/>
              <a:defRPr/>
            </a:lvl5pPr>
            <a:lvl6pPr marL="2743200" lvl="5" indent="-342900" algn="l">
              <a:lnSpc>
                <a:spcPct val="150000"/>
              </a:lnSpc>
              <a:spcBef>
                <a:spcPts val="360"/>
              </a:spcBef>
              <a:spcAft>
                <a:spcPts val="0"/>
              </a:spcAft>
              <a:buClr>
                <a:schemeClr val="dk1"/>
              </a:buClr>
              <a:buSzPts val="1800"/>
              <a:buChar char="•"/>
              <a:defRPr/>
            </a:lvl6pPr>
            <a:lvl7pPr marL="3200400" lvl="6" indent="-342900" algn="l">
              <a:lnSpc>
                <a:spcPct val="150000"/>
              </a:lnSpc>
              <a:spcBef>
                <a:spcPts val="360"/>
              </a:spcBef>
              <a:spcAft>
                <a:spcPts val="0"/>
              </a:spcAft>
              <a:buClr>
                <a:schemeClr val="dk1"/>
              </a:buClr>
              <a:buSzPts val="1800"/>
              <a:buChar char="•"/>
              <a:defRPr/>
            </a:lvl7pPr>
            <a:lvl8pPr marL="3657600" lvl="7" indent="-342900" algn="l">
              <a:lnSpc>
                <a:spcPct val="150000"/>
              </a:lnSpc>
              <a:spcBef>
                <a:spcPts val="360"/>
              </a:spcBef>
              <a:spcAft>
                <a:spcPts val="0"/>
              </a:spcAft>
              <a:buClr>
                <a:schemeClr val="dk1"/>
              </a:buClr>
              <a:buSzPts val="1800"/>
              <a:buChar char="•"/>
              <a:defRPr/>
            </a:lvl8pPr>
            <a:lvl9pPr marL="4114800" lvl="8" indent="-342900" algn="l">
              <a:lnSpc>
                <a:spcPct val="150000"/>
              </a:lnSpc>
              <a:spcBef>
                <a:spcPts val="360"/>
              </a:spcBef>
              <a:spcAft>
                <a:spcPts val="0"/>
              </a:spcAft>
              <a:buClr>
                <a:schemeClr val="dk1"/>
              </a:buClr>
              <a:buSzPts val="1800"/>
              <a:buChar char="•"/>
              <a:defRPr/>
            </a:lvl9pPr>
          </a:lstStyle>
          <a:p>
            <a:endParaRPr/>
          </a:p>
        </p:txBody>
      </p:sp>
      <p:sp>
        <p:nvSpPr>
          <p:cNvPr id="675" name="Google Shape;675;p97"/>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676" name="Google Shape;676;p97"/>
          <p:cNvSpPr>
            <a:spLocks noGrp="1"/>
          </p:cNvSpPr>
          <p:nvPr>
            <p:ph type="pic" idx="4"/>
          </p:nvPr>
        </p:nvSpPr>
        <p:spPr>
          <a:xfrm>
            <a:off x="5350350" y="-20975"/>
            <a:ext cx="3793800" cy="5102100"/>
          </a:xfrm>
          <a:prstGeom prst="rect">
            <a:avLst/>
          </a:prstGeom>
          <a:noFill/>
          <a:ln>
            <a:noFill/>
          </a:ln>
        </p:spPr>
      </p:sp>
      <p:sp>
        <p:nvSpPr>
          <p:cNvPr id="677" name="Google Shape;677;p97"/>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lnSpc>
                <a:spcPct val="100000"/>
              </a:lnSpc>
              <a:spcBef>
                <a:spcPts val="0"/>
              </a:spcBef>
              <a:spcAft>
                <a:spcPts val="0"/>
              </a:spcAft>
              <a:buClr>
                <a:srgbClr val="120046"/>
              </a:buClr>
              <a:buSzPts val="2100"/>
              <a:buNone/>
              <a:defRPr sz="23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8" name="Google Shape;678;p97"/>
          <p:cNvSpPr txBox="1">
            <a:spLocks noGrp="1"/>
          </p:cNvSpPr>
          <p:nvPr>
            <p:ph type="body" idx="5"/>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accent4"/>
              </a:buClr>
              <a:buSzPts val="1100"/>
              <a:buFont typeface="Plus Jakarta Sans SemiBold"/>
              <a:buNone/>
              <a:defRPr sz="1100" i="0">
                <a:solidFill>
                  <a:schemeClr val="accent4"/>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lnSpc>
                <a:spcPct val="100000"/>
              </a:lnSpc>
              <a:spcBef>
                <a:spcPts val="210"/>
              </a:spcBef>
              <a:spcAft>
                <a:spcPts val="0"/>
              </a:spcAft>
              <a:buSzPts val="1260"/>
              <a:buFont typeface="Arial"/>
              <a:buNone/>
              <a:defRPr sz="1050">
                <a:latin typeface="Arial"/>
                <a:ea typeface="Arial"/>
                <a:cs typeface="Arial"/>
                <a:sym typeface="Arial"/>
              </a:defRPr>
            </a:lvl3pPr>
            <a:lvl4pPr marL="1828800" lvl="3"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transition spd="slow">
    <p:push/>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matchingName="Quote with Image | Twilight">
  <p:cSld name="Quote with Image | Twilight">
    <p:bg>
      <p:bgPr>
        <a:solidFill>
          <a:schemeClr val="dk1"/>
        </a:solidFill>
        <a:effectLst/>
      </p:bgPr>
    </p:bg>
    <p:spTree>
      <p:nvGrpSpPr>
        <p:cNvPr id="1" name="Shape 679"/>
        <p:cNvGrpSpPr/>
        <p:nvPr/>
      </p:nvGrpSpPr>
      <p:grpSpPr>
        <a:xfrm>
          <a:off x="0" y="0"/>
          <a:ext cx="0" cy="0"/>
          <a:chOff x="0" y="0"/>
          <a:chExt cx="0" cy="0"/>
        </a:xfrm>
      </p:grpSpPr>
      <p:cxnSp>
        <p:nvCxnSpPr>
          <p:cNvPr id="680" name="Google Shape;680;p98"/>
          <p:cNvCxnSpPr/>
          <p:nvPr/>
        </p:nvCxnSpPr>
        <p:spPr>
          <a:xfrm rot="10800000">
            <a:off x="630145" y="3480538"/>
            <a:ext cx="502800" cy="0"/>
          </a:xfrm>
          <a:prstGeom prst="straightConnector1">
            <a:avLst/>
          </a:prstGeom>
          <a:noFill/>
          <a:ln w="19050" cap="flat" cmpd="sng">
            <a:solidFill>
              <a:srgbClr val="FF550C"/>
            </a:solidFill>
            <a:prstDash val="solid"/>
            <a:round/>
            <a:headEnd type="none" w="sm" len="sm"/>
            <a:tailEnd type="none" w="sm" len="sm"/>
          </a:ln>
        </p:spPr>
      </p:cxnSp>
      <p:sp>
        <p:nvSpPr>
          <p:cNvPr id="681" name="Google Shape;681;p98"/>
          <p:cNvSpPr txBox="1">
            <a:spLocks noGrp="1"/>
          </p:cNvSpPr>
          <p:nvPr>
            <p:ph type="body" idx="1"/>
          </p:nvPr>
        </p:nvSpPr>
        <p:spPr>
          <a:xfrm>
            <a:off x="553825" y="3652682"/>
            <a:ext cx="3962400" cy="687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lt1"/>
              </a:buClr>
              <a:buSzPts val="2000"/>
              <a:buFont typeface="Plus Jakarta Sans SemiBold"/>
              <a:buNone/>
              <a:defRPr sz="1600">
                <a:solidFill>
                  <a:schemeClr val="lt1"/>
                </a:solidFill>
                <a:latin typeface="Plus Jakarta Sans SemiBold"/>
                <a:ea typeface="Plus Jakarta Sans SemiBold"/>
                <a:cs typeface="Plus Jakarta Sans SemiBold"/>
                <a:sym typeface="Plus Jakarta Sans SemiBold"/>
              </a:defRPr>
            </a:lvl1pPr>
            <a:lvl2pPr marL="914400" lvl="1" indent="-228600" algn="l">
              <a:lnSpc>
                <a:spcPct val="78888"/>
              </a:lnSpc>
              <a:spcBef>
                <a:spcPts val="400"/>
              </a:spcBef>
              <a:spcAft>
                <a:spcPts val="0"/>
              </a:spcAft>
              <a:buClr>
                <a:schemeClr val="lt1"/>
              </a:buClr>
              <a:buSzPts val="2160"/>
              <a:buNone/>
              <a:defRPr>
                <a:solidFill>
                  <a:schemeClr val="lt1"/>
                </a:solidFill>
              </a:defRPr>
            </a:lvl2pPr>
            <a:lvl3pPr marL="1371600" lvl="2" indent="-365760" algn="l">
              <a:lnSpc>
                <a:spcPct val="100000"/>
              </a:lnSpc>
              <a:spcBef>
                <a:spcPts val="360"/>
              </a:spcBef>
              <a:spcAft>
                <a:spcPts val="0"/>
              </a:spcAft>
              <a:buClr>
                <a:schemeClr val="lt1"/>
              </a:buClr>
              <a:buSzPts val="2160"/>
              <a:buChar char="•"/>
              <a:defRPr>
                <a:solidFill>
                  <a:schemeClr val="lt1"/>
                </a:solidFill>
              </a:defRPr>
            </a:lvl3pPr>
            <a:lvl4pPr marL="1828800" lvl="3" indent="-342900" algn="l">
              <a:lnSpc>
                <a:spcPct val="100000"/>
              </a:lnSpc>
              <a:spcBef>
                <a:spcPts val="360"/>
              </a:spcBef>
              <a:spcAft>
                <a:spcPts val="0"/>
              </a:spcAft>
              <a:buClr>
                <a:schemeClr val="lt1"/>
              </a:buClr>
              <a:buSzPts val="1800"/>
              <a:buChar char="–"/>
              <a:defRPr>
                <a:solidFill>
                  <a:schemeClr val="lt1"/>
                </a:solidFill>
              </a:defRPr>
            </a:lvl4pPr>
            <a:lvl5pPr marL="2286000" lvl="4" indent="-342900" algn="l">
              <a:lnSpc>
                <a:spcPct val="100000"/>
              </a:lnSpc>
              <a:spcBef>
                <a:spcPts val="360"/>
              </a:spcBef>
              <a:spcAft>
                <a:spcPts val="0"/>
              </a:spcAft>
              <a:buClr>
                <a:schemeClr val="lt1"/>
              </a:buClr>
              <a:buSzPts val="1800"/>
              <a:buChar char="»"/>
              <a:defRPr>
                <a:solidFill>
                  <a:schemeClr val="lt1"/>
                </a:solidFill>
              </a:defRPr>
            </a:lvl5pPr>
            <a:lvl6pPr marL="2743200" lvl="5" indent="-342900" algn="l">
              <a:lnSpc>
                <a:spcPct val="100000"/>
              </a:lnSpc>
              <a:spcBef>
                <a:spcPts val="360"/>
              </a:spcBef>
              <a:spcAft>
                <a:spcPts val="0"/>
              </a:spcAft>
              <a:buClr>
                <a:schemeClr val="lt1"/>
              </a:buClr>
              <a:buSzPts val="1800"/>
              <a:buChar char="•"/>
              <a:defRPr>
                <a:solidFill>
                  <a:schemeClr val="lt1"/>
                </a:solidFill>
              </a:defRPr>
            </a:lvl6pPr>
            <a:lvl7pPr marL="3200400" lvl="6" indent="-342900" algn="l">
              <a:lnSpc>
                <a:spcPct val="100000"/>
              </a:lnSpc>
              <a:spcBef>
                <a:spcPts val="360"/>
              </a:spcBef>
              <a:spcAft>
                <a:spcPts val="0"/>
              </a:spcAft>
              <a:buClr>
                <a:schemeClr val="lt1"/>
              </a:buClr>
              <a:buSzPts val="1800"/>
              <a:buChar char="•"/>
              <a:defRPr>
                <a:solidFill>
                  <a:schemeClr val="lt1"/>
                </a:solidFill>
              </a:defRPr>
            </a:lvl7pPr>
            <a:lvl8pPr marL="3657600" lvl="7" indent="-342900" algn="l">
              <a:lnSpc>
                <a:spcPct val="100000"/>
              </a:lnSpc>
              <a:spcBef>
                <a:spcPts val="360"/>
              </a:spcBef>
              <a:spcAft>
                <a:spcPts val="0"/>
              </a:spcAft>
              <a:buClr>
                <a:schemeClr val="lt1"/>
              </a:buClr>
              <a:buSzPts val="1800"/>
              <a:buChar char="•"/>
              <a:defRPr>
                <a:solidFill>
                  <a:schemeClr val="lt1"/>
                </a:solidFill>
              </a:defRPr>
            </a:lvl8pPr>
            <a:lvl9pPr marL="4114800" lvl="8" indent="-342900" algn="l">
              <a:lnSpc>
                <a:spcPct val="100000"/>
              </a:lnSpc>
              <a:spcBef>
                <a:spcPts val="360"/>
              </a:spcBef>
              <a:spcAft>
                <a:spcPts val="0"/>
              </a:spcAft>
              <a:buClr>
                <a:schemeClr val="lt1"/>
              </a:buClr>
              <a:buSzPts val="1800"/>
              <a:buChar char="•"/>
              <a:defRPr>
                <a:solidFill>
                  <a:schemeClr val="lt1"/>
                </a:solidFill>
              </a:defRPr>
            </a:lvl9pPr>
          </a:lstStyle>
          <a:p>
            <a:endParaRPr/>
          </a:p>
        </p:txBody>
      </p:sp>
      <p:sp>
        <p:nvSpPr>
          <p:cNvPr id="682" name="Google Shape;682;p98"/>
          <p:cNvSpPr txBox="1">
            <a:spLocks noGrp="1"/>
          </p:cNvSpPr>
          <p:nvPr>
            <p:ph type="body" idx="2"/>
          </p:nvPr>
        </p:nvSpPr>
        <p:spPr>
          <a:xfrm>
            <a:off x="553825" y="3978509"/>
            <a:ext cx="39624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accent2"/>
              </a:buClr>
              <a:buSzPts val="1400"/>
              <a:buNone/>
              <a:defRPr sz="1000">
                <a:solidFill>
                  <a:schemeClr val="accent2"/>
                </a:solidFill>
              </a:defRPr>
            </a:lvl1pPr>
            <a:lvl2pPr marL="914400" lvl="1" indent="-228600" algn="l">
              <a:lnSpc>
                <a:spcPct val="78888"/>
              </a:lnSpc>
              <a:spcBef>
                <a:spcPts val="400"/>
              </a:spcBef>
              <a:spcAft>
                <a:spcPts val="0"/>
              </a:spcAft>
              <a:buClr>
                <a:schemeClr val="accent2"/>
              </a:buClr>
              <a:buSzPts val="2160"/>
              <a:buNone/>
              <a:defRPr>
                <a:solidFill>
                  <a:schemeClr val="accent2"/>
                </a:solidFill>
              </a:defRPr>
            </a:lvl2pPr>
            <a:lvl3pPr marL="1371600" lvl="2" indent="-365760" algn="l">
              <a:lnSpc>
                <a:spcPct val="100000"/>
              </a:lnSpc>
              <a:spcBef>
                <a:spcPts val="360"/>
              </a:spcBef>
              <a:spcAft>
                <a:spcPts val="0"/>
              </a:spcAft>
              <a:buSzPts val="2160"/>
              <a:buChar char="•"/>
              <a:defRPr/>
            </a:lvl3pPr>
            <a:lvl4pPr marL="1828800" lvl="3" indent="-342900" algn="l">
              <a:lnSpc>
                <a:spcPct val="100000"/>
              </a:lnSpc>
              <a:spcBef>
                <a:spcPts val="360"/>
              </a:spcBef>
              <a:spcAft>
                <a:spcPts val="0"/>
              </a:spcAft>
              <a:buClr>
                <a:srgbClr val="4E5661"/>
              </a:buClr>
              <a:buSzPts val="1800"/>
              <a:buChar char="–"/>
              <a:defRPr/>
            </a:lvl4pPr>
            <a:lvl5pPr marL="2286000" lvl="4" indent="-342900" algn="l">
              <a:lnSpc>
                <a:spcPct val="100000"/>
              </a:lnSpc>
              <a:spcBef>
                <a:spcPts val="360"/>
              </a:spcBef>
              <a:spcAft>
                <a:spcPts val="0"/>
              </a:spcAft>
              <a:buClr>
                <a:srgbClr val="4E566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683" name="Google Shape;683;p98"/>
          <p:cNvSpPr txBox="1">
            <a:spLocks noGrp="1"/>
          </p:cNvSpPr>
          <p:nvPr>
            <p:ph type="body" idx="3"/>
          </p:nvPr>
        </p:nvSpPr>
        <p:spPr>
          <a:xfrm>
            <a:off x="553825" y="1595988"/>
            <a:ext cx="3725400" cy="1506600"/>
          </a:xfrm>
          <a:prstGeom prst="rect">
            <a:avLst/>
          </a:prstGeom>
          <a:noFill/>
          <a:ln>
            <a:noFill/>
          </a:ln>
        </p:spPr>
        <p:txBody>
          <a:bodyPr spcFirstLastPara="1" wrap="square" lIns="91425" tIns="45700" rIns="91425" bIns="45700" anchor="t" anchorCtr="0">
            <a:noAutofit/>
          </a:bodyPr>
          <a:lstStyle>
            <a:lvl1pPr marL="457200" lvl="0" indent="-228600" algn="l">
              <a:lnSpc>
                <a:spcPct val="115000"/>
              </a:lnSpc>
              <a:spcBef>
                <a:spcPts val="0"/>
              </a:spcBef>
              <a:spcAft>
                <a:spcPts val="0"/>
              </a:spcAft>
              <a:buClr>
                <a:schemeClr val="lt1"/>
              </a:buClr>
              <a:buSzPts val="2200"/>
              <a:buNone/>
              <a:defRPr sz="1800">
                <a:solidFill>
                  <a:schemeClr val="lt1"/>
                </a:solidFill>
              </a:defRPr>
            </a:lvl1pPr>
            <a:lvl2pPr marL="914400" lvl="1" indent="-228600" algn="l">
              <a:lnSpc>
                <a:spcPct val="150000"/>
              </a:lnSpc>
              <a:spcBef>
                <a:spcPts val="400"/>
              </a:spcBef>
              <a:spcAft>
                <a:spcPts val="0"/>
              </a:spcAft>
              <a:buClr>
                <a:schemeClr val="lt1"/>
              </a:buClr>
              <a:buSzPts val="2160"/>
              <a:buNone/>
              <a:defRPr>
                <a:solidFill>
                  <a:schemeClr val="lt1"/>
                </a:solidFill>
              </a:defRPr>
            </a:lvl2pPr>
            <a:lvl3pPr marL="1371600" lvl="2" indent="-365760" algn="l">
              <a:lnSpc>
                <a:spcPct val="150000"/>
              </a:lnSpc>
              <a:spcBef>
                <a:spcPts val="360"/>
              </a:spcBef>
              <a:spcAft>
                <a:spcPts val="0"/>
              </a:spcAft>
              <a:buClr>
                <a:schemeClr val="lt1"/>
              </a:buClr>
              <a:buSzPts val="2160"/>
              <a:buChar char="•"/>
              <a:defRPr>
                <a:solidFill>
                  <a:schemeClr val="lt1"/>
                </a:solidFill>
              </a:defRPr>
            </a:lvl3pPr>
            <a:lvl4pPr marL="1828800" lvl="3" indent="-342900" algn="l">
              <a:lnSpc>
                <a:spcPct val="150000"/>
              </a:lnSpc>
              <a:spcBef>
                <a:spcPts val="360"/>
              </a:spcBef>
              <a:spcAft>
                <a:spcPts val="0"/>
              </a:spcAft>
              <a:buClr>
                <a:schemeClr val="lt1"/>
              </a:buClr>
              <a:buSzPts val="1800"/>
              <a:buChar char="–"/>
              <a:defRPr>
                <a:solidFill>
                  <a:schemeClr val="lt1"/>
                </a:solidFill>
              </a:defRPr>
            </a:lvl4pPr>
            <a:lvl5pPr marL="2286000" lvl="4" indent="-342900" algn="l">
              <a:lnSpc>
                <a:spcPct val="150000"/>
              </a:lnSpc>
              <a:spcBef>
                <a:spcPts val="360"/>
              </a:spcBef>
              <a:spcAft>
                <a:spcPts val="0"/>
              </a:spcAft>
              <a:buClr>
                <a:schemeClr val="lt1"/>
              </a:buClr>
              <a:buSzPts val="1800"/>
              <a:buChar char="»"/>
              <a:defRPr>
                <a:solidFill>
                  <a:schemeClr val="lt1"/>
                </a:solidFill>
              </a:defRPr>
            </a:lvl5pPr>
            <a:lvl6pPr marL="2743200" lvl="5" indent="-342900" algn="l">
              <a:lnSpc>
                <a:spcPct val="150000"/>
              </a:lnSpc>
              <a:spcBef>
                <a:spcPts val="360"/>
              </a:spcBef>
              <a:spcAft>
                <a:spcPts val="0"/>
              </a:spcAft>
              <a:buClr>
                <a:schemeClr val="lt1"/>
              </a:buClr>
              <a:buSzPts val="1800"/>
              <a:buChar char="•"/>
              <a:defRPr>
                <a:solidFill>
                  <a:schemeClr val="lt1"/>
                </a:solidFill>
              </a:defRPr>
            </a:lvl6pPr>
            <a:lvl7pPr marL="3200400" lvl="6" indent="-342900" algn="l">
              <a:lnSpc>
                <a:spcPct val="150000"/>
              </a:lnSpc>
              <a:spcBef>
                <a:spcPts val="360"/>
              </a:spcBef>
              <a:spcAft>
                <a:spcPts val="0"/>
              </a:spcAft>
              <a:buClr>
                <a:schemeClr val="lt1"/>
              </a:buClr>
              <a:buSzPts val="1800"/>
              <a:buChar char="•"/>
              <a:defRPr>
                <a:solidFill>
                  <a:schemeClr val="lt1"/>
                </a:solidFill>
              </a:defRPr>
            </a:lvl7pPr>
            <a:lvl8pPr marL="3657600" lvl="7" indent="-342900" algn="l">
              <a:lnSpc>
                <a:spcPct val="150000"/>
              </a:lnSpc>
              <a:spcBef>
                <a:spcPts val="360"/>
              </a:spcBef>
              <a:spcAft>
                <a:spcPts val="0"/>
              </a:spcAft>
              <a:buClr>
                <a:schemeClr val="lt1"/>
              </a:buClr>
              <a:buSzPts val="1800"/>
              <a:buChar char="•"/>
              <a:defRPr>
                <a:solidFill>
                  <a:schemeClr val="lt1"/>
                </a:solidFill>
              </a:defRPr>
            </a:lvl8pPr>
            <a:lvl9pPr marL="4114800" lvl="8" indent="-342900" algn="l">
              <a:lnSpc>
                <a:spcPct val="150000"/>
              </a:lnSpc>
              <a:spcBef>
                <a:spcPts val="360"/>
              </a:spcBef>
              <a:spcAft>
                <a:spcPts val="0"/>
              </a:spcAft>
              <a:buClr>
                <a:schemeClr val="lt1"/>
              </a:buClr>
              <a:buSzPts val="1800"/>
              <a:buChar char="•"/>
              <a:defRPr>
                <a:solidFill>
                  <a:schemeClr val="lt1"/>
                </a:solidFill>
              </a:defRPr>
            </a:lvl9pPr>
          </a:lstStyle>
          <a:p>
            <a:endParaRPr/>
          </a:p>
        </p:txBody>
      </p:sp>
      <p:sp>
        <p:nvSpPr>
          <p:cNvPr id="684" name="Google Shape;684;p98"/>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685" name="Google Shape;685;p98"/>
          <p:cNvSpPr>
            <a:spLocks noGrp="1"/>
          </p:cNvSpPr>
          <p:nvPr>
            <p:ph type="pic" idx="4"/>
          </p:nvPr>
        </p:nvSpPr>
        <p:spPr>
          <a:xfrm>
            <a:off x="5350350" y="-20975"/>
            <a:ext cx="3793800" cy="5102100"/>
          </a:xfrm>
          <a:prstGeom prst="rect">
            <a:avLst/>
          </a:prstGeom>
          <a:noFill/>
          <a:ln>
            <a:noFill/>
          </a:ln>
        </p:spPr>
      </p:sp>
      <p:sp>
        <p:nvSpPr>
          <p:cNvPr id="686" name="Google Shape;686;p98"/>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lnSpc>
                <a:spcPct val="100000"/>
              </a:lnSpc>
              <a:spcBef>
                <a:spcPts val="0"/>
              </a:spcBef>
              <a:spcAft>
                <a:spcPts val="0"/>
              </a:spcAft>
              <a:buClr>
                <a:srgbClr val="120046"/>
              </a:buClr>
              <a:buSzPts val="2100"/>
              <a:buNone/>
              <a:defRPr sz="23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7" name="Google Shape;687;p98"/>
          <p:cNvSpPr txBox="1">
            <a:spLocks noGrp="1"/>
          </p:cNvSpPr>
          <p:nvPr>
            <p:ph type="body" idx="5"/>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lt1"/>
              </a:buClr>
              <a:buSzPts val="1100"/>
              <a:buFont typeface="Plus Jakarta Sans SemiBold"/>
              <a:buNone/>
              <a:defRPr sz="1100" i="0">
                <a:solidFill>
                  <a:schemeClr val="lt1"/>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Clr>
                <a:schemeClr val="lt1"/>
              </a:buClr>
              <a:buSzPts val="1260"/>
              <a:buFont typeface="Arial"/>
              <a:buNone/>
              <a:defRPr sz="1050">
                <a:solidFill>
                  <a:schemeClr val="lt1"/>
                </a:solidFill>
                <a:latin typeface="Arial"/>
                <a:ea typeface="Arial"/>
                <a:cs typeface="Arial"/>
                <a:sym typeface="Arial"/>
              </a:defRPr>
            </a:lvl2pPr>
            <a:lvl3pPr marL="1371600" lvl="2" indent="-228600" algn="l">
              <a:lnSpc>
                <a:spcPct val="100000"/>
              </a:lnSpc>
              <a:spcBef>
                <a:spcPts val="210"/>
              </a:spcBef>
              <a:spcAft>
                <a:spcPts val="0"/>
              </a:spcAft>
              <a:buClr>
                <a:schemeClr val="lt1"/>
              </a:buClr>
              <a:buSzPts val="1260"/>
              <a:buFont typeface="Arial"/>
              <a:buNone/>
              <a:defRPr sz="1050">
                <a:solidFill>
                  <a:schemeClr val="lt1"/>
                </a:solidFill>
                <a:latin typeface="Arial"/>
                <a:ea typeface="Arial"/>
                <a:cs typeface="Arial"/>
                <a:sym typeface="Arial"/>
              </a:defRPr>
            </a:lvl3pPr>
            <a:lvl4pPr marL="1828800" lvl="3" indent="-228600" algn="l">
              <a:lnSpc>
                <a:spcPct val="100000"/>
              </a:lnSpc>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4pPr>
            <a:lvl5pPr marL="2286000" lvl="4" indent="-228600" algn="l">
              <a:lnSpc>
                <a:spcPct val="100000"/>
              </a:lnSpc>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5pPr>
            <a:lvl6pPr marL="2743200" lvl="5" indent="-342900" algn="l">
              <a:lnSpc>
                <a:spcPct val="100000"/>
              </a:lnSpc>
              <a:spcBef>
                <a:spcPts val="360"/>
              </a:spcBef>
              <a:spcAft>
                <a:spcPts val="0"/>
              </a:spcAft>
              <a:buClr>
                <a:schemeClr val="lt1"/>
              </a:buClr>
              <a:buSzPts val="1800"/>
              <a:buChar char="•"/>
              <a:defRPr>
                <a:solidFill>
                  <a:schemeClr val="lt1"/>
                </a:solidFill>
              </a:defRPr>
            </a:lvl6pPr>
            <a:lvl7pPr marL="3200400" lvl="6" indent="-342900" algn="l">
              <a:lnSpc>
                <a:spcPct val="100000"/>
              </a:lnSpc>
              <a:spcBef>
                <a:spcPts val="360"/>
              </a:spcBef>
              <a:spcAft>
                <a:spcPts val="0"/>
              </a:spcAft>
              <a:buClr>
                <a:schemeClr val="lt1"/>
              </a:buClr>
              <a:buSzPts val="1800"/>
              <a:buChar char="•"/>
              <a:defRPr>
                <a:solidFill>
                  <a:schemeClr val="lt1"/>
                </a:solidFill>
              </a:defRPr>
            </a:lvl7pPr>
            <a:lvl8pPr marL="3657600" lvl="7" indent="-342900" algn="l">
              <a:lnSpc>
                <a:spcPct val="100000"/>
              </a:lnSpc>
              <a:spcBef>
                <a:spcPts val="360"/>
              </a:spcBef>
              <a:spcAft>
                <a:spcPts val="0"/>
              </a:spcAft>
              <a:buClr>
                <a:schemeClr val="lt1"/>
              </a:buClr>
              <a:buSzPts val="1800"/>
              <a:buChar char="•"/>
              <a:defRPr>
                <a:solidFill>
                  <a:schemeClr val="lt1"/>
                </a:solidFill>
              </a:defRPr>
            </a:lvl8pPr>
            <a:lvl9pPr marL="4114800" lvl="8" indent="-342900" algn="l">
              <a:lnSpc>
                <a:spcPct val="100000"/>
              </a:lnSpc>
              <a:spcBef>
                <a:spcPts val="360"/>
              </a:spcBef>
              <a:spcAft>
                <a:spcPts val="0"/>
              </a:spcAft>
              <a:buClr>
                <a:schemeClr val="lt1"/>
              </a:buClr>
              <a:buSzPts val="1800"/>
              <a:buChar char="•"/>
              <a:defRPr>
                <a:solidFill>
                  <a:schemeClr val="lt1"/>
                </a:solidFill>
              </a:defRPr>
            </a:lvl9pPr>
          </a:lstStyle>
          <a:p>
            <a:endParaRPr/>
          </a:p>
        </p:txBody>
      </p:sp>
    </p:spTree>
  </p:cSld>
  <p:clrMapOvr>
    <a:masterClrMapping/>
  </p:clrMapOvr>
  <p:transition spd="slow">
    <p:push/>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matchingName="Quote | Twilight">
  <p:cSld name="Quote | Twilight">
    <p:bg>
      <p:bgPr>
        <a:solidFill>
          <a:schemeClr val="dk1"/>
        </a:solidFill>
        <a:effectLst/>
      </p:bgPr>
    </p:bg>
    <p:spTree>
      <p:nvGrpSpPr>
        <p:cNvPr id="1" name="Shape 688"/>
        <p:cNvGrpSpPr/>
        <p:nvPr/>
      </p:nvGrpSpPr>
      <p:grpSpPr>
        <a:xfrm>
          <a:off x="0" y="0"/>
          <a:ext cx="0" cy="0"/>
          <a:chOff x="0" y="0"/>
          <a:chExt cx="0" cy="0"/>
        </a:xfrm>
      </p:grpSpPr>
      <p:pic>
        <p:nvPicPr>
          <p:cNvPr id="689" name="Google Shape;689;p99"/>
          <p:cNvPicPr preferRelativeResize="0"/>
          <p:nvPr/>
        </p:nvPicPr>
        <p:blipFill rotWithShape="1">
          <a:blip r:embed="rId2">
            <a:alphaModFix/>
          </a:blip>
          <a:srcRect b="7629"/>
          <a:stretch/>
        </p:blipFill>
        <p:spPr>
          <a:xfrm>
            <a:off x="0" y="4326801"/>
            <a:ext cx="9144000" cy="754400"/>
          </a:xfrm>
          <a:prstGeom prst="rect">
            <a:avLst/>
          </a:prstGeom>
          <a:noFill/>
          <a:ln>
            <a:noFill/>
          </a:ln>
        </p:spPr>
      </p:pic>
      <p:cxnSp>
        <p:nvCxnSpPr>
          <p:cNvPr id="690" name="Google Shape;690;p99"/>
          <p:cNvCxnSpPr/>
          <p:nvPr/>
        </p:nvCxnSpPr>
        <p:spPr>
          <a:xfrm rot="10800000">
            <a:off x="713220" y="1047750"/>
            <a:ext cx="502800" cy="0"/>
          </a:xfrm>
          <a:prstGeom prst="straightConnector1">
            <a:avLst/>
          </a:prstGeom>
          <a:noFill/>
          <a:ln w="19050" cap="flat" cmpd="sng">
            <a:solidFill>
              <a:srgbClr val="FF550C"/>
            </a:solidFill>
            <a:prstDash val="solid"/>
            <a:round/>
            <a:headEnd type="none" w="sm" len="sm"/>
            <a:tailEnd type="none" w="sm" len="sm"/>
          </a:ln>
        </p:spPr>
      </p:cxnSp>
      <p:sp>
        <p:nvSpPr>
          <p:cNvPr id="691" name="Google Shape;691;p99"/>
          <p:cNvSpPr/>
          <p:nvPr/>
        </p:nvSpPr>
        <p:spPr>
          <a:xfrm>
            <a:off x="600100" y="943775"/>
            <a:ext cx="675000" cy="193800"/>
          </a:xfrm>
          <a:prstGeom prst="rect">
            <a:avLst/>
          </a:prstGeom>
          <a:solidFill>
            <a:schemeClr val="dk1"/>
          </a:solidFill>
          <a:ln>
            <a:noFill/>
          </a:ln>
        </p:spPr>
        <p:txBody>
          <a:bodyPr spcFirstLastPara="1" wrap="square" lIns="91425" tIns="91425" rIns="91425" bIns="91425"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dk1"/>
              </a:solidFill>
              <a:latin typeface="Plus Jakarta Sans"/>
              <a:ea typeface="Plus Jakarta Sans"/>
              <a:cs typeface="Plus Jakarta Sans"/>
              <a:sym typeface="Plus Jakarta Sans"/>
            </a:endParaRPr>
          </a:p>
        </p:txBody>
      </p:sp>
      <p:pic>
        <p:nvPicPr>
          <p:cNvPr id="692" name="Google Shape;692;p99"/>
          <p:cNvPicPr preferRelativeResize="0"/>
          <p:nvPr/>
        </p:nvPicPr>
        <p:blipFill rotWithShape="1">
          <a:blip r:embed="rId3">
            <a:alphaModFix/>
          </a:blip>
          <a:srcRect/>
          <a:stretch/>
        </p:blipFill>
        <p:spPr>
          <a:xfrm>
            <a:off x="400525" y="572375"/>
            <a:ext cx="753875" cy="608450"/>
          </a:xfrm>
          <a:prstGeom prst="rect">
            <a:avLst/>
          </a:prstGeom>
          <a:noFill/>
          <a:ln>
            <a:noFill/>
          </a:ln>
        </p:spPr>
      </p:pic>
      <p:cxnSp>
        <p:nvCxnSpPr>
          <p:cNvPr id="693" name="Google Shape;693;p99"/>
          <p:cNvCxnSpPr/>
          <p:nvPr/>
        </p:nvCxnSpPr>
        <p:spPr>
          <a:xfrm rot="10800000">
            <a:off x="1818095" y="3384463"/>
            <a:ext cx="502800" cy="0"/>
          </a:xfrm>
          <a:prstGeom prst="straightConnector1">
            <a:avLst/>
          </a:prstGeom>
          <a:noFill/>
          <a:ln w="19050" cap="flat" cmpd="sng">
            <a:solidFill>
              <a:schemeClr val="accent1"/>
            </a:solidFill>
            <a:prstDash val="solid"/>
            <a:round/>
            <a:headEnd type="none" w="sm" len="sm"/>
            <a:tailEnd type="none" w="sm" len="sm"/>
          </a:ln>
        </p:spPr>
      </p:cxnSp>
      <p:sp>
        <p:nvSpPr>
          <p:cNvPr id="694" name="Google Shape;694;p99"/>
          <p:cNvSpPr txBox="1">
            <a:spLocks noGrp="1"/>
          </p:cNvSpPr>
          <p:nvPr>
            <p:ph type="body" idx="1"/>
          </p:nvPr>
        </p:nvSpPr>
        <p:spPr>
          <a:xfrm>
            <a:off x="1741775" y="3556607"/>
            <a:ext cx="3962400" cy="687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accent2"/>
              </a:buClr>
              <a:buSzPts val="2000"/>
              <a:buFont typeface="Plus Jakarta Sans SemiBold"/>
              <a:buNone/>
              <a:defRPr sz="1600">
                <a:solidFill>
                  <a:schemeClr val="accent2"/>
                </a:solidFill>
                <a:latin typeface="Plus Jakarta Sans SemiBold"/>
                <a:ea typeface="Plus Jakarta Sans SemiBold"/>
                <a:cs typeface="Plus Jakarta Sans SemiBold"/>
                <a:sym typeface="Plus Jakarta Sans SemiBold"/>
              </a:defRPr>
            </a:lvl1pPr>
            <a:lvl2pPr marL="914400" lvl="1" indent="-228600" algn="l">
              <a:lnSpc>
                <a:spcPct val="78888"/>
              </a:lnSpc>
              <a:spcBef>
                <a:spcPts val="400"/>
              </a:spcBef>
              <a:spcAft>
                <a:spcPts val="0"/>
              </a:spcAft>
              <a:buClr>
                <a:schemeClr val="accent2"/>
              </a:buClr>
              <a:buSzPts val="2160"/>
              <a:buNone/>
              <a:defRPr>
                <a:solidFill>
                  <a:schemeClr val="accent2"/>
                </a:solidFill>
              </a:defRPr>
            </a:lvl2pPr>
            <a:lvl3pPr marL="1371600" lvl="2" indent="-365760" algn="l">
              <a:lnSpc>
                <a:spcPct val="100000"/>
              </a:lnSpc>
              <a:spcBef>
                <a:spcPts val="360"/>
              </a:spcBef>
              <a:spcAft>
                <a:spcPts val="0"/>
              </a:spcAft>
              <a:buClr>
                <a:schemeClr val="accent2"/>
              </a:buClr>
              <a:buSzPts val="2160"/>
              <a:buChar char="•"/>
              <a:defRPr>
                <a:solidFill>
                  <a:schemeClr val="accent2"/>
                </a:solidFill>
              </a:defRPr>
            </a:lvl3pPr>
            <a:lvl4pPr marL="1828800" lvl="3" indent="-342900" algn="l">
              <a:lnSpc>
                <a:spcPct val="100000"/>
              </a:lnSpc>
              <a:spcBef>
                <a:spcPts val="360"/>
              </a:spcBef>
              <a:spcAft>
                <a:spcPts val="0"/>
              </a:spcAft>
              <a:buClr>
                <a:schemeClr val="accent2"/>
              </a:buClr>
              <a:buSzPts val="1800"/>
              <a:buChar char="–"/>
              <a:defRPr>
                <a:solidFill>
                  <a:schemeClr val="accent2"/>
                </a:solidFill>
              </a:defRPr>
            </a:lvl4pPr>
            <a:lvl5pPr marL="2286000" lvl="4" indent="-342900" algn="l">
              <a:lnSpc>
                <a:spcPct val="100000"/>
              </a:lnSpc>
              <a:spcBef>
                <a:spcPts val="360"/>
              </a:spcBef>
              <a:spcAft>
                <a:spcPts val="0"/>
              </a:spcAft>
              <a:buClr>
                <a:schemeClr val="accent2"/>
              </a:buClr>
              <a:buSzPts val="1800"/>
              <a:buChar char="»"/>
              <a:defRPr>
                <a:solidFill>
                  <a:schemeClr val="accent2"/>
                </a:solidFill>
              </a:defRPr>
            </a:lvl5pPr>
            <a:lvl6pPr marL="2743200" lvl="5" indent="-342900" algn="l">
              <a:lnSpc>
                <a:spcPct val="100000"/>
              </a:lnSpc>
              <a:spcBef>
                <a:spcPts val="360"/>
              </a:spcBef>
              <a:spcAft>
                <a:spcPts val="0"/>
              </a:spcAft>
              <a:buClr>
                <a:schemeClr val="accent2"/>
              </a:buClr>
              <a:buSzPts val="1800"/>
              <a:buChar char="•"/>
              <a:defRPr>
                <a:solidFill>
                  <a:schemeClr val="accent2"/>
                </a:solidFill>
              </a:defRPr>
            </a:lvl6pPr>
            <a:lvl7pPr marL="3200400" lvl="6" indent="-342900" algn="l">
              <a:lnSpc>
                <a:spcPct val="100000"/>
              </a:lnSpc>
              <a:spcBef>
                <a:spcPts val="360"/>
              </a:spcBef>
              <a:spcAft>
                <a:spcPts val="0"/>
              </a:spcAft>
              <a:buClr>
                <a:schemeClr val="accent2"/>
              </a:buClr>
              <a:buSzPts val="1800"/>
              <a:buChar char="•"/>
              <a:defRPr>
                <a:solidFill>
                  <a:schemeClr val="accent2"/>
                </a:solidFill>
              </a:defRPr>
            </a:lvl7pPr>
            <a:lvl8pPr marL="3657600" lvl="7" indent="-342900" algn="l">
              <a:lnSpc>
                <a:spcPct val="100000"/>
              </a:lnSpc>
              <a:spcBef>
                <a:spcPts val="360"/>
              </a:spcBef>
              <a:spcAft>
                <a:spcPts val="0"/>
              </a:spcAft>
              <a:buClr>
                <a:schemeClr val="accent2"/>
              </a:buClr>
              <a:buSzPts val="1800"/>
              <a:buChar char="•"/>
              <a:defRPr>
                <a:solidFill>
                  <a:schemeClr val="accent2"/>
                </a:solidFill>
              </a:defRPr>
            </a:lvl8pPr>
            <a:lvl9pPr marL="4114800" lvl="8" indent="-342900" algn="l">
              <a:lnSpc>
                <a:spcPct val="100000"/>
              </a:lnSpc>
              <a:spcBef>
                <a:spcPts val="360"/>
              </a:spcBef>
              <a:spcAft>
                <a:spcPts val="0"/>
              </a:spcAft>
              <a:buClr>
                <a:schemeClr val="accent2"/>
              </a:buClr>
              <a:buSzPts val="1800"/>
              <a:buChar char="•"/>
              <a:defRPr>
                <a:solidFill>
                  <a:schemeClr val="accent2"/>
                </a:solidFill>
              </a:defRPr>
            </a:lvl9pPr>
          </a:lstStyle>
          <a:p>
            <a:endParaRPr/>
          </a:p>
        </p:txBody>
      </p:sp>
      <p:sp>
        <p:nvSpPr>
          <p:cNvPr id="695" name="Google Shape;695;p99"/>
          <p:cNvSpPr txBox="1">
            <a:spLocks noGrp="1"/>
          </p:cNvSpPr>
          <p:nvPr>
            <p:ph type="body" idx="2"/>
          </p:nvPr>
        </p:nvSpPr>
        <p:spPr>
          <a:xfrm>
            <a:off x="1741775" y="3882434"/>
            <a:ext cx="39624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accent2"/>
              </a:buClr>
              <a:buSzPts val="1400"/>
              <a:buNone/>
              <a:defRPr sz="1000">
                <a:solidFill>
                  <a:schemeClr val="accent2"/>
                </a:solidFill>
              </a:defRPr>
            </a:lvl1pPr>
            <a:lvl2pPr marL="914400" lvl="1" indent="-228600" algn="l">
              <a:lnSpc>
                <a:spcPct val="78888"/>
              </a:lnSpc>
              <a:spcBef>
                <a:spcPts val="400"/>
              </a:spcBef>
              <a:spcAft>
                <a:spcPts val="0"/>
              </a:spcAft>
              <a:buClr>
                <a:schemeClr val="accent2"/>
              </a:buClr>
              <a:buSzPts val="2160"/>
              <a:buNone/>
              <a:defRPr>
                <a:solidFill>
                  <a:schemeClr val="accent2"/>
                </a:solidFill>
              </a:defRPr>
            </a:lvl2pPr>
            <a:lvl3pPr marL="1371600" lvl="2" indent="-365760" algn="l">
              <a:lnSpc>
                <a:spcPct val="100000"/>
              </a:lnSpc>
              <a:spcBef>
                <a:spcPts val="360"/>
              </a:spcBef>
              <a:spcAft>
                <a:spcPts val="0"/>
              </a:spcAft>
              <a:buClr>
                <a:schemeClr val="accent2"/>
              </a:buClr>
              <a:buSzPts val="2160"/>
              <a:buChar char="•"/>
              <a:defRPr>
                <a:solidFill>
                  <a:schemeClr val="accent2"/>
                </a:solidFill>
              </a:defRPr>
            </a:lvl3pPr>
            <a:lvl4pPr marL="1828800" lvl="3" indent="-342900" algn="l">
              <a:lnSpc>
                <a:spcPct val="100000"/>
              </a:lnSpc>
              <a:spcBef>
                <a:spcPts val="360"/>
              </a:spcBef>
              <a:spcAft>
                <a:spcPts val="0"/>
              </a:spcAft>
              <a:buClr>
                <a:schemeClr val="accent2"/>
              </a:buClr>
              <a:buSzPts val="1800"/>
              <a:buChar char="–"/>
              <a:defRPr>
                <a:solidFill>
                  <a:schemeClr val="accent2"/>
                </a:solidFill>
              </a:defRPr>
            </a:lvl4pPr>
            <a:lvl5pPr marL="2286000" lvl="4" indent="-342900" algn="l">
              <a:lnSpc>
                <a:spcPct val="100000"/>
              </a:lnSpc>
              <a:spcBef>
                <a:spcPts val="360"/>
              </a:spcBef>
              <a:spcAft>
                <a:spcPts val="0"/>
              </a:spcAft>
              <a:buClr>
                <a:schemeClr val="accent2"/>
              </a:buClr>
              <a:buSzPts val="1800"/>
              <a:buChar char="»"/>
              <a:defRPr>
                <a:solidFill>
                  <a:schemeClr val="accent2"/>
                </a:solidFill>
              </a:defRPr>
            </a:lvl5pPr>
            <a:lvl6pPr marL="2743200" lvl="5" indent="-342900" algn="l">
              <a:lnSpc>
                <a:spcPct val="100000"/>
              </a:lnSpc>
              <a:spcBef>
                <a:spcPts val="360"/>
              </a:spcBef>
              <a:spcAft>
                <a:spcPts val="0"/>
              </a:spcAft>
              <a:buClr>
                <a:schemeClr val="accent2"/>
              </a:buClr>
              <a:buSzPts val="1800"/>
              <a:buChar char="•"/>
              <a:defRPr>
                <a:solidFill>
                  <a:schemeClr val="accent2"/>
                </a:solidFill>
              </a:defRPr>
            </a:lvl6pPr>
            <a:lvl7pPr marL="3200400" lvl="6" indent="-342900" algn="l">
              <a:lnSpc>
                <a:spcPct val="100000"/>
              </a:lnSpc>
              <a:spcBef>
                <a:spcPts val="360"/>
              </a:spcBef>
              <a:spcAft>
                <a:spcPts val="0"/>
              </a:spcAft>
              <a:buClr>
                <a:schemeClr val="accent2"/>
              </a:buClr>
              <a:buSzPts val="1800"/>
              <a:buChar char="•"/>
              <a:defRPr>
                <a:solidFill>
                  <a:schemeClr val="accent2"/>
                </a:solidFill>
              </a:defRPr>
            </a:lvl7pPr>
            <a:lvl8pPr marL="3657600" lvl="7" indent="-342900" algn="l">
              <a:lnSpc>
                <a:spcPct val="100000"/>
              </a:lnSpc>
              <a:spcBef>
                <a:spcPts val="360"/>
              </a:spcBef>
              <a:spcAft>
                <a:spcPts val="0"/>
              </a:spcAft>
              <a:buClr>
                <a:schemeClr val="accent2"/>
              </a:buClr>
              <a:buSzPts val="1800"/>
              <a:buChar char="•"/>
              <a:defRPr>
                <a:solidFill>
                  <a:schemeClr val="accent2"/>
                </a:solidFill>
              </a:defRPr>
            </a:lvl8pPr>
            <a:lvl9pPr marL="4114800" lvl="8" indent="-342900" algn="l">
              <a:lnSpc>
                <a:spcPct val="100000"/>
              </a:lnSpc>
              <a:spcBef>
                <a:spcPts val="360"/>
              </a:spcBef>
              <a:spcAft>
                <a:spcPts val="0"/>
              </a:spcAft>
              <a:buClr>
                <a:schemeClr val="accent2"/>
              </a:buClr>
              <a:buSzPts val="1800"/>
              <a:buChar char="•"/>
              <a:defRPr>
                <a:solidFill>
                  <a:schemeClr val="accent2"/>
                </a:solidFill>
              </a:defRPr>
            </a:lvl9pPr>
          </a:lstStyle>
          <a:p>
            <a:endParaRPr/>
          </a:p>
        </p:txBody>
      </p:sp>
      <p:sp>
        <p:nvSpPr>
          <p:cNvPr id="696" name="Google Shape;696;p99"/>
          <p:cNvSpPr txBox="1">
            <a:spLocks noGrp="1"/>
          </p:cNvSpPr>
          <p:nvPr>
            <p:ph type="body" idx="3"/>
          </p:nvPr>
        </p:nvSpPr>
        <p:spPr>
          <a:xfrm>
            <a:off x="1741775" y="961075"/>
            <a:ext cx="5686800" cy="2324400"/>
          </a:xfrm>
          <a:prstGeom prst="rect">
            <a:avLst/>
          </a:prstGeom>
          <a:noFill/>
          <a:ln>
            <a:noFill/>
          </a:ln>
        </p:spPr>
        <p:txBody>
          <a:bodyPr spcFirstLastPara="1" wrap="square" lIns="91425" tIns="45700" rIns="91425" bIns="45700" anchor="t" anchorCtr="0">
            <a:noAutofit/>
          </a:bodyPr>
          <a:lstStyle>
            <a:lvl1pPr marL="457200" lvl="0" indent="-228600" algn="l">
              <a:lnSpc>
                <a:spcPct val="115000"/>
              </a:lnSpc>
              <a:spcBef>
                <a:spcPts val="0"/>
              </a:spcBef>
              <a:spcAft>
                <a:spcPts val="0"/>
              </a:spcAft>
              <a:buClr>
                <a:schemeClr val="lt1"/>
              </a:buClr>
              <a:buSzPts val="2900"/>
              <a:buFont typeface="Plus Jakarta Sans SemiBold"/>
              <a:buNone/>
              <a:defRPr sz="2500">
                <a:solidFill>
                  <a:schemeClr val="lt1"/>
                </a:solidFill>
                <a:latin typeface="Plus Jakarta Sans SemiBold"/>
                <a:ea typeface="Plus Jakarta Sans SemiBold"/>
                <a:cs typeface="Plus Jakarta Sans SemiBold"/>
                <a:sym typeface="Plus Jakarta Sans SemiBold"/>
              </a:defRPr>
            </a:lvl1pPr>
            <a:lvl2pPr marL="914400" lvl="1" indent="-228600" algn="l">
              <a:lnSpc>
                <a:spcPct val="150000"/>
              </a:lnSpc>
              <a:spcBef>
                <a:spcPts val="400"/>
              </a:spcBef>
              <a:spcAft>
                <a:spcPts val="0"/>
              </a:spcAft>
              <a:buSzPts val="2160"/>
              <a:buNone/>
              <a:defRPr/>
            </a:lvl2pPr>
            <a:lvl3pPr marL="1371600" lvl="2" indent="-365760" algn="l">
              <a:lnSpc>
                <a:spcPct val="150000"/>
              </a:lnSpc>
              <a:spcBef>
                <a:spcPts val="360"/>
              </a:spcBef>
              <a:spcAft>
                <a:spcPts val="0"/>
              </a:spcAft>
              <a:buSzPts val="2160"/>
              <a:buChar char="•"/>
              <a:defRPr/>
            </a:lvl3pPr>
            <a:lvl4pPr marL="1828800" lvl="3" indent="-342900" algn="l">
              <a:lnSpc>
                <a:spcPct val="150000"/>
              </a:lnSpc>
              <a:spcBef>
                <a:spcPts val="360"/>
              </a:spcBef>
              <a:spcAft>
                <a:spcPts val="0"/>
              </a:spcAft>
              <a:buClr>
                <a:srgbClr val="4E5661"/>
              </a:buClr>
              <a:buSzPts val="1800"/>
              <a:buChar char="–"/>
              <a:defRPr/>
            </a:lvl4pPr>
            <a:lvl5pPr marL="2286000" lvl="4" indent="-342900" algn="l">
              <a:lnSpc>
                <a:spcPct val="150000"/>
              </a:lnSpc>
              <a:spcBef>
                <a:spcPts val="360"/>
              </a:spcBef>
              <a:spcAft>
                <a:spcPts val="0"/>
              </a:spcAft>
              <a:buClr>
                <a:srgbClr val="4E5661"/>
              </a:buClr>
              <a:buSzPts val="1800"/>
              <a:buChar char="»"/>
              <a:defRPr/>
            </a:lvl5pPr>
            <a:lvl6pPr marL="2743200" lvl="5" indent="-342900" algn="l">
              <a:lnSpc>
                <a:spcPct val="150000"/>
              </a:lnSpc>
              <a:spcBef>
                <a:spcPts val="360"/>
              </a:spcBef>
              <a:spcAft>
                <a:spcPts val="0"/>
              </a:spcAft>
              <a:buClr>
                <a:schemeClr val="dk1"/>
              </a:buClr>
              <a:buSzPts val="1800"/>
              <a:buChar char="•"/>
              <a:defRPr/>
            </a:lvl6pPr>
            <a:lvl7pPr marL="3200400" lvl="6" indent="-342900" algn="l">
              <a:lnSpc>
                <a:spcPct val="150000"/>
              </a:lnSpc>
              <a:spcBef>
                <a:spcPts val="360"/>
              </a:spcBef>
              <a:spcAft>
                <a:spcPts val="0"/>
              </a:spcAft>
              <a:buClr>
                <a:schemeClr val="dk1"/>
              </a:buClr>
              <a:buSzPts val="1800"/>
              <a:buChar char="•"/>
              <a:defRPr/>
            </a:lvl7pPr>
            <a:lvl8pPr marL="3657600" lvl="7" indent="-342900" algn="l">
              <a:lnSpc>
                <a:spcPct val="150000"/>
              </a:lnSpc>
              <a:spcBef>
                <a:spcPts val="360"/>
              </a:spcBef>
              <a:spcAft>
                <a:spcPts val="0"/>
              </a:spcAft>
              <a:buClr>
                <a:schemeClr val="dk1"/>
              </a:buClr>
              <a:buSzPts val="1800"/>
              <a:buChar char="•"/>
              <a:defRPr/>
            </a:lvl8pPr>
            <a:lvl9pPr marL="4114800" lvl="8" indent="-342900" algn="l">
              <a:lnSpc>
                <a:spcPct val="150000"/>
              </a:lnSpc>
              <a:spcBef>
                <a:spcPts val="360"/>
              </a:spcBef>
              <a:spcAft>
                <a:spcPts val="0"/>
              </a:spcAft>
              <a:buClr>
                <a:schemeClr val="dk1"/>
              </a:buClr>
              <a:buSzPts val="1800"/>
              <a:buChar char="•"/>
              <a:defRPr/>
            </a:lvl9pPr>
          </a:lstStyle>
          <a:p>
            <a:endParaRPr/>
          </a:p>
        </p:txBody>
      </p:sp>
      <p:sp>
        <p:nvSpPr>
          <p:cNvPr id="697" name="Google Shape;697;p99"/>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698" name="Google Shape;698;p99" descr=" "/>
          <p:cNvPicPr preferRelativeResize="0"/>
          <p:nvPr/>
        </p:nvPicPr>
        <p:blipFill rotWithShape="1">
          <a:blip r:embed="rId4">
            <a:alphaModFix/>
          </a:blip>
          <a:srcRect/>
          <a:stretch/>
        </p:blipFill>
        <p:spPr>
          <a:xfrm>
            <a:off x="7382610" y="4766314"/>
            <a:ext cx="1133484" cy="142859"/>
          </a:xfrm>
          <a:prstGeom prst="rect">
            <a:avLst/>
          </a:prstGeom>
          <a:noFill/>
          <a:ln>
            <a:noFill/>
          </a:ln>
        </p:spPr>
      </p:pic>
      <p:sp>
        <p:nvSpPr>
          <p:cNvPr id="699" name="Google Shape;699;p99"/>
          <p:cNvSpPr txBox="1"/>
          <p:nvPr/>
        </p:nvSpPr>
        <p:spPr>
          <a:xfrm>
            <a:off x="380125" y="4737800"/>
            <a:ext cx="4613700" cy="2877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Clr>
                <a:schemeClr val="lt1"/>
              </a:buClr>
              <a:buSzPts val="600"/>
              <a:buFont typeface="Plus Jakarta Sans"/>
              <a:buNone/>
            </a:pPr>
            <a:r>
              <a:rPr lang="en" sz="600" b="0" i="0" u="none" strike="noStrike" cap="none">
                <a:solidFill>
                  <a:schemeClr val="lt1"/>
                </a:solidFill>
                <a:latin typeface="Plus Jakarta Sans"/>
                <a:ea typeface="Plus Jakarta Sans"/>
                <a:cs typeface="Plus Jakarta Sans"/>
                <a:sym typeface="Plus Jakarta Sans"/>
              </a:rPr>
              <a:t>©2025 Cloudera, Inc. All Rights Reserved. </a:t>
            </a:r>
            <a:endParaRPr sz="600" b="0" i="0" u="none" strike="noStrike" cap="none">
              <a:solidFill>
                <a:schemeClr val="lt1"/>
              </a:solidFill>
              <a:latin typeface="Plus Jakarta Sans"/>
              <a:ea typeface="Plus Jakarta Sans"/>
              <a:cs typeface="Plus Jakarta Sans"/>
              <a:sym typeface="Plus Jakarta Sans"/>
            </a:endParaRPr>
          </a:p>
        </p:txBody>
      </p:sp>
    </p:spTree>
  </p:cSld>
  <p:clrMapOvr>
    <a:masterClrMapping/>
  </p:clrMapOvr>
  <p:transition spd="slow">
    <p:push/>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matchingName="Quote | Orange">
  <p:cSld name="Quote | Orange">
    <p:bg>
      <p:bgPr>
        <a:solidFill>
          <a:schemeClr val="accent1"/>
        </a:solidFill>
        <a:effectLst/>
      </p:bgPr>
    </p:bg>
    <p:spTree>
      <p:nvGrpSpPr>
        <p:cNvPr id="1" name="Shape 700"/>
        <p:cNvGrpSpPr/>
        <p:nvPr/>
      </p:nvGrpSpPr>
      <p:grpSpPr>
        <a:xfrm>
          <a:off x="0" y="0"/>
          <a:ext cx="0" cy="0"/>
          <a:chOff x="0" y="0"/>
          <a:chExt cx="0" cy="0"/>
        </a:xfrm>
      </p:grpSpPr>
      <p:pic>
        <p:nvPicPr>
          <p:cNvPr id="701" name="Google Shape;701;p100"/>
          <p:cNvPicPr preferRelativeResize="0"/>
          <p:nvPr/>
        </p:nvPicPr>
        <p:blipFill rotWithShape="1">
          <a:blip r:embed="rId2">
            <a:alphaModFix/>
          </a:blip>
          <a:srcRect/>
          <a:stretch/>
        </p:blipFill>
        <p:spPr>
          <a:xfrm>
            <a:off x="0" y="4326811"/>
            <a:ext cx="9144000" cy="816678"/>
          </a:xfrm>
          <a:prstGeom prst="rect">
            <a:avLst/>
          </a:prstGeom>
          <a:noFill/>
          <a:ln>
            <a:noFill/>
          </a:ln>
        </p:spPr>
      </p:pic>
      <p:cxnSp>
        <p:nvCxnSpPr>
          <p:cNvPr id="702" name="Google Shape;702;p100"/>
          <p:cNvCxnSpPr/>
          <p:nvPr/>
        </p:nvCxnSpPr>
        <p:spPr>
          <a:xfrm rot="10800000">
            <a:off x="713220" y="1047750"/>
            <a:ext cx="502800" cy="0"/>
          </a:xfrm>
          <a:prstGeom prst="straightConnector1">
            <a:avLst/>
          </a:prstGeom>
          <a:noFill/>
          <a:ln w="19050" cap="flat" cmpd="sng">
            <a:solidFill>
              <a:srgbClr val="FF550C"/>
            </a:solidFill>
            <a:prstDash val="solid"/>
            <a:round/>
            <a:headEnd type="none" w="sm" len="sm"/>
            <a:tailEnd type="none" w="sm" len="sm"/>
          </a:ln>
        </p:spPr>
      </p:cxnSp>
      <p:sp>
        <p:nvSpPr>
          <p:cNvPr id="703" name="Google Shape;703;p100"/>
          <p:cNvSpPr/>
          <p:nvPr/>
        </p:nvSpPr>
        <p:spPr>
          <a:xfrm>
            <a:off x="600100" y="943775"/>
            <a:ext cx="675000" cy="1938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accent1"/>
              </a:solidFill>
              <a:latin typeface="Plus Jakarta Sans"/>
              <a:ea typeface="Plus Jakarta Sans"/>
              <a:cs typeface="Plus Jakarta Sans"/>
              <a:sym typeface="Plus Jakarta Sans"/>
            </a:endParaRPr>
          </a:p>
        </p:txBody>
      </p:sp>
      <p:pic>
        <p:nvPicPr>
          <p:cNvPr id="704" name="Google Shape;704;p100"/>
          <p:cNvPicPr preferRelativeResize="0"/>
          <p:nvPr/>
        </p:nvPicPr>
        <p:blipFill rotWithShape="1">
          <a:blip r:embed="rId3">
            <a:alphaModFix/>
          </a:blip>
          <a:srcRect/>
          <a:stretch/>
        </p:blipFill>
        <p:spPr>
          <a:xfrm>
            <a:off x="400525" y="572375"/>
            <a:ext cx="753875" cy="608450"/>
          </a:xfrm>
          <a:prstGeom prst="rect">
            <a:avLst/>
          </a:prstGeom>
          <a:noFill/>
          <a:ln>
            <a:noFill/>
          </a:ln>
        </p:spPr>
      </p:pic>
      <p:cxnSp>
        <p:nvCxnSpPr>
          <p:cNvPr id="705" name="Google Shape;705;p100"/>
          <p:cNvCxnSpPr/>
          <p:nvPr/>
        </p:nvCxnSpPr>
        <p:spPr>
          <a:xfrm rot="10800000">
            <a:off x="1818095" y="3384463"/>
            <a:ext cx="502800" cy="0"/>
          </a:xfrm>
          <a:prstGeom prst="straightConnector1">
            <a:avLst/>
          </a:prstGeom>
          <a:noFill/>
          <a:ln w="19050" cap="flat" cmpd="sng">
            <a:solidFill>
              <a:schemeClr val="dk1"/>
            </a:solidFill>
            <a:prstDash val="solid"/>
            <a:round/>
            <a:headEnd type="none" w="sm" len="sm"/>
            <a:tailEnd type="none" w="sm" len="sm"/>
          </a:ln>
        </p:spPr>
      </p:cxnSp>
      <p:sp>
        <p:nvSpPr>
          <p:cNvPr id="706" name="Google Shape;706;p100"/>
          <p:cNvSpPr txBox="1">
            <a:spLocks noGrp="1"/>
          </p:cNvSpPr>
          <p:nvPr>
            <p:ph type="body" idx="1"/>
          </p:nvPr>
        </p:nvSpPr>
        <p:spPr>
          <a:xfrm>
            <a:off x="1741775" y="3556607"/>
            <a:ext cx="3962400" cy="687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lt1"/>
              </a:buClr>
              <a:buSzPts val="2000"/>
              <a:buFont typeface="Plus Jakarta Sans SemiBold"/>
              <a:buNone/>
              <a:defRPr sz="1600">
                <a:solidFill>
                  <a:schemeClr val="lt1"/>
                </a:solidFill>
                <a:latin typeface="Plus Jakarta Sans SemiBold"/>
                <a:ea typeface="Plus Jakarta Sans SemiBold"/>
                <a:cs typeface="Plus Jakarta Sans SemiBold"/>
                <a:sym typeface="Plus Jakarta Sans SemiBold"/>
              </a:defRPr>
            </a:lvl1pPr>
            <a:lvl2pPr marL="914400" lvl="1" indent="-228600" algn="l">
              <a:lnSpc>
                <a:spcPct val="78888"/>
              </a:lnSpc>
              <a:spcBef>
                <a:spcPts val="400"/>
              </a:spcBef>
              <a:spcAft>
                <a:spcPts val="0"/>
              </a:spcAft>
              <a:buClr>
                <a:schemeClr val="lt1"/>
              </a:buClr>
              <a:buSzPts val="2160"/>
              <a:buNone/>
              <a:defRPr>
                <a:solidFill>
                  <a:schemeClr val="lt1"/>
                </a:solidFill>
              </a:defRPr>
            </a:lvl2pPr>
            <a:lvl3pPr marL="1371600" lvl="2" indent="-365760" algn="l">
              <a:lnSpc>
                <a:spcPct val="100000"/>
              </a:lnSpc>
              <a:spcBef>
                <a:spcPts val="360"/>
              </a:spcBef>
              <a:spcAft>
                <a:spcPts val="0"/>
              </a:spcAft>
              <a:buClr>
                <a:schemeClr val="lt1"/>
              </a:buClr>
              <a:buSzPts val="2160"/>
              <a:buChar char="•"/>
              <a:defRPr>
                <a:solidFill>
                  <a:schemeClr val="lt1"/>
                </a:solidFill>
              </a:defRPr>
            </a:lvl3pPr>
            <a:lvl4pPr marL="1828800" lvl="3" indent="-342900" algn="l">
              <a:lnSpc>
                <a:spcPct val="100000"/>
              </a:lnSpc>
              <a:spcBef>
                <a:spcPts val="360"/>
              </a:spcBef>
              <a:spcAft>
                <a:spcPts val="0"/>
              </a:spcAft>
              <a:buClr>
                <a:schemeClr val="lt1"/>
              </a:buClr>
              <a:buSzPts val="1800"/>
              <a:buChar char="–"/>
              <a:defRPr>
                <a:solidFill>
                  <a:schemeClr val="lt1"/>
                </a:solidFill>
              </a:defRPr>
            </a:lvl4pPr>
            <a:lvl5pPr marL="2286000" lvl="4" indent="-342900" algn="l">
              <a:lnSpc>
                <a:spcPct val="100000"/>
              </a:lnSpc>
              <a:spcBef>
                <a:spcPts val="360"/>
              </a:spcBef>
              <a:spcAft>
                <a:spcPts val="0"/>
              </a:spcAft>
              <a:buClr>
                <a:schemeClr val="lt1"/>
              </a:buClr>
              <a:buSzPts val="1800"/>
              <a:buChar char="»"/>
              <a:defRPr>
                <a:solidFill>
                  <a:schemeClr val="lt1"/>
                </a:solidFill>
              </a:defRPr>
            </a:lvl5pPr>
            <a:lvl6pPr marL="2743200" lvl="5" indent="-342900" algn="l">
              <a:lnSpc>
                <a:spcPct val="100000"/>
              </a:lnSpc>
              <a:spcBef>
                <a:spcPts val="360"/>
              </a:spcBef>
              <a:spcAft>
                <a:spcPts val="0"/>
              </a:spcAft>
              <a:buClr>
                <a:schemeClr val="lt1"/>
              </a:buClr>
              <a:buSzPts val="1800"/>
              <a:buChar char="•"/>
              <a:defRPr>
                <a:solidFill>
                  <a:schemeClr val="lt1"/>
                </a:solidFill>
              </a:defRPr>
            </a:lvl6pPr>
            <a:lvl7pPr marL="3200400" lvl="6" indent="-342900" algn="l">
              <a:lnSpc>
                <a:spcPct val="100000"/>
              </a:lnSpc>
              <a:spcBef>
                <a:spcPts val="360"/>
              </a:spcBef>
              <a:spcAft>
                <a:spcPts val="0"/>
              </a:spcAft>
              <a:buClr>
                <a:schemeClr val="lt1"/>
              </a:buClr>
              <a:buSzPts val="1800"/>
              <a:buChar char="•"/>
              <a:defRPr>
                <a:solidFill>
                  <a:schemeClr val="lt1"/>
                </a:solidFill>
              </a:defRPr>
            </a:lvl7pPr>
            <a:lvl8pPr marL="3657600" lvl="7" indent="-342900" algn="l">
              <a:lnSpc>
                <a:spcPct val="100000"/>
              </a:lnSpc>
              <a:spcBef>
                <a:spcPts val="360"/>
              </a:spcBef>
              <a:spcAft>
                <a:spcPts val="0"/>
              </a:spcAft>
              <a:buClr>
                <a:schemeClr val="lt1"/>
              </a:buClr>
              <a:buSzPts val="1800"/>
              <a:buChar char="•"/>
              <a:defRPr>
                <a:solidFill>
                  <a:schemeClr val="lt1"/>
                </a:solidFill>
              </a:defRPr>
            </a:lvl8pPr>
            <a:lvl9pPr marL="4114800" lvl="8" indent="-342900" algn="l">
              <a:lnSpc>
                <a:spcPct val="100000"/>
              </a:lnSpc>
              <a:spcBef>
                <a:spcPts val="360"/>
              </a:spcBef>
              <a:spcAft>
                <a:spcPts val="0"/>
              </a:spcAft>
              <a:buClr>
                <a:schemeClr val="lt1"/>
              </a:buClr>
              <a:buSzPts val="1800"/>
              <a:buChar char="•"/>
              <a:defRPr>
                <a:solidFill>
                  <a:schemeClr val="lt1"/>
                </a:solidFill>
              </a:defRPr>
            </a:lvl9pPr>
          </a:lstStyle>
          <a:p>
            <a:endParaRPr/>
          </a:p>
        </p:txBody>
      </p:sp>
      <p:sp>
        <p:nvSpPr>
          <p:cNvPr id="707" name="Google Shape;707;p100"/>
          <p:cNvSpPr txBox="1">
            <a:spLocks noGrp="1"/>
          </p:cNvSpPr>
          <p:nvPr>
            <p:ph type="body" idx="2"/>
          </p:nvPr>
        </p:nvSpPr>
        <p:spPr>
          <a:xfrm>
            <a:off x="1741775" y="3882434"/>
            <a:ext cx="39624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lt1"/>
              </a:buClr>
              <a:buSzPts val="1400"/>
              <a:buNone/>
              <a:defRPr sz="1000">
                <a:solidFill>
                  <a:schemeClr val="lt1"/>
                </a:solidFill>
              </a:defRPr>
            </a:lvl1pPr>
            <a:lvl2pPr marL="914400" lvl="1" indent="-228600" algn="l">
              <a:lnSpc>
                <a:spcPct val="78888"/>
              </a:lnSpc>
              <a:spcBef>
                <a:spcPts val="400"/>
              </a:spcBef>
              <a:spcAft>
                <a:spcPts val="0"/>
              </a:spcAft>
              <a:buClr>
                <a:schemeClr val="lt1"/>
              </a:buClr>
              <a:buSzPts val="2160"/>
              <a:buNone/>
              <a:defRPr>
                <a:solidFill>
                  <a:schemeClr val="lt1"/>
                </a:solidFill>
              </a:defRPr>
            </a:lvl2pPr>
            <a:lvl3pPr marL="1371600" lvl="2" indent="-365760" algn="l">
              <a:lnSpc>
                <a:spcPct val="100000"/>
              </a:lnSpc>
              <a:spcBef>
                <a:spcPts val="360"/>
              </a:spcBef>
              <a:spcAft>
                <a:spcPts val="0"/>
              </a:spcAft>
              <a:buClr>
                <a:schemeClr val="lt1"/>
              </a:buClr>
              <a:buSzPts val="2160"/>
              <a:buChar char="•"/>
              <a:defRPr>
                <a:solidFill>
                  <a:schemeClr val="lt1"/>
                </a:solidFill>
              </a:defRPr>
            </a:lvl3pPr>
            <a:lvl4pPr marL="1828800" lvl="3" indent="-342900" algn="l">
              <a:lnSpc>
                <a:spcPct val="100000"/>
              </a:lnSpc>
              <a:spcBef>
                <a:spcPts val="360"/>
              </a:spcBef>
              <a:spcAft>
                <a:spcPts val="0"/>
              </a:spcAft>
              <a:buClr>
                <a:schemeClr val="lt1"/>
              </a:buClr>
              <a:buSzPts val="1800"/>
              <a:buChar char="–"/>
              <a:defRPr>
                <a:solidFill>
                  <a:schemeClr val="lt1"/>
                </a:solidFill>
              </a:defRPr>
            </a:lvl4pPr>
            <a:lvl5pPr marL="2286000" lvl="4" indent="-342900" algn="l">
              <a:lnSpc>
                <a:spcPct val="100000"/>
              </a:lnSpc>
              <a:spcBef>
                <a:spcPts val="360"/>
              </a:spcBef>
              <a:spcAft>
                <a:spcPts val="0"/>
              </a:spcAft>
              <a:buClr>
                <a:schemeClr val="lt1"/>
              </a:buClr>
              <a:buSzPts val="1800"/>
              <a:buChar char="»"/>
              <a:defRPr>
                <a:solidFill>
                  <a:schemeClr val="lt1"/>
                </a:solidFill>
              </a:defRPr>
            </a:lvl5pPr>
            <a:lvl6pPr marL="2743200" lvl="5" indent="-342900" algn="l">
              <a:lnSpc>
                <a:spcPct val="100000"/>
              </a:lnSpc>
              <a:spcBef>
                <a:spcPts val="360"/>
              </a:spcBef>
              <a:spcAft>
                <a:spcPts val="0"/>
              </a:spcAft>
              <a:buClr>
                <a:schemeClr val="lt1"/>
              </a:buClr>
              <a:buSzPts val="1800"/>
              <a:buChar char="•"/>
              <a:defRPr>
                <a:solidFill>
                  <a:schemeClr val="lt1"/>
                </a:solidFill>
              </a:defRPr>
            </a:lvl6pPr>
            <a:lvl7pPr marL="3200400" lvl="6" indent="-342900" algn="l">
              <a:lnSpc>
                <a:spcPct val="100000"/>
              </a:lnSpc>
              <a:spcBef>
                <a:spcPts val="360"/>
              </a:spcBef>
              <a:spcAft>
                <a:spcPts val="0"/>
              </a:spcAft>
              <a:buClr>
                <a:schemeClr val="lt1"/>
              </a:buClr>
              <a:buSzPts val="1800"/>
              <a:buChar char="•"/>
              <a:defRPr>
                <a:solidFill>
                  <a:schemeClr val="lt1"/>
                </a:solidFill>
              </a:defRPr>
            </a:lvl7pPr>
            <a:lvl8pPr marL="3657600" lvl="7" indent="-342900" algn="l">
              <a:lnSpc>
                <a:spcPct val="100000"/>
              </a:lnSpc>
              <a:spcBef>
                <a:spcPts val="360"/>
              </a:spcBef>
              <a:spcAft>
                <a:spcPts val="0"/>
              </a:spcAft>
              <a:buClr>
                <a:schemeClr val="lt1"/>
              </a:buClr>
              <a:buSzPts val="1800"/>
              <a:buChar char="•"/>
              <a:defRPr>
                <a:solidFill>
                  <a:schemeClr val="lt1"/>
                </a:solidFill>
              </a:defRPr>
            </a:lvl8pPr>
            <a:lvl9pPr marL="4114800" lvl="8" indent="-342900" algn="l">
              <a:lnSpc>
                <a:spcPct val="100000"/>
              </a:lnSpc>
              <a:spcBef>
                <a:spcPts val="360"/>
              </a:spcBef>
              <a:spcAft>
                <a:spcPts val="0"/>
              </a:spcAft>
              <a:buClr>
                <a:schemeClr val="lt1"/>
              </a:buClr>
              <a:buSzPts val="1800"/>
              <a:buChar char="•"/>
              <a:defRPr>
                <a:solidFill>
                  <a:schemeClr val="lt1"/>
                </a:solidFill>
              </a:defRPr>
            </a:lvl9pPr>
          </a:lstStyle>
          <a:p>
            <a:endParaRPr/>
          </a:p>
        </p:txBody>
      </p:sp>
      <p:sp>
        <p:nvSpPr>
          <p:cNvPr id="708" name="Google Shape;708;p100"/>
          <p:cNvSpPr txBox="1">
            <a:spLocks noGrp="1"/>
          </p:cNvSpPr>
          <p:nvPr>
            <p:ph type="body" idx="3"/>
          </p:nvPr>
        </p:nvSpPr>
        <p:spPr>
          <a:xfrm>
            <a:off x="1741775" y="961075"/>
            <a:ext cx="5686800" cy="2324400"/>
          </a:xfrm>
          <a:prstGeom prst="rect">
            <a:avLst/>
          </a:prstGeom>
          <a:noFill/>
          <a:ln>
            <a:noFill/>
          </a:ln>
        </p:spPr>
        <p:txBody>
          <a:bodyPr spcFirstLastPara="1" wrap="square" lIns="91425" tIns="45700" rIns="91425" bIns="45700" anchor="t" anchorCtr="0">
            <a:noAutofit/>
          </a:bodyPr>
          <a:lstStyle>
            <a:lvl1pPr marL="457200" lvl="0" indent="-228600" algn="l">
              <a:lnSpc>
                <a:spcPct val="115000"/>
              </a:lnSpc>
              <a:spcBef>
                <a:spcPts val="0"/>
              </a:spcBef>
              <a:spcAft>
                <a:spcPts val="0"/>
              </a:spcAft>
              <a:buClr>
                <a:schemeClr val="lt1"/>
              </a:buClr>
              <a:buSzPts val="2900"/>
              <a:buFont typeface="Plus Jakarta Sans SemiBold"/>
              <a:buNone/>
              <a:defRPr sz="2500">
                <a:solidFill>
                  <a:schemeClr val="lt1"/>
                </a:solidFill>
                <a:latin typeface="Plus Jakarta Sans SemiBold"/>
                <a:ea typeface="Plus Jakarta Sans SemiBold"/>
                <a:cs typeface="Plus Jakarta Sans SemiBold"/>
                <a:sym typeface="Plus Jakarta Sans SemiBold"/>
              </a:defRPr>
            </a:lvl1pPr>
            <a:lvl2pPr marL="914400" lvl="1" indent="-228600" algn="l">
              <a:lnSpc>
                <a:spcPct val="150000"/>
              </a:lnSpc>
              <a:spcBef>
                <a:spcPts val="400"/>
              </a:spcBef>
              <a:spcAft>
                <a:spcPts val="0"/>
              </a:spcAft>
              <a:buSzPts val="2160"/>
              <a:buNone/>
              <a:defRPr/>
            </a:lvl2pPr>
            <a:lvl3pPr marL="1371600" lvl="2" indent="-365760" algn="l">
              <a:lnSpc>
                <a:spcPct val="150000"/>
              </a:lnSpc>
              <a:spcBef>
                <a:spcPts val="360"/>
              </a:spcBef>
              <a:spcAft>
                <a:spcPts val="0"/>
              </a:spcAft>
              <a:buSzPts val="2160"/>
              <a:buChar char="•"/>
              <a:defRPr/>
            </a:lvl3pPr>
            <a:lvl4pPr marL="1828800" lvl="3" indent="-342900" algn="l">
              <a:lnSpc>
                <a:spcPct val="150000"/>
              </a:lnSpc>
              <a:spcBef>
                <a:spcPts val="360"/>
              </a:spcBef>
              <a:spcAft>
                <a:spcPts val="0"/>
              </a:spcAft>
              <a:buClr>
                <a:srgbClr val="4E5661"/>
              </a:buClr>
              <a:buSzPts val="1800"/>
              <a:buChar char="–"/>
              <a:defRPr/>
            </a:lvl4pPr>
            <a:lvl5pPr marL="2286000" lvl="4" indent="-342900" algn="l">
              <a:lnSpc>
                <a:spcPct val="150000"/>
              </a:lnSpc>
              <a:spcBef>
                <a:spcPts val="360"/>
              </a:spcBef>
              <a:spcAft>
                <a:spcPts val="0"/>
              </a:spcAft>
              <a:buClr>
                <a:srgbClr val="4E5661"/>
              </a:buClr>
              <a:buSzPts val="1800"/>
              <a:buChar char="»"/>
              <a:defRPr/>
            </a:lvl5pPr>
            <a:lvl6pPr marL="2743200" lvl="5" indent="-342900" algn="l">
              <a:lnSpc>
                <a:spcPct val="150000"/>
              </a:lnSpc>
              <a:spcBef>
                <a:spcPts val="360"/>
              </a:spcBef>
              <a:spcAft>
                <a:spcPts val="0"/>
              </a:spcAft>
              <a:buClr>
                <a:schemeClr val="dk1"/>
              </a:buClr>
              <a:buSzPts val="1800"/>
              <a:buChar char="•"/>
              <a:defRPr/>
            </a:lvl6pPr>
            <a:lvl7pPr marL="3200400" lvl="6" indent="-342900" algn="l">
              <a:lnSpc>
                <a:spcPct val="150000"/>
              </a:lnSpc>
              <a:spcBef>
                <a:spcPts val="360"/>
              </a:spcBef>
              <a:spcAft>
                <a:spcPts val="0"/>
              </a:spcAft>
              <a:buClr>
                <a:schemeClr val="dk1"/>
              </a:buClr>
              <a:buSzPts val="1800"/>
              <a:buChar char="•"/>
              <a:defRPr/>
            </a:lvl7pPr>
            <a:lvl8pPr marL="3657600" lvl="7" indent="-342900" algn="l">
              <a:lnSpc>
                <a:spcPct val="150000"/>
              </a:lnSpc>
              <a:spcBef>
                <a:spcPts val="360"/>
              </a:spcBef>
              <a:spcAft>
                <a:spcPts val="0"/>
              </a:spcAft>
              <a:buClr>
                <a:schemeClr val="dk1"/>
              </a:buClr>
              <a:buSzPts val="1800"/>
              <a:buChar char="•"/>
              <a:defRPr/>
            </a:lvl8pPr>
            <a:lvl9pPr marL="4114800" lvl="8" indent="-342900" algn="l">
              <a:lnSpc>
                <a:spcPct val="150000"/>
              </a:lnSpc>
              <a:spcBef>
                <a:spcPts val="360"/>
              </a:spcBef>
              <a:spcAft>
                <a:spcPts val="0"/>
              </a:spcAft>
              <a:buClr>
                <a:schemeClr val="dk1"/>
              </a:buClr>
              <a:buSzPts val="1800"/>
              <a:buChar char="•"/>
              <a:defRPr/>
            </a:lvl9pPr>
          </a:lstStyle>
          <a:p>
            <a:endParaRPr/>
          </a:p>
        </p:txBody>
      </p:sp>
      <p:sp>
        <p:nvSpPr>
          <p:cNvPr id="709" name="Google Shape;709;p100"/>
          <p:cNvSpPr/>
          <p:nvPr/>
        </p:nvSpPr>
        <p:spPr>
          <a:xfrm rot="-5400000">
            <a:off x="4542000" y="539200"/>
            <a:ext cx="73500" cy="9157500"/>
          </a:xfrm>
          <a:prstGeom prst="rect">
            <a:avLst/>
          </a:prstGeom>
          <a:solidFill>
            <a:schemeClr val="lt1"/>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710" name="Google Shape;710;p100"/>
          <p:cNvPicPr preferRelativeResize="0"/>
          <p:nvPr/>
        </p:nvPicPr>
        <p:blipFill rotWithShape="1">
          <a:blip r:embed="rId4">
            <a:alphaModFix/>
          </a:blip>
          <a:srcRect/>
          <a:stretch/>
        </p:blipFill>
        <p:spPr>
          <a:xfrm>
            <a:off x="7382600" y="4769550"/>
            <a:ext cx="1133500" cy="139201"/>
          </a:xfrm>
          <a:prstGeom prst="rect">
            <a:avLst/>
          </a:prstGeom>
          <a:noFill/>
          <a:ln>
            <a:noFill/>
          </a:ln>
        </p:spPr>
      </p:pic>
      <p:sp>
        <p:nvSpPr>
          <p:cNvPr id="711" name="Google Shape;711;p100"/>
          <p:cNvSpPr txBox="1"/>
          <p:nvPr/>
        </p:nvSpPr>
        <p:spPr>
          <a:xfrm>
            <a:off x="380125" y="4737800"/>
            <a:ext cx="4613700" cy="2877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Clr>
                <a:schemeClr val="lt1"/>
              </a:buClr>
              <a:buSzPts val="600"/>
              <a:buFont typeface="Plus Jakarta Sans"/>
              <a:buNone/>
            </a:pPr>
            <a:r>
              <a:rPr lang="en" sz="600" b="0" i="0" u="none" strike="noStrike" cap="none">
                <a:solidFill>
                  <a:schemeClr val="lt1"/>
                </a:solidFill>
                <a:latin typeface="Plus Jakarta Sans"/>
                <a:ea typeface="Plus Jakarta Sans"/>
                <a:cs typeface="Plus Jakarta Sans"/>
                <a:sym typeface="Plus Jakarta Sans"/>
              </a:rPr>
              <a:t>©2025 Cloudera, Inc. All Rights Reserved. </a:t>
            </a:r>
            <a:endParaRPr sz="600" b="0" i="0" u="none" strike="noStrike" cap="none">
              <a:solidFill>
                <a:schemeClr val="lt1"/>
              </a:solidFill>
              <a:latin typeface="Plus Jakarta Sans"/>
              <a:ea typeface="Plus Jakarta Sans"/>
              <a:cs typeface="Plus Jakarta Sans"/>
              <a:sym typeface="Plus Jakarta Sans"/>
            </a:endParaRPr>
          </a:p>
        </p:txBody>
      </p:sp>
    </p:spTree>
  </p:cSld>
  <p:clrMapOvr>
    <a:masterClrMapping/>
  </p:clrMapOvr>
  <p:transition spd="slow">
    <p:push/>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matchingName="Quote | White">
  <p:cSld name="Quote | White">
    <p:bg>
      <p:bgPr>
        <a:solidFill>
          <a:schemeClr val="lt1"/>
        </a:solidFill>
        <a:effectLst/>
      </p:bgPr>
    </p:bg>
    <p:spTree>
      <p:nvGrpSpPr>
        <p:cNvPr id="1" name="Shape 712"/>
        <p:cNvGrpSpPr/>
        <p:nvPr/>
      </p:nvGrpSpPr>
      <p:grpSpPr>
        <a:xfrm>
          <a:off x="0" y="0"/>
          <a:ext cx="0" cy="0"/>
          <a:chOff x="0" y="0"/>
          <a:chExt cx="0" cy="0"/>
        </a:xfrm>
      </p:grpSpPr>
      <p:pic>
        <p:nvPicPr>
          <p:cNvPr id="713" name="Google Shape;713;p101"/>
          <p:cNvPicPr preferRelativeResize="0"/>
          <p:nvPr/>
        </p:nvPicPr>
        <p:blipFill rotWithShape="1">
          <a:blip r:embed="rId2">
            <a:alphaModFix/>
          </a:blip>
          <a:srcRect t="426" b="416"/>
          <a:stretch/>
        </p:blipFill>
        <p:spPr>
          <a:xfrm>
            <a:off x="0" y="4326811"/>
            <a:ext cx="9144000" cy="816678"/>
          </a:xfrm>
          <a:prstGeom prst="rect">
            <a:avLst/>
          </a:prstGeom>
          <a:noFill/>
          <a:ln>
            <a:noFill/>
          </a:ln>
        </p:spPr>
      </p:pic>
      <p:cxnSp>
        <p:nvCxnSpPr>
          <p:cNvPr id="714" name="Google Shape;714;p101"/>
          <p:cNvCxnSpPr/>
          <p:nvPr/>
        </p:nvCxnSpPr>
        <p:spPr>
          <a:xfrm rot="10800000">
            <a:off x="713220" y="1047750"/>
            <a:ext cx="502800" cy="0"/>
          </a:xfrm>
          <a:prstGeom prst="straightConnector1">
            <a:avLst/>
          </a:prstGeom>
          <a:noFill/>
          <a:ln w="19050" cap="flat" cmpd="sng">
            <a:solidFill>
              <a:srgbClr val="FF550C"/>
            </a:solidFill>
            <a:prstDash val="solid"/>
            <a:round/>
            <a:headEnd type="none" w="sm" len="sm"/>
            <a:tailEnd type="none" w="sm" len="sm"/>
          </a:ln>
        </p:spPr>
      </p:cxnSp>
      <p:sp>
        <p:nvSpPr>
          <p:cNvPr id="715" name="Google Shape;715;p101"/>
          <p:cNvSpPr/>
          <p:nvPr/>
        </p:nvSpPr>
        <p:spPr>
          <a:xfrm>
            <a:off x="600100" y="943775"/>
            <a:ext cx="675000" cy="193800"/>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accent1"/>
              </a:solidFill>
              <a:latin typeface="Plus Jakarta Sans"/>
              <a:ea typeface="Plus Jakarta Sans"/>
              <a:cs typeface="Plus Jakarta Sans"/>
              <a:sym typeface="Plus Jakarta Sans"/>
            </a:endParaRPr>
          </a:p>
        </p:txBody>
      </p:sp>
      <p:pic>
        <p:nvPicPr>
          <p:cNvPr id="716" name="Google Shape;716;p101"/>
          <p:cNvPicPr preferRelativeResize="0"/>
          <p:nvPr/>
        </p:nvPicPr>
        <p:blipFill rotWithShape="1">
          <a:blip r:embed="rId3">
            <a:alphaModFix/>
          </a:blip>
          <a:srcRect/>
          <a:stretch/>
        </p:blipFill>
        <p:spPr>
          <a:xfrm>
            <a:off x="400525" y="572375"/>
            <a:ext cx="753875" cy="608450"/>
          </a:xfrm>
          <a:prstGeom prst="rect">
            <a:avLst/>
          </a:prstGeom>
          <a:noFill/>
          <a:ln>
            <a:noFill/>
          </a:ln>
        </p:spPr>
      </p:pic>
      <p:cxnSp>
        <p:nvCxnSpPr>
          <p:cNvPr id="717" name="Google Shape;717;p101"/>
          <p:cNvCxnSpPr/>
          <p:nvPr/>
        </p:nvCxnSpPr>
        <p:spPr>
          <a:xfrm rot="10800000">
            <a:off x="1818095" y="3384463"/>
            <a:ext cx="502800" cy="0"/>
          </a:xfrm>
          <a:prstGeom prst="straightConnector1">
            <a:avLst/>
          </a:prstGeom>
          <a:noFill/>
          <a:ln w="19050" cap="flat" cmpd="sng">
            <a:solidFill>
              <a:schemeClr val="accent1"/>
            </a:solidFill>
            <a:prstDash val="solid"/>
            <a:round/>
            <a:headEnd type="none" w="sm" len="sm"/>
            <a:tailEnd type="none" w="sm" len="sm"/>
          </a:ln>
        </p:spPr>
      </p:cxnSp>
      <p:sp>
        <p:nvSpPr>
          <p:cNvPr id="718" name="Google Shape;718;p101"/>
          <p:cNvSpPr txBox="1">
            <a:spLocks noGrp="1"/>
          </p:cNvSpPr>
          <p:nvPr>
            <p:ph type="body" idx="1"/>
          </p:nvPr>
        </p:nvSpPr>
        <p:spPr>
          <a:xfrm>
            <a:off x="1741775" y="961075"/>
            <a:ext cx="5692800" cy="2324400"/>
          </a:xfrm>
          <a:prstGeom prst="rect">
            <a:avLst/>
          </a:prstGeom>
          <a:noFill/>
          <a:ln>
            <a:noFill/>
          </a:ln>
        </p:spPr>
        <p:txBody>
          <a:bodyPr spcFirstLastPara="1" wrap="square" lIns="91425" tIns="45700" rIns="91425" bIns="45700" anchor="t" anchorCtr="0">
            <a:noAutofit/>
          </a:bodyPr>
          <a:lstStyle>
            <a:lvl1pPr marL="457200" lvl="0" indent="-228600" algn="l">
              <a:lnSpc>
                <a:spcPct val="115000"/>
              </a:lnSpc>
              <a:spcBef>
                <a:spcPts val="0"/>
              </a:spcBef>
              <a:spcAft>
                <a:spcPts val="0"/>
              </a:spcAft>
              <a:buSzPts val="2900"/>
              <a:buFont typeface="Plus Jakarta Sans SemiBold"/>
              <a:buNone/>
              <a:defRPr sz="2500">
                <a:latin typeface="Plus Jakarta Sans SemiBold"/>
                <a:ea typeface="Plus Jakarta Sans SemiBold"/>
                <a:cs typeface="Plus Jakarta Sans SemiBold"/>
                <a:sym typeface="Plus Jakarta Sans SemiBold"/>
              </a:defRPr>
            </a:lvl1pPr>
            <a:lvl2pPr marL="914400" lvl="1" indent="-228600" algn="l">
              <a:lnSpc>
                <a:spcPct val="150000"/>
              </a:lnSpc>
              <a:spcBef>
                <a:spcPts val="400"/>
              </a:spcBef>
              <a:spcAft>
                <a:spcPts val="0"/>
              </a:spcAft>
              <a:buSzPts val="2160"/>
              <a:buNone/>
              <a:defRPr/>
            </a:lvl2pPr>
            <a:lvl3pPr marL="1371600" lvl="2" indent="-365760" algn="l">
              <a:lnSpc>
                <a:spcPct val="150000"/>
              </a:lnSpc>
              <a:spcBef>
                <a:spcPts val="360"/>
              </a:spcBef>
              <a:spcAft>
                <a:spcPts val="0"/>
              </a:spcAft>
              <a:buSzPts val="2160"/>
              <a:buChar char="•"/>
              <a:defRPr/>
            </a:lvl3pPr>
            <a:lvl4pPr marL="1828800" lvl="3" indent="-342900" algn="l">
              <a:lnSpc>
                <a:spcPct val="150000"/>
              </a:lnSpc>
              <a:spcBef>
                <a:spcPts val="360"/>
              </a:spcBef>
              <a:spcAft>
                <a:spcPts val="0"/>
              </a:spcAft>
              <a:buClr>
                <a:srgbClr val="4E5661"/>
              </a:buClr>
              <a:buSzPts val="1800"/>
              <a:buChar char="–"/>
              <a:defRPr/>
            </a:lvl4pPr>
            <a:lvl5pPr marL="2286000" lvl="4" indent="-342900" algn="l">
              <a:lnSpc>
                <a:spcPct val="150000"/>
              </a:lnSpc>
              <a:spcBef>
                <a:spcPts val="360"/>
              </a:spcBef>
              <a:spcAft>
                <a:spcPts val="0"/>
              </a:spcAft>
              <a:buClr>
                <a:srgbClr val="4E5661"/>
              </a:buClr>
              <a:buSzPts val="1800"/>
              <a:buChar char="»"/>
              <a:defRPr/>
            </a:lvl5pPr>
            <a:lvl6pPr marL="2743200" lvl="5" indent="-342900" algn="l">
              <a:lnSpc>
                <a:spcPct val="150000"/>
              </a:lnSpc>
              <a:spcBef>
                <a:spcPts val="360"/>
              </a:spcBef>
              <a:spcAft>
                <a:spcPts val="0"/>
              </a:spcAft>
              <a:buClr>
                <a:schemeClr val="dk1"/>
              </a:buClr>
              <a:buSzPts val="1800"/>
              <a:buChar char="•"/>
              <a:defRPr/>
            </a:lvl6pPr>
            <a:lvl7pPr marL="3200400" lvl="6" indent="-342900" algn="l">
              <a:lnSpc>
                <a:spcPct val="150000"/>
              </a:lnSpc>
              <a:spcBef>
                <a:spcPts val="360"/>
              </a:spcBef>
              <a:spcAft>
                <a:spcPts val="0"/>
              </a:spcAft>
              <a:buClr>
                <a:schemeClr val="dk1"/>
              </a:buClr>
              <a:buSzPts val="1800"/>
              <a:buChar char="•"/>
              <a:defRPr/>
            </a:lvl7pPr>
            <a:lvl8pPr marL="3657600" lvl="7" indent="-342900" algn="l">
              <a:lnSpc>
                <a:spcPct val="150000"/>
              </a:lnSpc>
              <a:spcBef>
                <a:spcPts val="360"/>
              </a:spcBef>
              <a:spcAft>
                <a:spcPts val="0"/>
              </a:spcAft>
              <a:buClr>
                <a:schemeClr val="dk1"/>
              </a:buClr>
              <a:buSzPts val="1800"/>
              <a:buChar char="•"/>
              <a:defRPr/>
            </a:lvl8pPr>
            <a:lvl9pPr marL="4114800" lvl="8" indent="-342900" algn="l">
              <a:lnSpc>
                <a:spcPct val="150000"/>
              </a:lnSpc>
              <a:spcBef>
                <a:spcPts val="360"/>
              </a:spcBef>
              <a:spcAft>
                <a:spcPts val="0"/>
              </a:spcAft>
              <a:buClr>
                <a:schemeClr val="dk1"/>
              </a:buClr>
              <a:buSzPts val="1800"/>
              <a:buChar char="•"/>
              <a:defRPr/>
            </a:lvl9pPr>
          </a:lstStyle>
          <a:p>
            <a:endParaRPr/>
          </a:p>
        </p:txBody>
      </p:sp>
      <p:sp>
        <p:nvSpPr>
          <p:cNvPr id="719" name="Google Shape;719;p101"/>
          <p:cNvSpPr txBox="1">
            <a:spLocks noGrp="1"/>
          </p:cNvSpPr>
          <p:nvPr>
            <p:ph type="body" idx="2"/>
          </p:nvPr>
        </p:nvSpPr>
        <p:spPr>
          <a:xfrm>
            <a:off x="1741775" y="3556607"/>
            <a:ext cx="3962400" cy="687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accent2"/>
              </a:buClr>
              <a:buSzPts val="2000"/>
              <a:buFont typeface="Plus Jakarta Sans SemiBold"/>
              <a:buNone/>
              <a:defRPr sz="1600">
                <a:solidFill>
                  <a:schemeClr val="accent2"/>
                </a:solidFill>
                <a:latin typeface="Plus Jakarta Sans SemiBold"/>
                <a:ea typeface="Plus Jakarta Sans SemiBold"/>
                <a:cs typeface="Plus Jakarta Sans SemiBold"/>
                <a:sym typeface="Plus Jakarta Sans SemiBold"/>
              </a:defRPr>
            </a:lvl1pPr>
            <a:lvl2pPr marL="914400" lvl="1" indent="-228600" algn="l">
              <a:lnSpc>
                <a:spcPct val="78888"/>
              </a:lnSpc>
              <a:spcBef>
                <a:spcPts val="400"/>
              </a:spcBef>
              <a:spcAft>
                <a:spcPts val="0"/>
              </a:spcAft>
              <a:buClr>
                <a:schemeClr val="accent2"/>
              </a:buClr>
              <a:buSzPts val="2160"/>
              <a:buNone/>
              <a:defRPr>
                <a:solidFill>
                  <a:schemeClr val="accent2"/>
                </a:solidFill>
              </a:defRPr>
            </a:lvl2pPr>
            <a:lvl3pPr marL="1371600" lvl="2" indent="-365760" algn="l">
              <a:lnSpc>
                <a:spcPct val="100000"/>
              </a:lnSpc>
              <a:spcBef>
                <a:spcPts val="360"/>
              </a:spcBef>
              <a:spcAft>
                <a:spcPts val="0"/>
              </a:spcAft>
              <a:buClr>
                <a:schemeClr val="accent2"/>
              </a:buClr>
              <a:buSzPts val="2160"/>
              <a:buChar char="•"/>
              <a:defRPr>
                <a:solidFill>
                  <a:schemeClr val="accent2"/>
                </a:solidFill>
              </a:defRPr>
            </a:lvl3pPr>
            <a:lvl4pPr marL="1828800" lvl="3" indent="-342900" algn="l">
              <a:lnSpc>
                <a:spcPct val="100000"/>
              </a:lnSpc>
              <a:spcBef>
                <a:spcPts val="360"/>
              </a:spcBef>
              <a:spcAft>
                <a:spcPts val="0"/>
              </a:spcAft>
              <a:buClr>
                <a:schemeClr val="accent2"/>
              </a:buClr>
              <a:buSzPts val="1800"/>
              <a:buChar char="–"/>
              <a:defRPr>
                <a:solidFill>
                  <a:schemeClr val="accent2"/>
                </a:solidFill>
              </a:defRPr>
            </a:lvl4pPr>
            <a:lvl5pPr marL="2286000" lvl="4" indent="-342900" algn="l">
              <a:lnSpc>
                <a:spcPct val="100000"/>
              </a:lnSpc>
              <a:spcBef>
                <a:spcPts val="360"/>
              </a:spcBef>
              <a:spcAft>
                <a:spcPts val="0"/>
              </a:spcAft>
              <a:buClr>
                <a:schemeClr val="accent2"/>
              </a:buClr>
              <a:buSzPts val="1800"/>
              <a:buChar char="»"/>
              <a:defRPr>
                <a:solidFill>
                  <a:schemeClr val="accent2"/>
                </a:solidFill>
              </a:defRPr>
            </a:lvl5pPr>
            <a:lvl6pPr marL="2743200" lvl="5" indent="-342900" algn="l">
              <a:lnSpc>
                <a:spcPct val="100000"/>
              </a:lnSpc>
              <a:spcBef>
                <a:spcPts val="360"/>
              </a:spcBef>
              <a:spcAft>
                <a:spcPts val="0"/>
              </a:spcAft>
              <a:buClr>
                <a:schemeClr val="accent2"/>
              </a:buClr>
              <a:buSzPts val="1800"/>
              <a:buChar char="•"/>
              <a:defRPr>
                <a:solidFill>
                  <a:schemeClr val="accent2"/>
                </a:solidFill>
              </a:defRPr>
            </a:lvl6pPr>
            <a:lvl7pPr marL="3200400" lvl="6" indent="-342900" algn="l">
              <a:lnSpc>
                <a:spcPct val="100000"/>
              </a:lnSpc>
              <a:spcBef>
                <a:spcPts val="360"/>
              </a:spcBef>
              <a:spcAft>
                <a:spcPts val="0"/>
              </a:spcAft>
              <a:buClr>
                <a:schemeClr val="accent2"/>
              </a:buClr>
              <a:buSzPts val="1800"/>
              <a:buChar char="•"/>
              <a:defRPr>
                <a:solidFill>
                  <a:schemeClr val="accent2"/>
                </a:solidFill>
              </a:defRPr>
            </a:lvl7pPr>
            <a:lvl8pPr marL="3657600" lvl="7" indent="-342900" algn="l">
              <a:lnSpc>
                <a:spcPct val="100000"/>
              </a:lnSpc>
              <a:spcBef>
                <a:spcPts val="360"/>
              </a:spcBef>
              <a:spcAft>
                <a:spcPts val="0"/>
              </a:spcAft>
              <a:buClr>
                <a:schemeClr val="accent2"/>
              </a:buClr>
              <a:buSzPts val="1800"/>
              <a:buChar char="•"/>
              <a:defRPr>
                <a:solidFill>
                  <a:schemeClr val="accent2"/>
                </a:solidFill>
              </a:defRPr>
            </a:lvl8pPr>
            <a:lvl9pPr marL="4114800" lvl="8" indent="-342900" algn="l">
              <a:lnSpc>
                <a:spcPct val="100000"/>
              </a:lnSpc>
              <a:spcBef>
                <a:spcPts val="360"/>
              </a:spcBef>
              <a:spcAft>
                <a:spcPts val="0"/>
              </a:spcAft>
              <a:buClr>
                <a:schemeClr val="accent2"/>
              </a:buClr>
              <a:buSzPts val="1800"/>
              <a:buChar char="•"/>
              <a:defRPr>
                <a:solidFill>
                  <a:schemeClr val="accent2"/>
                </a:solidFill>
              </a:defRPr>
            </a:lvl9pPr>
          </a:lstStyle>
          <a:p>
            <a:endParaRPr/>
          </a:p>
        </p:txBody>
      </p:sp>
      <p:sp>
        <p:nvSpPr>
          <p:cNvPr id="720" name="Google Shape;720;p101"/>
          <p:cNvSpPr txBox="1">
            <a:spLocks noGrp="1"/>
          </p:cNvSpPr>
          <p:nvPr>
            <p:ph type="body" idx="3"/>
          </p:nvPr>
        </p:nvSpPr>
        <p:spPr>
          <a:xfrm>
            <a:off x="1741775" y="3882434"/>
            <a:ext cx="39624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accent2"/>
              </a:buClr>
              <a:buSzPts val="1400"/>
              <a:buNone/>
              <a:defRPr sz="1000">
                <a:solidFill>
                  <a:schemeClr val="accent2"/>
                </a:solidFill>
              </a:defRPr>
            </a:lvl1pPr>
            <a:lvl2pPr marL="914400" lvl="1" indent="-228600" algn="l">
              <a:lnSpc>
                <a:spcPct val="78888"/>
              </a:lnSpc>
              <a:spcBef>
                <a:spcPts val="400"/>
              </a:spcBef>
              <a:spcAft>
                <a:spcPts val="0"/>
              </a:spcAft>
              <a:buClr>
                <a:schemeClr val="accent2"/>
              </a:buClr>
              <a:buSzPts val="2160"/>
              <a:buNone/>
              <a:defRPr>
                <a:solidFill>
                  <a:schemeClr val="accent2"/>
                </a:solidFill>
              </a:defRPr>
            </a:lvl2pPr>
            <a:lvl3pPr marL="1371600" lvl="2" indent="-365760" algn="l">
              <a:lnSpc>
                <a:spcPct val="100000"/>
              </a:lnSpc>
              <a:spcBef>
                <a:spcPts val="360"/>
              </a:spcBef>
              <a:spcAft>
                <a:spcPts val="0"/>
              </a:spcAft>
              <a:buClr>
                <a:schemeClr val="accent2"/>
              </a:buClr>
              <a:buSzPts val="2160"/>
              <a:buChar char="•"/>
              <a:defRPr>
                <a:solidFill>
                  <a:schemeClr val="accent2"/>
                </a:solidFill>
              </a:defRPr>
            </a:lvl3pPr>
            <a:lvl4pPr marL="1828800" lvl="3" indent="-342900" algn="l">
              <a:lnSpc>
                <a:spcPct val="100000"/>
              </a:lnSpc>
              <a:spcBef>
                <a:spcPts val="360"/>
              </a:spcBef>
              <a:spcAft>
                <a:spcPts val="0"/>
              </a:spcAft>
              <a:buClr>
                <a:schemeClr val="accent2"/>
              </a:buClr>
              <a:buSzPts val="1800"/>
              <a:buChar char="–"/>
              <a:defRPr>
                <a:solidFill>
                  <a:schemeClr val="accent2"/>
                </a:solidFill>
              </a:defRPr>
            </a:lvl4pPr>
            <a:lvl5pPr marL="2286000" lvl="4" indent="-342900" algn="l">
              <a:lnSpc>
                <a:spcPct val="100000"/>
              </a:lnSpc>
              <a:spcBef>
                <a:spcPts val="360"/>
              </a:spcBef>
              <a:spcAft>
                <a:spcPts val="0"/>
              </a:spcAft>
              <a:buClr>
                <a:schemeClr val="accent2"/>
              </a:buClr>
              <a:buSzPts val="1800"/>
              <a:buChar char="»"/>
              <a:defRPr>
                <a:solidFill>
                  <a:schemeClr val="accent2"/>
                </a:solidFill>
              </a:defRPr>
            </a:lvl5pPr>
            <a:lvl6pPr marL="2743200" lvl="5" indent="-342900" algn="l">
              <a:lnSpc>
                <a:spcPct val="100000"/>
              </a:lnSpc>
              <a:spcBef>
                <a:spcPts val="360"/>
              </a:spcBef>
              <a:spcAft>
                <a:spcPts val="0"/>
              </a:spcAft>
              <a:buClr>
                <a:schemeClr val="accent2"/>
              </a:buClr>
              <a:buSzPts val="1800"/>
              <a:buChar char="•"/>
              <a:defRPr>
                <a:solidFill>
                  <a:schemeClr val="accent2"/>
                </a:solidFill>
              </a:defRPr>
            </a:lvl6pPr>
            <a:lvl7pPr marL="3200400" lvl="6" indent="-342900" algn="l">
              <a:lnSpc>
                <a:spcPct val="100000"/>
              </a:lnSpc>
              <a:spcBef>
                <a:spcPts val="360"/>
              </a:spcBef>
              <a:spcAft>
                <a:spcPts val="0"/>
              </a:spcAft>
              <a:buClr>
                <a:schemeClr val="accent2"/>
              </a:buClr>
              <a:buSzPts val="1800"/>
              <a:buChar char="•"/>
              <a:defRPr>
                <a:solidFill>
                  <a:schemeClr val="accent2"/>
                </a:solidFill>
              </a:defRPr>
            </a:lvl7pPr>
            <a:lvl8pPr marL="3657600" lvl="7" indent="-342900" algn="l">
              <a:lnSpc>
                <a:spcPct val="100000"/>
              </a:lnSpc>
              <a:spcBef>
                <a:spcPts val="360"/>
              </a:spcBef>
              <a:spcAft>
                <a:spcPts val="0"/>
              </a:spcAft>
              <a:buClr>
                <a:schemeClr val="accent2"/>
              </a:buClr>
              <a:buSzPts val="1800"/>
              <a:buChar char="•"/>
              <a:defRPr>
                <a:solidFill>
                  <a:schemeClr val="accent2"/>
                </a:solidFill>
              </a:defRPr>
            </a:lvl8pPr>
            <a:lvl9pPr marL="4114800" lvl="8" indent="-342900" algn="l">
              <a:lnSpc>
                <a:spcPct val="100000"/>
              </a:lnSpc>
              <a:spcBef>
                <a:spcPts val="360"/>
              </a:spcBef>
              <a:spcAft>
                <a:spcPts val="0"/>
              </a:spcAft>
              <a:buClr>
                <a:schemeClr val="accent2"/>
              </a:buClr>
              <a:buSzPts val="1800"/>
              <a:buChar char="•"/>
              <a:defRPr>
                <a:solidFill>
                  <a:schemeClr val="accent2"/>
                </a:solidFill>
              </a:defRPr>
            </a:lvl9pPr>
          </a:lstStyle>
          <a:p>
            <a:endParaRPr/>
          </a:p>
        </p:txBody>
      </p:sp>
      <p:sp>
        <p:nvSpPr>
          <p:cNvPr id="721" name="Google Shape;721;p101"/>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722" name="Google Shape;722;p101" descr=" "/>
          <p:cNvPicPr preferRelativeResize="0"/>
          <p:nvPr/>
        </p:nvPicPr>
        <p:blipFill rotWithShape="1">
          <a:blip r:embed="rId4">
            <a:alphaModFix/>
          </a:blip>
          <a:srcRect/>
          <a:stretch/>
        </p:blipFill>
        <p:spPr>
          <a:xfrm>
            <a:off x="7382610" y="4766314"/>
            <a:ext cx="1133484" cy="142859"/>
          </a:xfrm>
          <a:prstGeom prst="rect">
            <a:avLst/>
          </a:prstGeom>
          <a:noFill/>
          <a:ln>
            <a:noFill/>
          </a:ln>
        </p:spPr>
      </p:pic>
      <p:sp>
        <p:nvSpPr>
          <p:cNvPr id="723" name="Google Shape;723;p101"/>
          <p:cNvSpPr txBox="1"/>
          <p:nvPr/>
        </p:nvSpPr>
        <p:spPr>
          <a:xfrm>
            <a:off x="380125" y="4737800"/>
            <a:ext cx="4613700" cy="2877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Clr>
                <a:srgbClr val="888892"/>
              </a:buClr>
              <a:buSzPts val="600"/>
              <a:buFont typeface="Plus Jakarta Sans"/>
              <a:buNone/>
            </a:pPr>
            <a:r>
              <a:rPr lang="en" sz="600" b="0" i="0" u="none" strike="noStrike" cap="none">
                <a:solidFill>
                  <a:srgbClr val="888892"/>
                </a:solidFill>
                <a:latin typeface="Plus Jakarta Sans"/>
                <a:ea typeface="Plus Jakarta Sans"/>
                <a:cs typeface="Plus Jakarta Sans"/>
                <a:sym typeface="Plus Jakarta Sans"/>
              </a:rPr>
              <a:t>©2025 Cloudera, Inc. All Rights Reserved. </a:t>
            </a:r>
            <a:endParaRPr sz="600" b="0" i="0" u="none" strike="noStrike" cap="none">
              <a:solidFill>
                <a:srgbClr val="888892"/>
              </a:solidFill>
              <a:latin typeface="Plus Jakarta Sans"/>
              <a:ea typeface="Plus Jakarta Sans"/>
              <a:cs typeface="Plus Jakarta Sans"/>
              <a:sym typeface="Plus Jakarta Sans"/>
            </a:endParaRPr>
          </a:p>
        </p:txBody>
      </p:sp>
    </p:spTree>
  </p:cSld>
  <p:clrMapOvr>
    <a:masterClrMapping/>
  </p:clrMapOvr>
  <p:transition spd="slow">
    <p:push/>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matchingName="Orange Nodes Top Right 1">
  <p:cSld name="Orange Nodes Top Right 1">
    <p:bg>
      <p:bgPr>
        <a:solidFill>
          <a:schemeClr val="lt1"/>
        </a:solidFill>
        <a:effectLst/>
      </p:bgPr>
    </p:bg>
    <p:spTree>
      <p:nvGrpSpPr>
        <p:cNvPr id="1" name="Shape 724"/>
        <p:cNvGrpSpPr/>
        <p:nvPr/>
      </p:nvGrpSpPr>
      <p:grpSpPr>
        <a:xfrm>
          <a:off x="0" y="0"/>
          <a:ext cx="0" cy="0"/>
          <a:chOff x="0" y="0"/>
          <a:chExt cx="0" cy="0"/>
        </a:xfrm>
      </p:grpSpPr>
      <p:sp>
        <p:nvSpPr>
          <p:cNvPr id="725" name="Google Shape;725;p102"/>
          <p:cNvSpPr txBox="1">
            <a:spLocks noGrp="1"/>
          </p:cNvSpPr>
          <p:nvPr>
            <p:ph type="body" idx="1"/>
          </p:nvPr>
        </p:nvSpPr>
        <p:spPr>
          <a:xfrm>
            <a:off x="533400" y="1370025"/>
            <a:ext cx="7074600" cy="32622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SzPts val="1400"/>
              <a:buFont typeface="Plus Jakarta Sans"/>
              <a:buNone/>
              <a:defRPr/>
            </a:lvl1pPr>
            <a:lvl2pPr marL="914400" lvl="1" indent="-228600" algn="l">
              <a:lnSpc>
                <a:spcPct val="118333"/>
              </a:lnSpc>
              <a:spcBef>
                <a:spcPts val="400"/>
              </a:spcBef>
              <a:spcAft>
                <a:spcPts val="0"/>
              </a:spcAft>
              <a:buClr>
                <a:srgbClr val="000000"/>
              </a:buClr>
              <a:buSzPts val="1440"/>
              <a:buFont typeface="Plus Jakarta Sans"/>
              <a:buNone/>
              <a:defRPr/>
            </a:lvl2pPr>
            <a:lvl3pPr marL="1371600" lvl="2" indent="-304800" algn="l">
              <a:lnSpc>
                <a:spcPct val="100000"/>
              </a:lnSpc>
              <a:spcBef>
                <a:spcPts val="200"/>
              </a:spcBef>
              <a:spcAft>
                <a:spcPts val="0"/>
              </a:spcAft>
              <a:buClr>
                <a:srgbClr val="000000"/>
              </a:buClr>
              <a:buSzPts val="1200"/>
              <a:buChar char="•"/>
              <a:defRPr>
                <a:solidFill>
                  <a:srgbClr val="000000"/>
                </a:solidFill>
              </a:defRPr>
            </a:lvl3pPr>
            <a:lvl4pPr marL="1828800" lvl="3" indent="-292100" algn="l">
              <a:lnSpc>
                <a:spcPct val="100000"/>
              </a:lnSpc>
              <a:spcBef>
                <a:spcPts val="200"/>
              </a:spcBef>
              <a:spcAft>
                <a:spcPts val="0"/>
              </a:spcAft>
              <a:buClr>
                <a:srgbClr val="000000"/>
              </a:buClr>
              <a:buSzPts val="1000"/>
              <a:buChar char="–"/>
              <a:defRPr>
                <a:solidFill>
                  <a:srgbClr val="000000"/>
                </a:solidFill>
              </a:defRPr>
            </a:lvl4pPr>
            <a:lvl5pPr marL="2286000" lvl="4" indent="-292100" algn="l">
              <a:lnSpc>
                <a:spcPct val="100000"/>
              </a:lnSpc>
              <a:spcBef>
                <a:spcPts val="200"/>
              </a:spcBef>
              <a:spcAft>
                <a:spcPts val="0"/>
              </a:spcAft>
              <a:buClr>
                <a:srgbClr val="000000"/>
              </a:buClr>
              <a:buSzPts val="1000"/>
              <a:buChar char="»"/>
              <a:defRPr>
                <a:solidFill>
                  <a:srgbClr val="000000"/>
                </a:solidFill>
              </a:defRPr>
            </a:lvl5pPr>
            <a:lvl6pPr marL="2743200" lvl="5" indent="-342900" algn="l">
              <a:lnSpc>
                <a:spcPct val="100000"/>
              </a:lnSpc>
              <a:spcBef>
                <a:spcPts val="360"/>
              </a:spcBef>
              <a:spcAft>
                <a:spcPts val="0"/>
              </a:spcAft>
              <a:buClr>
                <a:srgbClr val="000000"/>
              </a:buClr>
              <a:buSzPts val="1800"/>
              <a:buChar char="•"/>
              <a:defRPr>
                <a:solidFill>
                  <a:srgbClr val="000000"/>
                </a:solidFill>
              </a:defRPr>
            </a:lvl6pPr>
            <a:lvl7pPr marL="3200400" lvl="6" indent="-342900" algn="l">
              <a:lnSpc>
                <a:spcPct val="100000"/>
              </a:lnSpc>
              <a:spcBef>
                <a:spcPts val="360"/>
              </a:spcBef>
              <a:spcAft>
                <a:spcPts val="0"/>
              </a:spcAft>
              <a:buClr>
                <a:srgbClr val="000000"/>
              </a:buClr>
              <a:buSzPts val="1800"/>
              <a:buChar char="•"/>
              <a:defRPr>
                <a:solidFill>
                  <a:srgbClr val="000000"/>
                </a:solidFill>
              </a:defRPr>
            </a:lvl7pPr>
            <a:lvl8pPr marL="3657600" lvl="7" indent="-342900" algn="l">
              <a:lnSpc>
                <a:spcPct val="100000"/>
              </a:lnSpc>
              <a:spcBef>
                <a:spcPts val="360"/>
              </a:spcBef>
              <a:spcAft>
                <a:spcPts val="0"/>
              </a:spcAft>
              <a:buClr>
                <a:srgbClr val="000000"/>
              </a:buClr>
              <a:buSzPts val="1800"/>
              <a:buChar char="•"/>
              <a:defRPr>
                <a:solidFill>
                  <a:srgbClr val="000000"/>
                </a:solidFill>
              </a:defRPr>
            </a:lvl8pPr>
            <a:lvl9pPr marL="4114800" lvl="8" indent="-342900" algn="l">
              <a:lnSpc>
                <a:spcPct val="100000"/>
              </a:lnSpc>
              <a:spcBef>
                <a:spcPts val="360"/>
              </a:spcBef>
              <a:spcAft>
                <a:spcPts val="0"/>
              </a:spcAft>
              <a:buClr>
                <a:srgbClr val="000000"/>
              </a:buClr>
              <a:buSzPts val="1800"/>
              <a:buChar char="•"/>
              <a:defRPr>
                <a:solidFill>
                  <a:srgbClr val="000000"/>
                </a:solidFill>
              </a:defRPr>
            </a:lvl9pPr>
          </a:lstStyle>
          <a:p>
            <a:endParaRPr/>
          </a:p>
        </p:txBody>
      </p:sp>
      <p:sp>
        <p:nvSpPr>
          <p:cNvPr id="726" name="Google Shape;726;p102"/>
          <p:cNvSpPr txBox="1">
            <a:spLocks noGrp="1"/>
          </p:cNvSpPr>
          <p:nvPr>
            <p:ph type="ftr" idx="11"/>
          </p:nvPr>
        </p:nvSpPr>
        <p:spPr>
          <a:xfrm>
            <a:off x="106675" y="4795501"/>
            <a:ext cx="6039000" cy="274500"/>
          </a:xfrm>
          <a:prstGeom prst="rect">
            <a:avLst/>
          </a:prstGeom>
          <a:noFill/>
          <a:ln>
            <a:noFill/>
          </a:ln>
        </p:spPr>
        <p:txBody>
          <a:bodyPr spcFirstLastPara="1" wrap="square" lIns="91425" tIns="45700" rIns="91425" bIns="45700" anchor="ctr" anchorCtr="0">
            <a:noAutofit/>
          </a:bodyPr>
          <a:lstStyle>
            <a:lvl1pPr marR="0" lvl="0" algn="r">
              <a:spcBef>
                <a:spcPts val="0"/>
              </a:spcBef>
              <a:spcAft>
                <a:spcPts val="0"/>
              </a:spcAft>
              <a:buClr>
                <a:schemeClr val="lt1"/>
              </a:buClr>
              <a:buSzPts val="1400"/>
              <a:buFont typeface="Arial"/>
              <a:buNone/>
              <a:defRPr sz="1800" b="0" i="0" u="none" strike="noStrike" cap="none">
                <a:solidFill>
                  <a:schemeClr val="lt1"/>
                </a:solidFill>
                <a:latin typeface="Arial"/>
                <a:ea typeface="Arial"/>
                <a:cs typeface="Arial"/>
                <a:sym typeface="Arial"/>
              </a:defRPr>
            </a:lvl1pPr>
            <a:lvl2pPr marR="0" lvl="1" algn="l">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2pPr>
            <a:lvl3pPr marR="0" lvl="2" algn="l">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3pPr>
            <a:lvl4pPr marR="0" lvl="3" algn="l">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4pPr>
            <a:lvl5pPr marR="0" lvl="4" algn="l">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5pPr>
            <a:lvl6pPr marR="0" lvl="5" algn="l">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6pPr>
            <a:lvl7pPr marR="0" lvl="6" algn="l">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7pPr>
            <a:lvl8pPr marR="0" lvl="7" algn="l">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8pPr>
            <a:lvl9pPr marR="0" lvl="8" algn="l">
              <a:spcBef>
                <a:spcPts val="0"/>
              </a:spcBef>
              <a:spcAft>
                <a:spcPts val="0"/>
              </a:spcAft>
              <a:buClr>
                <a:schemeClr val="dk1"/>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727" name="Google Shape;727;p102"/>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728" name="Google Shape;728;p102"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729" name="Google Shape;729;p102"/>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lnSpc>
                <a:spcPct val="100000"/>
              </a:lnSpc>
              <a:spcBef>
                <a:spcPts val="0"/>
              </a:spcBef>
              <a:spcAft>
                <a:spcPts val="0"/>
              </a:spcAft>
              <a:buClr>
                <a:srgbClr val="120046"/>
              </a:buClr>
              <a:buSzPts val="2100"/>
              <a:buNone/>
              <a:defRPr sz="23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0" name="Google Shape;730;p102"/>
          <p:cNvSpPr txBox="1">
            <a:spLocks noGrp="1"/>
          </p:cNvSpPr>
          <p:nvPr>
            <p:ph type="body" idx="2"/>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accent4"/>
              </a:buClr>
              <a:buSzPts val="1100"/>
              <a:buFont typeface="Plus Jakarta Sans SemiBold"/>
              <a:buNone/>
              <a:defRPr sz="1100" i="0">
                <a:solidFill>
                  <a:schemeClr val="accent4"/>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lnSpc>
                <a:spcPct val="100000"/>
              </a:lnSpc>
              <a:spcBef>
                <a:spcPts val="210"/>
              </a:spcBef>
              <a:spcAft>
                <a:spcPts val="0"/>
              </a:spcAft>
              <a:buSzPts val="1260"/>
              <a:buFont typeface="Arial"/>
              <a:buNone/>
              <a:defRPr sz="1050">
                <a:latin typeface="Arial"/>
                <a:ea typeface="Arial"/>
                <a:cs typeface="Arial"/>
                <a:sym typeface="Arial"/>
              </a:defRPr>
            </a:lvl3pPr>
            <a:lvl4pPr marL="1828800" lvl="3"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pic>
        <p:nvPicPr>
          <p:cNvPr id="731" name="Google Shape;731;p102"/>
          <p:cNvPicPr preferRelativeResize="0"/>
          <p:nvPr/>
        </p:nvPicPr>
        <p:blipFill rotWithShape="1">
          <a:blip r:embed="rId3">
            <a:alphaModFix/>
          </a:blip>
          <a:srcRect/>
          <a:stretch/>
        </p:blipFill>
        <p:spPr>
          <a:xfrm>
            <a:off x="7625075" y="0"/>
            <a:ext cx="1532425" cy="3244899"/>
          </a:xfrm>
          <a:prstGeom prst="rect">
            <a:avLst/>
          </a:prstGeom>
          <a:noFill/>
          <a:ln>
            <a:noFill/>
          </a:ln>
        </p:spPr>
      </p:pic>
    </p:spTree>
  </p:cSld>
  <p:clrMapOvr>
    <a:masterClrMapping/>
  </p:clrMapOvr>
  <p:transition spd="slow">
    <p:push/>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matchingName="Twilight Background Nodes Top Right 2">
  <p:cSld name="Twilight Background Nodes Top Right 2">
    <p:bg>
      <p:bgPr>
        <a:solidFill>
          <a:schemeClr val="dk1"/>
        </a:solidFill>
        <a:effectLst/>
      </p:bgPr>
    </p:bg>
    <p:spTree>
      <p:nvGrpSpPr>
        <p:cNvPr id="1" name="Shape 732"/>
        <p:cNvGrpSpPr/>
        <p:nvPr/>
      </p:nvGrpSpPr>
      <p:grpSpPr>
        <a:xfrm>
          <a:off x="0" y="0"/>
          <a:ext cx="0" cy="0"/>
          <a:chOff x="0" y="0"/>
          <a:chExt cx="0" cy="0"/>
        </a:xfrm>
      </p:grpSpPr>
      <p:sp>
        <p:nvSpPr>
          <p:cNvPr id="733" name="Google Shape;733;p103"/>
          <p:cNvSpPr txBox="1">
            <a:spLocks noGrp="1"/>
          </p:cNvSpPr>
          <p:nvPr>
            <p:ph type="body" idx="1"/>
          </p:nvPr>
        </p:nvSpPr>
        <p:spPr>
          <a:xfrm>
            <a:off x="533400" y="1370025"/>
            <a:ext cx="6972900" cy="32622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lt1"/>
              </a:buClr>
              <a:buSzPts val="1400"/>
              <a:buFont typeface="Plus Jakarta Sans"/>
              <a:buNone/>
              <a:defRPr>
                <a:solidFill>
                  <a:schemeClr val="lt1"/>
                </a:solidFill>
              </a:defRPr>
            </a:lvl1pPr>
            <a:lvl2pPr marL="914400" lvl="1" indent="-228600" algn="l">
              <a:lnSpc>
                <a:spcPct val="118333"/>
              </a:lnSpc>
              <a:spcBef>
                <a:spcPts val="400"/>
              </a:spcBef>
              <a:spcAft>
                <a:spcPts val="0"/>
              </a:spcAft>
              <a:buSzPts val="1440"/>
              <a:buFont typeface="Plus Jakarta Sans"/>
              <a:buNone/>
              <a:defRPr>
                <a:solidFill>
                  <a:schemeClr val="lt1"/>
                </a:solidFill>
              </a:defRPr>
            </a:lvl2pPr>
            <a:lvl3pPr marL="1371600" lvl="2" indent="-304800" algn="l">
              <a:lnSpc>
                <a:spcPct val="100000"/>
              </a:lnSpc>
              <a:spcBef>
                <a:spcPts val="200"/>
              </a:spcBef>
              <a:spcAft>
                <a:spcPts val="0"/>
              </a:spcAft>
              <a:buClr>
                <a:schemeClr val="lt1"/>
              </a:buClr>
              <a:buSzPts val="1200"/>
              <a:buChar char="•"/>
              <a:defRPr>
                <a:solidFill>
                  <a:schemeClr val="lt1"/>
                </a:solidFill>
              </a:defRPr>
            </a:lvl3pPr>
            <a:lvl4pPr marL="1828800" lvl="3" indent="-292100" algn="l">
              <a:lnSpc>
                <a:spcPct val="100000"/>
              </a:lnSpc>
              <a:spcBef>
                <a:spcPts val="200"/>
              </a:spcBef>
              <a:spcAft>
                <a:spcPts val="0"/>
              </a:spcAft>
              <a:buClr>
                <a:schemeClr val="lt1"/>
              </a:buClr>
              <a:buSzPts val="1000"/>
              <a:buChar char="–"/>
              <a:defRPr>
                <a:solidFill>
                  <a:schemeClr val="lt1"/>
                </a:solidFill>
              </a:defRPr>
            </a:lvl4pPr>
            <a:lvl5pPr marL="2286000" lvl="4" indent="-292100" algn="l">
              <a:lnSpc>
                <a:spcPct val="100000"/>
              </a:lnSpc>
              <a:spcBef>
                <a:spcPts val="200"/>
              </a:spcBef>
              <a:spcAft>
                <a:spcPts val="0"/>
              </a:spcAft>
              <a:buClr>
                <a:schemeClr val="lt1"/>
              </a:buClr>
              <a:buSzPts val="1000"/>
              <a:buChar char="»"/>
              <a:defRPr>
                <a:solidFill>
                  <a:schemeClr val="lt1"/>
                </a:solidFil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34" name="Google Shape;734;p103"/>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735" name="Google Shape;735;p103"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736" name="Google Shape;736;p103"/>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lnSpc>
                <a:spcPct val="100000"/>
              </a:lnSpc>
              <a:spcBef>
                <a:spcPts val="0"/>
              </a:spcBef>
              <a:spcAft>
                <a:spcPts val="0"/>
              </a:spcAft>
              <a:buClr>
                <a:schemeClr val="lt1"/>
              </a:buClr>
              <a:buSzPts val="2100"/>
              <a:buNone/>
              <a:defRPr sz="23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7" name="Google Shape;737;p103"/>
          <p:cNvSpPr txBox="1">
            <a:spLocks noGrp="1"/>
          </p:cNvSpPr>
          <p:nvPr>
            <p:ph type="body" idx="2"/>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lt1"/>
              </a:buClr>
              <a:buSzPts val="1100"/>
              <a:buFont typeface="Plus Jakarta Sans SemiBold"/>
              <a:buNone/>
              <a:defRPr sz="1100" i="0">
                <a:solidFill>
                  <a:schemeClr val="lt1"/>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lnSpc>
                <a:spcPct val="100000"/>
              </a:lnSpc>
              <a:spcBef>
                <a:spcPts val="210"/>
              </a:spcBef>
              <a:spcAft>
                <a:spcPts val="0"/>
              </a:spcAft>
              <a:buSzPts val="1260"/>
              <a:buFont typeface="Arial"/>
              <a:buNone/>
              <a:defRPr sz="1050">
                <a:latin typeface="Arial"/>
                <a:ea typeface="Arial"/>
                <a:cs typeface="Arial"/>
                <a:sym typeface="Arial"/>
              </a:defRPr>
            </a:lvl3pPr>
            <a:lvl4pPr marL="1828800" lvl="3"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pic>
        <p:nvPicPr>
          <p:cNvPr id="738" name="Google Shape;738;p103"/>
          <p:cNvPicPr preferRelativeResize="0"/>
          <p:nvPr/>
        </p:nvPicPr>
        <p:blipFill rotWithShape="1">
          <a:blip r:embed="rId3">
            <a:alphaModFix/>
          </a:blip>
          <a:srcRect/>
          <a:stretch/>
        </p:blipFill>
        <p:spPr>
          <a:xfrm>
            <a:off x="7611575" y="0"/>
            <a:ext cx="1532425" cy="3244899"/>
          </a:xfrm>
          <a:prstGeom prst="rect">
            <a:avLst/>
          </a:prstGeom>
          <a:noFill/>
          <a:ln>
            <a:noFill/>
          </a:ln>
        </p:spPr>
      </p:pic>
    </p:spTree>
  </p:cSld>
  <p:clrMapOvr>
    <a:masterClrMapping/>
  </p:clrMapOvr>
  <p:transition spd="slow">
    <p:push/>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matchingName="Grey Nodes Top Right">
  <p:cSld name="Grey Nodes Top Right">
    <p:spTree>
      <p:nvGrpSpPr>
        <p:cNvPr id="1" name="Shape 739"/>
        <p:cNvGrpSpPr/>
        <p:nvPr/>
      </p:nvGrpSpPr>
      <p:grpSpPr>
        <a:xfrm>
          <a:off x="0" y="0"/>
          <a:ext cx="0" cy="0"/>
          <a:chOff x="0" y="0"/>
          <a:chExt cx="0" cy="0"/>
        </a:xfrm>
      </p:grpSpPr>
      <p:sp>
        <p:nvSpPr>
          <p:cNvPr id="740" name="Google Shape;740;p104"/>
          <p:cNvSpPr txBox="1">
            <a:spLocks noGrp="1"/>
          </p:cNvSpPr>
          <p:nvPr>
            <p:ph type="body" idx="1"/>
          </p:nvPr>
        </p:nvSpPr>
        <p:spPr>
          <a:xfrm>
            <a:off x="533400" y="1370008"/>
            <a:ext cx="8001000" cy="4593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rgbClr val="000000"/>
              </a:buClr>
              <a:buSzPts val="1800"/>
              <a:buNone/>
              <a:defRPr/>
            </a:lvl1pPr>
            <a:lvl2pPr marL="914400" lvl="1" indent="-228600" algn="l">
              <a:lnSpc>
                <a:spcPct val="78888"/>
              </a:lnSpc>
              <a:spcBef>
                <a:spcPts val="400"/>
              </a:spcBef>
              <a:spcAft>
                <a:spcPts val="0"/>
              </a:spcAft>
              <a:buSzPts val="2160"/>
              <a:buNone/>
              <a:defRPr/>
            </a:lvl2pPr>
            <a:lvl3pPr marL="1371600" lvl="2" indent="-365760" algn="l">
              <a:lnSpc>
                <a:spcPct val="100000"/>
              </a:lnSpc>
              <a:spcBef>
                <a:spcPts val="360"/>
              </a:spcBef>
              <a:spcAft>
                <a:spcPts val="0"/>
              </a:spcAft>
              <a:buSzPts val="2160"/>
              <a:buChar char="•"/>
              <a:defRPr/>
            </a:lvl3pPr>
            <a:lvl4pPr marL="1828800" lvl="3" indent="-342900" algn="l">
              <a:lnSpc>
                <a:spcPct val="100000"/>
              </a:lnSpc>
              <a:spcBef>
                <a:spcPts val="360"/>
              </a:spcBef>
              <a:spcAft>
                <a:spcPts val="0"/>
              </a:spcAft>
              <a:buClr>
                <a:srgbClr val="4E5661"/>
              </a:buClr>
              <a:buSzPts val="1800"/>
              <a:buChar char="–"/>
              <a:defRPr/>
            </a:lvl4pPr>
            <a:lvl5pPr marL="2286000" lvl="4" indent="-342900" algn="l">
              <a:lnSpc>
                <a:spcPct val="100000"/>
              </a:lnSpc>
              <a:spcBef>
                <a:spcPts val="360"/>
              </a:spcBef>
              <a:spcAft>
                <a:spcPts val="0"/>
              </a:spcAft>
              <a:buClr>
                <a:srgbClr val="4E566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41" name="Google Shape;741;p104"/>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742" name="Google Shape;742;p104"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743" name="Google Shape;743;p104"/>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lnSpc>
                <a:spcPct val="100000"/>
              </a:lnSpc>
              <a:spcBef>
                <a:spcPts val="0"/>
              </a:spcBef>
              <a:spcAft>
                <a:spcPts val="0"/>
              </a:spcAft>
              <a:buClr>
                <a:srgbClr val="120046"/>
              </a:buClr>
              <a:buSzPts val="2100"/>
              <a:buNone/>
              <a:defRPr sz="23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4" name="Google Shape;744;p104"/>
          <p:cNvSpPr txBox="1">
            <a:spLocks noGrp="1"/>
          </p:cNvSpPr>
          <p:nvPr>
            <p:ph type="body" idx="2"/>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accent4"/>
              </a:buClr>
              <a:buSzPts val="1100"/>
              <a:buFont typeface="Plus Jakarta Sans SemiBold"/>
              <a:buNone/>
              <a:defRPr sz="1100" i="0">
                <a:solidFill>
                  <a:schemeClr val="accent4"/>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lnSpc>
                <a:spcPct val="100000"/>
              </a:lnSpc>
              <a:spcBef>
                <a:spcPts val="210"/>
              </a:spcBef>
              <a:spcAft>
                <a:spcPts val="0"/>
              </a:spcAft>
              <a:buSzPts val="1260"/>
              <a:buFont typeface="Arial"/>
              <a:buNone/>
              <a:defRPr sz="1050">
                <a:latin typeface="Arial"/>
                <a:ea typeface="Arial"/>
                <a:cs typeface="Arial"/>
                <a:sym typeface="Arial"/>
              </a:defRPr>
            </a:lvl3pPr>
            <a:lvl4pPr marL="1828800" lvl="3"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pic>
        <p:nvPicPr>
          <p:cNvPr id="745" name="Google Shape;745;p104"/>
          <p:cNvPicPr preferRelativeResize="0"/>
          <p:nvPr/>
        </p:nvPicPr>
        <p:blipFill rotWithShape="1">
          <a:blip r:embed="rId3">
            <a:alphaModFix/>
          </a:blip>
          <a:srcRect/>
          <a:stretch/>
        </p:blipFill>
        <p:spPr>
          <a:xfrm>
            <a:off x="7625075" y="0"/>
            <a:ext cx="1532425" cy="3244899"/>
          </a:xfrm>
          <a:prstGeom prst="rect">
            <a:avLst/>
          </a:prstGeom>
          <a:noFill/>
          <a:ln>
            <a:noFill/>
          </a:ln>
        </p:spPr>
      </p:pic>
    </p:spTree>
  </p:cSld>
  <p:clrMapOvr>
    <a:masterClrMapping/>
  </p:clrMapOvr>
  <p:transition spd="slow">
    <p:push/>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matchingName="Title and Body | Twilight">
  <p:cSld name="Title and Body | Twilight">
    <p:bg>
      <p:bgPr>
        <a:solidFill>
          <a:schemeClr val="dk1"/>
        </a:solidFill>
        <a:effectLst/>
      </p:bgPr>
    </p:bg>
    <p:spTree>
      <p:nvGrpSpPr>
        <p:cNvPr id="1" name="Shape 746"/>
        <p:cNvGrpSpPr/>
        <p:nvPr/>
      </p:nvGrpSpPr>
      <p:grpSpPr>
        <a:xfrm>
          <a:off x="0" y="0"/>
          <a:ext cx="0" cy="0"/>
          <a:chOff x="0" y="0"/>
          <a:chExt cx="0" cy="0"/>
        </a:xfrm>
      </p:grpSpPr>
      <p:sp>
        <p:nvSpPr>
          <p:cNvPr id="747" name="Google Shape;747;p105"/>
          <p:cNvSpPr txBox="1">
            <a:spLocks noGrp="1"/>
          </p:cNvSpPr>
          <p:nvPr>
            <p:ph type="body" idx="1"/>
          </p:nvPr>
        </p:nvSpPr>
        <p:spPr>
          <a:xfrm>
            <a:off x="533400" y="1370009"/>
            <a:ext cx="28956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lt1"/>
              </a:buClr>
              <a:buSzPts val="1600"/>
              <a:buNone/>
              <a:defRPr sz="1200">
                <a:solidFill>
                  <a:schemeClr val="lt1"/>
                </a:solidFill>
              </a:defRPr>
            </a:lvl1pPr>
            <a:lvl2pPr marL="914400" lvl="1" indent="-228600" algn="l">
              <a:lnSpc>
                <a:spcPct val="78888"/>
              </a:lnSpc>
              <a:spcBef>
                <a:spcPts val="400"/>
              </a:spcBef>
              <a:spcAft>
                <a:spcPts val="0"/>
              </a:spcAft>
              <a:buSzPts val="2160"/>
              <a:buNone/>
              <a:defRPr/>
            </a:lvl2pPr>
            <a:lvl3pPr marL="1371600" lvl="2" indent="-365760" algn="l">
              <a:lnSpc>
                <a:spcPct val="100000"/>
              </a:lnSpc>
              <a:spcBef>
                <a:spcPts val="360"/>
              </a:spcBef>
              <a:spcAft>
                <a:spcPts val="0"/>
              </a:spcAft>
              <a:buSzPts val="2160"/>
              <a:buChar char="•"/>
              <a:defRPr/>
            </a:lvl3pPr>
            <a:lvl4pPr marL="1828800" lvl="3" indent="-342900" algn="l">
              <a:lnSpc>
                <a:spcPct val="100000"/>
              </a:lnSpc>
              <a:spcBef>
                <a:spcPts val="360"/>
              </a:spcBef>
              <a:spcAft>
                <a:spcPts val="0"/>
              </a:spcAft>
              <a:buClr>
                <a:srgbClr val="4E5661"/>
              </a:buClr>
              <a:buSzPts val="1800"/>
              <a:buChar char="–"/>
              <a:defRPr/>
            </a:lvl4pPr>
            <a:lvl5pPr marL="2286000" lvl="4" indent="-342900" algn="l">
              <a:lnSpc>
                <a:spcPct val="100000"/>
              </a:lnSpc>
              <a:spcBef>
                <a:spcPts val="360"/>
              </a:spcBef>
              <a:spcAft>
                <a:spcPts val="0"/>
              </a:spcAft>
              <a:buClr>
                <a:srgbClr val="4E566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48" name="Google Shape;748;p105"/>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749" name="Google Shape;749;p105"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750" name="Google Shape;750;p105"/>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lnSpc>
                <a:spcPct val="100000"/>
              </a:lnSpc>
              <a:spcBef>
                <a:spcPts val="0"/>
              </a:spcBef>
              <a:spcAft>
                <a:spcPts val="0"/>
              </a:spcAft>
              <a:buClr>
                <a:schemeClr val="lt1"/>
              </a:buClr>
              <a:buSzPts val="2100"/>
              <a:buNone/>
              <a:defRPr sz="23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1" name="Google Shape;751;p105"/>
          <p:cNvSpPr txBox="1">
            <a:spLocks noGrp="1"/>
          </p:cNvSpPr>
          <p:nvPr>
            <p:ph type="body" idx="2"/>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lt1"/>
              </a:buClr>
              <a:buSzPts val="1100"/>
              <a:buFont typeface="Plus Jakarta Sans SemiBold"/>
              <a:buNone/>
              <a:defRPr sz="1100" i="0">
                <a:solidFill>
                  <a:schemeClr val="lt1"/>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lnSpc>
                <a:spcPct val="100000"/>
              </a:lnSpc>
              <a:spcBef>
                <a:spcPts val="210"/>
              </a:spcBef>
              <a:spcAft>
                <a:spcPts val="0"/>
              </a:spcAft>
              <a:buSzPts val="1260"/>
              <a:buFont typeface="Arial"/>
              <a:buNone/>
              <a:defRPr sz="1050">
                <a:latin typeface="Arial"/>
                <a:ea typeface="Arial"/>
                <a:cs typeface="Arial"/>
                <a:sym typeface="Arial"/>
              </a:defRPr>
            </a:lvl3pPr>
            <a:lvl4pPr marL="1828800" lvl="3"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transition spd="slow">
    <p:push/>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matchingName="Blue Nodes Top Right">
  <p:cSld name="Blue Nodes Top Right">
    <p:spTree>
      <p:nvGrpSpPr>
        <p:cNvPr id="1" name="Shape 752"/>
        <p:cNvGrpSpPr/>
        <p:nvPr/>
      </p:nvGrpSpPr>
      <p:grpSpPr>
        <a:xfrm>
          <a:off x="0" y="0"/>
          <a:ext cx="0" cy="0"/>
          <a:chOff x="0" y="0"/>
          <a:chExt cx="0" cy="0"/>
        </a:xfrm>
      </p:grpSpPr>
      <p:sp>
        <p:nvSpPr>
          <p:cNvPr id="753" name="Google Shape;753;p106"/>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754" name="Google Shape;754;p106"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755" name="Google Shape;755;p106"/>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lnSpc>
                <a:spcPct val="100000"/>
              </a:lnSpc>
              <a:spcBef>
                <a:spcPts val="0"/>
              </a:spcBef>
              <a:spcAft>
                <a:spcPts val="0"/>
              </a:spcAft>
              <a:buClr>
                <a:srgbClr val="120046"/>
              </a:buClr>
              <a:buSzPts val="2100"/>
              <a:buNone/>
              <a:defRPr sz="23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6" name="Google Shape;756;p106"/>
          <p:cNvSpPr txBox="1">
            <a:spLocks noGrp="1"/>
          </p:cNvSpPr>
          <p:nvPr>
            <p:ph type="body" idx="1"/>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accent4"/>
              </a:buClr>
              <a:buSzPts val="1100"/>
              <a:buFont typeface="Plus Jakarta Sans SemiBold"/>
              <a:buNone/>
              <a:defRPr sz="1100" i="0">
                <a:solidFill>
                  <a:schemeClr val="accent4"/>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lnSpc>
                <a:spcPct val="100000"/>
              </a:lnSpc>
              <a:spcBef>
                <a:spcPts val="210"/>
              </a:spcBef>
              <a:spcAft>
                <a:spcPts val="0"/>
              </a:spcAft>
              <a:buSzPts val="1260"/>
              <a:buFont typeface="Arial"/>
              <a:buNone/>
              <a:defRPr sz="1050">
                <a:latin typeface="Arial"/>
                <a:ea typeface="Arial"/>
                <a:cs typeface="Arial"/>
                <a:sym typeface="Arial"/>
              </a:defRPr>
            </a:lvl3pPr>
            <a:lvl4pPr marL="1828800" lvl="3"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57" name="Google Shape;757;p106"/>
          <p:cNvSpPr txBox="1">
            <a:spLocks noGrp="1"/>
          </p:cNvSpPr>
          <p:nvPr>
            <p:ph type="body" idx="2"/>
          </p:nvPr>
        </p:nvSpPr>
        <p:spPr>
          <a:xfrm>
            <a:off x="533400" y="1370025"/>
            <a:ext cx="7074600" cy="32622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SzPts val="1400"/>
              <a:buFont typeface="Plus Jakarta Sans"/>
              <a:buNone/>
              <a:defRPr/>
            </a:lvl1pPr>
            <a:lvl2pPr marL="914400" lvl="1" indent="-228600" algn="l">
              <a:lnSpc>
                <a:spcPct val="118333"/>
              </a:lnSpc>
              <a:spcBef>
                <a:spcPts val="400"/>
              </a:spcBef>
              <a:spcAft>
                <a:spcPts val="0"/>
              </a:spcAft>
              <a:buClr>
                <a:srgbClr val="000000"/>
              </a:buClr>
              <a:buSzPts val="1440"/>
              <a:buFont typeface="Plus Jakarta Sans"/>
              <a:buNone/>
              <a:defRPr/>
            </a:lvl2pPr>
            <a:lvl3pPr marL="1371600" lvl="2" indent="-304800" algn="l">
              <a:lnSpc>
                <a:spcPct val="100000"/>
              </a:lnSpc>
              <a:spcBef>
                <a:spcPts val="200"/>
              </a:spcBef>
              <a:spcAft>
                <a:spcPts val="0"/>
              </a:spcAft>
              <a:buClr>
                <a:srgbClr val="000000"/>
              </a:buClr>
              <a:buSzPts val="1200"/>
              <a:buChar char="•"/>
              <a:defRPr>
                <a:solidFill>
                  <a:srgbClr val="000000"/>
                </a:solidFill>
              </a:defRPr>
            </a:lvl3pPr>
            <a:lvl4pPr marL="1828800" lvl="3" indent="-292100" algn="l">
              <a:lnSpc>
                <a:spcPct val="100000"/>
              </a:lnSpc>
              <a:spcBef>
                <a:spcPts val="200"/>
              </a:spcBef>
              <a:spcAft>
                <a:spcPts val="0"/>
              </a:spcAft>
              <a:buClr>
                <a:srgbClr val="000000"/>
              </a:buClr>
              <a:buSzPts val="1000"/>
              <a:buChar char="–"/>
              <a:defRPr>
                <a:solidFill>
                  <a:srgbClr val="000000"/>
                </a:solidFill>
              </a:defRPr>
            </a:lvl4pPr>
            <a:lvl5pPr marL="2286000" lvl="4" indent="-292100" algn="l">
              <a:lnSpc>
                <a:spcPct val="100000"/>
              </a:lnSpc>
              <a:spcBef>
                <a:spcPts val="200"/>
              </a:spcBef>
              <a:spcAft>
                <a:spcPts val="0"/>
              </a:spcAft>
              <a:buClr>
                <a:srgbClr val="000000"/>
              </a:buClr>
              <a:buSzPts val="1000"/>
              <a:buChar char="»"/>
              <a:defRPr>
                <a:solidFill>
                  <a:srgbClr val="000000"/>
                </a:solidFill>
              </a:defRPr>
            </a:lvl5pPr>
            <a:lvl6pPr marL="2743200" lvl="5" indent="-342900" algn="l">
              <a:lnSpc>
                <a:spcPct val="100000"/>
              </a:lnSpc>
              <a:spcBef>
                <a:spcPts val="360"/>
              </a:spcBef>
              <a:spcAft>
                <a:spcPts val="0"/>
              </a:spcAft>
              <a:buClr>
                <a:srgbClr val="000000"/>
              </a:buClr>
              <a:buSzPts val="1800"/>
              <a:buChar char="•"/>
              <a:defRPr>
                <a:solidFill>
                  <a:srgbClr val="000000"/>
                </a:solidFill>
              </a:defRPr>
            </a:lvl6pPr>
            <a:lvl7pPr marL="3200400" lvl="6" indent="-342900" algn="l">
              <a:lnSpc>
                <a:spcPct val="100000"/>
              </a:lnSpc>
              <a:spcBef>
                <a:spcPts val="360"/>
              </a:spcBef>
              <a:spcAft>
                <a:spcPts val="0"/>
              </a:spcAft>
              <a:buClr>
                <a:srgbClr val="000000"/>
              </a:buClr>
              <a:buSzPts val="1800"/>
              <a:buChar char="•"/>
              <a:defRPr>
                <a:solidFill>
                  <a:srgbClr val="000000"/>
                </a:solidFill>
              </a:defRPr>
            </a:lvl7pPr>
            <a:lvl8pPr marL="3657600" lvl="7" indent="-342900" algn="l">
              <a:lnSpc>
                <a:spcPct val="100000"/>
              </a:lnSpc>
              <a:spcBef>
                <a:spcPts val="360"/>
              </a:spcBef>
              <a:spcAft>
                <a:spcPts val="0"/>
              </a:spcAft>
              <a:buClr>
                <a:srgbClr val="000000"/>
              </a:buClr>
              <a:buSzPts val="1800"/>
              <a:buChar char="•"/>
              <a:defRPr>
                <a:solidFill>
                  <a:srgbClr val="000000"/>
                </a:solidFill>
              </a:defRPr>
            </a:lvl8pPr>
            <a:lvl9pPr marL="4114800" lvl="8" indent="-342900" algn="l">
              <a:lnSpc>
                <a:spcPct val="100000"/>
              </a:lnSpc>
              <a:spcBef>
                <a:spcPts val="360"/>
              </a:spcBef>
              <a:spcAft>
                <a:spcPts val="0"/>
              </a:spcAft>
              <a:buClr>
                <a:srgbClr val="000000"/>
              </a:buClr>
              <a:buSzPts val="1800"/>
              <a:buChar char="•"/>
              <a:defRPr>
                <a:solidFill>
                  <a:srgbClr val="000000"/>
                </a:solidFill>
              </a:defRPr>
            </a:lvl9pPr>
          </a:lstStyle>
          <a:p>
            <a:endParaRPr/>
          </a:p>
        </p:txBody>
      </p:sp>
      <p:pic>
        <p:nvPicPr>
          <p:cNvPr id="758" name="Google Shape;758;p106"/>
          <p:cNvPicPr preferRelativeResize="0"/>
          <p:nvPr/>
        </p:nvPicPr>
        <p:blipFill rotWithShape="1">
          <a:blip r:embed="rId3">
            <a:alphaModFix/>
          </a:blip>
          <a:srcRect/>
          <a:stretch/>
        </p:blipFill>
        <p:spPr>
          <a:xfrm>
            <a:off x="7625075" y="0"/>
            <a:ext cx="1532425" cy="3244899"/>
          </a:xfrm>
          <a:prstGeom prst="rect">
            <a:avLst/>
          </a:prstGeom>
          <a:noFill/>
          <a:ln>
            <a:noFill/>
          </a:ln>
        </p:spPr>
      </p:pic>
    </p:spTree>
  </p:cSld>
  <p:clrMapOvr>
    <a:masterClrMapping/>
  </p:clrMapOvr>
  <p:transition spd="slow">
    <p:push/>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matchingName="Grey Nodes Bottom Left">
  <p:cSld name="Grey Nodes Bottom Left">
    <p:spTree>
      <p:nvGrpSpPr>
        <p:cNvPr id="1" name="Shape 759"/>
        <p:cNvGrpSpPr/>
        <p:nvPr/>
      </p:nvGrpSpPr>
      <p:grpSpPr>
        <a:xfrm>
          <a:off x="0" y="0"/>
          <a:ext cx="0" cy="0"/>
          <a:chOff x="0" y="0"/>
          <a:chExt cx="0" cy="0"/>
        </a:xfrm>
      </p:grpSpPr>
      <p:pic>
        <p:nvPicPr>
          <p:cNvPr id="760" name="Google Shape;760;p107"/>
          <p:cNvPicPr preferRelativeResize="0"/>
          <p:nvPr/>
        </p:nvPicPr>
        <p:blipFill rotWithShape="1">
          <a:blip r:embed="rId2">
            <a:alphaModFix amt="30000"/>
          </a:blip>
          <a:srcRect t="24294" r="39649"/>
          <a:stretch/>
        </p:blipFill>
        <p:spPr>
          <a:xfrm rot="10800000">
            <a:off x="-1848" y="1182550"/>
            <a:ext cx="2431273" cy="3894075"/>
          </a:xfrm>
          <a:prstGeom prst="rect">
            <a:avLst/>
          </a:prstGeom>
          <a:noFill/>
          <a:ln>
            <a:noFill/>
          </a:ln>
        </p:spPr>
      </p:pic>
      <p:sp>
        <p:nvSpPr>
          <p:cNvPr id="761" name="Google Shape;761;p107"/>
          <p:cNvSpPr txBox="1">
            <a:spLocks noGrp="1"/>
          </p:cNvSpPr>
          <p:nvPr>
            <p:ph type="body" idx="1"/>
          </p:nvPr>
        </p:nvSpPr>
        <p:spPr>
          <a:xfrm>
            <a:off x="533400" y="1370012"/>
            <a:ext cx="8001000" cy="15066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rgbClr val="000000"/>
              </a:buClr>
              <a:buSzPts val="1800"/>
              <a:buNone/>
              <a:defRPr/>
            </a:lvl1pPr>
            <a:lvl2pPr marL="914400" lvl="1" indent="-228600" algn="l">
              <a:lnSpc>
                <a:spcPct val="78888"/>
              </a:lnSpc>
              <a:spcBef>
                <a:spcPts val="400"/>
              </a:spcBef>
              <a:spcAft>
                <a:spcPts val="0"/>
              </a:spcAft>
              <a:buSzPts val="2160"/>
              <a:buNone/>
              <a:defRPr/>
            </a:lvl2pPr>
            <a:lvl3pPr marL="1371600" lvl="2" indent="-365760" algn="l">
              <a:lnSpc>
                <a:spcPct val="100000"/>
              </a:lnSpc>
              <a:spcBef>
                <a:spcPts val="360"/>
              </a:spcBef>
              <a:spcAft>
                <a:spcPts val="0"/>
              </a:spcAft>
              <a:buSzPts val="2160"/>
              <a:buChar char="•"/>
              <a:defRPr/>
            </a:lvl3pPr>
            <a:lvl4pPr marL="1828800" lvl="3" indent="-342900" algn="l">
              <a:lnSpc>
                <a:spcPct val="100000"/>
              </a:lnSpc>
              <a:spcBef>
                <a:spcPts val="360"/>
              </a:spcBef>
              <a:spcAft>
                <a:spcPts val="0"/>
              </a:spcAft>
              <a:buClr>
                <a:srgbClr val="4E5661"/>
              </a:buClr>
              <a:buSzPts val="1800"/>
              <a:buChar char="–"/>
              <a:defRPr/>
            </a:lvl4pPr>
            <a:lvl5pPr marL="2286000" lvl="4" indent="-342900" algn="l">
              <a:lnSpc>
                <a:spcPct val="100000"/>
              </a:lnSpc>
              <a:spcBef>
                <a:spcPts val="360"/>
              </a:spcBef>
              <a:spcAft>
                <a:spcPts val="0"/>
              </a:spcAft>
              <a:buClr>
                <a:srgbClr val="4E566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62" name="Google Shape;762;p107"/>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763" name="Google Shape;763;p107" descr=" "/>
          <p:cNvPicPr preferRelativeResize="0"/>
          <p:nvPr/>
        </p:nvPicPr>
        <p:blipFill rotWithShape="1">
          <a:blip r:embed="rId3">
            <a:alphaModFix/>
          </a:blip>
          <a:srcRect/>
          <a:stretch/>
        </p:blipFill>
        <p:spPr>
          <a:xfrm>
            <a:off x="7382610" y="4766314"/>
            <a:ext cx="1133484" cy="142859"/>
          </a:xfrm>
          <a:prstGeom prst="rect">
            <a:avLst/>
          </a:prstGeom>
          <a:noFill/>
          <a:ln>
            <a:noFill/>
          </a:ln>
        </p:spPr>
      </p:pic>
      <p:sp>
        <p:nvSpPr>
          <p:cNvPr id="764" name="Google Shape;764;p107"/>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lnSpc>
                <a:spcPct val="100000"/>
              </a:lnSpc>
              <a:spcBef>
                <a:spcPts val="0"/>
              </a:spcBef>
              <a:spcAft>
                <a:spcPts val="0"/>
              </a:spcAft>
              <a:buClr>
                <a:srgbClr val="120046"/>
              </a:buClr>
              <a:buSzPts val="2100"/>
              <a:buNone/>
              <a:defRPr sz="23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5" name="Google Shape;765;p107"/>
          <p:cNvSpPr txBox="1">
            <a:spLocks noGrp="1"/>
          </p:cNvSpPr>
          <p:nvPr>
            <p:ph type="body" idx="2"/>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accent4"/>
              </a:buClr>
              <a:buSzPts val="1100"/>
              <a:buFont typeface="Plus Jakarta Sans SemiBold"/>
              <a:buNone/>
              <a:defRPr sz="1100" i="0">
                <a:solidFill>
                  <a:schemeClr val="accent4"/>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lnSpc>
                <a:spcPct val="100000"/>
              </a:lnSpc>
              <a:spcBef>
                <a:spcPts val="210"/>
              </a:spcBef>
              <a:spcAft>
                <a:spcPts val="0"/>
              </a:spcAft>
              <a:buSzPts val="1260"/>
              <a:buFont typeface="Arial"/>
              <a:buNone/>
              <a:defRPr sz="1050">
                <a:latin typeface="Arial"/>
                <a:ea typeface="Arial"/>
                <a:cs typeface="Arial"/>
                <a:sym typeface="Arial"/>
              </a:defRPr>
            </a:lvl3pPr>
            <a:lvl4pPr marL="1828800" lvl="3"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transition spd="slow">
    <p:push/>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matchingName="Title &amp; Body on the Right 2">
  <p:cSld name="Title &amp; Body on the Right 2">
    <p:spTree>
      <p:nvGrpSpPr>
        <p:cNvPr id="1" name="Shape 766"/>
        <p:cNvGrpSpPr/>
        <p:nvPr/>
      </p:nvGrpSpPr>
      <p:grpSpPr>
        <a:xfrm>
          <a:off x="0" y="0"/>
          <a:ext cx="0" cy="0"/>
          <a:chOff x="0" y="0"/>
          <a:chExt cx="0" cy="0"/>
        </a:xfrm>
      </p:grpSpPr>
      <p:sp>
        <p:nvSpPr>
          <p:cNvPr id="767" name="Google Shape;767;p108"/>
          <p:cNvSpPr txBox="1">
            <a:spLocks noGrp="1"/>
          </p:cNvSpPr>
          <p:nvPr>
            <p:ph type="title"/>
          </p:nvPr>
        </p:nvSpPr>
        <p:spPr>
          <a:xfrm>
            <a:off x="4267200" y="284250"/>
            <a:ext cx="4558200" cy="612900"/>
          </a:xfrm>
          <a:prstGeom prst="rect">
            <a:avLst/>
          </a:prstGeom>
          <a:noFill/>
          <a:ln>
            <a:noFill/>
          </a:ln>
        </p:spPr>
        <p:txBody>
          <a:bodyPr spcFirstLastPara="1" wrap="square" lIns="91425" tIns="0" rIns="91425" bIns="45700" anchor="t" anchorCtr="0">
            <a:noAutofit/>
          </a:bodyPr>
          <a:lstStyle>
            <a:lvl1pPr lvl="0" algn="l">
              <a:lnSpc>
                <a:spcPct val="100000"/>
              </a:lnSpc>
              <a:spcBef>
                <a:spcPts val="0"/>
              </a:spcBef>
              <a:spcAft>
                <a:spcPts val="0"/>
              </a:spcAft>
              <a:buClr>
                <a:srgbClr val="120046"/>
              </a:buClr>
              <a:buSzPts val="2100"/>
              <a:buNone/>
              <a:defRPr sz="23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8" name="Google Shape;768;p108"/>
          <p:cNvSpPr txBox="1">
            <a:spLocks noGrp="1"/>
          </p:cNvSpPr>
          <p:nvPr>
            <p:ph type="body" idx="1"/>
          </p:nvPr>
        </p:nvSpPr>
        <p:spPr>
          <a:xfrm>
            <a:off x="4267200" y="1370012"/>
            <a:ext cx="3962400" cy="15066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rgbClr val="000000"/>
              </a:buClr>
              <a:buSzPts val="1800"/>
              <a:buNone/>
              <a:defRPr/>
            </a:lvl1pPr>
            <a:lvl2pPr marL="914400" lvl="1" indent="-228600" algn="l">
              <a:lnSpc>
                <a:spcPct val="78888"/>
              </a:lnSpc>
              <a:spcBef>
                <a:spcPts val="400"/>
              </a:spcBef>
              <a:spcAft>
                <a:spcPts val="0"/>
              </a:spcAft>
              <a:buSzPts val="2160"/>
              <a:buNone/>
              <a:defRPr/>
            </a:lvl2pPr>
            <a:lvl3pPr marL="1371600" lvl="2" indent="-365760" algn="l">
              <a:lnSpc>
                <a:spcPct val="100000"/>
              </a:lnSpc>
              <a:spcBef>
                <a:spcPts val="360"/>
              </a:spcBef>
              <a:spcAft>
                <a:spcPts val="0"/>
              </a:spcAft>
              <a:buSzPts val="2160"/>
              <a:buChar char="•"/>
              <a:defRPr/>
            </a:lvl3pPr>
            <a:lvl4pPr marL="1828800" lvl="3" indent="-342900" algn="l">
              <a:lnSpc>
                <a:spcPct val="100000"/>
              </a:lnSpc>
              <a:spcBef>
                <a:spcPts val="360"/>
              </a:spcBef>
              <a:spcAft>
                <a:spcPts val="0"/>
              </a:spcAft>
              <a:buClr>
                <a:srgbClr val="4E5661"/>
              </a:buClr>
              <a:buSzPts val="1800"/>
              <a:buChar char="–"/>
              <a:defRPr/>
            </a:lvl4pPr>
            <a:lvl5pPr marL="2286000" lvl="4" indent="-342900" algn="l">
              <a:lnSpc>
                <a:spcPct val="100000"/>
              </a:lnSpc>
              <a:spcBef>
                <a:spcPts val="360"/>
              </a:spcBef>
              <a:spcAft>
                <a:spcPts val="0"/>
              </a:spcAft>
              <a:buClr>
                <a:srgbClr val="4E566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69" name="Google Shape;769;p108"/>
          <p:cNvSpPr/>
          <p:nvPr/>
        </p:nvSpPr>
        <p:spPr>
          <a:xfrm>
            <a:off x="381000" y="897026"/>
            <a:ext cx="762000" cy="226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70" name="Google Shape;770;p108"/>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771" name="Google Shape;771;p108"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772" name="Google Shape;772;p108"/>
          <p:cNvSpPr txBox="1">
            <a:spLocks noGrp="1"/>
          </p:cNvSpPr>
          <p:nvPr>
            <p:ph type="body" idx="2"/>
          </p:nvPr>
        </p:nvSpPr>
        <p:spPr>
          <a:xfrm>
            <a:off x="4267200" y="734275"/>
            <a:ext cx="44250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accent4"/>
              </a:buClr>
              <a:buSzPts val="1100"/>
              <a:buFont typeface="Plus Jakarta Sans SemiBold"/>
              <a:buNone/>
              <a:defRPr sz="1100" i="0">
                <a:solidFill>
                  <a:schemeClr val="accent4"/>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lnSpc>
                <a:spcPct val="100000"/>
              </a:lnSpc>
              <a:spcBef>
                <a:spcPts val="210"/>
              </a:spcBef>
              <a:spcAft>
                <a:spcPts val="0"/>
              </a:spcAft>
              <a:buSzPts val="1260"/>
              <a:buFont typeface="Arial"/>
              <a:buNone/>
              <a:defRPr sz="1050">
                <a:latin typeface="Arial"/>
                <a:ea typeface="Arial"/>
                <a:cs typeface="Arial"/>
                <a:sym typeface="Arial"/>
              </a:defRPr>
            </a:lvl3pPr>
            <a:lvl4pPr marL="1828800" lvl="3"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transition spd="slow">
    <p:push/>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matchingName="Title &amp; Body on the Right 1">
  <p:cSld name="Title &amp; Body on the Right 1">
    <p:spTree>
      <p:nvGrpSpPr>
        <p:cNvPr id="1" name="Shape 773"/>
        <p:cNvGrpSpPr/>
        <p:nvPr/>
      </p:nvGrpSpPr>
      <p:grpSpPr>
        <a:xfrm>
          <a:off x="0" y="0"/>
          <a:ext cx="0" cy="0"/>
          <a:chOff x="0" y="0"/>
          <a:chExt cx="0" cy="0"/>
        </a:xfrm>
      </p:grpSpPr>
      <p:sp>
        <p:nvSpPr>
          <p:cNvPr id="774" name="Google Shape;774;p109"/>
          <p:cNvSpPr txBox="1">
            <a:spLocks noGrp="1"/>
          </p:cNvSpPr>
          <p:nvPr>
            <p:ph type="title"/>
          </p:nvPr>
        </p:nvSpPr>
        <p:spPr>
          <a:xfrm>
            <a:off x="5715000" y="284253"/>
            <a:ext cx="3124200" cy="612900"/>
          </a:xfrm>
          <a:prstGeom prst="rect">
            <a:avLst/>
          </a:prstGeom>
          <a:noFill/>
          <a:ln>
            <a:noFill/>
          </a:ln>
        </p:spPr>
        <p:txBody>
          <a:bodyPr spcFirstLastPara="1" wrap="square" lIns="91425" tIns="0" rIns="91425" bIns="45700" anchor="t" anchorCtr="0">
            <a:noAutofit/>
          </a:bodyPr>
          <a:lstStyle>
            <a:lvl1pPr lvl="0" algn="l">
              <a:lnSpc>
                <a:spcPct val="100000"/>
              </a:lnSpc>
              <a:spcBef>
                <a:spcPts val="0"/>
              </a:spcBef>
              <a:spcAft>
                <a:spcPts val="0"/>
              </a:spcAft>
              <a:buClr>
                <a:srgbClr val="120046"/>
              </a:buClr>
              <a:buSzPts val="2100"/>
              <a:buNone/>
              <a:defRPr sz="23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5" name="Google Shape;775;p109"/>
          <p:cNvSpPr txBox="1">
            <a:spLocks noGrp="1"/>
          </p:cNvSpPr>
          <p:nvPr>
            <p:ph type="body" idx="1"/>
          </p:nvPr>
        </p:nvSpPr>
        <p:spPr>
          <a:xfrm>
            <a:off x="5715000" y="1903412"/>
            <a:ext cx="3124200" cy="15066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rgbClr val="000000"/>
              </a:buClr>
              <a:buSzPts val="1800"/>
              <a:buNone/>
              <a:defRPr/>
            </a:lvl1pPr>
            <a:lvl2pPr marL="914400" lvl="1" indent="-228600" algn="l">
              <a:lnSpc>
                <a:spcPct val="78888"/>
              </a:lnSpc>
              <a:spcBef>
                <a:spcPts val="400"/>
              </a:spcBef>
              <a:spcAft>
                <a:spcPts val="0"/>
              </a:spcAft>
              <a:buSzPts val="2160"/>
              <a:buNone/>
              <a:defRPr/>
            </a:lvl2pPr>
            <a:lvl3pPr marL="1371600" lvl="2" indent="-365760" algn="l">
              <a:lnSpc>
                <a:spcPct val="100000"/>
              </a:lnSpc>
              <a:spcBef>
                <a:spcPts val="360"/>
              </a:spcBef>
              <a:spcAft>
                <a:spcPts val="0"/>
              </a:spcAft>
              <a:buSzPts val="2160"/>
              <a:buChar char="•"/>
              <a:defRPr/>
            </a:lvl3pPr>
            <a:lvl4pPr marL="1828800" lvl="3" indent="-342900" algn="l">
              <a:lnSpc>
                <a:spcPct val="100000"/>
              </a:lnSpc>
              <a:spcBef>
                <a:spcPts val="360"/>
              </a:spcBef>
              <a:spcAft>
                <a:spcPts val="0"/>
              </a:spcAft>
              <a:buClr>
                <a:srgbClr val="4E5661"/>
              </a:buClr>
              <a:buSzPts val="1800"/>
              <a:buChar char="–"/>
              <a:defRPr/>
            </a:lvl4pPr>
            <a:lvl5pPr marL="2286000" lvl="4" indent="-342900" algn="l">
              <a:lnSpc>
                <a:spcPct val="100000"/>
              </a:lnSpc>
              <a:spcBef>
                <a:spcPts val="360"/>
              </a:spcBef>
              <a:spcAft>
                <a:spcPts val="0"/>
              </a:spcAft>
              <a:buClr>
                <a:srgbClr val="4E566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76" name="Google Shape;776;p109"/>
          <p:cNvSpPr/>
          <p:nvPr/>
        </p:nvSpPr>
        <p:spPr>
          <a:xfrm>
            <a:off x="381000" y="0"/>
            <a:ext cx="381000" cy="1027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77" name="Google Shape;777;p109"/>
          <p:cNvSpPr/>
          <p:nvPr/>
        </p:nvSpPr>
        <p:spPr>
          <a:xfrm>
            <a:off x="381000" y="897026"/>
            <a:ext cx="762000" cy="226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78" name="Google Shape;778;p109"/>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779" name="Google Shape;779;p109"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780" name="Google Shape;780;p109"/>
          <p:cNvSpPr txBox="1">
            <a:spLocks noGrp="1"/>
          </p:cNvSpPr>
          <p:nvPr>
            <p:ph type="body" idx="2"/>
          </p:nvPr>
        </p:nvSpPr>
        <p:spPr>
          <a:xfrm>
            <a:off x="5715000" y="1170775"/>
            <a:ext cx="31242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accent4"/>
              </a:buClr>
              <a:buSzPts val="1100"/>
              <a:buFont typeface="Plus Jakarta Sans SemiBold"/>
              <a:buNone/>
              <a:defRPr sz="1100" i="0">
                <a:solidFill>
                  <a:schemeClr val="accent4"/>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lnSpc>
                <a:spcPct val="100000"/>
              </a:lnSpc>
              <a:spcBef>
                <a:spcPts val="210"/>
              </a:spcBef>
              <a:spcAft>
                <a:spcPts val="0"/>
              </a:spcAft>
              <a:buSzPts val="1260"/>
              <a:buFont typeface="Arial"/>
              <a:buNone/>
              <a:defRPr sz="1050">
                <a:latin typeface="Arial"/>
                <a:ea typeface="Arial"/>
                <a:cs typeface="Arial"/>
                <a:sym typeface="Arial"/>
              </a:defRPr>
            </a:lvl3pPr>
            <a:lvl4pPr marL="1828800" lvl="3"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transition spd="slow">
    <p:push/>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matchingName="Title &amp; Body on the Right 1 1">
  <p:cSld name="Title &amp; Body on the Right 1 1">
    <p:bg>
      <p:bgPr>
        <a:solidFill>
          <a:schemeClr val="dk1"/>
        </a:solidFill>
        <a:effectLst/>
      </p:bgPr>
    </p:bg>
    <p:spTree>
      <p:nvGrpSpPr>
        <p:cNvPr id="1" name="Shape 781"/>
        <p:cNvGrpSpPr/>
        <p:nvPr/>
      </p:nvGrpSpPr>
      <p:grpSpPr>
        <a:xfrm>
          <a:off x="0" y="0"/>
          <a:ext cx="0" cy="0"/>
          <a:chOff x="0" y="0"/>
          <a:chExt cx="0" cy="0"/>
        </a:xfrm>
      </p:grpSpPr>
      <p:sp>
        <p:nvSpPr>
          <p:cNvPr id="782" name="Google Shape;782;p110"/>
          <p:cNvSpPr txBox="1">
            <a:spLocks noGrp="1"/>
          </p:cNvSpPr>
          <p:nvPr>
            <p:ph type="title"/>
          </p:nvPr>
        </p:nvSpPr>
        <p:spPr>
          <a:xfrm>
            <a:off x="5715000" y="284253"/>
            <a:ext cx="3124200" cy="612900"/>
          </a:xfrm>
          <a:prstGeom prst="rect">
            <a:avLst/>
          </a:prstGeom>
          <a:noFill/>
          <a:ln>
            <a:noFill/>
          </a:ln>
        </p:spPr>
        <p:txBody>
          <a:bodyPr spcFirstLastPara="1" wrap="square" lIns="91425" tIns="0" rIns="91425" bIns="45700" anchor="t" anchorCtr="0">
            <a:noAutofit/>
          </a:bodyPr>
          <a:lstStyle>
            <a:lvl1pPr lvl="0" algn="l">
              <a:lnSpc>
                <a:spcPct val="100000"/>
              </a:lnSpc>
              <a:spcBef>
                <a:spcPts val="0"/>
              </a:spcBef>
              <a:spcAft>
                <a:spcPts val="0"/>
              </a:spcAft>
              <a:buClr>
                <a:schemeClr val="lt1"/>
              </a:buClr>
              <a:buSzPts val="2100"/>
              <a:buNone/>
              <a:defRPr sz="2300">
                <a:solidFill>
                  <a:schemeClr val="lt1"/>
                </a:solidFill>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a:endParaRPr/>
          </a:p>
        </p:txBody>
      </p:sp>
      <p:sp>
        <p:nvSpPr>
          <p:cNvPr id="783" name="Google Shape;783;p110"/>
          <p:cNvSpPr txBox="1">
            <a:spLocks noGrp="1"/>
          </p:cNvSpPr>
          <p:nvPr>
            <p:ph type="body" idx="1"/>
          </p:nvPr>
        </p:nvSpPr>
        <p:spPr>
          <a:xfrm>
            <a:off x="5715000" y="1903412"/>
            <a:ext cx="3124200" cy="15066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lt1"/>
              </a:buClr>
              <a:buSzPts val="1800"/>
              <a:buNone/>
              <a:defRPr>
                <a:solidFill>
                  <a:schemeClr val="lt1"/>
                </a:solidFill>
              </a:defRPr>
            </a:lvl1pPr>
            <a:lvl2pPr marL="914400" lvl="1" indent="-228600" algn="l">
              <a:lnSpc>
                <a:spcPct val="78888"/>
              </a:lnSpc>
              <a:spcBef>
                <a:spcPts val="400"/>
              </a:spcBef>
              <a:spcAft>
                <a:spcPts val="0"/>
              </a:spcAft>
              <a:buClr>
                <a:schemeClr val="lt1"/>
              </a:buClr>
              <a:buSzPts val="2160"/>
              <a:buNone/>
              <a:defRPr>
                <a:solidFill>
                  <a:schemeClr val="lt1"/>
                </a:solidFill>
              </a:defRPr>
            </a:lvl2pPr>
            <a:lvl3pPr marL="1371600" lvl="2" indent="-365760" algn="l">
              <a:lnSpc>
                <a:spcPct val="100000"/>
              </a:lnSpc>
              <a:spcBef>
                <a:spcPts val="360"/>
              </a:spcBef>
              <a:spcAft>
                <a:spcPts val="0"/>
              </a:spcAft>
              <a:buClr>
                <a:schemeClr val="lt1"/>
              </a:buClr>
              <a:buSzPts val="2160"/>
              <a:buChar char="•"/>
              <a:defRPr>
                <a:solidFill>
                  <a:schemeClr val="lt1"/>
                </a:solidFill>
              </a:defRPr>
            </a:lvl3pPr>
            <a:lvl4pPr marL="1828800" lvl="3" indent="-342900" algn="l">
              <a:lnSpc>
                <a:spcPct val="100000"/>
              </a:lnSpc>
              <a:spcBef>
                <a:spcPts val="360"/>
              </a:spcBef>
              <a:spcAft>
                <a:spcPts val="0"/>
              </a:spcAft>
              <a:buClr>
                <a:schemeClr val="lt1"/>
              </a:buClr>
              <a:buSzPts val="1800"/>
              <a:buChar char="–"/>
              <a:defRPr>
                <a:solidFill>
                  <a:schemeClr val="lt1"/>
                </a:solidFill>
              </a:defRPr>
            </a:lvl4pPr>
            <a:lvl5pPr marL="2286000" lvl="4" indent="-342900" algn="l">
              <a:lnSpc>
                <a:spcPct val="100000"/>
              </a:lnSpc>
              <a:spcBef>
                <a:spcPts val="360"/>
              </a:spcBef>
              <a:spcAft>
                <a:spcPts val="0"/>
              </a:spcAft>
              <a:buClr>
                <a:schemeClr val="lt1"/>
              </a:buClr>
              <a:buSzPts val="1800"/>
              <a:buChar char="»"/>
              <a:defRPr>
                <a:solidFill>
                  <a:schemeClr val="lt1"/>
                </a:solidFill>
              </a:defRPr>
            </a:lvl5pPr>
            <a:lvl6pPr marL="2743200" lvl="5" indent="-342900" algn="l">
              <a:lnSpc>
                <a:spcPct val="100000"/>
              </a:lnSpc>
              <a:spcBef>
                <a:spcPts val="360"/>
              </a:spcBef>
              <a:spcAft>
                <a:spcPts val="0"/>
              </a:spcAft>
              <a:buClr>
                <a:schemeClr val="lt1"/>
              </a:buClr>
              <a:buSzPts val="1800"/>
              <a:buChar char="•"/>
              <a:defRPr>
                <a:solidFill>
                  <a:schemeClr val="lt1"/>
                </a:solidFill>
              </a:defRPr>
            </a:lvl6pPr>
            <a:lvl7pPr marL="3200400" lvl="6" indent="-342900" algn="l">
              <a:lnSpc>
                <a:spcPct val="100000"/>
              </a:lnSpc>
              <a:spcBef>
                <a:spcPts val="360"/>
              </a:spcBef>
              <a:spcAft>
                <a:spcPts val="0"/>
              </a:spcAft>
              <a:buClr>
                <a:schemeClr val="lt1"/>
              </a:buClr>
              <a:buSzPts val="1800"/>
              <a:buChar char="•"/>
              <a:defRPr>
                <a:solidFill>
                  <a:schemeClr val="lt1"/>
                </a:solidFill>
              </a:defRPr>
            </a:lvl7pPr>
            <a:lvl8pPr marL="3657600" lvl="7" indent="-342900" algn="l">
              <a:lnSpc>
                <a:spcPct val="100000"/>
              </a:lnSpc>
              <a:spcBef>
                <a:spcPts val="360"/>
              </a:spcBef>
              <a:spcAft>
                <a:spcPts val="0"/>
              </a:spcAft>
              <a:buClr>
                <a:schemeClr val="lt1"/>
              </a:buClr>
              <a:buSzPts val="1800"/>
              <a:buChar char="•"/>
              <a:defRPr>
                <a:solidFill>
                  <a:schemeClr val="lt1"/>
                </a:solidFill>
              </a:defRPr>
            </a:lvl8pPr>
            <a:lvl9pPr marL="4114800" lvl="8" indent="-342900" algn="l">
              <a:lnSpc>
                <a:spcPct val="100000"/>
              </a:lnSpc>
              <a:spcBef>
                <a:spcPts val="360"/>
              </a:spcBef>
              <a:spcAft>
                <a:spcPts val="0"/>
              </a:spcAft>
              <a:buClr>
                <a:schemeClr val="lt1"/>
              </a:buClr>
              <a:buSzPts val="1800"/>
              <a:buChar char="•"/>
              <a:defRPr>
                <a:solidFill>
                  <a:schemeClr val="lt1"/>
                </a:solidFill>
              </a:defRPr>
            </a:lvl9pPr>
          </a:lstStyle>
          <a:p>
            <a:endParaRPr/>
          </a:p>
        </p:txBody>
      </p:sp>
      <p:sp>
        <p:nvSpPr>
          <p:cNvPr id="784" name="Google Shape;784;p110"/>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785" name="Google Shape;785;p110"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786" name="Google Shape;786;p110"/>
          <p:cNvSpPr txBox="1">
            <a:spLocks noGrp="1"/>
          </p:cNvSpPr>
          <p:nvPr>
            <p:ph type="body" idx="2"/>
          </p:nvPr>
        </p:nvSpPr>
        <p:spPr>
          <a:xfrm>
            <a:off x="5715000" y="1170775"/>
            <a:ext cx="31242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lt1"/>
              </a:buClr>
              <a:buSzPts val="1100"/>
              <a:buFont typeface="Plus Jakarta Sans SemiBold"/>
              <a:buNone/>
              <a:defRPr sz="1100" i="0">
                <a:solidFill>
                  <a:schemeClr val="lt1"/>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Clr>
                <a:schemeClr val="lt1"/>
              </a:buClr>
              <a:buSzPts val="1260"/>
              <a:buFont typeface="Arial"/>
              <a:buNone/>
              <a:defRPr sz="1050">
                <a:solidFill>
                  <a:schemeClr val="lt1"/>
                </a:solidFill>
                <a:latin typeface="Arial"/>
                <a:ea typeface="Arial"/>
                <a:cs typeface="Arial"/>
                <a:sym typeface="Arial"/>
              </a:defRPr>
            </a:lvl2pPr>
            <a:lvl3pPr marL="1371600" lvl="2" indent="-228600" algn="l">
              <a:lnSpc>
                <a:spcPct val="100000"/>
              </a:lnSpc>
              <a:spcBef>
                <a:spcPts val="210"/>
              </a:spcBef>
              <a:spcAft>
                <a:spcPts val="0"/>
              </a:spcAft>
              <a:buClr>
                <a:schemeClr val="lt1"/>
              </a:buClr>
              <a:buSzPts val="1260"/>
              <a:buFont typeface="Arial"/>
              <a:buNone/>
              <a:defRPr sz="1050">
                <a:solidFill>
                  <a:schemeClr val="lt1"/>
                </a:solidFill>
                <a:latin typeface="Arial"/>
                <a:ea typeface="Arial"/>
                <a:cs typeface="Arial"/>
                <a:sym typeface="Arial"/>
              </a:defRPr>
            </a:lvl3pPr>
            <a:lvl4pPr marL="1828800" lvl="3" indent="-228600" algn="l">
              <a:lnSpc>
                <a:spcPct val="100000"/>
              </a:lnSpc>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4pPr>
            <a:lvl5pPr marL="2286000" lvl="4" indent="-228600" algn="l">
              <a:lnSpc>
                <a:spcPct val="100000"/>
              </a:lnSpc>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5pPr>
            <a:lvl6pPr marL="2743200" lvl="5" indent="-342900" algn="l">
              <a:lnSpc>
                <a:spcPct val="100000"/>
              </a:lnSpc>
              <a:spcBef>
                <a:spcPts val="360"/>
              </a:spcBef>
              <a:spcAft>
                <a:spcPts val="0"/>
              </a:spcAft>
              <a:buClr>
                <a:schemeClr val="lt1"/>
              </a:buClr>
              <a:buSzPts val="1800"/>
              <a:buChar char="•"/>
              <a:defRPr>
                <a:solidFill>
                  <a:schemeClr val="lt1"/>
                </a:solidFill>
              </a:defRPr>
            </a:lvl6pPr>
            <a:lvl7pPr marL="3200400" lvl="6" indent="-342900" algn="l">
              <a:lnSpc>
                <a:spcPct val="100000"/>
              </a:lnSpc>
              <a:spcBef>
                <a:spcPts val="360"/>
              </a:spcBef>
              <a:spcAft>
                <a:spcPts val="0"/>
              </a:spcAft>
              <a:buClr>
                <a:schemeClr val="lt1"/>
              </a:buClr>
              <a:buSzPts val="1800"/>
              <a:buChar char="•"/>
              <a:defRPr>
                <a:solidFill>
                  <a:schemeClr val="lt1"/>
                </a:solidFill>
              </a:defRPr>
            </a:lvl7pPr>
            <a:lvl8pPr marL="3657600" lvl="7" indent="-342900" algn="l">
              <a:lnSpc>
                <a:spcPct val="100000"/>
              </a:lnSpc>
              <a:spcBef>
                <a:spcPts val="360"/>
              </a:spcBef>
              <a:spcAft>
                <a:spcPts val="0"/>
              </a:spcAft>
              <a:buClr>
                <a:schemeClr val="lt1"/>
              </a:buClr>
              <a:buSzPts val="1800"/>
              <a:buChar char="•"/>
              <a:defRPr>
                <a:solidFill>
                  <a:schemeClr val="lt1"/>
                </a:solidFill>
              </a:defRPr>
            </a:lvl8pPr>
            <a:lvl9pPr marL="4114800" lvl="8" indent="-342900" algn="l">
              <a:lnSpc>
                <a:spcPct val="100000"/>
              </a:lnSpc>
              <a:spcBef>
                <a:spcPts val="360"/>
              </a:spcBef>
              <a:spcAft>
                <a:spcPts val="0"/>
              </a:spcAft>
              <a:buClr>
                <a:schemeClr val="lt1"/>
              </a:buClr>
              <a:buSzPts val="1800"/>
              <a:buChar char="•"/>
              <a:defRPr>
                <a:solidFill>
                  <a:schemeClr val="lt1"/>
                </a:solidFill>
              </a:defRPr>
            </a:lvl9pPr>
          </a:lstStyle>
          <a:p>
            <a:endParaRPr/>
          </a:p>
        </p:txBody>
      </p:sp>
    </p:spTree>
  </p:cSld>
  <p:clrMapOvr>
    <a:masterClrMapping/>
  </p:clrMapOvr>
  <p:transition spd="slow">
    <p:push/>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matchingName="Title &amp; Body on the Right 2 1">
  <p:cSld name="Title &amp; Body on the Right 2 1">
    <p:bg>
      <p:bgPr>
        <a:solidFill>
          <a:schemeClr val="dk1"/>
        </a:solidFill>
        <a:effectLst/>
      </p:bgPr>
    </p:bg>
    <p:spTree>
      <p:nvGrpSpPr>
        <p:cNvPr id="1" name="Shape 787"/>
        <p:cNvGrpSpPr/>
        <p:nvPr/>
      </p:nvGrpSpPr>
      <p:grpSpPr>
        <a:xfrm>
          <a:off x="0" y="0"/>
          <a:ext cx="0" cy="0"/>
          <a:chOff x="0" y="0"/>
          <a:chExt cx="0" cy="0"/>
        </a:xfrm>
      </p:grpSpPr>
      <p:sp>
        <p:nvSpPr>
          <p:cNvPr id="788" name="Google Shape;788;p111"/>
          <p:cNvSpPr txBox="1">
            <a:spLocks noGrp="1"/>
          </p:cNvSpPr>
          <p:nvPr>
            <p:ph type="title"/>
          </p:nvPr>
        </p:nvSpPr>
        <p:spPr>
          <a:xfrm>
            <a:off x="4267200" y="284250"/>
            <a:ext cx="4558200" cy="612900"/>
          </a:xfrm>
          <a:prstGeom prst="rect">
            <a:avLst/>
          </a:prstGeom>
          <a:noFill/>
          <a:ln>
            <a:noFill/>
          </a:ln>
        </p:spPr>
        <p:txBody>
          <a:bodyPr spcFirstLastPara="1" wrap="square" lIns="91425" tIns="0" rIns="91425" bIns="45700" anchor="t" anchorCtr="0">
            <a:noAutofit/>
          </a:bodyPr>
          <a:lstStyle>
            <a:lvl1pPr lvl="0" algn="l">
              <a:lnSpc>
                <a:spcPct val="100000"/>
              </a:lnSpc>
              <a:spcBef>
                <a:spcPts val="0"/>
              </a:spcBef>
              <a:spcAft>
                <a:spcPts val="0"/>
              </a:spcAft>
              <a:buClr>
                <a:schemeClr val="lt1"/>
              </a:buClr>
              <a:buSzPts val="2100"/>
              <a:buNone/>
              <a:defRPr sz="2300">
                <a:solidFill>
                  <a:schemeClr val="lt1"/>
                </a:solidFill>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a:endParaRPr/>
          </a:p>
        </p:txBody>
      </p:sp>
      <p:sp>
        <p:nvSpPr>
          <p:cNvPr id="789" name="Google Shape;789;p111"/>
          <p:cNvSpPr txBox="1">
            <a:spLocks noGrp="1"/>
          </p:cNvSpPr>
          <p:nvPr>
            <p:ph type="body" idx="1"/>
          </p:nvPr>
        </p:nvSpPr>
        <p:spPr>
          <a:xfrm>
            <a:off x="4267200" y="1370012"/>
            <a:ext cx="3962400" cy="15066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lt1"/>
              </a:buClr>
              <a:buSzPts val="1800"/>
              <a:buNone/>
              <a:defRPr>
                <a:solidFill>
                  <a:schemeClr val="lt1"/>
                </a:solidFill>
              </a:defRPr>
            </a:lvl1pPr>
            <a:lvl2pPr marL="914400" lvl="1" indent="-228600" algn="l">
              <a:lnSpc>
                <a:spcPct val="78888"/>
              </a:lnSpc>
              <a:spcBef>
                <a:spcPts val="400"/>
              </a:spcBef>
              <a:spcAft>
                <a:spcPts val="0"/>
              </a:spcAft>
              <a:buClr>
                <a:schemeClr val="lt1"/>
              </a:buClr>
              <a:buSzPts val="2160"/>
              <a:buNone/>
              <a:defRPr>
                <a:solidFill>
                  <a:schemeClr val="lt1"/>
                </a:solidFill>
              </a:defRPr>
            </a:lvl2pPr>
            <a:lvl3pPr marL="1371600" lvl="2" indent="-365760" algn="l">
              <a:lnSpc>
                <a:spcPct val="100000"/>
              </a:lnSpc>
              <a:spcBef>
                <a:spcPts val="360"/>
              </a:spcBef>
              <a:spcAft>
                <a:spcPts val="0"/>
              </a:spcAft>
              <a:buClr>
                <a:schemeClr val="lt1"/>
              </a:buClr>
              <a:buSzPts val="2160"/>
              <a:buChar char="•"/>
              <a:defRPr>
                <a:solidFill>
                  <a:schemeClr val="lt1"/>
                </a:solidFill>
              </a:defRPr>
            </a:lvl3pPr>
            <a:lvl4pPr marL="1828800" lvl="3" indent="-342900" algn="l">
              <a:lnSpc>
                <a:spcPct val="100000"/>
              </a:lnSpc>
              <a:spcBef>
                <a:spcPts val="360"/>
              </a:spcBef>
              <a:spcAft>
                <a:spcPts val="0"/>
              </a:spcAft>
              <a:buClr>
                <a:schemeClr val="lt1"/>
              </a:buClr>
              <a:buSzPts val="1800"/>
              <a:buChar char="–"/>
              <a:defRPr>
                <a:solidFill>
                  <a:schemeClr val="lt1"/>
                </a:solidFill>
              </a:defRPr>
            </a:lvl4pPr>
            <a:lvl5pPr marL="2286000" lvl="4" indent="-342900" algn="l">
              <a:lnSpc>
                <a:spcPct val="100000"/>
              </a:lnSpc>
              <a:spcBef>
                <a:spcPts val="360"/>
              </a:spcBef>
              <a:spcAft>
                <a:spcPts val="0"/>
              </a:spcAft>
              <a:buClr>
                <a:schemeClr val="lt1"/>
              </a:buClr>
              <a:buSzPts val="1800"/>
              <a:buChar char="»"/>
              <a:defRPr>
                <a:solidFill>
                  <a:schemeClr val="lt1"/>
                </a:solidFill>
              </a:defRPr>
            </a:lvl5pPr>
            <a:lvl6pPr marL="2743200" lvl="5" indent="-342900" algn="l">
              <a:lnSpc>
                <a:spcPct val="100000"/>
              </a:lnSpc>
              <a:spcBef>
                <a:spcPts val="360"/>
              </a:spcBef>
              <a:spcAft>
                <a:spcPts val="0"/>
              </a:spcAft>
              <a:buClr>
                <a:schemeClr val="lt1"/>
              </a:buClr>
              <a:buSzPts val="1800"/>
              <a:buChar char="•"/>
              <a:defRPr>
                <a:solidFill>
                  <a:schemeClr val="lt1"/>
                </a:solidFill>
              </a:defRPr>
            </a:lvl6pPr>
            <a:lvl7pPr marL="3200400" lvl="6" indent="-342900" algn="l">
              <a:lnSpc>
                <a:spcPct val="100000"/>
              </a:lnSpc>
              <a:spcBef>
                <a:spcPts val="360"/>
              </a:spcBef>
              <a:spcAft>
                <a:spcPts val="0"/>
              </a:spcAft>
              <a:buClr>
                <a:schemeClr val="lt1"/>
              </a:buClr>
              <a:buSzPts val="1800"/>
              <a:buChar char="•"/>
              <a:defRPr>
                <a:solidFill>
                  <a:schemeClr val="lt1"/>
                </a:solidFill>
              </a:defRPr>
            </a:lvl7pPr>
            <a:lvl8pPr marL="3657600" lvl="7" indent="-342900" algn="l">
              <a:lnSpc>
                <a:spcPct val="100000"/>
              </a:lnSpc>
              <a:spcBef>
                <a:spcPts val="360"/>
              </a:spcBef>
              <a:spcAft>
                <a:spcPts val="0"/>
              </a:spcAft>
              <a:buClr>
                <a:schemeClr val="lt1"/>
              </a:buClr>
              <a:buSzPts val="1800"/>
              <a:buChar char="•"/>
              <a:defRPr>
                <a:solidFill>
                  <a:schemeClr val="lt1"/>
                </a:solidFill>
              </a:defRPr>
            </a:lvl8pPr>
            <a:lvl9pPr marL="4114800" lvl="8" indent="-342900" algn="l">
              <a:lnSpc>
                <a:spcPct val="100000"/>
              </a:lnSpc>
              <a:spcBef>
                <a:spcPts val="360"/>
              </a:spcBef>
              <a:spcAft>
                <a:spcPts val="0"/>
              </a:spcAft>
              <a:buClr>
                <a:schemeClr val="lt1"/>
              </a:buClr>
              <a:buSzPts val="1800"/>
              <a:buChar char="•"/>
              <a:defRPr>
                <a:solidFill>
                  <a:schemeClr val="lt1"/>
                </a:solidFill>
              </a:defRPr>
            </a:lvl9pPr>
          </a:lstStyle>
          <a:p>
            <a:endParaRPr/>
          </a:p>
        </p:txBody>
      </p:sp>
      <p:sp>
        <p:nvSpPr>
          <p:cNvPr id="790" name="Google Shape;790;p111"/>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791" name="Google Shape;791;p111"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792" name="Google Shape;792;p111"/>
          <p:cNvSpPr txBox="1">
            <a:spLocks noGrp="1"/>
          </p:cNvSpPr>
          <p:nvPr>
            <p:ph type="body" idx="2"/>
          </p:nvPr>
        </p:nvSpPr>
        <p:spPr>
          <a:xfrm>
            <a:off x="4267200" y="734275"/>
            <a:ext cx="44250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lt1"/>
              </a:buClr>
              <a:buSzPts val="1100"/>
              <a:buFont typeface="Plus Jakarta Sans SemiBold"/>
              <a:buNone/>
              <a:defRPr sz="1100" i="0">
                <a:solidFill>
                  <a:schemeClr val="lt1"/>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Clr>
                <a:schemeClr val="lt1"/>
              </a:buClr>
              <a:buSzPts val="1260"/>
              <a:buFont typeface="Arial"/>
              <a:buNone/>
              <a:defRPr sz="1050">
                <a:solidFill>
                  <a:schemeClr val="lt1"/>
                </a:solidFill>
                <a:latin typeface="Arial"/>
                <a:ea typeface="Arial"/>
                <a:cs typeface="Arial"/>
                <a:sym typeface="Arial"/>
              </a:defRPr>
            </a:lvl2pPr>
            <a:lvl3pPr marL="1371600" lvl="2" indent="-228600" algn="l">
              <a:lnSpc>
                <a:spcPct val="100000"/>
              </a:lnSpc>
              <a:spcBef>
                <a:spcPts val="210"/>
              </a:spcBef>
              <a:spcAft>
                <a:spcPts val="0"/>
              </a:spcAft>
              <a:buClr>
                <a:schemeClr val="lt1"/>
              </a:buClr>
              <a:buSzPts val="1260"/>
              <a:buFont typeface="Arial"/>
              <a:buNone/>
              <a:defRPr sz="1050">
                <a:solidFill>
                  <a:schemeClr val="lt1"/>
                </a:solidFill>
                <a:latin typeface="Arial"/>
                <a:ea typeface="Arial"/>
                <a:cs typeface="Arial"/>
                <a:sym typeface="Arial"/>
              </a:defRPr>
            </a:lvl3pPr>
            <a:lvl4pPr marL="1828800" lvl="3" indent="-228600" algn="l">
              <a:lnSpc>
                <a:spcPct val="100000"/>
              </a:lnSpc>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4pPr>
            <a:lvl5pPr marL="2286000" lvl="4" indent="-228600" algn="l">
              <a:lnSpc>
                <a:spcPct val="100000"/>
              </a:lnSpc>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5pPr>
            <a:lvl6pPr marL="2743200" lvl="5" indent="-342900" algn="l">
              <a:lnSpc>
                <a:spcPct val="100000"/>
              </a:lnSpc>
              <a:spcBef>
                <a:spcPts val="360"/>
              </a:spcBef>
              <a:spcAft>
                <a:spcPts val="0"/>
              </a:spcAft>
              <a:buClr>
                <a:schemeClr val="lt1"/>
              </a:buClr>
              <a:buSzPts val="1800"/>
              <a:buChar char="•"/>
              <a:defRPr>
                <a:solidFill>
                  <a:schemeClr val="lt1"/>
                </a:solidFill>
              </a:defRPr>
            </a:lvl6pPr>
            <a:lvl7pPr marL="3200400" lvl="6" indent="-342900" algn="l">
              <a:lnSpc>
                <a:spcPct val="100000"/>
              </a:lnSpc>
              <a:spcBef>
                <a:spcPts val="360"/>
              </a:spcBef>
              <a:spcAft>
                <a:spcPts val="0"/>
              </a:spcAft>
              <a:buClr>
                <a:schemeClr val="lt1"/>
              </a:buClr>
              <a:buSzPts val="1800"/>
              <a:buChar char="•"/>
              <a:defRPr>
                <a:solidFill>
                  <a:schemeClr val="lt1"/>
                </a:solidFill>
              </a:defRPr>
            </a:lvl7pPr>
            <a:lvl8pPr marL="3657600" lvl="7" indent="-342900" algn="l">
              <a:lnSpc>
                <a:spcPct val="100000"/>
              </a:lnSpc>
              <a:spcBef>
                <a:spcPts val="360"/>
              </a:spcBef>
              <a:spcAft>
                <a:spcPts val="0"/>
              </a:spcAft>
              <a:buClr>
                <a:schemeClr val="lt1"/>
              </a:buClr>
              <a:buSzPts val="1800"/>
              <a:buChar char="•"/>
              <a:defRPr>
                <a:solidFill>
                  <a:schemeClr val="lt1"/>
                </a:solidFill>
              </a:defRPr>
            </a:lvl8pPr>
            <a:lvl9pPr marL="4114800" lvl="8" indent="-342900" algn="l">
              <a:lnSpc>
                <a:spcPct val="100000"/>
              </a:lnSpc>
              <a:spcBef>
                <a:spcPts val="360"/>
              </a:spcBef>
              <a:spcAft>
                <a:spcPts val="0"/>
              </a:spcAft>
              <a:buClr>
                <a:schemeClr val="lt1"/>
              </a:buClr>
              <a:buSzPts val="1800"/>
              <a:buChar char="•"/>
              <a:defRPr>
                <a:solidFill>
                  <a:schemeClr val="lt1"/>
                </a:solidFill>
              </a:defRPr>
            </a:lvl9pPr>
          </a:lstStyle>
          <a:p>
            <a:endParaRPr/>
          </a:p>
        </p:txBody>
      </p:sp>
    </p:spTree>
  </p:cSld>
  <p:clrMapOvr>
    <a:masterClrMapping/>
  </p:clrMapOvr>
  <p:transition spd="slow">
    <p:push/>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matchingName="No logo">
  <p:cSld name="No logo">
    <p:spTree>
      <p:nvGrpSpPr>
        <p:cNvPr id="1" name="Shape 793"/>
        <p:cNvGrpSpPr/>
        <p:nvPr/>
      </p:nvGrpSpPr>
      <p:grpSpPr>
        <a:xfrm>
          <a:off x="0" y="0"/>
          <a:ext cx="0" cy="0"/>
          <a:chOff x="0" y="0"/>
          <a:chExt cx="0" cy="0"/>
        </a:xfrm>
      </p:grpSpPr>
      <p:sp>
        <p:nvSpPr>
          <p:cNvPr id="794" name="Google Shape;794;p112"/>
          <p:cNvSpPr/>
          <p:nvPr/>
        </p:nvSpPr>
        <p:spPr>
          <a:xfrm>
            <a:off x="526900" y="976075"/>
            <a:ext cx="709200" cy="189300"/>
          </a:xfrm>
          <a:prstGeom prst="rect">
            <a:avLst/>
          </a:prstGeom>
          <a:solidFill>
            <a:schemeClr val="lt2"/>
          </a:solidFill>
          <a:ln>
            <a:noFill/>
          </a:ln>
        </p:spPr>
        <p:txBody>
          <a:bodyPr spcFirstLastPara="1" wrap="square" lIns="91425" tIns="91425" rIns="91425" bIns="91425"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dk1"/>
              </a:solidFill>
              <a:latin typeface="Plus Jakarta Sans"/>
              <a:ea typeface="Plus Jakarta Sans"/>
              <a:cs typeface="Plus Jakarta Sans"/>
              <a:sym typeface="Plus Jakarta Sans"/>
            </a:endParaRPr>
          </a:p>
        </p:txBody>
      </p:sp>
      <p:sp>
        <p:nvSpPr>
          <p:cNvPr id="795" name="Google Shape;795;p112"/>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Tree>
  </p:cSld>
  <p:clrMapOvr>
    <a:masterClrMapping/>
  </p:clrMapOvr>
  <p:transition spd="slow">
    <p:push/>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matchingName="No logo 1">
  <p:cSld name="No logo 1">
    <p:bg>
      <p:bgPr>
        <a:solidFill>
          <a:schemeClr val="dk1"/>
        </a:solidFill>
        <a:effectLst/>
      </p:bgPr>
    </p:bg>
    <p:spTree>
      <p:nvGrpSpPr>
        <p:cNvPr id="1" name="Shape 796"/>
        <p:cNvGrpSpPr/>
        <p:nvPr/>
      </p:nvGrpSpPr>
      <p:grpSpPr>
        <a:xfrm>
          <a:off x="0" y="0"/>
          <a:ext cx="0" cy="0"/>
          <a:chOff x="0" y="0"/>
          <a:chExt cx="0" cy="0"/>
        </a:xfrm>
      </p:grpSpPr>
      <p:sp>
        <p:nvSpPr>
          <p:cNvPr id="797" name="Google Shape;797;p113"/>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Tree>
  </p:cSld>
  <p:clrMapOvr>
    <a:masterClrMapping/>
  </p:clrMapOvr>
  <p:transition spd="slow">
    <p:push/>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matchingName="Title Only | White 3">
  <p:cSld name="Title Only | White 3">
    <p:spTree>
      <p:nvGrpSpPr>
        <p:cNvPr id="1" name="Shape 798"/>
        <p:cNvGrpSpPr/>
        <p:nvPr/>
      </p:nvGrpSpPr>
      <p:grpSpPr>
        <a:xfrm>
          <a:off x="0" y="0"/>
          <a:ext cx="0" cy="0"/>
          <a:chOff x="0" y="0"/>
          <a:chExt cx="0" cy="0"/>
        </a:xfrm>
      </p:grpSpPr>
      <p:sp>
        <p:nvSpPr>
          <p:cNvPr id="799" name="Google Shape;799;p114"/>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800" name="Google Shape;800;p114"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801" name="Google Shape;801;p114"/>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lnSpc>
                <a:spcPct val="100000"/>
              </a:lnSpc>
              <a:spcBef>
                <a:spcPts val="0"/>
              </a:spcBef>
              <a:spcAft>
                <a:spcPts val="0"/>
              </a:spcAft>
              <a:buClr>
                <a:srgbClr val="120046"/>
              </a:buClr>
              <a:buSzPts val="2100"/>
              <a:buNone/>
              <a:defRPr sz="23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2" name="Google Shape;802;p114"/>
          <p:cNvSpPr txBox="1">
            <a:spLocks noGrp="1"/>
          </p:cNvSpPr>
          <p:nvPr>
            <p:ph type="body" idx="1"/>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accent4"/>
              </a:buClr>
              <a:buSzPts val="1100"/>
              <a:buFont typeface="Plus Jakarta Sans SemiBold"/>
              <a:buNone/>
              <a:defRPr sz="1100" i="0">
                <a:solidFill>
                  <a:schemeClr val="accent4"/>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lnSpc>
                <a:spcPct val="100000"/>
              </a:lnSpc>
              <a:spcBef>
                <a:spcPts val="210"/>
              </a:spcBef>
              <a:spcAft>
                <a:spcPts val="0"/>
              </a:spcAft>
              <a:buSzPts val="1260"/>
              <a:buFont typeface="Arial"/>
              <a:buNone/>
              <a:defRPr sz="1050">
                <a:latin typeface="Arial"/>
                <a:ea typeface="Arial"/>
                <a:cs typeface="Arial"/>
                <a:sym typeface="Arial"/>
              </a:defRPr>
            </a:lvl3pPr>
            <a:lvl4pPr marL="1828800" lvl="3"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transition spd="slow">
    <p:push/>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matchingName="Title Only | Twilight 3">
  <p:cSld name="Title Only | Twilight 3">
    <p:bg>
      <p:bgPr>
        <a:solidFill>
          <a:schemeClr val="accent3"/>
        </a:solidFill>
        <a:effectLst/>
      </p:bgPr>
    </p:bg>
    <p:spTree>
      <p:nvGrpSpPr>
        <p:cNvPr id="1" name="Shape 803"/>
        <p:cNvGrpSpPr/>
        <p:nvPr/>
      </p:nvGrpSpPr>
      <p:grpSpPr>
        <a:xfrm>
          <a:off x="0" y="0"/>
          <a:ext cx="0" cy="0"/>
          <a:chOff x="0" y="0"/>
          <a:chExt cx="0" cy="0"/>
        </a:xfrm>
      </p:grpSpPr>
      <p:sp>
        <p:nvSpPr>
          <p:cNvPr id="804" name="Google Shape;804;p115"/>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805" name="Google Shape;805;p115"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806" name="Google Shape;806;p115"/>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lnSpc>
                <a:spcPct val="100000"/>
              </a:lnSpc>
              <a:spcBef>
                <a:spcPts val="0"/>
              </a:spcBef>
              <a:spcAft>
                <a:spcPts val="0"/>
              </a:spcAft>
              <a:buClr>
                <a:schemeClr val="lt1"/>
              </a:buClr>
              <a:buSzPts val="2100"/>
              <a:buNone/>
              <a:defRPr sz="23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7" name="Google Shape;807;p115"/>
          <p:cNvSpPr txBox="1">
            <a:spLocks noGrp="1"/>
          </p:cNvSpPr>
          <p:nvPr>
            <p:ph type="body" idx="1"/>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lt1"/>
              </a:buClr>
              <a:buSzPts val="1100"/>
              <a:buFont typeface="Plus Jakarta Sans SemiBold"/>
              <a:buNone/>
              <a:defRPr sz="1100" i="0">
                <a:solidFill>
                  <a:schemeClr val="lt1"/>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lnSpc>
                <a:spcPct val="100000"/>
              </a:lnSpc>
              <a:spcBef>
                <a:spcPts val="210"/>
              </a:spcBef>
              <a:spcAft>
                <a:spcPts val="0"/>
              </a:spcAft>
              <a:buSzPts val="1260"/>
              <a:buFont typeface="Arial"/>
              <a:buNone/>
              <a:defRPr sz="1050">
                <a:latin typeface="Arial"/>
                <a:ea typeface="Arial"/>
                <a:cs typeface="Arial"/>
                <a:sym typeface="Arial"/>
              </a:defRPr>
            </a:lvl3pPr>
            <a:lvl4pPr marL="1828800" lvl="3"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transition spd="slow">
    <p:push/>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matchingName="Cover Slide | Nodes on the Left | Twilight">
  <p:cSld name="Cover Slide | Nodes on the Left | Twilight">
    <p:bg>
      <p:bgPr>
        <a:solidFill>
          <a:schemeClr val="dk1"/>
        </a:solidFill>
        <a:effectLst/>
      </p:bgPr>
    </p:bg>
    <p:spTree>
      <p:nvGrpSpPr>
        <p:cNvPr id="1" name="Shape 808"/>
        <p:cNvGrpSpPr/>
        <p:nvPr/>
      </p:nvGrpSpPr>
      <p:grpSpPr>
        <a:xfrm>
          <a:off x="0" y="0"/>
          <a:ext cx="0" cy="0"/>
          <a:chOff x="0" y="0"/>
          <a:chExt cx="0" cy="0"/>
        </a:xfrm>
      </p:grpSpPr>
      <p:sp>
        <p:nvSpPr>
          <p:cNvPr id="809" name="Google Shape;809;p116"/>
          <p:cNvSpPr/>
          <p:nvPr/>
        </p:nvSpPr>
        <p:spPr>
          <a:xfrm>
            <a:off x="261600" y="4630175"/>
            <a:ext cx="2553000" cy="4686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dk1"/>
              </a:solidFill>
              <a:latin typeface="Plus Jakarta Sans"/>
              <a:ea typeface="Plus Jakarta Sans"/>
              <a:cs typeface="Plus Jakarta Sans"/>
              <a:sym typeface="Plus Jakarta Sans"/>
            </a:endParaRPr>
          </a:p>
        </p:txBody>
      </p:sp>
      <p:sp>
        <p:nvSpPr>
          <p:cNvPr id="810" name="Google Shape;810;p116"/>
          <p:cNvSpPr txBox="1">
            <a:spLocks noGrp="1"/>
          </p:cNvSpPr>
          <p:nvPr>
            <p:ph type="body" idx="1"/>
          </p:nvPr>
        </p:nvSpPr>
        <p:spPr>
          <a:xfrm>
            <a:off x="3670625" y="4491831"/>
            <a:ext cx="3505200" cy="274500"/>
          </a:xfrm>
          <a:prstGeom prst="rect">
            <a:avLst/>
          </a:prstGeom>
          <a:noFill/>
          <a:ln>
            <a:noFill/>
          </a:ln>
        </p:spPr>
        <p:txBody>
          <a:bodyPr spcFirstLastPara="1" wrap="square" lIns="0" tIns="45700" rIns="91425" bIns="45700" anchor="t" anchorCtr="0">
            <a:noAutofit/>
          </a:bodyPr>
          <a:lstStyle>
            <a:lvl1pPr marL="457200" lvl="0" indent="-228600" algn="l">
              <a:lnSpc>
                <a:spcPct val="100000"/>
              </a:lnSpc>
              <a:spcBef>
                <a:spcPts val="0"/>
              </a:spcBef>
              <a:spcAft>
                <a:spcPts val="0"/>
              </a:spcAft>
              <a:buClr>
                <a:schemeClr val="lt1"/>
              </a:buClr>
              <a:buSzPts val="1300"/>
              <a:buFont typeface="Plus Jakarta Sans"/>
              <a:buNone/>
              <a:defRPr sz="1300" b="0" i="0">
                <a:solidFill>
                  <a:schemeClr val="lt1"/>
                </a:solidFill>
                <a:latin typeface="Plus Jakarta Sans"/>
                <a:ea typeface="Plus Jakarta Sans"/>
                <a:cs typeface="Plus Jakarta Sans"/>
                <a:sym typeface="Plus Jakarta Sans"/>
              </a:defRPr>
            </a:lvl1pPr>
            <a:lvl2pPr marL="914400" lvl="1" indent="-228600" algn="l">
              <a:lnSpc>
                <a:spcPct val="129090"/>
              </a:lnSpc>
              <a:spcBef>
                <a:spcPts val="500"/>
              </a:spcBef>
              <a:spcAft>
                <a:spcPts val="0"/>
              </a:spcAft>
              <a:buSzPts val="1320"/>
              <a:buFont typeface="Plus Jakarta Sans"/>
              <a:buNone/>
              <a:defRPr>
                <a:solidFill>
                  <a:schemeClr val="lt1"/>
                </a:solidFill>
              </a:defRPr>
            </a:lvl2pPr>
            <a:lvl3pPr marL="1371600" lvl="2" indent="-304800" algn="l">
              <a:lnSpc>
                <a:spcPct val="100000"/>
              </a:lnSpc>
              <a:spcBef>
                <a:spcPts val="200"/>
              </a:spcBef>
              <a:spcAft>
                <a:spcPts val="0"/>
              </a:spcAft>
              <a:buSzPts val="1200"/>
              <a:buChar char="•"/>
              <a:defRPr>
                <a:solidFill>
                  <a:schemeClr val="lt1"/>
                </a:solidFill>
              </a:defRPr>
            </a:lvl3pPr>
            <a:lvl4pPr marL="1828800" lvl="3" indent="-279400" algn="l">
              <a:lnSpc>
                <a:spcPct val="100000"/>
              </a:lnSpc>
              <a:spcBef>
                <a:spcPts val="160"/>
              </a:spcBef>
              <a:spcAft>
                <a:spcPts val="0"/>
              </a:spcAft>
              <a:buClr>
                <a:schemeClr val="lt1"/>
              </a:buClr>
              <a:buSzPts val="800"/>
              <a:buChar char="–"/>
              <a:defRPr>
                <a:solidFill>
                  <a:schemeClr val="lt1"/>
                </a:solidFill>
              </a:defRPr>
            </a:lvl4pPr>
            <a:lvl5pPr marL="2286000" lvl="4" indent="-279400" algn="l">
              <a:lnSpc>
                <a:spcPct val="100000"/>
              </a:lnSpc>
              <a:spcBef>
                <a:spcPts val="160"/>
              </a:spcBef>
              <a:spcAft>
                <a:spcPts val="0"/>
              </a:spcAft>
              <a:buClr>
                <a:schemeClr val="lt1"/>
              </a:buClr>
              <a:buSzPts val="800"/>
              <a:buChar char="»"/>
              <a:defRPr>
                <a:solidFill>
                  <a:schemeClr val="lt1"/>
                </a:solidFil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11" name="Google Shape;811;p116"/>
          <p:cNvSpPr/>
          <p:nvPr/>
        </p:nvSpPr>
        <p:spPr>
          <a:xfrm>
            <a:off x="529300" y="1027300"/>
            <a:ext cx="1306200" cy="4041600"/>
          </a:xfrm>
          <a:prstGeom prst="rect">
            <a:avLst/>
          </a:prstGeom>
          <a:solidFill>
            <a:schemeClr val="dk1"/>
          </a:solidFill>
          <a:ln>
            <a:noFill/>
          </a:ln>
        </p:spPr>
        <p:txBody>
          <a:bodyPr spcFirstLastPara="1" wrap="square" lIns="91425" tIns="91425" rIns="91425" bIns="91425"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dk1"/>
              </a:solidFill>
              <a:latin typeface="Plus Jakarta Sans"/>
              <a:ea typeface="Plus Jakarta Sans"/>
              <a:cs typeface="Plus Jakarta Sans"/>
              <a:sym typeface="Plus Jakarta Sans"/>
            </a:endParaRPr>
          </a:p>
        </p:txBody>
      </p:sp>
      <p:pic>
        <p:nvPicPr>
          <p:cNvPr id="812" name="Google Shape;812;p116"/>
          <p:cNvPicPr preferRelativeResize="0"/>
          <p:nvPr/>
        </p:nvPicPr>
        <p:blipFill rotWithShape="1">
          <a:blip r:embed="rId2">
            <a:alphaModFix/>
          </a:blip>
          <a:srcRect/>
          <a:stretch/>
        </p:blipFill>
        <p:spPr>
          <a:xfrm>
            <a:off x="3670625" y="1363032"/>
            <a:ext cx="2321469" cy="285093"/>
          </a:xfrm>
          <a:prstGeom prst="rect">
            <a:avLst/>
          </a:prstGeom>
          <a:noFill/>
          <a:ln>
            <a:noFill/>
          </a:ln>
        </p:spPr>
      </p:pic>
      <p:pic>
        <p:nvPicPr>
          <p:cNvPr id="813" name="Google Shape;813;p116"/>
          <p:cNvPicPr preferRelativeResize="0"/>
          <p:nvPr/>
        </p:nvPicPr>
        <p:blipFill rotWithShape="1">
          <a:blip r:embed="rId3">
            <a:alphaModFix/>
          </a:blip>
          <a:srcRect l="-42" t="23551" r="28736" b="9175"/>
          <a:stretch/>
        </p:blipFill>
        <p:spPr>
          <a:xfrm rot="10800000">
            <a:off x="4301" y="-4301"/>
            <a:ext cx="3102049" cy="5155101"/>
          </a:xfrm>
          <a:prstGeom prst="rect">
            <a:avLst/>
          </a:prstGeom>
          <a:noFill/>
          <a:ln>
            <a:noFill/>
          </a:ln>
        </p:spPr>
      </p:pic>
      <p:sp>
        <p:nvSpPr>
          <p:cNvPr id="814" name="Google Shape;814;p116"/>
          <p:cNvSpPr txBox="1">
            <a:spLocks noGrp="1"/>
          </p:cNvSpPr>
          <p:nvPr>
            <p:ph type="title"/>
          </p:nvPr>
        </p:nvSpPr>
        <p:spPr>
          <a:xfrm>
            <a:off x="3670625" y="2160475"/>
            <a:ext cx="5862600" cy="612900"/>
          </a:xfrm>
          <a:prstGeom prst="rect">
            <a:avLst/>
          </a:prstGeom>
          <a:noFill/>
          <a:ln>
            <a:noFill/>
          </a:ln>
        </p:spPr>
        <p:txBody>
          <a:bodyPr spcFirstLastPara="1" wrap="square" lIns="0" tIns="45700" rIns="91425" bIns="45700" anchor="b" anchorCtr="0">
            <a:noAutofit/>
          </a:bodyPr>
          <a:lstStyle>
            <a:lvl1pPr lvl="0" algn="l">
              <a:lnSpc>
                <a:spcPct val="100000"/>
              </a:lnSpc>
              <a:spcBef>
                <a:spcPts val="0"/>
              </a:spcBef>
              <a:spcAft>
                <a:spcPts val="0"/>
              </a:spcAft>
              <a:buClr>
                <a:schemeClr val="lt1"/>
              </a:buClr>
              <a:buSzPts val="2100"/>
              <a:buNone/>
              <a:defRPr sz="23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5" name="Google Shape;815;p116"/>
          <p:cNvSpPr txBox="1">
            <a:spLocks noGrp="1"/>
          </p:cNvSpPr>
          <p:nvPr>
            <p:ph type="body" idx="2"/>
          </p:nvPr>
        </p:nvSpPr>
        <p:spPr>
          <a:xfrm>
            <a:off x="3670625" y="2856575"/>
            <a:ext cx="5862600" cy="570000"/>
          </a:xfrm>
          <a:prstGeom prst="rect">
            <a:avLst/>
          </a:prstGeom>
          <a:noFill/>
          <a:ln>
            <a:noFill/>
          </a:ln>
        </p:spPr>
        <p:txBody>
          <a:bodyPr spcFirstLastPara="1" wrap="square" lIns="0" tIns="45700" rIns="91425" bIns="45700" anchor="t" anchorCtr="0">
            <a:noAutofit/>
          </a:bodyPr>
          <a:lstStyle>
            <a:lvl1pPr marL="457200" lvl="0" indent="-228600" algn="l">
              <a:lnSpc>
                <a:spcPct val="100000"/>
              </a:lnSpc>
              <a:spcBef>
                <a:spcPts val="0"/>
              </a:spcBef>
              <a:spcAft>
                <a:spcPts val="0"/>
              </a:spcAft>
              <a:buClr>
                <a:schemeClr val="lt1"/>
              </a:buClr>
              <a:buSzPts val="1800"/>
              <a:buFont typeface="Plus Jakarta Sans SemiBold"/>
              <a:buNone/>
              <a:defRPr>
                <a:solidFill>
                  <a:schemeClr val="lt1"/>
                </a:solidFill>
                <a:latin typeface="Plus Jakarta Sans SemiBold"/>
                <a:ea typeface="Plus Jakarta Sans SemiBold"/>
                <a:cs typeface="Plus Jakarta Sans SemiBold"/>
                <a:sym typeface="Plus Jakarta Sans SemiBold"/>
              </a:defRPr>
            </a:lvl1pPr>
            <a:lvl2pPr marL="914400" lvl="1" indent="-228600" algn="l">
              <a:lnSpc>
                <a:spcPct val="78888"/>
              </a:lnSpc>
              <a:spcBef>
                <a:spcPts val="500"/>
              </a:spcBef>
              <a:spcAft>
                <a:spcPts val="0"/>
              </a:spcAft>
              <a:buSzPts val="2160"/>
              <a:buNone/>
              <a:defRPr/>
            </a:lvl2pPr>
            <a:lvl3pPr marL="1371600" lvl="2" indent="-365760" algn="l">
              <a:lnSpc>
                <a:spcPct val="100000"/>
              </a:lnSpc>
              <a:spcBef>
                <a:spcPts val="360"/>
              </a:spcBef>
              <a:spcAft>
                <a:spcPts val="0"/>
              </a:spcAft>
              <a:buSzPts val="2160"/>
              <a:buChar char="•"/>
              <a:defRPr/>
            </a:lvl3pPr>
            <a:lvl4pPr marL="1828800" lvl="3" indent="-342900" algn="l">
              <a:lnSpc>
                <a:spcPct val="100000"/>
              </a:lnSpc>
              <a:spcBef>
                <a:spcPts val="360"/>
              </a:spcBef>
              <a:spcAft>
                <a:spcPts val="0"/>
              </a:spcAft>
              <a:buClr>
                <a:srgbClr val="4F22FE"/>
              </a:buClr>
              <a:buSzPts val="1800"/>
              <a:buChar char="–"/>
              <a:defRPr/>
            </a:lvl4pPr>
            <a:lvl5pPr marL="2286000" lvl="4" indent="-342900" algn="l">
              <a:lnSpc>
                <a:spcPct val="100000"/>
              </a:lnSpc>
              <a:spcBef>
                <a:spcPts val="360"/>
              </a:spcBef>
              <a:spcAft>
                <a:spcPts val="0"/>
              </a:spcAft>
              <a:buClr>
                <a:srgbClr val="4F22FE"/>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16" name="Google Shape;816;p116"/>
          <p:cNvSpPr txBox="1"/>
          <p:nvPr/>
        </p:nvSpPr>
        <p:spPr>
          <a:xfrm>
            <a:off x="380125" y="4737800"/>
            <a:ext cx="4613700" cy="2877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Clr>
                <a:schemeClr val="lt1"/>
              </a:buClr>
              <a:buSzPts val="600"/>
              <a:buFont typeface="Plus Jakarta Sans"/>
              <a:buNone/>
            </a:pPr>
            <a:r>
              <a:rPr lang="en" sz="600" b="0" i="0" u="none" strike="noStrike" cap="none">
                <a:solidFill>
                  <a:schemeClr val="lt1"/>
                </a:solidFill>
                <a:latin typeface="Plus Jakarta Sans"/>
                <a:ea typeface="Plus Jakarta Sans"/>
                <a:cs typeface="Plus Jakarta Sans"/>
                <a:sym typeface="Plus Jakarta Sans"/>
              </a:rPr>
              <a:t>©2025 Cloudera, Inc. All Rights Reserved.</a:t>
            </a:r>
            <a:endParaRPr sz="600" b="0" i="0" u="none" strike="noStrike" cap="none">
              <a:solidFill>
                <a:schemeClr val="lt1"/>
              </a:solidFill>
              <a:latin typeface="Plus Jakarta Sans"/>
              <a:ea typeface="Plus Jakarta Sans"/>
              <a:cs typeface="Plus Jakarta Sans"/>
              <a:sym typeface="Plus Jakarta Sans"/>
            </a:endParaRPr>
          </a:p>
        </p:txBody>
      </p:sp>
    </p:spTree>
  </p:cSld>
  <p:clrMapOvr>
    <a:masterClrMapping/>
  </p:clrMapOvr>
  <p:transition spd="slow">
    <p:push/>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matchingName="Cover Slide | Nodes on the Left | White">
  <p:cSld name="Cover Slide | Nodes on the Left | White">
    <p:bg>
      <p:bgPr>
        <a:solidFill>
          <a:schemeClr val="lt1"/>
        </a:solidFill>
        <a:effectLst/>
      </p:bgPr>
    </p:bg>
    <p:spTree>
      <p:nvGrpSpPr>
        <p:cNvPr id="1" name="Shape 817"/>
        <p:cNvGrpSpPr/>
        <p:nvPr/>
      </p:nvGrpSpPr>
      <p:grpSpPr>
        <a:xfrm>
          <a:off x="0" y="0"/>
          <a:ext cx="0" cy="0"/>
          <a:chOff x="0" y="0"/>
          <a:chExt cx="0" cy="0"/>
        </a:xfrm>
      </p:grpSpPr>
      <p:sp>
        <p:nvSpPr>
          <p:cNvPr id="818" name="Google Shape;818;p117"/>
          <p:cNvSpPr/>
          <p:nvPr/>
        </p:nvSpPr>
        <p:spPr>
          <a:xfrm>
            <a:off x="261600" y="4630175"/>
            <a:ext cx="2553000" cy="468600"/>
          </a:xfrm>
          <a:prstGeom prst="rect">
            <a:avLst/>
          </a:prstGeom>
          <a:solidFill>
            <a:schemeClr val="lt2"/>
          </a:solidFill>
          <a:ln>
            <a:noFill/>
          </a:ln>
        </p:spPr>
        <p:txBody>
          <a:bodyPr spcFirstLastPara="1" wrap="square" lIns="91425" tIns="91425" rIns="91425" bIns="91425"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dk1"/>
              </a:solidFill>
              <a:latin typeface="Plus Jakarta Sans"/>
              <a:ea typeface="Plus Jakarta Sans"/>
              <a:cs typeface="Plus Jakarta Sans"/>
              <a:sym typeface="Plus Jakarta Sans"/>
            </a:endParaRPr>
          </a:p>
        </p:txBody>
      </p:sp>
      <p:sp>
        <p:nvSpPr>
          <p:cNvPr id="819" name="Google Shape;819;p117"/>
          <p:cNvSpPr txBox="1">
            <a:spLocks noGrp="1"/>
          </p:cNvSpPr>
          <p:nvPr>
            <p:ph type="body" idx="1"/>
          </p:nvPr>
        </p:nvSpPr>
        <p:spPr>
          <a:xfrm>
            <a:off x="3670625" y="4491831"/>
            <a:ext cx="3505200" cy="274500"/>
          </a:xfrm>
          <a:prstGeom prst="rect">
            <a:avLst/>
          </a:prstGeom>
          <a:noFill/>
          <a:ln>
            <a:noFill/>
          </a:ln>
        </p:spPr>
        <p:txBody>
          <a:bodyPr spcFirstLastPara="1" wrap="square" lIns="0" tIns="45700" rIns="91425" bIns="45700" anchor="t" anchorCtr="0">
            <a:noAutofit/>
          </a:bodyPr>
          <a:lstStyle>
            <a:lvl1pPr marL="457200" lvl="0" indent="-228600" algn="l">
              <a:lnSpc>
                <a:spcPct val="100000"/>
              </a:lnSpc>
              <a:spcBef>
                <a:spcPts val="0"/>
              </a:spcBef>
              <a:spcAft>
                <a:spcPts val="0"/>
              </a:spcAft>
              <a:buClr>
                <a:schemeClr val="dk1"/>
              </a:buClr>
              <a:buSzPts val="1300"/>
              <a:buFont typeface="Plus Jakarta Sans"/>
              <a:buNone/>
              <a:defRPr sz="1300" b="0" i="0">
                <a:solidFill>
                  <a:schemeClr val="dk1"/>
                </a:solidFill>
                <a:latin typeface="Plus Jakarta Sans"/>
                <a:ea typeface="Plus Jakarta Sans"/>
                <a:cs typeface="Plus Jakarta Sans"/>
                <a:sym typeface="Plus Jakarta Sans"/>
              </a:defRPr>
            </a:lvl1pPr>
            <a:lvl2pPr marL="914400" lvl="1" indent="-228600" algn="l">
              <a:lnSpc>
                <a:spcPct val="129090"/>
              </a:lnSpc>
              <a:spcBef>
                <a:spcPts val="500"/>
              </a:spcBef>
              <a:spcAft>
                <a:spcPts val="0"/>
              </a:spcAft>
              <a:buClr>
                <a:srgbClr val="1F2A32"/>
              </a:buClr>
              <a:buSzPts val="1320"/>
              <a:buFont typeface="Plus Jakarta Sans"/>
              <a:buNone/>
              <a:defRPr>
                <a:solidFill>
                  <a:srgbClr val="1F2A32"/>
                </a:solidFill>
              </a:defRPr>
            </a:lvl2pPr>
            <a:lvl3pPr marL="1371600" lvl="2" indent="-304800" algn="l">
              <a:lnSpc>
                <a:spcPct val="100000"/>
              </a:lnSpc>
              <a:spcBef>
                <a:spcPts val="200"/>
              </a:spcBef>
              <a:spcAft>
                <a:spcPts val="0"/>
              </a:spcAft>
              <a:buClr>
                <a:srgbClr val="4E5661"/>
              </a:buClr>
              <a:buSzPts val="1200"/>
              <a:buChar char="•"/>
              <a:defRPr>
                <a:solidFill>
                  <a:srgbClr val="4E5661"/>
                </a:solidFill>
              </a:defRPr>
            </a:lvl3pPr>
            <a:lvl4pPr marL="1828800" lvl="3" indent="-279400" algn="l">
              <a:lnSpc>
                <a:spcPct val="100000"/>
              </a:lnSpc>
              <a:spcBef>
                <a:spcPts val="160"/>
              </a:spcBef>
              <a:spcAft>
                <a:spcPts val="0"/>
              </a:spcAft>
              <a:buClr>
                <a:srgbClr val="4E5661"/>
              </a:buClr>
              <a:buSzPts val="800"/>
              <a:buChar char="–"/>
              <a:defRPr>
                <a:solidFill>
                  <a:srgbClr val="4E5661"/>
                </a:solidFill>
              </a:defRPr>
            </a:lvl4pPr>
            <a:lvl5pPr marL="2286000" lvl="4" indent="-279400" algn="l">
              <a:lnSpc>
                <a:spcPct val="100000"/>
              </a:lnSpc>
              <a:spcBef>
                <a:spcPts val="160"/>
              </a:spcBef>
              <a:spcAft>
                <a:spcPts val="0"/>
              </a:spcAft>
              <a:buClr>
                <a:srgbClr val="4E5661"/>
              </a:buClr>
              <a:buSzPts val="800"/>
              <a:buChar char="»"/>
              <a:defRPr>
                <a:solidFill>
                  <a:srgbClr val="4E5661"/>
                </a:solidFill>
              </a:defRPr>
            </a:lvl5pPr>
            <a:lvl6pPr marL="2743200" lvl="5" indent="-342900" algn="l">
              <a:lnSpc>
                <a:spcPct val="100000"/>
              </a:lnSpc>
              <a:spcBef>
                <a:spcPts val="360"/>
              </a:spcBef>
              <a:spcAft>
                <a:spcPts val="0"/>
              </a:spcAft>
              <a:buSzPts val="1800"/>
              <a:buChar char="•"/>
              <a:defRPr/>
            </a:lvl6pPr>
            <a:lvl7pPr marL="3200400" lvl="6" indent="-342900" algn="l">
              <a:lnSpc>
                <a:spcPct val="100000"/>
              </a:lnSpc>
              <a:spcBef>
                <a:spcPts val="360"/>
              </a:spcBef>
              <a:spcAft>
                <a:spcPts val="0"/>
              </a:spcAft>
              <a:buSzPts val="1800"/>
              <a:buChar char="•"/>
              <a:defRPr/>
            </a:lvl7pPr>
            <a:lvl8pPr marL="3657600" lvl="7" indent="-342900" algn="l">
              <a:lnSpc>
                <a:spcPct val="100000"/>
              </a:lnSpc>
              <a:spcBef>
                <a:spcPts val="360"/>
              </a:spcBef>
              <a:spcAft>
                <a:spcPts val="0"/>
              </a:spcAft>
              <a:buSzPts val="1800"/>
              <a:buChar char="•"/>
              <a:defRPr/>
            </a:lvl8pPr>
            <a:lvl9pPr marL="4114800" lvl="8" indent="-342900" algn="l">
              <a:lnSpc>
                <a:spcPct val="100000"/>
              </a:lnSpc>
              <a:spcBef>
                <a:spcPts val="360"/>
              </a:spcBef>
              <a:spcAft>
                <a:spcPts val="0"/>
              </a:spcAft>
              <a:buSzPts val="1800"/>
              <a:buChar char="•"/>
              <a:defRPr/>
            </a:lvl9pPr>
          </a:lstStyle>
          <a:p>
            <a:endParaRPr/>
          </a:p>
        </p:txBody>
      </p:sp>
      <p:sp>
        <p:nvSpPr>
          <p:cNvPr id="820" name="Google Shape;820;p117"/>
          <p:cNvSpPr/>
          <p:nvPr/>
        </p:nvSpPr>
        <p:spPr>
          <a:xfrm>
            <a:off x="529300" y="991125"/>
            <a:ext cx="1306200" cy="4077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lt1"/>
              </a:solidFill>
              <a:latin typeface="Plus Jakarta Sans"/>
              <a:ea typeface="Plus Jakarta Sans"/>
              <a:cs typeface="Plus Jakarta Sans"/>
              <a:sym typeface="Plus Jakarta Sans"/>
            </a:endParaRPr>
          </a:p>
        </p:txBody>
      </p:sp>
      <p:pic>
        <p:nvPicPr>
          <p:cNvPr id="821" name="Google Shape;821;p117"/>
          <p:cNvPicPr preferRelativeResize="0"/>
          <p:nvPr/>
        </p:nvPicPr>
        <p:blipFill rotWithShape="1">
          <a:blip r:embed="rId2">
            <a:alphaModFix/>
          </a:blip>
          <a:srcRect/>
          <a:stretch/>
        </p:blipFill>
        <p:spPr>
          <a:xfrm>
            <a:off x="3670625" y="1363032"/>
            <a:ext cx="2321469" cy="285093"/>
          </a:xfrm>
          <a:prstGeom prst="rect">
            <a:avLst/>
          </a:prstGeom>
          <a:noFill/>
          <a:ln>
            <a:noFill/>
          </a:ln>
        </p:spPr>
      </p:pic>
      <p:pic>
        <p:nvPicPr>
          <p:cNvPr id="822" name="Google Shape;822;p117"/>
          <p:cNvPicPr preferRelativeResize="0"/>
          <p:nvPr/>
        </p:nvPicPr>
        <p:blipFill rotWithShape="1">
          <a:blip r:embed="rId3">
            <a:alphaModFix/>
          </a:blip>
          <a:srcRect l="49" t="23652" r="28735" b="9228"/>
          <a:stretch/>
        </p:blipFill>
        <p:spPr>
          <a:xfrm rot="10800000">
            <a:off x="4976" y="-4300"/>
            <a:ext cx="3101374" cy="5148975"/>
          </a:xfrm>
          <a:prstGeom prst="rect">
            <a:avLst/>
          </a:prstGeom>
          <a:noFill/>
          <a:ln>
            <a:noFill/>
          </a:ln>
        </p:spPr>
      </p:pic>
      <p:sp>
        <p:nvSpPr>
          <p:cNvPr id="823" name="Google Shape;823;p117"/>
          <p:cNvSpPr txBox="1">
            <a:spLocks noGrp="1"/>
          </p:cNvSpPr>
          <p:nvPr>
            <p:ph type="title"/>
          </p:nvPr>
        </p:nvSpPr>
        <p:spPr>
          <a:xfrm>
            <a:off x="3670625" y="2160475"/>
            <a:ext cx="5862600" cy="612900"/>
          </a:xfrm>
          <a:prstGeom prst="rect">
            <a:avLst/>
          </a:prstGeom>
          <a:noFill/>
          <a:ln>
            <a:noFill/>
          </a:ln>
        </p:spPr>
        <p:txBody>
          <a:bodyPr spcFirstLastPara="1" wrap="square" lIns="0" tIns="45700" rIns="91425" bIns="45700" anchor="b" anchorCtr="0">
            <a:noAutofit/>
          </a:bodyPr>
          <a:lstStyle>
            <a:lvl1pPr lvl="0" algn="l">
              <a:lnSpc>
                <a:spcPct val="100000"/>
              </a:lnSpc>
              <a:spcBef>
                <a:spcPts val="0"/>
              </a:spcBef>
              <a:spcAft>
                <a:spcPts val="0"/>
              </a:spcAft>
              <a:buClr>
                <a:schemeClr val="dk1"/>
              </a:buClr>
              <a:buSzPts val="2100"/>
              <a:buNone/>
              <a:defRPr sz="2300">
                <a:solidFill>
                  <a:schemeClr val="dk1"/>
                </a:solidFill>
              </a:defRPr>
            </a:lvl1pPr>
            <a:lvl2pPr lvl="1" algn="l">
              <a:lnSpc>
                <a:spcPct val="100000"/>
              </a:lnSpc>
              <a:spcBef>
                <a:spcPts val="0"/>
              </a:spcBef>
              <a:spcAft>
                <a:spcPts val="0"/>
              </a:spcAft>
              <a:buClr>
                <a:schemeClr val="dk1"/>
              </a:buClr>
              <a:buSzPts val="1400"/>
              <a:buNone/>
              <a:defRPr>
                <a:solidFill>
                  <a:schemeClr val="dk1"/>
                </a:solidFill>
              </a:defRPr>
            </a:lvl2pPr>
            <a:lvl3pPr lvl="2" algn="l">
              <a:lnSpc>
                <a:spcPct val="100000"/>
              </a:lnSpc>
              <a:spcBef>
                <a:spcPts val="0"/>
              </a:spcBef>
              <a:spcAft>
                <a:spcPts val="0"/>
              </a:spcAft>
              <a:buClr>
                <a:schemeClr val="dk1"/>
              </a:buClr>
              <a:buSzPts val="1400"/>
              <a:buNone/>
              <a:defRPr>
                <a:solidFill>
                  <a:schemeClr val="dk1"/>
                </a:solidFill>
              </a:defRPr>
            </a:lvl3pPr>
            <a:lvl4pPr lvl="3" algn="l">
              <a:lnSpc>
                <a:spcPct val="100000"/>
              </a:lnSpc>
              <a:spcBef>
                <a:spcPts val="0"/>
              </a:spcBef>
              <a:spcAft>
                <a:spcPts val="0"/>
              </a:spcAft>
              <a:buClr>
                <a:schemeClr val="dk1"/>
              </a:buClr>
              <a:buSzPts val="1400"/>
              <a:buNone/>
              <a:defRPr>
                <a:solidFill>
                  <a:schemeClr val="dk1"/>
                </a:solidFill>
              </a:defRPr>
            </a:lvl4pPr>
            <a:lvl5pPr lvl="4" algn="l">
              <a:lnSpc>
                <a:spcPct val="100000"/>
              </a:lnSpc>
              <a:spcBef>
                <a:spcPts val="0"/>
              </a:spcBef>
              <a:spcAft>
                <a:spcPts val="0"/>
              </a:spcAft>
              <a:buClr>
                <a:schemeClr val="dk1"/>
              </a:buClr>
              <a:buSzPts val="1400"/>
              <a:buNone/>
              <a:defRPr>
                <a:solidFill>
                  <a:schemeClr val="dk1"/>
                </a:solidFill>
              </a:defRPr>
            </a:lvl5pPr>
            <a:lvl6pPr lvl="5" algn="l">
              <a:lnSpc>
                <a:spcPct val="100000"/>
              </a:lnSpc>
              <a:spcBef>
                <a:spcPts val="0"/>
              </a:spcBef>
              <a:spcAft>
                <a:spcPts val="0"/>
              </a:spcAft>
              <a:buClr>
                <a:schemeClr val="dk1"/>
              </a:buClr>
              <a:buSzPts val="1400"/>
              <a:buNone/>
              <a:defRPr>
                <a:solidFill>
                  <a:schemeClr val="dk1"/>
                </a:solidFill>
              </a:defRPr>
            </a:lvl6pPr>
            <a:lvl7pPr lvl="6" algn="l">
              <a:lnSpc>
                <a:spcPct val="100000"/>
              </a:lnSpc>
              <a:spcBef>
                <a:spcPts val="0"/>
              </a:spcBef>
              <a:spcAft>
                <a:spcPts val="0"/>
              </a:spcAft>
              <a:buClr>
                <a:schemeClr val="dk1"/>
              </a:buClr>
              <a:buSzPts val="1400"/>
              <a:buNone/>
              <a:defRPr>
                <a:solidFill>
                  <a:schemeClr val="dk1"/>
                </a:solidFill>
              </a:defRPr>
            </a:lvl7pPr>
            <a:lvl8pPr lvl="7" algn="l">
              <a:lnSpc>
                <a:spcPct val="100000"/>
              </a:lnSpc>
              <a:spcBef>
                <a:spcPts val="0"/>
              </a:spcBef>
              <a:spcAft>
                <a:spcPts val="0"/>
              </a:spcAft>
              <a:buClr>
                <a:schemeClr val="dk1"/>
              </a:buClr>
              <a:buSzPts val="1400"/>
              <a:buNone/>
              <a:defRPr>
                <a:solidFill>
                  <a:schemeClr val="dk1"/>
                </a:solidFill>
              </a:defRPr>
            </a:lvl8pPr>
            <a:lvl9pPr lvl="8" algn="l">
              <a:lnSpc>
                <a:spcPct val="100000"/>
              </a:lnSpc>
              <a:spcBef>
                <a:spcPts val="0"/>
              </a:spcBef>
              <a:spcAft>
                <a:spcPts val="0"/>
              </a:spcAft>
              <a:buClr>
                <a:schemeClr val="dk1"/>
              </a:buClr>
              <a:buSzPts val="1400"/>
              <a:buNone/>
              <a:defRPr>
                <a:solidFill>
                  <a:schemeClr val="dk1"/>
                </a:solidFill>
              </a:defRPr>
            </a:lvl9pPr>
          </a:lstStyle>
          <a:p>
            <a:endParaRPr/>
          </a:p>
        </p:txBody>
      </p:sp>
      <p:sp>
        <p:nvSpPr>
          <p:cNvPr id="824" name="Google Shape;824;p117"/>
          <p:cNvSpPr txBox="1">
            <a:spLocks noGrp="1"/>
          </p:cNvSpPr>
          <p:nvPr>
            <p:ph type="body" idx="2"/>
          </p:nvPr>
        </p:nvSpPr>
        <p:spPr>
          <a:xfrm>
            <a:off x="3670625" y="2856575"/>
            <a:ext cx="5862600" cy="570000"/>
          </a:xfrm>
          <a:prstGeom prst="rect">
            <a:avLst/>
          </a:prstGeom>
          <a:noFill/>
          <a:ln>
            <a:noFill/>
          </a:ln>
        </p:spPr>
        <p:txBody>
          <a:bodyPr spcFirstLastPara="1" wrap="square" lIns="0" tIns="45700" rIns="91425" bIns="45700" anchor="t" anchorCtr="0">
            <a:noAutofit/>
          </a:bodyPr>
          <a:lstStyle>
            <a:lvl1pPr marL="457200" lvl="0" indent="-228600" algn="l">
              <a:lnSpc>
                <a:spcPct val="100000"/>
              </a:lnSpc>
              <a:spcBef>
                <a:spcPts val="0"/>
              </a:spcBef>
              <a:spcAft>
                <a:spcPts val="0"/>
              </a:spcAft>
              <a:buClr>
                <a:schemeClr val="accent2"/>
              </a:buClr>
              <a:buSzPts val="1800"/>
              <a:buFont typeface="Plus Jakarta Sans SemiBold"/>
              <a:buNone/>
              <a:defRPr>
                <a:solidFill>
                  <a:schemeClr val="accent2"/>
                </a:solidFill>
                <a:latin typeface="Plus Jakarta Sans SemiBold"/>
                <a:ea typeface="Plus Jakarta Sans SemiBold"/>
                <a:cs typeface="Plus Jakarta Sans SemiBold"/>
                <a:sym typeface="Plus Jakarta Sans SemiBold"/>
              </a:defRPr>
            </a:lvl1pPr>
            <a:lvl2pPr marL="914400" lvl="1" indent="-228600" algn="l">
              <a:lnSpc>
                <a:spcPct val="78888"/>
              </a:lnSpc>
              <a:spcBef>
                <a:spcPts val="500"/>
              </a:spcBef>
              <a:spcAft>
                <a:spcPts val="0"/>
              </a:spcAft>
              <a:buSzPts val="2160"/>
              <a:buNone/>
              <a:defRPr/>
            </a:lvl2pPr>
            <a:lvl3pPr marL="1371600" lvl="2" indent="-365760" algn="l">
              <a:lnSpc>
                <a:spcPct val="100000"/>
              </a:lnSpc>
              <a:spcBef>
                <a:spcPts val="360"/>
              </a:spcBef>
              <a:spcAft>
                <a:spcPts val="0"/>
              </a:spcAft>
              <a:buSzPts val="2160"/>
              <a:buChar char="•"/>
              <a:defRPr/>
            </a:lvl3pPr>
            <a:lvl4pPr marL="1828800" lvl="3" indent="-342900" algn="l">
              <a:lnSpc>
                <a:spcPct val="100000"/>
              </a:lnSpc>
              <a:spcBef>
                <a:spcPts val="360"/>
              </a:spcBef>
              <a:spcAft>
                <a:spcPts val="0"/>
              </a:spcAft>
              <a:buClr>
                <a:srgbClr val="4F22FE"/>
              </a:buClr>
              <a:buSzPts val="1800"/>
              <a:buChar char="–"/>
              <a:defRPr/>
            </a:lvl4pPr>
            <a:lvl5pPr marL="2286000" lvl="4" indent="-342900" algn="l">
              <a:lnSpc>
                <a:spcPct val="100000"/>
              </a:lnSpc>
              <a:spcBef>
                <a:spcPts val="360"/>
              </a:spcBef>
              <a:spcAft>
                <a:spcPts val="0"/>
              </a:spcAft>
              <a:buClr>
                <a:srgbClr val="4F22FE"/>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25" name="Google Shape;825;p117"/>
          <p:cNvSpPr txBox="1"/>
          <p:nvPr/>
        </p:nvSpPr>
        <p:spPr>
          <a:xfrm>
            <a:off x="380125" y="4737800"/>
            <a:ext cx="4613700" cy="2877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Clr>
                <a:srgbClr val="888892"/>
              </a:buClr>
              <a:buSzPts val="600"/>
              <a:buFont typeface="Plus Jakarta Sans"/>
              <a:buNone/>
            </a:pPr>
            <a:r>
              <a:rPr lang="en" sz="600" b="0" i="0" u="none" strike="noStrike" cap="none">
                <a:solidFill>
                  <a:srgbClr val="888892"/>
                </a:solidFill>
                <a:latin typeface="Plus Jakarta Sans"/>
                <a:ea typeface="Plus Jakarta Sans"/>
                <a:cs typeface="Plus Jakarta Sans"/>
                <a:sym typeface="Plus Jakarta Sans"/>
              </a:rPr>
              <a:t>©2025 Cloudera, Inc. All Rights Reserved.</a:t>
            </a:r>
            <a:endParaRPr sz="600" b="0" i="0" u="none" strike="noStrike" cap="none">
              <a:solidFill>
                <a:srgbClr val="888892"/>
              </a:solidFill>
              <a:latin typeface="Plus Jakarta Sans"/>
              <a:ea typeface="Plus Jakarta Sans"/>
              <a:cs typeface="Plus Jakarta Sans"/>
              <a:sym typeface="Plus Jakarta Sans"/>
            </a:endParaRPr>
          </a:p>
        </p:txBody>
      </p:sp>
    </p:spTree>
  </p:cSld>
  <p:clrMapOvr>
    <a:masterClrMapping/>
  </p:clrMapOvr>
  <p:transition spd="slow">
    <p:push/>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matchingName="Plain">
  <p:cSld name="Plain">
    <p:spTree>
      <p:nvGrpSpPr>
        <p:cNvPr id="1" name="Shape 826"/>
        <p:cNvGrpSpPr/>
        <p:nvPr/>
      </p:nvGrpSpPr>
      <p:grpSpPr>
        <a:xfrm>
          <a:off x="0" y="0"/>
          <a:ext cx="0" cy="0"/>
          <a:chOff x="0" y="0"/>
          <a:chExt cx="0" cy="0"/>
        </a:xfrm>
      </p:grpSpPr>
    </p:spTree>
  </p:cSld>
  <p:clrMapOvr>
    <a:masterClrMapping/>
  </p:clrMapOvr>
  <p:transition spd="slow">
    <p:push/>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matchingName="Cover">
  <p:cSld name="Cover">
    <p:spTree>
      <p:nvGrpSpPr>
        <p:cNvPr id="1" name="Shape 827"/>
        <p:cNvGrpSpPr/>
        <p:nvPr/>
      </p:nvGrpSpPr>
      <p:grpSpPr>
        <a:xfrm>
          <a:off x="0" y="0"/>
          <a:ext cx="0" cy="0"/>
          <a:chOff x="0" y="0"/>
          <a:chExt cx="0" cy="0"/>
        </a:xfrm>
      </p:grpSpPr>
      <p:sp>
        <p:nvSpPr>
          <p:cNvPr id="828" name="Google Shape;828;p119"/>
          <p:cNvSpPr/>
          <p:nvPr/>
        </p:nvSpPr>
        <p:spPr>
          <a:xfrm>
            <a:off x="3984812" y="2100263"/>
            <a:ext cx="4396800" cy="3043200"/>
          </a:xfrm>
          <a:prstGeom prst="parallelogram">
            <a:avLst>
              <a:gd name="adj" fmla="val 100155"/>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a:solidFill>
                <a:schemeClr val="lt1"/>
              </a:solidFill>
              <a:latin typeface="Roboto"/>
              <a:ea typeface="Roboto"/>
              <a:cs typeface="Roboto"/>
              <a:sym typeface="Roboto"/>
            </a:endParaRPr>
          </a:p>
        </p:txBody>
      </p:sp>
      <p:sp>
        <p:nvSpPr>
          <p:cNvPr id="829" name="Google Shape;829;p119"/>
          <p:cNvSpPr/>
          <p:nvPr/>
        </p:nvSpPr>
        <p:spPr>
          <a:xfrm>
            <a:off x="2560216" y="0"/>
            <a:ext cx="6583800" cy="5143500"/>
          </a:xfrm>
          <a:prstGeom prst="parallelogram">
            <a:avLst>
              <a:gd name="adj" fmla="val 100155"/>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a:solidFill>
                <a:schemeClr val="lt1"/>
              </a:solidFill>
              <a:latin typeface="Roboto"/>
              <a:ea typeface="Roboto"/>
              <a:cs typeface="Roboto"/>
              <a:sym typeface="Roboto"/>
            </a:endParaRPr>
          </a:p>
        </p:txBody>
      </p:sp>
      <p:sp>
        <p:nvSpPr>
          <p:cNvPr id="830" name="Google Shape;830;p119"/>
          <p:cNvSpPr/>
          <p:nvPr/>
        </p:nvSpPr>
        <p:spPr>
          <a:xfrm>
            <a:off x="5295145" y="1300602"/>
            <a:ext cx="3848855" cy="3842899"/>
          </a:xfrm>
          <a:custGeom>
            <a:avLst/>
            <a:gdLst/>
            <a:ahLst/>
            <a:cxnLst/>
            <a:rect l="l" t="t" r="r" b="b"/>
            <a:pathLst>
              <a:path w="3848855" h="3842899" extrusionOk="0">
                <a:moveTo>
                  <a:pt x="3848855" y="0"/>
                </a:moveTo>
                <a:lnTo>
                  <a:pt x="3848855" y="1415399"/>
                </a:lnTo>
                <a:lnTo>
                  <a:pt x="1417593" y="3842899"/>
                </a:lnTo>
                <a:lnTo>
                  <a:pt x="0" y="3842899"/>
                </a:lnTo>
                <a:lnTo>
                  <a:pt x="3848855" y="0"/>
                </a:lnTo>
                <a:close/>
              </a:path>
            </a:pathLst>
          </a:cu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a:solidFill>
                <a:schemeClr val="lt1"/>
              </a:solidFill>
              <a:latin typeface="Roboto"/>
              <a:ea typeface="Roboto"/>
              <a:cs typeface="Roboto"/>
              <a:sym typeface="Roboto"/>
            </a:endParaRPr>
          </a:p>
        </p:txBody>
      </p:sp>
      <p:sp>
        <p:nvSpPr>
          <p:cNvPr id="831" name="Google Shape;831;p119"/>
          <p:cNvSpPr/>
          <p:nvPr/>
        </p:nvSpPr>
        <p:spPr>
          <a:xfrm>
            <a:off x="7996919" y="3998194"/>
            <a:ext cx="1147081" cy="1145306"/>
          </a:xfrm>
          <a:custGeom>
            <a:avLst/>
            <a:gdLst/>
            <a:ahLst/>
            <a:cxnLst/>
            <a:rect l="l" t="t" r="r" b="b"/>
            <a:pathLst>
              <a:path w="1147081" h="1145306" extrusionOk="0">
                <a:moveTo>
                  <a:pt x="1147081" y="0"/>
                </a:moveTo>
                <a:lnTo>
                  <a:pt x="1147081" y="1145306"/>
                </a:lnTo>
                <a:lnTo>
                  <a:pt x="0" y="1145306"/>
                </a:lnTo>
                <a:lnTo>
                  <a:pt x="1147081" y="0"/>
                </a:lnTo>
                <a:close/>
              </a:path>
            </a:pathLst>
          </a:cu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a:solidFill>
                <a:schemeClr val="lt1"/>
              </a:solidFill>
              <a:latin typeface="Roboto"/>
              <a:ea typeface="Roboto"/>
              <a:cs typeface="Roboto"/>
              <a:sym typeface="Roboto"/>
            </a:endParaRPr>
          </a:p>
        </p:txBody>
      </p:sp>
      <p:sp>
        <p:nvSpPr>
          <p:cNvPr id="832" name="Google Shape;832;p119"/>
          <p:cNvSpPr/>
          <p:nvPr/>
        </p:nvSpPr>
        <p:spPr>
          <a:xfrm>
            <a:off x="6702545" y="2705824"/>
            <a:ext cx="2441455" cy="2437676"/>
          </a:xfrm>
          <a:custGeom>
            <a:avLst/>
            <a:gdLst/>
            <a:ahLst/>
            <a:cxnLst/>
            <a:rect l="l" t="t" r="r" b="b"/>
            <a:pathLst>
              <a:path w="2441455" h="2437676" extrusionOk="0">
                <a:moveTo>
                  <a:pt x="2441455" y="0"/>
                </a:moveTo>
                <a:lnTo>
                  <a:pt x="2441455" y="1299150"/>
                </a:lnTo>
                <a:lnTo>
                  <a:pt x="1301164" y="2437676"/>
                </a:lnTo>
                <a:lnTo>
                  <a:pt x="0" y="2437676"/>
                </a:lnTo>
                <a:lnTo>
                  <a:pt x="2441455"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00">
              <a:solidFill>
                <a:schemeClr val="lt1"/>
              </a:solidFill>
              <a:latin typeface="Roboto"/>
              <a:ea typeface="Roboto"/>
              <a:cs typeface="Roboto"/>
              <a:sym typeface="Roboto"/>
            </a:endParaRPr>
          </a:p>
        </p:txBody>
      </p:sp>
      <p:sp>
        <p:nvSpPr>
          <p:cNvPr id="833" name="Google Shape;833;p119"/>
          <p:cNvSpPr txBox="1">
            <a:spLocks noGrp="1"/>
          </p:cNvSpPr>
          <p:nvPr>
            <p:ph type="title"/>
          </p:nvPr>
        </p:nvSpPr>
        <p:spPr>
          <a:xfrm>
            <a:off x="594360" y="1152525"/>
            <a:ext cx="6035100" cy="1036200"/>
          </a:xfrm>
          <a:prstGeom prst="rect">
            <a:avLst/>
          </a:prstGeom>
          <a:noFill/>
          <a:ln>
            <a:noFill/>
          </a:ln>
        </p:spPr>
        <p:txBody>
          <a:bodyPr spcFirstLastPara="1" wrap="square" lIns="0" tIns="45700" rIns="91425" bIns="45700" anchor="b" anchorCtr="0">
            <a:noAutofit/>
          </a:bodyPr>
          <a:lstStyle>
            <a:lvl1pPr marR="0" lvl="0" algn="l">
              <a:lnSpc>
                <a:spcPct val="80000"/>
              </a:lnSpc>
              <a:spcBef>
                <a:spcPts val="0"/>
              </a:spcBef>
              <a:spcAft>
                <a:spcPts val="0"/>
              </a:spcAft>
              <a:buClr>
                <a:schemeClr val="dk1"/>
              </a:buClr>
              <a:buSzPts val="3400"/>
              <a:buFont typeface="Lato"/>
              <a:buNone/>
              <a:defRPr sz="3400" b="0" i="0" u="none" strike="noStrike" cap="none">
                <a:solidFill>
                  <a:schemeClr val="dk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34" name="Google Shape;834;p119"/>
          <p:cNvSpPr txBox="1">
            <a:spLocks noGrp="1"/>
          </p:cNvSpPr>
          <p:nvPr>
            <p:ph type="body" idx="1"/>
          </p:nvPr>
        </p:nvSpPr>
        <p:spPr>
          <a:xfrm>
            <a:off x="594360" y="2194560"/>
            <a:ext cx="6035100" cy="299700"/>
          </a:xfrm>
          <a:prstGeom prst="rect">
            <a:avLst/>
          </a:prstGeom>
          <a:noFill/>
          <a:ln>
            <a:noFill/>
          </a:ln>
        </p:spPr>
        <p:txBody>
          <a:bodyPr spcFirstLastPara="1" wrap="square" lIns="0" tIns="22850" rIns="91425" bIns="45700" anchor="t" anchorCtr="0">
            <a:noAutofit/>
          </a:bodyPr>
          <a:lstStyle>
            <a:lvl1pPr marL="457200" lvl="0" indent="-228600" algn="l">
              <a:spcBef>
                <a:spcPts val="500"/>
              </a:spcBef>
              <a:spcAft>
                <a:spcPts val="0"/>
              </a:spcAft>
              <a:buSzPts val="1500"/>
              <a:buNone/>
              <a:defRPr sz="1800" b="0" i="0">
                <a:solidFill>
                  <a:srgbClr val="A5A5A5"/>
                </a:solidFill>
                <a:latin typeface="Lato"/>
                <a:ea typeface="Lato"/>
                <a:cs typeface="Lato"/>
                <a:sym typeface="Lato"/>
              </a:defRPr>
            </a:lvl1pPr>
            <a:lvl2pPr marL="914400" lvl="1" indent="-228600" algn="l">
              <a:spcBef>
                <a:spcPts val="400"/>
              </a:spcBef>
              <a:spcAft>
                <a:spcPts val="0"/>
              </a:spcAft>
              <a:buSzPts val="1300"/>
              <a:buNone/>
              <a:defRPr sz="1600">
                <a:solidFill>
                  <a:schemeClr val="accent1"/>
                </a:solidFill>
              </a:defRPr>
            </a:lvl2pPr>
            <a:lvl3pPr marL="1371600" lvl="2" indent="-228600" algn="l">
              <a:spcBef>
                <a:spcPts val="300"/>
              </a:spcBef>
              <a:spcAft>
                <a:spcPts val="0"/>
              </a:spcAft>
              <a:buSzPts val="1300"/>
              <a:buNone/>
              <a:defRPr sz="1600">
                <a:solidFill>
                  <a:schemeClr val="accent1"/>
                </a:solidFill>
              </a:defRPr>
            </a:lvl3pPr>
            <a:lvl4pPr marL="1828800" lvl="3" indent="-228600" algn="l">
              <a:spcBef>
                <a:spcPts val="300"/>
              </a:spcBef>
              <a:spcAft>
                <a:spcPts val="0"/>
              </a:spcAft>
              <a:buSzPts val="1300"/>
              <a:buNone/>
              <a:defRPr sz="1600">
                <a:solidFill>
                  <a:schemeClr val="accent1"/>
                </a:solidFill>
              </a:defRPr>
            </a:lvl4pPr>
            <a:lvl5pPr marL="2286000" lvl="4" indent="-228600" algn="l">
              <a:spcBef>
                <a:spcPts val="300"/>
              </a:spcBef>
              <a:spcAft>
                <a:spcPts val="0"/>
              </a:spcAft>
              <a:buSzPts val="1300"/>
              <a:buNone/>
              <a:defRPr sz="1600">
                <a:solidFill>
                  <a:schemeClr val="accent1"/>
                </a:solidFill>
              </a:defRPr>
            </a:lvl5pPr>
            <a:lvl6pPr marL="2743200" lvl="5" indent="-342900" algn="l">
              <a:spcBef>
                <a:spcPts val="400"/>
              </a:spcBef>
              <a:spcAft>
                <a:spcPts val="0"/>
              </a:spcAft>
              <a:buClr>
                <a:schemeClr val="dk1"/>
              </a:buClr>
              <a:buSzPts val="1800"/>
              <a:buChar char="•"/>
              <a:defRPr/>
            </a:lvl6pPr>
            <a:lvl7pPr marL="3200400" lvl="6" indent="-342900" algn="l">
              <a:spcBef>
                <a:spcPts val="400"/>
              </a:spcBef>
              <a:spcAft>
                <a:spcPts val="0"/>
              </a:spcAft>
              <a:buClr>
                <a:schemeClr val="dk1"/>
              </a:buClr>
              <a:buSzPts val="1800"/>
              <a:buChar char="•"/>
              <a:defRPr/>
            </a:lvl7pPr>
            <a:lvl8pPr marL="3657600" lvl="7" indent="-342900" algn="l">
              <a:spcBef>
                <a:spcPts val="400"/>
              </a:spcBef>
              <a:spcAft>
                <a:spcPts val="0"/>
              </a:spcAft>
              <a:buClr>
                <a:schemeClr val="dk1"/>
              </a:buClr>
              <a:buSzPts val="1800"/>
              <a:buChar char="•"/>
              <a:defRPr/>
            </a:lvl8pPr>
            <a:lvl9pPr marL="4114800" lvl="8" indent="-342900" algn="l">
              <a:spcBef>
                <a:spcPts val="400"/>
              </a:spcBef>
              <a:spcAft>
                <a:spcPts val="0"/>
              </a:spcAft>
              <a:buClr>
                <a:schemeClr val="dk1"/>
              </a:buClr>
              <a:buSzPts val="1800"/>
              <a:buChar char="•"/>
              <a:defRPr/>
            </a:lvl9pPr>
          </a:lstStyle>
          <a:p>
            <a:endParaRPr/>
          </a:p>
        </p:txBody>
      </p:sp>
      <p:sp>
        <p:nvSpPr>
          <p:cNvPr id="835" name="Google Shape;835;p119"/>
          <p:cNvSpPr/>
          <p:nvPr/>
        </p:nvSpPr>
        <p:spPr>
          <a:xfrm>
            <a:off x="594360" y="640080"/>
            <a:ext cx="1645920" cy="200496"/>
          </a:xfrm>
          <a:custGeom>
            <a:avLst/>
            <a:gdLst/>
            <a:ahLst/>
            <a:cxnLst/>
            <a:rect l="l" t="t" r="r" b="b"/>
            <a:pathLst>
              <a:path w="9144000" h="1113864" extrusionOk="0">
                <a:moveTo>
                  <a:pt x="5789292" y="24288"/>
                </a:moveTo>
                <a:lnTo>
                  <a:pt x="6718852" y="24288"/>
                </a:lnTo>
                <a:lnTo>
                  <a:pt x="6718852" y="244431"/>
                </a:lnTo>
                <a:lnTo>
                  <a:pt x="5942904" y="244431"/>
                </a:lnTo>
                <a:cubicBezTo>
                  <a:pt x="5906241" y="160891"/>
                  <a:pt x="5853800" y="87253"/>
                  <a:pt x="5789292" y="24288"/>
                </a:cubicBezTo>
                <a:close/>
                <a:moveTo>
                  <a:pt x="6592622" y="662440"/>
                </a:moveTo>
                <a:lnTo>
                  <a:pt x="6592622" y="444463"/>
                </a:lnTo>
                <a:lnTo>
                  <a:pt x="5997511" y="444463"/>
                </a:lnTo>
                <a:cubicBezTo>
                  <a:pt x="6002616" y="481746"/>
                  <a:pt x="6006174" y="519803"/>
                  <a:pt x="6006174" y="559407"/>
                </a:cubicBezTo>
                <a:cubicBezTo>
                  <a:pt x="6006027" y="593854"/>
                  <a:pt x="6003806" y="628260"/>
                  <a:pt x="5999522" y="662440"/>
                </a:cubicBezTo>
                <a:close/>
                <a:moveTo>
                  <a:pt x="5801049" y="1089576"/>
                </a:moveTo>
                <a:lnTo>
                  <a:pt x="6723803" y="1089576"/>
                </a:lnTo>
                <a:lnTo>
                  <a:pt x="6723803" y="869433"/>
                </a:lnTo>
                <a:lnTo>
                  <a:pt x="5946926" y="869433"/>
                </a:lnTo>
                <a:cubicBezTo>
                  <a:pt x="5912876" y="951495"/>
                  <a:pt x="5863350" y="1026236"/>
                  <a:pt x="5801049" y="1089576"/>
                </a:cubicBezTo>
                <a:close/>
                <a:moveTo>
                  <a:pt x="3168146" y="558634"/>
                </a:moveTo>
                <a:cubicBezTo>
                  <a:pt x="3168146" y="869897"/>
                  <a:pt x="2932237" y="1113864"/>
                  <a:pt x="2605522" y="1113864"/>
                </a:cubicBezTo>
                <a:cubicBezTo>
                  <a:pt x="2278807" y="1113864"/>
                  <a:pt x="2043052" y="869897"/>
                  <a:pt x="2043052" y="558634"/>
                </a:cubicBezTo>
                <a:cubicBezTo>
                  <a:pt x="2043052" y="247371"/>
                  <a:pt x="2278807" y="0"/>
                  <a:pt x="2605522" y="0"/>
                </a:cubicBezTo>
                <a:cubicBezTo>
                  <a:pt x="2932237" y="0"/>
                  <a:pt x="3168146" y="245360"/>
                  <a:pt x="3168146" y="558634"/>
                </a:cubicBezTo>
                <a:close/>
                <a:moveTo>
                  <a:pt x="2912127" y="558634"/>
                </a:moveTo>
                <a:cubicBezTo>
                  <a:pt x="2912127" y="364326"/>
                  <a:pt x="2784813" y="223392"/>
                  <a:pt x="2605522" y="223392"/>
                </a:cubicBezTo>
                <a:cubicBezTo>
                  <a:pt x="2426231" y="223392"/>
                  <a:pt x="2299072" y="364326"/>
                  <a:pt x="2299072" y="558634"/>
                </a:cubicBezTo>
                <a:cubicBezTo>
                  <a:pt x="2299072" y="752941"/>
                  <a:pt x="2426231" y="890472"/>
                  <a:pt x="2605522" y="890472"/>
                </a:cubicBezTo>
                <a:cubicBezTo>
                  <a:pt x="2784813" y="890472"/>
                  <a:pt x="2912127" y="750930"/>
                  <a:pt x="2912127" y="558634"/>
                </a:cubicBezTo>
                <a:close/>
                <a:moveTo>
                  <a:pt x="5688896" y="556932"/>
                </a:moveTo>
                <a:cubicBezTo>
                  <a:pt x="5688896" y="875466"/>
                  <a:pt x="5453915" y="1089576"/>
                  <a:pt x="5104305" y="1089576"/>
                </a:cubicBezTo>
                <a:lnTo>
                  <a:pt x="4677502" y="1089576"/>
                </a:lnTo>
                <a:lnTo>
                  <a:pt x="4677502" y="24288"/>
                </a:lnTo>
                <a:lnTo>
                  <a:pt x="5094095" y="24288"/>
                </a:lnTo>
                <a:cubicBezTo>
                  <a:pt x="5443550" y="24288"/>
                  <a:pt x="5688896" y="238398"/>
                  <a:pt x="5688896" y="556932"/>
                </a:cubicBezTo>
                <a:close/>
                <a:moveTo>
                  <a:pt x="5432876" y="556932"/>
                </a:moveTo>
                <a:cubicBezTo>
                  <a:pt x="5432876" y="364636"/>
                  <a:pt x="5293806" y="237315"/>
                  <a:pt x="5086979" y="237315"/>
                </a:cubicBezTo>
                <a:lnTo>
                  <a:pt x="4924240" y="237315"/>
                </a:lnTo>
                <a:lnTo>
                  <a:pt x="4924240" y="876704"/>
                </a:lnTo>
                <a:lnTo>
                  <a:pt x="5086979" y="876704"/>
                </a:lnTo>
                <a:cubicBezTo>
                  <a:pt x="5293806" y="876704"/>
                  <a:pt x="5432876" y="749228"/>
                  <a:pt x="5432876" y="556932"/>
                </a:cubicBezTo>
                <a:close/>
                <a:moveTo>
                  <a:pt x="570359" y="888925"/>
                </a:moveTo>
                <a:cubicBezTo>
                  <a:pt x="388129" y="888925"/>
                  <a:pt x="256020" y="745051"/>
                  <a:pt x="256020" y="556777"/>
                </a:cubicBezTo>
                <a:cubicBezTo>
                  <a:pt x="256020" y="368503"/>
                  <a:pt x="388129" y="225093"/>
                  <a:pt x="570359" y="225093"/>
                </a:cubicBezTo>
                <a:cubicBezTo>
                  <a:pt x="657916" y="225093"/>
                  <a:pt x="730468" y="256343"/>
                  <a:pt x="793738" y="316214"/>
                </a:cubicBezTo>
                <a:lnTo>
                  <a:pt x="952764" y="157179"/>
                </a:lnTo>
                <a:cubicBezTo>
                  <a:pt x="856544" y="58168"/>
                  <a:pt x="722579" y="0"/>
                  <a:pt x="567729" y="0"/>
                </a:cubicBezTo>
                <a:cubicBezTo>
                  <a:pt x="247047" y="0"/>
                  <a:pt x="0" y="244586"/>
                  <a:pt x="0" y="556932"/>
                </a:cubicBezTo>
                <a:cubicBezTo>
                  <a:pt x="0" y="869278"/>
                  <a:pt x="247047" y="1113864"/>
                  <a:pt x="567729" y="1113864"/>
                </a:cubicBezTo>
                <a:cubicBezTo>
                  <a:pt x="729540" y="1113864"/>
                  <a:pt x="871395" y="1048425"/>
                  <a:pt x="968079" y="938585"/>
                </a:cubicBezTo>
                <a:lnTo>
                  <a:pt x="809826" y="780324"/>
                </a:lnTo>
                <a:cubicBezTo>
                  <a:pt x="746092" y="850868"/>
                  <a:pt x="669828" y="888925"/>
                  <a:pt x="570359" y="888925"/>
                </a:cubicBezTo>
                <a:close/>
                <a:moveTo>
                  <a:pt x="1453047" y="24288"/>
                </a:moveTo>
                <a:lnTo>
                  <a:pt x="1206309" y="24288"/>
                </a:lnTo>
                <a:lnTo>
                  <a:pt x="1206309" y="1089576"/>
                </a:lnTo>
                <a:lnTo>
                  <a:pt x="1952711" y="1089576"/>
                </a:lnTo>
                <a:lnTo>
                  <a:pt x="1952711" y="872836"/>
                </a:lnTo>
                <a:lnTo>
                  <a:pt x="1453047" y="872836"/>
                </a:lnTo>
                <a:close/>
                <a:moveTo>
                  <a:pt x="7656766" y="731128"/>
                </a:moveTo>
                <a:lnTo>
                  <a:pt x="7960741" y="1089576"/>
                </a:lnTo>
                <a:lnTo>
                  <a:pt x="7673473" y="1089576"/>
                </a:lnTo>
                <a:lnTo>
                  <a:pt x="7390382" y="753251"/>
                </a:lnTo>
                <a:lnTo>
                  <a:pt x="7254560" y="753251"/>
                </a:lnTo>
                <a:lnTo>
                  <a:pt x="7254560" y="1089576"/>
                </a:lnTo>
                <a:lnTo>
                  <a:pt x="7012772" y="1089576"/>
                </a:lnTo>
                <a:lnTo>
                  <a:pt x="7012772" y="24288"/>
                </a:lnTo>
                <a:lnTo>
                  <a:pt x="7503927" y="24288"/>
                </a:lnTo>
                <a:cubicBezTo>
                  <a:pt x="7640987" y="24288"/>
                  <a:pt x="7741539" y="57704"/>
                  <a:pt x="7813626" y="119276"/>
                </a:cubicBezTo>
                <a:cubicBezTo>
                  <a:pt x="7885714" y="180848"/>
                  <a:pt x="7927637" y="275681"/>
                  <a:pt x="7927637" y="388305"/>
                </a:cubicBezTo>
                <a:cubicBezTo>
                  <a:pt x="7927637" y="529550"/>
                  <a:pt x="7867615" y="676054"/>
                  <a:pt x="7656766" y="731128"/>
                </a:cubicBezTo>
                <a:close/>
                <a:moveTo>
                  <a:pt x="7681053" y="391709"/>
                </a:moveTo>
                <a:cubicBezTo>
                  <a:pt x="7681053" y="344679"/>
                  <a:pt x="7662180" y="300743"/>
                  <a:pt x="7633717" y="275527"/>
                </a:cubicBezTo>
                <a:cubicBezTo>
                  <a:pt x="7601385" y="247216"/>
                  <a:pt x="7554977" y="232364"/>
                  <a:pt x="7490469" y="232364"/>
                </a:cubicBezTo>
                <a:lnTo>
                  <a:pt x="7254560" y="232364"/>
                </a:lnTo>
                <a:lnTo>
                  <a:pt x="7254560" y="552291"/>
                </a:lnTo>
                <a:lnTo>
                  <a:pt x="7491088" y="552291"/>
                </a:lnTo>
                <a:cubicBezTo>
                  <a:pt x="7554513" y="552291"/>
                  <a:pt x="7599529" y="537904"/>
                  <a:pt x="7631396" y="510521"/>
                </a:cubicBezTo>
                <a:cubicBezTo>
                  <a:pt x="7663263" y="483139"/>
                  <a:pt x="7681053" y="440131"/>
                  <a:pt x="7681053" y="391709"/>
                </a:cubicBezTo>
                <a:close/>
                <a:moveTo>
                  <a:pt x="9144619" y="1089576"/>
                </a:moveTo>
                <a:lnTo>
                  <a:pt x="8894942" y="1089576"/>
                </a:lnTo>
                <a:lnTo>
                  <a:pt x="8808622" y="872063"/>
                </a:lnTo>
                <a:lnTo>
                  <a:pt x="8355212" y="872063"/>
                </a:lnTo>
                <a:lnTo>
                  <a:pt x="8268738" y="1089576"/>
                </a:lnTo>
                <a:lnTo>
                  <a:pt x="8019215" y="1089576"/>
                </a:lnTo>
                <a:lnTo>
                  <a:pt x="8468913" y="24288"/>
                </a:lnTo>
                <a:lnTo>
                  <a:pt x="8689971" y="24288"/>
                </a:lnTo>
                <a:close/>
                <a:moveTo>
                  <a:pt x="8730192" y="674507"/>
                </a:moveTo>
                <a:lnTo>
                  <a:pt x="8581840" y="301207"/>
                </a:lnTo>
                <a:lnTo>
                  <a:pt x="8433642" y="674507"/>
                </a:lnTo>
                <a:close/>
                <a:moveTo>
                  <a:pt x="4123231" y="619896"/>
                </a:moveTo>
                <a:cubicBezTo>
                  <a:pt x="4123231" y="788678"/>
                  <a:pt x="4026237" y="890472"/>
                  <a:pt x="3890106" y="890472"/>
                </a:cubicBezTo>
                <a:cubicBezTo>
                  <a:pt x="3753975" y="890472"/>
                  <a:pt x="3656827" y="788678"/>
                  <a:pt x="3656827" y="619896"/>
                </a:cubicBezTo>
                <a:lnTo>
                  <a:pt x="3656827" y="24288"/>
                </a:lnTo>
                <a:lnTo>
                  <a:pt x="3410243" y="24288"/>
                </a:lnTo>
                <a:lnTo>
                  <a:pt x="3410243" y="610459"/>
                </a:lnTo>
                <a:cubicBezTo>
                  <a:pt x="3410243" y="918938"/>
                  <a:pt x="3603921" y="1113864"/>
                  <a:pt x="3890106" y="1113864"/>
                </a:cubicBezTo>
                <a:cubicBezTo>
                  <a:pt x="4176291" y="1113864"/>
                  <a:pt x="4369969" y="918938"/>
                  <a:pt x="4369969" y="610459"/>
                </a:cubicBezTo>
                <a:lnTo>
                  <a:pt x="4369969" y="24288"/>
                </a:lnTo>
                <a:lnTo>
                  <a:pt x="4123231" y="24288"/>
                </a:lnTo>
                <a:close/>
              </a:path>
            </a:pathLst>
          </a:custGeom>
          <a:solidFill>
            <a:srgbClr val="F9670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00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29"/>
                                        </p:tgtEl>
                                        <p:attrNameLst>
                                          <p:attrName>style.visibility</p:attrName>
                                        </p:attrNameLst>
                                      </p:cBhvr>
                                      <p:to>
                                        <p:strVal val="visible"/>
                                      </p:to>
                                    </p:set>
                                    <p:animEffect transition="in" filter="fade">
                                      <p:cBhvr>
                                        <p:cTn id="7" dur="500"/>
                                        <p:tgtEl>
                                          <p:spTgt spid="829"/>
                                        </p:tgtEl>
                                      </p:cBhvr>
                                    </p:animEffect>
                                  </p:childTnLst>
                                </p:cTn>
                              </p:par>
                              <p:par>
                                <p:cTn id="8" presetID="10" presetClass="entr" presetSubtype="0" fill="hold" nodeType="withEffect">
                                  <p:stCondLst>
                                    <p:cond delay="0"/>
                                  </p:stCondLst>
                                  <p:childTnLst>
                                    <p:set>
                                      <p:cBhvr>
                                        <p:cTn id="9" dur="1" fill="hold">
                                          <p:stCondLst>
                                            <p:cond delay="0"/>
                                          </p:stCondLst>
                                        </p:cTn>
                                        <p:tgtEl>
                                          <p:spTgt spid="828"/>
                                        </p:tgtEl>
                                        <p:attrNameLst>
                                          <p:attrName>style.visibility</p:attrName>
                                        </p:attrNameLst>
                                      </p:cBhvr>
                                      <p:to>
                                        <p:strVal val="visible"/>
                                      </p:to>
                                    </p:set>
                                    <p:animEffect transition="in" filter="fade">
                                      <p:cBhvr>
                                        <p:cTn id="10" dur="500"/>
                                        <p:tgtEl>
                                          <p:spTgt spid="828"/>
                                        </p:tgtEl>
                                      </p:cBhvr>
                                    </p:animEffect>
                                  </p:childTnLst>
                                </p:cTn>
                              </p:par>
                              <p:par>
                                <p:cTn id="11" presetID="10" presetClass="entr" presetSubtype="0" fill="hold" nodeType="withEffect">
                                  <p:stCondLst>
                                    <p:cond delay="0"/>
                                  </p:stCondLst>
                                  <p:childTnLst>
                                    <p:set>
                                      <p:cBhvr>
                                        <p:cTn id="12" dur="1" fill="hold">
                                          <p:stCondLst>
                                            <p:cond delay="0"/>
                                          </p:stCondLst>
                                        </p:cTn>
                                        <p:tgtEl>
                                          <p:spTgt spid="830"/>
                                        </p:tgtEl>
                                        <p:attrNameLst>
                                          <p:attrName>style.visibility</p:attrName>
                                        </p:attrNameLst>
                                      </p:cBhvr>
                                      <p:to>
                                        <p:strVal val="visible"/>
                                      </p:to>
                                    </p:set>
                                    <p:animEffect transition="in" filter="fade">
                                      <p:cBhvr>
                                        <p:cTn id="13" dur="500"/>
                                        <p:tgtEl>
                                          <p:spTgt spid="830"/>
                                        </p:tgtEl>
                                      </p:cBhvr>
                                    </p:animEffect>
                                  </p:childTnLst>
                                </p:cTn>
                              </p:par>
                              <p:par>
                                <p:cTn id="14" presetID="10" presetClass="entr" presetSubtype="0" fill="hold" nodeType="withEffect">
                                  <p:stCondLst>
                                    <p:cond delay="0"/>
                                  </p:stCondLst>
                                  <p:childTnLst>
                                    <p:set>
                                      <p:cBhvr>
                                        <p:cTn id="15" dur="1" fill="hold">
                                          <p:stCondLst>
                                            <p:cond delay="0"/>
                                          </p:stCondLst>
                                        </p:cTn>
                                        <p:tgtEl>
                                          <p:spTgt spid="832"/>
                                        </p:tgtEl>
                                        <p:attrNameLst>
                                          <p:attrName>style.visibility</p:attrName>
                                        </p:attrNameLst>
                                      </p:cBhvr>
                                      <p:to>
                                        <p:strVal val="visible"/>
                                      </p:to>
                                    </p:set>
                                    <p:animEffect transition="in" filter="fade">
                                      <p:cBhvr>
                                        <p:cTn id="16" dur="500"/>
                                        <p:tgtEl>
                                          <p:spTgt spid="832"/>
                                        </p:tgtEl>
                                      </p:cBhvr>
                                    </p:animEffect>
                                  </p:childTnLst>
                                </p:cTn>
                              </p:par>
                              <p:par>
                                <p:cTn id="17" presetID="10" presetClass="entr" presetSubtype="0" fill="hold" nodeType="withEffect">
                                  <p:stCondLst>
                                    <p:cond delay="0"/>
                                  </p:stCondLst>
                                  <p:childTnLst>
                                    <p:set>
                                      <p:cBhvr>
                                        <p:cTn id="18" dur="1" fill="hold">
                                          <p:stCondLst>
                                            <p:cond delay="0"/>
                                          </p:stCondLst>
                                        </p:cTn>
                                        <p:tgtEl>
                                          <p:spTgt spid="831"/>
                                        </p:tgtEl>
                                        <p:attrNameLst>
                                          <p:attrName>style.visibility</p:attrName>
                                        </p:attrNameLst>
                                      </p:cBhvr>
                                      <p:to>
                                        <p:strVal val="visible"/>
                                      </p:to>
                                    </p:set>
                                    <p:animEffect transition="in" filter="fade">
                                      <p:cBhvr>
                                        <p:cTn id="19" dur="500"/>
                                        <p:tgtEl>
                                          <p:spTgt spid="8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18.xml><?xml version="1.0" encoding="utf-8"?>
<p:sldLayout xmlns:a="http://schemas.openxmlformats.org/drawingml/2006/main" xmlns:r="http://schemas.openxmlformats.org/officeDocument/2006/relationships" xmlns:p="http://schemas.openxmlformats.org/presentationml/2006/main" matchingName="1 Column">
  <p:cSld name="1 Column">
    <p:spTree>
      <p:nvGrpSpPr>
        <p:cNvPr id="1" name="Shape 836"/>
        <p:cNvGrpSpPr/>
        <p:nvPr/>
      </p:nvGrpSpPr>
      <p:grpSpPr>
        <a:xfrm>
          <a:off x="0" y="0"/>
          <a:ext cx="0" cy="0"/>
          <a:chOff x="0" y="0"/>
          <a:chExt cx="0" cy="0"/>
        </a:xfrm>
      </p:grpSpPr>
      <p:sp>
        <p:nvSpPr>
          <p:cNvPr id="837" name="Google Shape;837;p120"/>
          <p:cNvSpPr txBox="1">
            <a:spLocks noGrp="1"/>
          </p:cNvSpPr>
          <p:nvPr>
            <p:ph type="title"/>
          </p:nvPr>
        </p:nvSpPr>
        <p:spPr>
          <a:xfrm>
            <a:off x="419100" y="457200"/>
            <a:ext cx="8305800" cy="417900"/>
          </a:xfrm>
          <a:prstGeom prst="rect">
            <a:avLst/>
          </a:prstGeom>
          <a:noFill/>
          <a:ln>
            <a:noFill/>
          </a:ln>
        </p:spPr>
        <p:txBody>
          <a:bodyPr spcFirstLastPara="1" wrap="square" lIns="0" tIns="91425" rIns="0" bIns="91425" anchor="t" anchorCtr="0">
            <a:noAutofit/>
          </a:bodyPr>
          <a:lstStyle>
            <a:lvl1pPr marR="0" lvl="0" algn="l">
              <a:lnSpc>
                <a:spcPct val="80000"/>
              </a:lnSpc>
              <a:spcBef>
                <a:spcPts val="0"/>
              </a:spcBef>
              <a:spcAft>
                <a:spcPts val="0"/>
              </a:spcAft>
              <a:buClr>
                <a:schemeClr val="dk1"/>
              </a:buClr>
              <a:buSzPts val="2200"/>
              <a:buFont typeface="Lato"/>
              <a:buNone/>
              <a:defRPr sz="2200" b="0" i="0" u="none" strike="noStrike" cap="none">
                <a:solidFill>
                  <a:schemeClr val="dk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38" name="Google Shape;838;p120"/>
          <p:cNvSpPr txBox="1">
            <a:spLocks noGrp="1"/>
          </p:cNvSpPr>
          <p:nvPr>
            <p:ph type="body" idx="1"/>
          </p:nvPr>
        </p:nvSpPr>
        <p:spPr>
          <a:xfrm>
            <a:off x="419100" y="822960"/>
            <a:ext cx="8305800" cy="308100"/>
          </a:xfrm>
          <a:prstGeom prst="rect">
            <a:avLst/>
          </a:prstGeom>
          <a:noFill/>
          <a:ln>
            <a:noFill/>
          </a:ln>
        </p:spPr>
        <p:txBody>
          <a:bodyPr spcFirstLastPara="1" wrap="square" lIns="0" tIns="27425" rIns="0" bIns="45700" anchor="t" anchorCtr="0">
            <a:noAutofit/>
          </a:bodyPr>
          <a:lstStyle>
            <a:lvl1pPr marL="457200" lvl="0" indent="-228600" algn="l">
              <a:spcBef>
                <a:spcPts val="0"/>
              </a:spcBef>
              <a:spcAft>
                <a:spcPts val="0"/>
              </a:spcAft>
              <a:buSzPts val="1300"/>
              <a:buNone/>
              <a:defRPr sz="1600" b="0" i="0">
                <a:solidFill>
                  <a:schemeClr val="accent2"/>
                </a:solidFill>
                <a:latin typeface="Roboto"/>
                <a:ea typeface="Roboto"/>
                <a:cs typeface="Roboto"/>
                <a:sym typeface="Roboto"/>
              </a:defRPr>
            </a:lvl1pPr>
            <a:lvl2pPr marL="914400" lvl="1" indent="-228600" algn="l">
              <a:spcBef>
                <a:spcPts val="0"/>
              </a:spcBef>
              <a:spcAft>
                <a:spcPts val="0"/>
              </a:spcAft>
              <a:buSzPts val="1300"/>
              <a:buNone/>
              <a:defRPr sz="1600">
                <a:solidFill>
                  <a:schemeClr val="accent1"/>
                </a:solidFill>
              </a:defRPr>
            </a:lvl2pPr>
            <a:lvl3pPr marL="1371600" lvl="2" indent="-228600" algn="l">
              <a:spcBef>
                <a:spcPts val="0"/>
              </a:spcBef>
              <a:spcAft>
                <a:spcPts val="0"/>
              </a:spcAft>
              <a:buSzPts val="1300"/>
              <a:buNone/>
              <a:defRPr sz="1600">
                <a:solidFill>
                  <a:schemeClr val="accent1"/>
                </a:solidFill>
              </a:defRPr>
            </a:lvl3pPr>
            <a:lvl4pPr marL="1828800" lvl="3" indent="-228600" algn="l">
              <a:spcBef>
                <a:spcPts val="0"/>
              </a:spcBef>
              <a:spcAft>
                <a:spcPts val="0"/>
              </a:spcAft>
              <a:buSzPts val="1300"/>
              <a:buNone/>
              <a:defRPr sz="1600">
                <a:solidFill>
                  <a:schemeClr val="accent1"/>
                </a:solidFill>
              </a:defRPr>
            </a:lvl4pPr>
            <a:lvl5pPr marL="2286000" lvl="4" indent="-228600" algn="l">
              <a:spcBef>
                <a:spcPts val="0"/>
              </a:spcBef>
              <a:spcAft>
                <a:spcPts val="0"/>
              </a:spcAft>
              <a:buSzPts val="1300"/>
              <a:buNone/>
              <a:defRPr sz="1600">
                <a:solidFill>
                  <a:schemeClr val="accent1"/>
                </a:solidFill>
              </a:defRPr>
            </a:lvl5pPr>
            <a:lvl6pPr marL="2743200" lvl="5" indent="-342900" algn="l">
              <a:spcBef>
                <a:spcPts val="0"/>
              </a:spcBef>
              <a:spcAft>
                <a:spcPts val="0"/>
              </a:spcAft>
              <a:buClr>
                <a:schemeClr val="dk1"/>
              </a:buClr>
              <a:buSzPts val="1800"/>
              <a:buChar char="•"/>
              <a:defRPr/>
            </a:lvl6pPr>
            <a:lvl7pPr marL="3200400" lvl="6" indent="-342900" algn="l">
              <a:spcBef>
                <a:spcPts val="0"/>
              </a:spcBef>
              <a:spcAft>
                <a:spcPts val="0"/>
              </a:spcAft>
              <a:buClr>
                <a:schemeClr val="dk1"/>
              </a:buClr>
              <a:buSzPts val="1800"/>
              <a:buChar char="•"/>
              <a:defRPr/>
            </a:lvl7pPr>
            <a:lvl8pPr marL="3657600" lvl="7" indent="-342900" algn="l">
              <a:spcBef>
                <a:spcPts val="0"/>
              </a:spcBef>
              <a:spcAft>
                <a:spcPts val="0"/>
              </a:spcAft>
              <a:buClr>
                <a:schemeClr val="dk1"/>
              </a:buClr>
              <a:buSzPts val="1800"/>
              <a:buChar char="•"/>
              <a:defRPr/>
            </a:lvl8pPr>
            <a:lvl9pPr marL="4114800" lvl="8" indent="-342900" algn="l">
              <a:spcBef>
                <a:spcPts val="0"/>
              </a:spcBef>
              <a:spcAft>
                <a:spcPts val="0"/>
              </a:spcAft>
              <a:buClr>
                <a:schemeClr val="dk1"/>
              </a:buClr>
              <a:buSzPts val="1800"/>
              <a:buChar char="•"/>
              <a:defRPr/>
            </a:lvl9pPr>
          </a:lstStyle>
          <a:p>
            <a:endParaRPr/>
          </a:p>
        </p:txBody>
      </p:sp>
      <p:sp>
        <p:nvSpPr>
          <p:cNvPr id="839" name="Google Shape;839;p120"/>
          <p:cNvSpPr txBox="1">
            <a:spLocks noGrp="1"/>
          </p:cNvSpPr>
          <p:nvPr>
            <p:ph type="body" idx="2"/>
          </p:nvPr>
        </p:nvSpPr>
        <p:spPr>
          <a:xfrm>
            <a:off x="419099" y="1603771"/>
            <a:ext cx="8305800" cy="2926200"/>
          </a:xfrm>
          <a:prstGeom prst="rect">
            <a:avLst/>
          </a:prstGeom>
          <a:noFill/>
          <a:ln>
            <a:noFill/>
          </a:ln>
        </p:spPr>
        <p:txBody>
          <a:bodyPr spcFirstLastPara="1" wrap="square" lIns="91425" tIns="45700" rIns="91425" bIns="45700" anchor="t" anchorCtr="0">
            <a:noAutofit/>
          </a:bodyPr>
          <a:lstStyle>
            <a:lvl1pPr marL="457200" lvl="0" indent="-228600" algn="l">
              <a:spcBef>
                <a:spcPts val="500"/>
              </a:spcBef>
              <a:spcAft>
                <a:spcPts val="0"/>
              </a:spcAft>
              <a:buClr>
                <a:srgbClr val="BFBFBF"/>
              </a:buClr>
              <a:buSzPts val="1400"/>
              <a:buFont typeface="Roboto"/>
              <a:buNone/>
              <a:defRPr>
                <a:solidFill>
                  <a:srgbClr val="7F7F7F"/>
                </a:solidFill>
              </a:defRPr>
            </a:lvl1pPr>
            <a:lvl2pPr marL="914400" lvl="1" indent="-228600" algn="l">
              <a:spcBef>
                <a:spcPts val="400"/>
              </a:spcBef>
              <a:spcAft>
                <a:spcPts val="0"/>
              </a:spcAft>
              <a:buClr>
                <a:srgbClr val="BFBFBF"/>
              </a:buClr>
              <a:buSzPts val="1400"/>
              <a:buNone/>
              <a:defRPr>
                <a:solidFill>
                  <a:srgbClr val="7F7F7F"/>
                </a:solidFill>
              </a:defRPr>
            </a:lvl2pPr>
            <a:lvl3pPr marL="1371600" lvl="2" indent="-317500" algn="l">
              <a:spcBef>
                <a:spcPts val="300"/>
              </a:spcBef>
              <a:spcAft>
                <a:spcPts val="0"/>
              </a:spcAft>
              <a:buClr>
                <a:srgbClr val="BFBFBF"/>
              </a:buClr>
              <a:buSzPts val="1400"/>
              <a:buFont typeface="Roboto"/>
              <a:buChar char="•"/>
              <a:defRPr>
                <a:solidFill>
                  <a:srgbClr val="7F7F7F"/>
                </a:solidFill>
              </a:defRPr>
            </a:lvl3pPr>
            <a:lvl4pPr marL="1828800" lvl="3" indent="-317500" algn="l">
              <a:spcBef>
                <a:spcPts val="300"/>
              </a:spcBef>
              <a:spcAft>
                <a:spcPts val="0"/>
              </a:spcAft>
              <a:buClr>
                <a:srgbClr val="BFBFBF"/>
              </a:buClr>
              <a:buSzPts val="1400"/>
              <a:buChar char="–"/>
              <a:defRPr>
                <a:solidFill>
                  <a:srgbClr val="7F7F7F"/>
                </a:solidFill>
              </a:defRPr>
            </a:lvl4pPr>
            <a:lvl5pPr marL="2286000" lvl="4" indent="-317500" algn="l">
              <a:spcBef>
                <a:spcPts val="300"/>
              </a:spcBef>
              <a:spcAft>
                <a:spcPts val="0"/>
              </a:spcAft>
              <a:buClr>
                <a:srgbClr val="BFBFBF"/>
              </a:buClr>
              <a:buSzPts val="1400"/>
              <a:buFont typeface="Roboto"/>
              <a:buChar char="»"/>
              <a:defRPr>
                <a:solidFill>
                  <a:srgbClr val="7F7F7F"/>
                </a:solidFill>
              </a:defRPr>
            </a:lvl5pPr>
            <a:lvl6pPr marL="2743200" lvl="5" indent="-342900" algn="l">
              <a:spcBef>
                <a:spcPts val="400"/>
              </a:spcBef>
              <a:spcAft>
                <a:spcPts val="0"/>
              </a:spcAft>
              <a:buClr>
                <a:schemeClr val="dk1"/>
              </a:buClr>
              <a:buSzPts val="1800"/>
              <a:buChar char="•"/>
              <a:defRPr/>
            </a:lvl6pPr>
            <a:lvl7pPr marL="3200400" lvl="6" indent="-342900" algn="l">
              <a:spcBef>
                <a:spcPts val="400"/>
              </a:spcBef>
              <a:spcAft>
                <a:spcPts val="0"/>
              </a:spcAft>
              <a:buClr>
                <a:schemeClr val="dk1"/>
              </a:buClr>
              <a:buSzPts val="1800"/>
              <a:buChar char="•"/>
              <a:defRPr/>
            </a:lvl7pPr>
            <a:lvl8pPr marL="3657600" lvl="7" indent="-342900" algn="l">
              <a:spcBef>
                <a:spcPts val="400"/>
              </a:spcBef>
              <a:spcAft>
                <a:spcPts val="0"/>
              </a:spcAft>
              <a:buClr>
                <a:schemeClr val="dk1"/>
              </a:buClr>
              <a:buSzPts val="1800"/>
              <a:buChar char="•"/>
              <a:defRPr/>
            </a:lvl8pPr>
            <a:lvl9pPr marL="4114800" lvl="8" indent="-342900" algn="l">
              <a:spcBef>
                <a:spcPts val="400"/>
              </a:spcBef>
              <a:spcAft>
                <a:spcPts val="0"/>
              </a:spcAft>
              <a:buClr>
                <a:schemeClr val="dk1"/>
              </a:buClr>
              <a:buSzPts val="1800"/>
              <a:buChar char="•"/>
              <a:defRPr/>
            </a:lvl9pPr>
          </a:lstStyle>
          <a:p>
            <a:endParaRPr/>
          </a:p>
        </p:txBody>
      </p:sp>
      <p:cxnSp>
        <p:nvCxnSpPr>
          <p:cNvPr id="840" name="Google Shape;840;p120"/>
          <p:cNvCxnSpPr/>
          <p:nvPr/>
        </p:nvCxnSpPr>
        <p:spPr>
          <a:xfrm>
            <a:off x="411480" y="412170"/>
            <a:ext cx="8321100" cy="0"/>
          </a:xfrm>
          <a:prstGeom prst="straightConnector1">
            <a:avLst/>
          </a:prstGeom>
          <a:noFill/>
          <a:ln w="9525" cap="flat" cmpd="sng">
            <a:solidFill>
              <a:srgbClr val="BFBFBF"/>
            </a:solidFill>
            <a:prstDash val="solid"/>
            <a:round/>
            <a:headEnd type="none" w="sm" len="sm"/>
            <a:tailEnd type="none" w="sm" len="sm"/>
          </a:ln>
        </p:spPr>
      </p:cxnSp>
      <p:pic>
        <p:nvPicPr>
          <p:cNvPr id="841" name="Google Shape;841;p120"/>
          <p:cNvPicPr preferRelativeResize="0"/>
          <p:nvPr/>
        </p:nvPicPr>
        <p:blipFill rotWithShape="1">
          <a:blip r:embed="rId2">
            <a:alphaModFix/>
          </a:blip>
          <a:srcRect/>
          <a:stretch/>
        </p:blipFill>
        <p:spPr>
          <a:xfrm>
            <a:off x="0" y="4640580"/>
            <a:ext cx="6907201" cy="502920"/>
          </a:xfrm>
          <a:prstGeom prst="rect">
            <a:avLst/>
          </a:prstGeom>
          <a:noFill/>
          <a:ln>
            <a:noFill/>
          </a:ln>
        </p:spPr>
      </p:pic>
      <p:sp>
        <p:nvSpPr>
          <p:cNvPr id="842" name="Google Shape;842;p120"/>
          <p:cNvSpPr/>
          <p:nvPr/>
        </p:nvSpPr>
        <p:spPr>
          <a:xfrm>
            <a:off x="411480" y="4852576"/>
            <a:ext cx="754380" cy="91894"/>
          </a:xfrm>
          <a:custGeom>
            <a:avLst/>
            <a:gdLst/>
            <a:ahLst/>
            <a:cxnLst/>
            <a:rect l="l" t="t" r="r" b="b"/>
            <a:pathLst>
              <a:path w="9144000" h="1113864" extrusionOk="0">
                <a:moveTo>
                  <a:pt x="5789292" y="24288"/>
                </a:moveTo>
                <a:lnTo>
                  <a:pt x="6718852" y="24288"/>
                </a:lnTo>
                <a:lnTo>
                  <a:pt x="6718852" y="244431"/>
                </a:lnTo>
                <a:lnTo>
                  <a:pt x="5942904" y="244431"/>
                </a:lnTo>
                <a:cubicBezTo>
                  <a:pt x="5906241" y="160891"/>
                  <a:pt x="5853800" y="87253"/>
                  <a:pt x="5789292" y="24288"/>
                </a:cubicBezTo>
                <a:close/>
                <a:moveTo>
                  <a:pt x="6592622" y="662440"/>
                </a:moveTo>
                <a:lnTo>
                  <a:pt x="6592622" y="444463"/>
                </a:lnTo>
                <a:lnTo>
                  <a:pt x="5997511" y="444463"/>
                </a:lnTo>
                <a:cubicBezTo>
                  <a:pt x="6002616" y="481746"/>
                  <a:pt x="6006174" y="519803"/>
                  <a:pt x="6006174" y="559407"/>
                </a:cubicBezTo>
                <a:cubicBezTo>
                  <a:pt x="6006027" y="593854"/>
                  <a:pt x="6003806" y="628260"/>
                  <a:pt x="5999522" y="662440"/>
                </a:cubicBezTo>
                <a:close/>
                <a:moveTo>
                  <a:pt x="5801049" y="1089576"/>
                </a:moveTo>
                <a:lnTo>
                  <a:pt x="6723803" y="1089576"/>
                </a:lnTo>
                <a:lnTo>
                  <a:pt x="6723803" y="869433"/>
                </a:lnTo>
                <a:lnTo>
                  <a:pt x="5946926" y="869433"/>
                </a:lnTo>
                <a:cubicBezTo>
                  <a:pt x="5912876" y="951495"/>
                  <a:pt x="5863350" y="1026236"/>
                  <a:pt x="5801049" y="1089576"/>
                </a:cubicBezTo>
                <a:close/>
                <a:moveTo>
                  <a:pt x="3168146" y="558634"/>
                </a:moveTo>
                <a:cubicBezTo>
                  <a:pt x="3168146" y="869897"/>
                  <a:pt x="2932237" y="1113864"/>
                  <a:pt x="2605522" y="1113864"/>
                </a:cubicBezTo>
                <a:cubicBezTo>
                  <a:pt x="2278807" y="1113864"/>
                  <a:pt x="2043052" y="869897"/>
                  <a:pt x="2043052" y="558634"/>
                </a:cubicBezTo>
                <a:cubicBezTo>
                  <a:pt x="2043052" y="247371"/>
                  <a:pt x="2278807" y="0"/>
                  <a:pt x="2605522" y="0"/>
                </a:cubicBezTo>
                <a:cubicBezTo>
                  <a:pt x="2932237" y="0"/>
                  <a:pt x="3168146" y="245360"/>
                  <a:pt x="3168146" y="558634"/>
                </a:cubicBezTo>
                <a:close/>
                <a:moveTo>
                  <a:pt x="2912127" y="558634"/>
                </a:moveTo>
                <a:cubicBezTo>
                  <a:pt x="2912127" y="364326"/>
                  <a:pt x="2784813" y="223392"/>
                  <a:pt x="2605522" y="223392"/>
                </a:cubicBezTo>
                <a:cubicBezTo>
                  <a:pt x="2426231" y="223392"/>
                  <a:pt x="2299072" y="364326"/>
                  <a:pt x="2299072" y="558634"/>
                </a:cubicBezTo>
                <a:cubicBezTo>
                  <a:pt x="2299072" y="752941"/>
                  <a:pt x="2426231" y="890472"/>
                  <a:pt x="2605522" y="890472"/>
                </a:cubicBezTo>
                <a:cubicBezTo>
                  <a:pt x="2784813" y="890472"/>
                  <a:pt x="2912127" y="750930"/>
                  <a:pt x="2912127" y="558634"/>
                </a:cubicBezTo>
                <a:close/>
                <a:moveTo>
                  <a:pt x="5688896" y="556932"/>
                </a:moveTo>
                <a:cubicBezTo>
                  <a:pt x="5688896" y="875466"/>
                  <a:pt x="5453915" y="1089576"/>
                  <a:pt x="5104305" y="1089576"/>
                </a:cubicBezTo>
                <a:lnTo>
                  <a:pt x="4677502" y="1089576"/>
                </a:lnTo>
                <a:lnTo>
                  <a:pt x="4677502" y="24288"/>
                </a:lnTo>
                <a:lnTo>
                  <a:pt x="5094095" y="24288"/>
                </a:lnTo>
                <a:cubicBezTo>
                  <a:pt x="5443550" y="24288"/>
                  <a:pt x="5688896" y="238398"/>
                  <a:pt x="5688896" y="556932"/>
                </a:cubicBezTo>
                <a:close/>
                <a:moveTo>
                  <a:pt x="5432876" y="556932"/>
                </a:moveTo>
                <a:cubicBezTo>
                  <a:pt x="5432876" y="364636"/>
                  <a:pt x="5293806" y="237315"/>
                  <a:pt x="5086979" y="237315"/>
                </a:cubicBezTo>
                <a:lnTo>
                  <a:pt x="4924240" y="237315"/>
                </a:lnTo>
                <a:lnTo>
                  <a:pt x="4924240" y="876704"/>
                </a:lnTo>
                <a:lnTo>
                  <a:pt x="5086979" y="876704"/>
                </a:lnTo>
                <a:cubicBezTo>
                  <a:pt x="5293806" y="876704"/>
                  <a:pt x="5432876" y="749228"/>
                  <a:pt x="5432876" y="556932"/>
                </a:cubicBezTo>
                <a:close/>
                <a:moveTo>
                  <a:pt x="570359" y="888925"/>
                </a:moveTo>
                <a:cubicBezTo>
                  <a:pt x="388129" y="888925"/>
                  <a:pt x="256020" y="745051"/>
                  <a:pt x="256020" y="556777"/>
                </a:cubicBezTo>
                <a:cubicBezTo>
                  <a:pt x="256020" y="368503"/>
                  <a:pt x="388129" y="225093"/>
                  <a:pt x="570359" y="225093"/>
                </a:cubicBezTo>
                <a:cubicBezTo>
                  <a:pt x="657916" y="225093"/>
                  <a:pt x="730468" y="256343"/>
                  <a:pt x="793738" y="316214"/>
                </a:cubicBezTo>
                <a:lnTo>
                  <a:pt x="952764" y="157179"/>
                </a:lnTo>
                <a:cubicBezTo>
                  <a:pt x="856544" y="58168"/>
                  <a:pt x="722579" y="0"/>
                  <a:pt x="567729" y="0"/>
                </a:cubicBezTo>
                <a:cubicBezTo>
                  <a:pt x="247047" y="0"/>
                  <a:pt x="0" y="244586"/>
                  <a:pt x="0" y="556932"/>
                </a:cubicBezTo>
                <a:cubicBezTo>
                  <a:pt x="0" y="869278"/>
                  <a:pt x="247047" y="1113864"/>
                  <a:pt x="567729" y="1113864"/>
                </a:cubicBezTo>
                <a:cubicBezTo>
                  <a:pt x="729540" y="1113864"/>
                  <a:pt x="871395" y="1048425"/>
                  <a:pt x="968079" y="938585"/>
                </a:cubicBezTo>
                <a:lnTo>
                  <a:pt x="809826" y="780324"/>
                </a:lnTo>
                <a:cubicBezTo>
                  <a:pt x="746092" y="850868"/>
                  <a:pt x="669828" y="888925"/>
                  <a:pt x="570359" y="888925"/>
                </a:cubicBezTo>
                <a:close/>
                <a:moveTo>
                  <a:pt x="1453047" y="24288"/>
                </a:moveTo>
                <a:lnTo>
                  <a:pt x="1206309" y="24288"/>
                </a:lnTo>
                <a:lnTo>
                  <a:pt x="1206309" y="1089576"/>
                </a:lnTo>
                <a:lnTo>
                  <a:pt x="1952711" y="1089576"/>
                </a:lnTo>
                <a:lnTo>
                  <a:pt x="1952711" y="872836"/>
                </a:lnTo>
                <a:lnTo>
                  <a:pt x="1453047" y="872836"/>
                </a:lnTo>
                <a:close/>
                <a:moveTo>
                  <a:pt x="7656766" y="731128"/>
                </a:moveTo>
                <a:lnTo>
                  <a:pt x="7960741" y="1089576"/>
                </a:lnTo>
                <a:lnTo>
                  <a:pt x="7673473" y="1089576"/>
                </a:lnTo>
                <a:lnTo>
                  <a:pt x="7390382" y="753251"/>
                </a:lnTo>
                <a:lnTo>
                  <a:pt x="7254560" y="753251"/>
                </a:lnTo>
                <a:lnTo>
                  <a:pt x="7254560" y="1089576"/>
                </a:lnTo>
                <a:lnTo>
                  <a:pt x="7012772" y="1089576"/>
                </a:lnTo>
                <a:lnTo>
                  <a:pt x="7012772" y="24288"/>
                </a:lnTo>
                <a:lnTo>
                  <a:pt x="7503927" y="24288"/>
                </a:lnTo>
                <a:cubicBezTo>
                  <a:pt x="7640987" y="24288"/>
                  <a:pt x="7741539" y="57704"/>
                  <a:pt x="7813626" y="119276"/>
                </a:cubicBezTo>
                <a:cubicBezTo>
                  <a:pt x="7885714" y="180848"/>
                  <a:pt x="7927637" y="275681"/>
                  <a:pt x="7927637" y="388305"/>
                </a:cubicBezTo>
                <a:cubicBezTo>
                  <a:pt x="7927637" y="529550"/>
                  <a:pt x="7867615" y="676054"/>
                  <a:pt x="7656766" y="731128"/>
                </a:cubicBezTo>
                <a:close/>
                <a:moveTo>
                  <a:pt x="7681053" y="391709"/>
                </a:moveTo>
                <a:cubicBezTo>
                  <a:pt x="7681053" y="344679"/>
                  <a:pt x="7662180" y="300743"/>
                  <a:pt x="7633717" y="275527"/>
                </a:cubicBezTo>
                <a:cubicBezTo>
                  <a:pt x="7601385" y="247216"/>
                  <a:pt x="7554977" y="232364"/>
                  <a:pt x="7490469" y="232364"/>
                </a:cubicBezTo>
                <a:lnTo>
                  <a:pt x="7254560" y="232364"/>
                </a:lnTo>
                <a:lnTo>
                  <a:pt x="7254560" y="552291"/>
                </a:lnTo>
                <a:lnTo>
                  <a:pt x="7491088" y="552291"/>
                </a:lnTo>
                <a:cubicBezTo>
                  <a:pt x="7554513" y="552291"/>
                  <a:pt x="7599529" y="537904"/>
                  <a:pt x="7631396" y="510521"/>
                </a:cubicBezTo>
                <a:cubicBezTo>
                  <a:pt x="7663263" y="483139"/>
                  <a:pt x="7681053" y="440131"/>
                  <a:pt x="7681053" y="391709"/>
                </a:cubicBezTo>
                <a:close/>
                <a:moveTo>
                  <a:pt x="9144619" y="1089576"/>
                </a:moveTo>
                <a:lnTo>
                  <a:pt x="8894942" y="1089576"/>
                </a:lnTo>
                <a:lnTo>
                  <a:pt x="8808622" y="872063"/>
                </a:lnTo>
                <a:lnTo>
                  <a:pt x="8355212" y="872063"/>
                </a:lnTo>
                <a:lnTo>
                  <a:pt x="8268738" y="1089576"/>
                </a:lnTo>
                <a:lnTo>
                  <a:pt x="8019215" y="1089576"/>
                </a:lnTo>
                <a:lnTo>
                  <a:pt x="8468913" y="24288"/>
                </a:lnTo>
                <a:lnTo>
                  <a:pt x="8689971" y="24288"/>
                </a:lnTo>
                <a:close/>
                <a:moveTo>
                  <a:pt x="8730192" y="674507"/>
                </a:moveTo>
                <a:lnTo>
                  <a:pt x="8581840" y="301207"/>
                </a:lnTo>
                <a:lnTo>
                  <a:pt x="8433642" y="674507"/>
                </a:lnTo>
                <a:close/>
                <a:moveTo>
                  <a:pt x="4123231" y="619896"/>
                </a:moveTo>
                <a:cubicBezTo>
                  <a:pt x="4123231" y="788678"/>
                  <a:pt x="4026237" y="890472"/>
                  <a:pt x="3890106" y="890472"/>
                </a:cubicBezTo>
                <a:cubicBezTo>
                  <a:pt x="3753975" y="890472"/>
                  <a:pt x="3656827" y="788678"/>
                  <a:pt x="3656827" y="619896"/>
                </a:cubicBezTo>
                <a:lnTo>
                  <a:pt x="3656827" y="24288"/>
                </a:lnTo>
                <a:lnTo>
                  <a:pt x="3410243" y="24288"/>
                </a:lnTo>
                <a:lnTo>
                  <a:pt x="3410243" y="610459"/>
                </a:lnTo>
                <a:cubicBezTo>
                  <a:pt x="3410243" y="918938"/>
                  <a:pt x="3603921" y="1113864"/>
                  <a:pt x="3890106" y="1113864"/>
                </a:cubicBezTo>
                <a:cubicBezTo>
                  <a:pt x="4176291" y="1113864"/>
                  <a:pt x="4369969" y="918938"/>
                  <a:pt x="4369969" y="610459"/>
                </a:cubicBezTo>
                <a:lnTo>
                  <a:pt x="4369969" y="24288"/>
                </a:lnTo>
                <a:lnTo>
                  <a:pt x="4123231" y="24288"/>
                </a:lnTo>
                <a:close/>
              </a:path>
            </a:pathLst>
          </a:custGeom>
          <a:solidFill>
            <a:srgbClr val="F9670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000">
              <a:solidFill>
                <a:schemeClr val="dk1"/>
              </a:solidFill>
              <a:latin typeface="Roboto"/>
              <a:ea typeface="Roboto"/>
              <a:cs typeface="Roboto"/>
              <a:sym typeface="Roboto"/>
            </a:endParaRPr>
          </a:p>
        </p:txBody>
      </p:sp>
      <p:sp>
        <p:nvSpPr>
          <p:cNvPr id="843" name="Google Shape;843;p120"/>
          <p:cNvSpPr txBox="1"/>
          <p:nvPr/>
        </p:nvSpPr>
        <p:spPr>
          <a:xfrm>
            <a:off x="6954050" y="4856804"/>
            <a:ext cx="1541100" cy="924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None/>
            </a:pPr>
            <a:r>
              <a:rPr lang="en" sz="600" b="0" u="none">
                <a:solidFill>
                  <a:srgbClr val="A5A5A5"/>
                </a:solidFill>
                <a:latin typeface="Roboto"/>
                <a:ea typeface="Roboto"/>
                <a:cs typeface="Roboto"/>
                <a:sym typeface="Roboto"/>
              </a:rPr>
              <a:t>© 20</a:t>
            </a:r>
            <a:r>
              <a:rPr lang="en" sz="600">
                <a:solidFill>
                  <a:srgbClr val="A5A5A5"/>
                </a:solidFill>
                <a:latin typeface="Roboto"/>
                <a:ea typeface="Roboto"/>
                <a:cs typeface="Roboto"/>
                <a:sym typeface="Roboto"/>
              </a:rPr>
              <a:t>24</a:t>
            </a:r>
            <a:r>
              <a:rPr lang="en" sz="600" b="0" u="none">
                <a:solidFill>
                  <a:srgbClr val="A5A5A5"/>
                </a:solidFill>
                <a:latin typeface="Roboto"/>
                <a:ea typeface="Roboto"/>
                <a:cs typeface="Roboto"/>
                <a:sym typeface="Roboto"/>
              </a:rPr>
              <a:t> Cloudera, Inc. All rights reserved.</a:t>
            </a:r>
            <a:endParaRPr sz="1400"/>
          </a:p>
        </p:txBody>
      </p:sp>
      <p:sp>
        <p:nvSpPr>
          <p:cNvPr id="844" name="Google Shape;844;p120"/>
          <p:cNvSpPr txBox="1"/>
          <p:nvPr/>
        </p:nvSpPr>
        <p:spPr>
          <a:xfrm>
            <a:off x="8476883" y="4858663"/>
            <a:ext cx="255600" cy="924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None/>
            </a:pPr>
            <a:fld id="{00000000-1234-1234-1234-123412341234}" type="slidenum">
              <a:rPr lang="en" sz="600" b="0" u="none">
                <a:solidFill>
                  <a:srgbClr val="A5A5A5"/>
                </a:solidFill>
                <a:latin typeface="Roboto"/>
                <a:ea typeface="Roboto"/>
                <a:cs typeface="Roboto"/>
                <a:sym typeface="Roboto"/>
              </a:rPr>
              <a:t>‹#›</a:t>
            </a:fld>
            <a:endParaRPr sz="600" b="0" u="none">
              <a:solidFill>
                <a:srgbClr val="A5A5A5"/>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matchingName="2 Columns">
  <p:cSld name="2 Columns">
    <p:spTree>
      <p:nvGrpSpPr>
        <p:cNvPr id="1" name="Shape 845"/>
        <p:cNvGrpSpPr/>
        <p:nvPr/>
      </p:nvGrpSpPr>
      <p:grpSpPr>
        <a:xfrm>
          <a:off x="0" y="0"/>
          <a:ext cx="0" cy="0"/>
          <a:chOff x="0" y="0"/>
          <a:chExt cx="0" cy="0"/>
        </a:xfrm>
      </p:grpSpPr>
      <p:sp>
        <p:nvSpPr>
          <p:cNvPr id="846" name="Google Shape;846;p121"/>
          <p:cNvSpPr txBox="1">
            <a:spLocks noGrp="1"/>
          </p:cNvSpPr>
          <p:nvPr>
            <p:ph type="title"/>
          </p:nvPr>
        </p:nvSpPr>
        <p:spPr>
          <a:xfrm>
            <a:off x="419100" y="457200"/>
            <a:ext cx="8305800" cy="420600"/>
          </a:xfrm>
          <a:prstGeom prst="rect">
            <a:avLst/>
          </a:prstGeom>
          <a:noFill/>
          <a:ln>
            <a:noFill/>
          </a:ln>
        </p:spPr>
        <p:txBody>
          <a:bodyPr spcFirstLastPara="1" wrap="square" lIns="0" tIns="91425" rIns="0" bIns="91425" anchor="t" anchorCtr="0">
            <a:noAutofit/>
          </a:bodyPr>
          <a:lstStyle>
            <a:lvl1pPr marR="0" lvl="0" algn="l">
              <a:lnSpc>
                <a:spcPct val="80000"/>
              </a:lnSpc>
              <a:spcBef>
                <a:spcPts val="0"/>
              </a:spcBef>
              <a:spcAft>
                <a:spcPts val="0"/>
              </a:spcAft>
              <a:buClr>
                <a:schemeClr val="dk1"/>
              </a:buClr>
              <a:buSzPts val="2200"/>
              <a:buFont typeface="Lato"/>
              <a:buNone/>
              <a:defRPr sz="2200" b="0" i="0" u="none" strike="noStrike" cap="none">
                <a:solidFill>
                  <a:schemeClr val="dk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47" name="Google Shape;847;p121"/>
          <p:cNvSpPr txBox="1">
            <a:spLocks noGrp="1"/>
          </p:cNvSpPr>
          <p:nvPr>
            <p:ph type="body" idx="1"/>
          </p:nvPr>
        </p:nvSpPr>
        <p:spPr>
          <a:xfrm>
            <a:off x="419100" y="822960"/>
            <a:ext cx="8305800" cy="308100"/>
          </a:xfrm>
          <a:prstGeom prst="rect">
            <a:avLst/>
          </a:prstGeom>
          <a:noFill/>
          <a:ln>
            <a:noFill/>
          </a:ln>
        </p:spPr>
        <p:txBody>
          <a:bodyPr spcFirstLastPara="1" wrap="square" lIns="0" tIns="27425" rIns="0" bIns="45700" anchor="t" anchorCtr="0">
            <a:noAutofit/>
          </a:bodyPr>
          <a:lstStyle>
            <a:lvl1pPr marL="457200" lvl="0" indent="-228600" algn="l">
              <a:spcBef>
                <a:spcPts val="0"/>
              </a:spcBef>
              <a:spcAft>
                <a:spcPts val="0"/>
              </a:spcAft>
              <a:buSzPts val="1300"/>
              <a:buNone/>
              <a:defRPr sz="1600" b="0" i="0">
                <a:solidFill>
                  <a:schemeClr val="accent2"/>
                </a:solidFill>
                <a:latin typeface="Roboto"/>
                <a:ea typeface="Roboto"/>
                <a:cs typeface="Roboto"/>
                <a:sym typeface="Roboto"/>
              </a:defRPr>
            </a:lvl1pPr>
            <a:lvl2pPr marL="914400" lvl="1" indent="-228600" algn="l">
              <a:spcBef>
                <a:spcPts val="0"/>
              </a:spcBef>
              <a:spcAft>
                <a:spcPts val="0"/>
              </a:spcAft>
              <a:buSzPts val="1300"/>
              <a:buNone/>
              <a:defRPr sz="1600">
                <a:solidFill>
                  <a:schemeClr val="accent1"/>
                </a:solidFill>
              </a:defRPr>
            </a:lvl2pPr>
            <a:lvl3pPr marL="1371600" lvl="2" indent="-228600" algn="l">
              <a:spcBef>
                <a:spcPts val="0"/>
              </a:spcBef>
              <a:spcAft>
                <a:spcPts val="0"/>
              </a:spcAft>
              <a:buSzPts val="1300"/>
              <a:buNone/>
              <a:defRPr sz="1600">
                <a:solidFill>
                  <a:schemeClr val="accent1"/>
                </a:solidFill>
              </a:defRPr>
            </a:lvl3pPr>
            <a:lvl4pPr marL="1828800" lvl="3" indent="-228600" algn="l">
              <a:spcBef>
                <a:spcPts val="0"/>
              </a:spcBef>
              <a:spcAft>
                <a:spcPts val="0"/>
              </a:spcAft>
              <a:buSzPts val="1300"/>
              <a:buNone/>
              <a:defRPr sz="1600">
                <a:solidFill>
                  <a:schemeClr val="accent1"/>
                </a:solidFill>
              </a:defRPr>
            </a:lvl4pPr>
            <a:lvl5pPr marL="2286000" lvl="4" indent="-228600" algn="l">
              <a:spcBef>
                <a:spcPts val="0"/>
              </a:spcBef>
              <a:spcAft>
                <a:spcPts val="0"/>
              </a:spcAft>
              <a:buSzPts val="1300"/>
              <a:buNone/>
              <a:defRPr sz="1600">
                <a:solidFill>
                  <a:schemeClr val="accent1"/>
                </a:solidFill>
              </a:defRPr>
            </a:lvl5pPr>
            <a:lvl6pPr marL="2743200" lvl="5" indent="-342900" algn="l">
              <a:spcBef>
                <a:spcPts val="0"/>
              </a:spcBef>
              <a:spcAft>
                <a:spcPts val="0"/>
              </a:spcAft>
              <a:buClr>
                <a:schemeClr val="dk1"/>
              </a:buClr>
              <a:buSzPts val="1800"/>
              <a:buChar char="•"/>
              <a:defRPr/>
            </a:lvl6pPr>
            <a:lvl7pPr marL="3200400" lvl="6" indent="-342900" algn="l">
              <a:spcBef>
                <a:spcPts val="0"/>
              </a:spcBef>
              <a:spcAft>
                <a:spcPts val="0"/>
              </a:spcAft>
              <a:buClr>
                <a:schemeClr val="dk1"/>
              </a:buClr>
              <a:buSzPts val="1800"/>
              <a:buChar char="•"/>
              <a:defRPr/>
            </a:lvl7pPr>
            <a:lvl8pPr marL="3657600" lvl="7" indent="-342900" algn="l">
              <a:spcBef>
                <a:spcPts val="0"/>
              </a:spcBef>
              <a:spcAft>
                <a:spcPts val="0"/>
              </a:spcAft>
              <a:buClr>
                <a:schemeClr val="dk1"/>
              </a:buClr>
              <a:buSzPts val="1800"/>
              <a:buChar char="•"/>
              <a:defRPr/>
            </a:lvl8pPr>
            <a:lvl9pPr marL="4114800" lvl="8" indent="-342900" algn="l">
              <a:spcBef>
                <a:spcPts val="0"/>
              </a:spcBef>
              <a:spcAft>
                <a:spcPts val="0"/>
              </a:spcAft>
              <a:buClr>
                <a:schemeClr val="dk1"/>
              </a:buClr>
              <a:buSzPts val="1800"/>
              <a:buChar char="•"/>
              <a:defRPr/>
            </a:lvl9pPr>
          </a:lstStyle>
          <a:p>
            <a:endParaRPr/>
          </a:p>
        </p:txBody>
      </p:sp>
      <p:sp>
        <p:nvSpPr>
          <p:cNvPr id="848" name="Google Shape;848;p121"/>
          <p:cNvSpPr txBox="1">
            <a:spLocks noGrp="1"/>
          </p:cNvSpPr>
          <p:nvPr>
            <p:ph type="body" idx="2"/>
          </p:nvPr>
        </p:nvSpPr>
        <p:spPr>
          <a:xfrm>
            <a:off x="419099" y="1603771"/>
            <a:ext cx="4038600" cy="2926200"/>
          </a:xfrm>
          <a:prstGeom prst="rect">
            <a:avLst/>
          </a:prstGeom>
          <a:noFill/>
          <a:ln>
            <a:noFill/>
          </a:ln>
        </p:spPr>
        <p:txBody>
          <a:bodyPr spcFirstLastPara="1" wrap="square" lIns="91425" tIns="45700" rIns="91425" bIns="45700" anchor="t" anchorCtr="0">
            <a:noAutofit/>
          </a:bodyPr>
          <a:lstStyle>
            <a:lvl1pPr marL="457200" lvl="0" indent="-228600" algn="l">
              <a:spcBef>
                <a:spcPts val="500"/>
              </a:spcBef>
              <a:spcAft>
                <a:spcPts val="0"/>
              </a:spcAft>
              <a:buClr>
                <a:srgbClr val="BFBFBF"/>
              </a:buClr>
              <a:buSzPts val="1400"/>
              <a:buFont typeface="Roboto"/>
              <a:buNone/>
              <a:defRPr>
                <a:solidFill>
                  <a:srgbClr val="7F7F7F"/>
                </a:solidFill>
              </a:defRPr>
            </a:lvl1pPr>
            <a:lvl2pPr marL="914400" lvl="1" indent="-228600" algn="l">
              <a:spcBef>
                <a:spcPts val="400"/>
              </a:spcBef>
              <a:spcAft>
                <a:spcPts val="0"/>
              </a:spcAft>
              <a:buClr>
                <a:srgbClr val="BFBFBF"/>
              </a:buClr>
              <a:buSzPts val="1400"/>
              <a:buNone/>
              <a:defRPr>
                <a:solidFill>
                  <a:srgbClr val="7F7F7F"/>
                </a:solidFill>
              </a:defRPr>
            </a:lvl2pPr>
            <a:lvl3pPr marL="1371600" lvl="2" indent="-317500" algn="l">
              <a:spcBef>
                <a:spcPts val="300"/>
              </a:spcBef>
              <a:spcAft>
                <a:spcPts val="0"/>
              </a:spcAft>
              <a:buClr>
                <a:srgbClr val="BFBFBF"/>
              </a:buClr>
              <a:buSzPts val="1400"/>
              <a:buFont typeface="Roboto"/>
              <a:buChar char="•"/>
              <a:defRPr>
                <a:solidFill>
                  <a:srgbClr val="7F7F7F"/>
                </a:solidFill>
              </a:defRPr>
            </a:lvl3pPr>
            <a:lvl4pPr marL="1828800" lvl="3" indent="-317500" algn="l">
              <a:spcBef>
                <a:spcPts val="300"/>
              </a:spcBef>
              <a:spcAft>
                <a:spcPts val="0"/>
              </a:spcAft>
              <a:buClr>
                <a:srgbClr val="BFBFBF"/>
              </a:buClr>
              <a:buSzPts val="1400"/>
              <a:buChar char="–"/>
              <a:defRPr>
                <a:solidFill>
                  <a:srgbClr val="7F7F7F"/>
                </a:solidFill>
              </a:defRPr>
            </a:lvl4pPr>
            <a:lvl5pPr marL="2286000" lvl="4" indent="-317500" algn="l">
              <a:spcBef>
                <a:spcPts val="300"/>
              </a:spcBef>
              <a:spcAft>
                <a:spcPts val="0"/>
              </a:spcAft>
              <a:buClr>
                <a:srgbClr val="BFBFBF"/>
              </a:buClr>
              <a:buSzPts val="1400"/>
              <a:buFont typeface="Roboto"/>
              <a:buChar char="»"/>
              <a:defRPr>
                <a:solidFill>
                  <a:srgbClr val="7F7F7F"/>
                </a:solidFill>
              </a:defRPr>
            </a:lvl5pPr>
            <a:lvl6pPr marL="2743200" lvl="5" indent="-342900" algn="l">
              <a:spcBef>
                <a:spcPts val="400"/>
              </a:spcBef>
              <a:spcAft>
                <a:spcPts val="0"/>
              </a:spcAft>
              <a:buClr>
                <a:schemeClr val="dk1"/>
              </a:buClr>
              <a:buSzPts val="1800"/>
              <a:buChar char="•"/>
              <a:defRPr/>
            </a:lvl6pPr>
            <a:lvl7pPr marL="3200400" lvl="6" indent="-342900" algn="l">
              <a:spcBef>
                <a:spcPts val="400"/>
              </a:spcBef>
              <a:spcAft>
                <a:spcPts val="0"/>
              </a:spcAft>
              <a:buClr>
                <a:schemeClr val="dk1"/>
              </a:buClr>
              <a:buSzPts val="1800"/>
              <a:buChar char="•"/>
              <a:defRPr/>
            </a:lvl7pPr>
            <a:lvl8pPr marL="3657600" lvl="7" indent="-342900" algn="l">
              <a:spcBef>
                <a:spcPts val="400"/>
              </a:spcBef>
              <a:spcAft>
                <a:spcPts val="0"/>
              </a:spcAft>
              <a:buClr>
                <a:schemeClr val="dk1"/>
              </a:buClr>
              <a:buSzPts val="1800"/>
              <a:buChar char="•"/>
              <a:defRPr/>
            </a:lvl8pPr>
            <a:lvl9pPr marL="4114800" lvl="8" indent="-342900" algn="l">
              <a:spcBef>
                <a:spcPts val="400"/>
              </a:spcBef>
              <a:spcAft>
                <a:spcPts val="0"/>
              </a:spcAft>
              <a:buClr>
                <a:schemeClr val="dk1"/>
              </a:buClr>
              <a:buSzPts val="1800"/>
              <a:buChar char="•"/>
              <a:defRPr/>
            </a:lvl9pPr>
          </a:lstStyle>
          <a:p>
            <a:endParaRPr/>
          </a:p>
        </p:txBody>
      </p:sp>
      <p:sp>
        <p:nvSpPr>
          <p:cNvPr id="849" name="Google Shape;849;p121"/>
          <p:cNvSpPr txBox="1">
            <a:spLocks noGrp="1"/>
          </p:cNvSpPr>
          <p:nvPr>
            <p:ph type="body" idx="3"/>
          </p:nvPr>
        </p:nvSpPr>
        <p:spPr>
          <a:xfrm>
            <a:off x="4683252" y="1603771"/>
            <a:ext cx="4041600" cy="2926200"/>
          </a:xfrm>
          <a:prstGeom prst="rect">
            <a:avLst/>
          </a:prstGeom>
          <a:noFill/>
          <a:ln>
            <a:noFill/>
          </a:ln>
        </p:spPr>
        <p:txBody>
          <a:bodyPr spcFirstLastPara="1" wrap="square" lIns="91425" tIns="45700" rIns="91425" bIns="45700" anchor="t" anchorCtr="0">
            <a:noAutofit/>
          </a:bodyPr>
          <a:lstStyle>
            <a:lvl1pPr marL="457200" lvl="0" indent="-228600" algn="l">
              <a:spcBef>
                <a:spcPts val="500"/>
              </a:spcBef>
              <a:spcAft>
                <a:spcPts val="0"/>
              </a:spcAft>
              <a:buClr>
                <a:srgbClr val="BFBFBF"/>
              </a:buClr>
              <a:buSzPts val="1500"/>
              <a:buNone/>
              <a:defRPr>
                <a:solidFill>
                  <a:srgbClr val="7F7F7F"/>
                </a:solidFill>
              </a:defRPr>
            </a:lvl1pPr>
            <a:lvl2pPr marL="914400" lvl="1" indent="-228600" algn="l">
              <a:spcBef>
                <a:spcPts val="400"/>
              </a:spcBef>
              <a:spcAft>
                <a:spcPts val="0"/>
              </a:spcAft>
              <a:buClr>
                <a:srgbClr val="BFBFBF"/>
              </a:buClr>
              <a:buSzPts val="1400"/>
              <a:buNone/>
              <a:defRPr>
                <a:solidFill>
                  <a:srgbClr val="7F7F7F"/>
                </a:solidFill>
              </a:defRPr>
            </a:lvl2pPr>
            <a:lvl3pPr marL="1371600" lvl="2" indent="-317500" algn="l">
              <a:spcBef>
                <a:spcPts val="300"/>
              </a:spcBef>
              <a:spcAft>
                <a:spcPts val="0"/>
              </a:spcAft>
              <a:buClr>
                <a:srgbClr val="BFBFBF"/>
              </a:buClr>
              <a:buSzPts val="1400"/>
              <a:buFont typeface="Roboto"/>
              <a:buChar char="•"/>
              <a:defRPr>
                <a:solidFill>
                  <a:srgbClr val="7F7F7F"/>
                </a:solidFill>
              </a:defRPr>
            </a:lvl3pPr>
            <a:lvl4pPr marL="1828800" lvl="3" indent="-317500" algn="l">
              <a:spcBef>
                <a:spcPts val="300"/>
              </a:spcBef>
              <a:spcAft>
                <a:spcPts val="0"/>
              </a:spcAft>
              <a:buClr>
                <a:srgbClr val="BFBFBF"/>
              </a:buClr>
              <a:buSzPts val="1400"/>
              <a:buChar char="–"/>
              <a:defRPr>
                <a:solidFill>
                  <a:srgbClr val="7F7F7F"/>
                </a:solidFill>
              </a:defRPr>
            </a:lvl4pPr>
            <a:lvl5pPr marL="2286000" lvl="4" indent="-317500" algn="l">
              <a:spcBef>
                <a:spcPts val="300"/>
              </a:spcBef>
              <a:spcAft>
                <a:spcPts val="0"/>
              </a:spcAft>
              <a:buClr>
                <a:srgbClr val="BFBFBF"/>
              </a:buClr>
              <a:buSzPts val="1400"/>
              <a:buFont typeface="Roboto"/>
              <a:buChar char="»"/>
              <a:defRPr>
                <a:solidFill>
                  <a:srgbClr val="7F7F7F"/>
                </a:solidFill>
              </a:defRPr>
            </a:lvl5pPr>
            <a:lvl6pPr marL="2743200" lvl="5" indent="-342900" algn="l">
              <a:spcBef>
                <a:spcPts val="400"/>
              </a:spcBef>
              <a:spcAft>
                <a:spcPts val="0"/>
              </a:spcAft>
              <a:buClr>
                <a:schemeClr val="dk1"/>
              </a:buClr>
              <a:buSzPts val="1800"/>
              <a:buChar char="•"/>
              <a:defRPr/>
            </a:lvl6pPr>
            <a:lvl7pPr marL="3200400" lvl="6" indent="-342900" algn="l">
              <a:spcBef>
                <a:spcPts val="400"/>
              </a:spcBef>
              <a:spcAft>
                <a:spcPts val="0"/>
              </a:spcAft>
              <a:buClr>
                <a:schemeClr val="dk1"/>
              </a:buClr>
              <a:buSzPts val="1800"/>
              <a:buChar char="•"/>
              <a:defRPr/>
            </a:lvl7pPr>
            <a:lvl8pPr marL="3657600" lvl="7" indent="-342900" algn="l">
              <a:spcBef>
                <a:spcPts val="400"/>
              </a:spcBef>
              <a:spcAft>
                <a:spcPts val="0"/>
              </a:spcAft>
              <a:buClr>
                <a:schemeClr val="dk1"/>
              </a:buClr>
              <a:buSzPts val="1800"/>
              <a:buChar char="•"/>
              <a:defRPr/>
            </a:lvl8pPr>
            <a:lvl9pPr marL="4114800" lvl="8" indent="-342900" algn="l">
              <a:spcBef>
                <a:spcPts val="400"/>
              </a:spcBef>
              <a:spcAft>
                <a:spcPts val="0"/>
              </a:spcAft>
              <a:buClr>
                <a:schemeClr val="dk1"/>
              </a:buClr>
              <a:buSzPts val="1800"/>
              <a:buChar char="•"/>
              <a:defRPr/>
            </a:lvl9pPr>
          </a:lstStyle>
          <a:p>
            <a:endParaRPr/>
          </a:p>
        </p:txBody>
      </p:sp>
      <p:cxnSp>
        <p:nvCxnSpPr>
          <p:cNvPr id="850" name="Google Shape;850;p121"/>
          <p:cNvCxnSpPr/>
          <p:nvPr/>
        </p:nvCxnSpPr>
        <p:spPr>
          <a:xfrm>
            <a:off x="411480" y="412170"/>
            <a:ext cx="8321100" cy="0"/>
          </a:xfrm>
          <a:prstGeom prst="straightConnector1">
            <a:avLst/>
          </a:prstGeom>
          <a:noFill/>
          <a:ln w="9525" cap="flat" cmpd="sng">
            <a:solidFill>
              <a:srgbClr val="BFBFBF"/>
            </a:solidFill>
            <a:prstDash val="solid"/>
            <a:round/>
            <a:headEnd type="none" w="sm" len="sm"/>
            <a:tailEnd type="none" w="sm" len="sm"/>
          </a:ln>
        </p:spPr>
      </p:cxnSp>
      <p:pic>
        <p:nvPicPr>
          <p:cNvPr id="851" name="Google Shape;851;p121"/>
          <p:cNvPicPr preferRelativeResize="0"/>
          <p:nvPr/>
        </p:nvPicPr>
        <p:blipFill rotWithShape="1">
          <a:blip r:embed="rId2">
            <a:alphaModFix/>
          </a:blip>
          <a:srcRect/>
          <a:stretch/>
        </p:blipFill>
        <p:spPr>
          <a:xfrm>
            <a:off x="0" y="4640580"/>
            <a:ext cx="6907201" cy="502920"/>
          </a:xfrm>
          <a:prstGeom prst="rect">
            <a:avLst/>
          </a:prstGeom>
          <a:noFill/>
          <a:ln>
            <a:noFill/>
          </a:ln>
        </p:spPr>
      </p:pic>
      <p:sp>
        <p:nvSpPr>
          <p:cNvPr id="852" name="Google Shape;852;p121"/>
          <p:cNvSpPr/>
          <p:nvPr/>
        </p:nvSpPr>
        <p:spPr>
          <a:xfrm>
            <a:off x="411480" y="4852576"/>
            <a:ext cx="754380" cy="91894"/>
          </a:xfrm>
          <a:custGeom>
            <a:avLst/>
            <a:gdLst/>
            <a:ahLst/>
            <a:cxnLst/>
            <a:rect l="l" t="t" r="r" b="b"/>
            <a:pathLst>
              <a:path w="9144000" h="1113864" extrusionOk="0">
                <a:moveTo>
                  <a:pt x="5789292" y="24288"/>
                </a:moveTo>
                <a:lnTo>
                  <a:pt x="6718852" y="24288"/>
                </a:lnTo>
                <a:lnTo>
                  <a:pt x="6718852" y="244431"/>
                </a:lnTo>
                <a:lnTo>
                  <a:pt x="5942904" y="244431"/>
                </a:lnTo>
                <a:cubicBezTo>
                  <a:pt x="5906241" y="160891"/>
                  <a:pt x="5853800" y="87253"/>
                  <a:pt x="5789292" y="24288"/>
                </a:cubicBezTo>
                <a:close/>
                <a:moveTo>
                  <a:pt x="6592622" y="662440"/>
                </a:moveTo>
                <a:lnTo>
                  <a:pt x="6592622" y="444463"/>
                </a:lnTo>
                <a:lnTo>
                  <a:pt x="5997511" y="444463"/>
                </a:lnTo>
                <a:cubicBezTo>
                  <a:pt x="6002616" y="481746"/>
                  <a:pt x="6006174" y="519803"/>
                  <a:pt x="6006174" y="559407"/>
                </a:cubicBezTo>
                <a:cubicBezTo>
                  <a:pt x="6006027" y="593854"/>
                  <a:pt x="6003806" y="628260"/>
                  <a:pt x="5999522" y="662440"/>
                </a:cubicBezTo>
                <a:close/>
                <a:moveTo>
                  <a:pt x="5801049" y="1089576"/>
                </a:moveTo>
                <a:lnTo>
                  <a:pt x="6723803" y="1089576"/>
                </a:lnTo>
                <a:lnTo>
                  <a:pt x="6723803" y="869433"/>
                </a:lnTo>
                <a:lnTo>
                  <a:pt x="5946926" y="869433"/>
                </a:lnTo>
                <a:cubicBezTo>
                  <a:pt x="5912876" y="951495"/>
                  <a:pt x="5863350" y="1026236"/>
                  <a:pt x="5801049" y="1089576"/>
                </a:cubicBezTo>
                <a:close/>
                <a:moveTo>
                  <a:pt x="3168146" y="558634"/>
                </a:moveTo>
                <a:cubicBezTo>
                  <a:pt x="3168146" y="869897"/>
                  <a:pt x="2932237" y="1113864"/>
                  <a:pt x="2605522" y="1113864"/>
                </a:cubicBezTo>
                <a:cubicBezTo>
                  <a:pt x="2278807" y="1113864"/>
                  <a:pt x="2043052" y="869897"/>
                  <a:pt x="2043052" y="558634"/>
                </a:cubicBezTo>
                <a:cubicBezTo>
                  <a:pt x="2043052" y="247371"/>
                  <a:pt x="2278807" y="0"/>
                  <a:pt x="2605522" y="0"/>
                </a:cubicBezTo>
                <a:cubicBezTo>
                  <a:pt x="2932237" y="0"/>
                  <a:pt x="3168146" y="245360"/>
                  <a:pt x="3168146" y="558634"/>
                </a:cubicBezTo>
                <a:close/>
                <a:moveTo>
                  <a:pt x="2912127" y="558634"/>
                </a:moveTo>
                <a:cubicBezTo>
                  <a:pt x="2912127" y="364326"/>
                  <a:pt x="2784813" y="223392"/>
                  <a:pt x="2605522" y="223392"/>
                </a:cubicBezTo>
                <a:cubicBezTo>
                  <a:pt x="2426231" y="223392"/>
                  <a:pt x="2299072" y="364326"/>
                  <a:pt x="2299072" y="558634"/>
                </a:cubicBezTo>
                <a:cubicBezTo>
                  <a:pt x="2299072" y="752941"/>
                  <a:pt x="2426231" y="890472"/>
                  <a:pt x="2605522" y="890472"/>
                </a:cubicBezTo>
                <a:cubicBezTo>
                  <a:pt x="2784813" y="890472"/>
                  <a:pt x="2912127" y="750930"/>
                  <a:pt x="2912127" y="558634"/>
                </a:cubicBezTo>
                <a:close/>
                <a:moveTo>
                  <a:pt x="5688896" y="556932"/>
                </a:moveTo>
                <a:cubicBezTo>
                  <a:pt x="5688896" y="875466"/>
                  <a:pt x="5453915" y="1089576"/>
                  <a:pt x="5104305" y="1089576"/>
                </a:cubicBezTo>
                <a:lnTo>
                  <a:pt x="4677502" y="1089576"/>
                </a:lnTo>
                <a:lnTo>
                  <a:pt x="4677502" y="24288"/>
                </a:lnTo>
                <a:lnTo>
                  <a:pt x="5094095" y="24288"/>
                </a:lnTo>
                <a:cubicBezTo>
                  <a:pt x="5443550" y="24288"/>
                  <a:pt x="5688896" y="238398"/>
                  <a:pt x="5688896" y="556932"/>
                </a:cubicBezTo>
                <a:close/>
                <a:moveTo>
                  <a:pt x="5432876" y="556932"/>
                </a:moveTo>
                <a:cubicBezTo>
                  <a:pt x="5432876" y="364636"/>
                  <a:pt x="5293806" y="237315"/>
                  <a:pt x="5086979" y="237315"/>
                </a:cubicBezTo>
                <a:lnTo>
                  <a:pt x="4924240" y="237315"/>
                </a:lnTo>
                <a:lnTo>
                  <a:pt x="4924240" y="876704"/>
                </a:lnTo>
                <a:lnTo>
                  <a:pt x="5086979" y="876704"/>
                </a:lnTo>
                <a:cubicBezTo>
                  <a:pt x="5293806" y="876704"/>
                  <a:pt x="5432876" y="749228"/>
                  <a:pt x="5432876" y="556932"/>
                </a:cubicBezTo>
                <a:close/>
                <a:moveTo>
                  <a:pt x="570359" y="888925"/>
                </a:moveTo>
                <a:cubicBezTo>
                  <a:pt x="388129" y="888925"/>
                  <a:pt x="256020" y="745051"/>
                  <a:pt x="256020" y="556777"/>
                </a:cubicBezTo>
                <a:cubicBezTo>
                  <a:pt x="256020" y="368503"/>
                  <a:pt x="388129" y="225093"/>
                  <a:pt x="570359" y="225093"/>
                </a:cubicBezTo>
                <a:cubicBezTo>
                  <a:pt x="657916" y="225093"/>
                  <a:pt x="730468" y="256343"/>
                  <a:pt x="793738" y="316214"/>
                </a:cubicBezTo>
                <a:lnTo>
                  <a:pt x="952764" y="157179"/>
                </a:lnTo>
                <a:cubicBezTo>
                  <a:pt x="856544" y="58168"/>
                  <a:pt x="722579" y="0"/>
                  <a:pt x="567729" y="0"/>
                </a:cubicBezTo>
                <a:cubicBezTo>
                  <a:pt x="247047" y="0"/>
                  <a:pt x="0" y="244586"/>
                  <a:pt x="0" y="556932"/>
                </a:cubicBezTo>
                <a:cubicBezTo>
                  <a:pt x="0" y="869278"/>
                  <a:pt x="247047" y="1113864"/>
                  <a:pt x="567729" y="1113864"/>
                </a:cubicBezTo>
                <a:cubicBezTo>
                  <a:pt x="729540" y="1113864"/>
                  <a:pt x="871395" y="1048425"/>
                  <a:pt x="968079" y="938585"/>
                </a:cubicBezTo>
                <a:lnTo>
                  <a:pt x="809826" y="780324"/>
                </a:lnTo>
                <a:cubicBezTo>
                  <a:pt x="746092" y="850868"/>
                  <a:pt x="669828" y="888925"/>
                  <a:pt x="570359" y="888925"/>
                </a:cubicBezTo>
                <a:close/>
                <a:moveTo>
                  <a:pt x="1453047" y="24288"/>
                </a:moveTo>
                <a:lnTo>
                  <a:pt x="1206309" y="24288"/>
                </a:lnTo>
                <a:lnTo>
                  <a:pt x="1206309" y="1089576"/>
                </a:lnTo>
                <a:lnTo>
                  <a:pt x="1952711" y="1089576"/>
                </a:lnTo>
                <a:lnTo>
                  <a:pt x="1952711" y="872836"/>
                </a:lnTo>
                <a:lnTo>
                  <a:pt x="1453047" y="872836"/>
                </a:lnTo>
                <a:close/>
                <a:moveTo>
                  <a:pt x="7656766" y="731128"/>
                </a:moveTo>
                <a:lnTo>
                  <a:pt x="7960741" y="1089576"/>
                </a:lnTo>
                <a:lnTo>
                  <a:pt x="7673473" y="1089576"/>
                </a:lnTo>
                <a:lnTo>
                  <a:pt x="7390382" y="753251"/>
                </a:lnTo>
                <a:lnTo>
                  <a:pt x="7254560" y="753251"/>
                </a:lnTo>
                <a:lnTo>
                  <a:pt x="7254560" y="1089576"/>
                </a:lnTo>
                <a:lnTo>
                  <a:pt x="7012772" y="1089576"/>
                </a:lnTo>
                <a:lnTo>
                  <a:pt x="7012772" y="24288"/>
                </a:lnTo>
                <a:lnTo>
                  <a:pt x="7503927" y="24288"/>
                </a:lnTo>
                <a:cubicBezTo>
                  <a:pt x="7640987" y="24288"/>
                  <a:pt x="7741539" y="57704"/>
                  <a:pt x="7813626" y="119276"/>
                </a:cubicBezTo>
                <a:cubicBezTo>
                  <a:pt x="7885714" y="180848"/>
                  <a:pt x="7927637" y="275681"/>
                  <a:pt x="7927637" y="388305"/>
                </a:cubicBezTo>
                <a:cubicBezTo>
                  <a:pt x="7927637" y="529550"/>
                  <a:pt x="7867615" y="676054"/>
                  <a:pt x="7656766" y="731128"/>
                </a:cubicBezTo>
                <a:close/>
                <a:moveTo>
                  <a:pt x="7681053" y="391709"/>
                </a:moveTo>
                <a:cubicBezTo>
                  <a:pt x="7681053" y="344679"/>
                  <a:pt x="7662180" y="300743"/>
                  <a:pt x="7633717" y="275527"/>
                </a:cubicBezTo>
                <a:cubicBezTo>
                  <a:pt x="7601385" y="247216"/>
                  <a:pt x="7554977" y="232364"/>
                  <a:pt x="7490469" y="232364"/>
                </a:cubicBezTo>
                <a:lnTo>
                  <a:pt x="7254560" y="232364"/>
                </a:lnTo>
                <a:lnTo>
                  <a:pt x="7254560" y="552291"/>
                </a:lnTo>
                <a:lnTo>
                  <a:pt x="7491088" y="552291"/>
                </a:lnTo>
                <a:cubicBezTo>
                  <a:pt x="7554513" y="552291"/>
                  <a:pt x="7599529" y="537904"/>
                  <a:pt x="7631396" y="510521"/>
                </a:cubicBezTo>
                <a:cubicBezTo>
                  <a:pt x="7663263" y="483139"/>
                  <a:pt x="7681053" y="440131"/>
                  <a:pt x="7681053" y="391709"/>
                </a:cubicBezTo>
                <a:close/>
                <a:moveTo>
                  <a:pt x="9144619" y="1089576"/>
                </a:moveTo>
                <a:lnTo>
                  <a:pt x="8894942" y="1089576"/>
                </a:lnTo>
                <a:lnTo>
                  <a:pt x="8808622" y="872063"/>
                </a:lnTo>
                <a:lnTo>
                  <a:pt x="8355212" y="872063"/>
                </a:lnTo>
                <a:lnTo>
                  <a:pt x="8268738" y="1089576"/>
                </a:lnTo>
                <a:lnTo>
                  <a:pt x="8019215" y="1089576"/>
                </a:lnTo>
                <a:lnTo>
                  <a:pt x="8468913" y="24288"/>
                </a:lnTo>
                <a:lnTo>
                  <a:pt x="8689971" y="24288"/>
                </a:lnTo>
                <a:close/>
                <a:moveTo>
                  <a:pt x="8730192" y="674507"/>
                </a:moveTo>
                <a:lnTo>
                  <a:pt x="8581840" y="301207"/>
                </a:lnTo>
                <a:lnTo>
                  <a:pt x="8433642" y="674507"/>
                </a:lnTo>
                <a:close/>
                <a:moveTo>
                  <a:pt x="4123231" y="619896"/>
                </a:moveTo>
                <a:cubicBezTo>
                  <a:pt x="4123231" y="788678"/>
                  <a:pt x="4026237" y="890472"/>
                  <a:pt x="3890106" y="890472"/>
                </a:cubicBezTo>
                <a:cubicBezTo>
                  <a:pt x="3753975" y="890472"/>
                  <a:pt x="3656827" y="788678"/>
                  <a:pt x="3656827" y="619896"/>
                </a:cubicBezTo>
                <a:lnTo>
                  <a:pt x="3656827" y="24288"/>
                </a:lnTo>
                <a:lnTo>
                  <a:pt x="3410243" y="24288"/>
                </a:lnTo>
                <a:lnTo>
                  <a:pt x="3410243" y="610459"/>
                </a:lnTo>
                <a:cubicBezTo>
                  <a:pt x="3410243" y="918938"/>
                  <a:pt x="3603921" y="1113864"/>
                  <a:pt x="3890106" y="1113864"/>
                </a:cubicBezTo>
                <a:cubicBezTo>
                  <a:pt x="4176291" y="1113864"/>
                  <a:pt x="4369969" y="918938"/>
                  <a:pt x="4369969" y="610459"/>
                </a:cubicBezTo>
                <a:lnTo>
                  <a:pt x="4369969" y="24288"/>
                </a:lnTo>
                <a:lnTo>
                  <a:pt x="4123231" y="24288"/>
                </a:lnTo>
                <a:close/>
              </a:path>
            </a:pathLst>
          </a:custGeom>
          <a:solidFill>
            <a:srgbClr val="F9670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000">
              <a:solidFill>
                <a:schemeClr val="dk1"/>
              </a:solidFill>
              <a:latin typeface="Roboto"/>
              <a:ea typeface="Roboto"/>
              <a:cs typeface="Roboto"/>
              <a:sym typeface="Roboto"/>
            </a:endParaRPr>
          </a:p>
        </p:txBody>
      </p:sp>
      <p:sp>
        <p:nvSpPr>
          <p:cNvPr id="853" name="Google Shape;853;p121"/>
          <p:cNvSpPr txBox="1"/>
          <p:nvPr/>
        </p:nvSpPr>
        <p:spPr>
          <a:xfrm>
            <a:off x="6954050" y="4856804"/>
            <a:ext cx="1541100" cy="924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None/>
            </a:pPr>
            <a:r>
              <a:rPr lang="en" sz="600" b="0" u="none">
                <a:solidFill>
                  <a:srgbClr val="A5A5A5"/>
                </a:solidFill>
                <a:latin typeface="Roboto"/>
                <a:ea typeface="Roboto"/>
                <a:cs typeface="Roboto"/>
                <a:sym typeface="Roboto"/>
              </a:rPr>
              <a:t>© 20</a:t>
            </a:r>
            <a:r>
              <a:rPr lang="en" sz="600">
                <a:solidFill>
                  <a:srgbClr val="A5A5A5"/>
                </a:solidFill>
                <a:latin typeface="Roboto"/>
                <a:ea typeface="Roboto"/>
                <a:cs typeface="Roboto"/>
                <a:sym typeface="Roboto"/>
              </a:rPr>
              <a:t>24</a:t>
            </a:r>
            <a:r>
              <a:rPr lang="en" sz="600" b="0" u="none">
                <a:solidFill>
                  <a:srgbClr val="A5A5A5"/>
                </a:solidFill>
                <a:latin typeface="Roboto"/>
                <a:ea typeface="Roboto"/>
                <a:cs typeface="Roboto"/>
                <a:sym typeface="Roboto"/>
              </a:rPr>
              <a:t> Cloudera, Inc. All rights reserved.</a:t>
            </a:r>
            <a:endParaRPr sz="1400"/>
          </a:p>
        </p:txBody>
      </p:sp>
      <p:sp>
        <p:nvSpPr>
          <p:cNvPr id="854" name="Google Shape;854;p121"/>
          <p:cNvSpPr txBox="1"/>
          <p:nvPr/>
        </p:nvSpPr>
        <p:spPr>
          <a:xfrm>
            <a:off x="8476883" y="4858663"/>
            <a:ext cx="255600" cy="924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None/>
            </a:pPr>
            <a:fld id="{00000000-1234-1234-1234-123412341234}" type="slidenum">
              <a:rPr lang="en" sz="600" b="0" u="none">
                <a:solidFill>
                  <a:srgbClr val="A5A5A5"/>
                </a:solidFill>
                <a:latin typeface="Roboto"/>
                <a:ea typeface="Roboto"/>
                <a:cs typeface="Roboto"/>
                <a:sym typeface="Roboto"/>
              </a:rPr>
              <a:t>‹#›</a:t>
            </a:fld>
            <a:endParaRPr sz="600" b="0" u="none">
              <a:solidFill>
                <a:srgbClr val="A5A5A5"/>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matchingName="1_Multi-use w/ Subtitle">
  <p:cSld name="1_Multi-use w/ Subtitle">
    <p:spTree>
      <p:nvGrpSpPr>
        <p:cNvPr id="1" name="Shape 855"/>
        <p:cNvGrpSpPr/>
        <p:nvPr/>
      </p:nvGrpSpPr>
      <p:grpSpPr>
        <a:xfrm>
          <a:off x="0" y="0"/>
          <a:ext cx="0" cy="0"/>
          <a:chOff x="0" y="0"/>
          <a:chExt cx="0" cy="0"/>
        </a:xfrm>
      </p:grpSpPr>
      <p:pic>
        <p:nvPicPr>
          <p:cNvPr id="856" name="Google Shape;856;p122"/>
          <p:cNvPicPr preferRelativeResize="0"/>
          <p:nvPr/>
        </p:nvPicPr>
        <p:blipFill rotWithShape="1">
          <a:blip r:embed="rId2">
            <a:alphaModFix/>
          </a:blip>
          <a:srcRect/>
          <a:stretch/>
        </p:blipFill>
        <p:spPr>
          <a:xfrm>
            <a:off x="0" y="4640580"/>
            <a:ext cx="6907193" cy="502920"/>
          </a:xfrm>
          <a:prstGeom prst="rect">
            <a:avLst/>
          </a:prstGeom>
          <a:noFill/>
          <a:ln>
            <a:noFill/>
          </a:ln>
        </p:spPr>
      </p:pic>
      <p:sp>
        <p:nvSpPr>
          <p:cNvPr id="857" name="Google Shape;857;p122"/>
          <p:cNvSpPr txBox="1">
            <a:spLocks noGrp="1"/>
          </p:cNvSpPr>
          <p:nvPr>
            <p:ph type="title"/>
          </p:nvPr>
        </p:nvSpPr>
        <p:spPr>
          <a:xfrm>
            <a:off x="419100" y="457200"/>
            <a:ext cx="8305800" cy="417600"/>
          </a:xfrm>
          <a:prstGeom prst="rect">
            <a:avLst/>
          </a:prstGeom>
          <a:noFill/>
          <a:ln>
            <a:noFill/>
          </a:ln>
        </p:spPr>
        <p:txBody>
          <a:bodyPr spcFirstLastPara="1" wrap="square" lIns="0" tIns="91425" rIns="0" bIns="91425" anchor="t" anchorCtr="0">
            <a:noAutofit/>
          </a:bodyPr>
          <a:lstStyle>
            <a:lvl1pPr lvl="0" algn="l">
              <a:lnSpc>
                <a:spcPct val="100000"/>
              </a:lnSpc>
              <a:spcBef>
                <a:spcPts val="0"/>
              </a:spcBef>
              <a:spcAft>
                <a:spcPts val="0"/>
              </a:spcAft>
              <a:buSzPts val="1400"/>
              <a:buNone/>
              <a:defRPr sz="2200" b="0" i="0" cap="none">
                <a:solidFill>
                  <a:schemeClr val="dk1"/>
                </a:solidFill>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8" name="Google Shape;858;p122"/>
          <p:cNvSpPr txBox="1">
            <a:spLocks noGrp="1"/>
          </p:cNvSpPr>
          <p:nvPr>
            <p:ph type="body" idx="1"/>
          </p:nvPr>
        </p:nvSpPr>
        <p:spPr>
          <a:xfrm>
            <a:off x="419100" y="914400"/>
            <a:ext cx="8305800" cy="308100"/>
          </a:xfrm>
          <a:prstGeom prst="rect">
            <a:avLst/>
          </a:prstGeom>
          <a:noFill/>
          <a:ln>
            <a:noFill/>
          </a:ln>
        </p:spPr>
        <p:txBody>
          <a:bodyPr spcFirstLastPara="1" wrap="square" lIns="0" tIns="22850" rIns="0" bIns="45675" anchor="t" anchorCtr="0">
            <a:noAutofit/>
          </a:bodyPr>
          <a:lstStyle>
            <a:lvl1pPr marL="457200" lvl="0" indent="-228600" algn="l">
              <a:lnSpc>
                <a:spcPct val="100000"/>
              </a:lnSpc>
              <a:spcBef>
                <a:spcPts val="400"/>
              </a:spcBef>
              <a:spcAft>
                <a:spcPts val="0"/>
              </a:spcAft>
              <a:buSzPts val="1800"/>
              <a:buNone/>
              <a:defRPr sz="1600" b="0" i="0">
                <a:solidFill>
                  <a:schemeClr val="accent2"/>
                </a:solidFill>
                <a:latin typeface="Roboto"/>
                <a:ea typeface="Roboto"/>
                <a:cs typeface="Roboto"/>
                <a:sym typeface="Roboto"/>
              </a:defRPr>
            </a:lvl1pPr>
            <a:lvl2pPr marL="914400" lvl="1" indent="-228600" algn="l">
              <a:lnSpc>
                <a:spcPct val="100000"/>
              </a:lnSpc>
              <a:spcBef>
                <a:spcPts val="400"/>
              </a:spcBef>
              <a:spcAft>
                <a:spcPts val="0"/>
              </a:spcAft>
              <a:buSzPts val="1800"/>
              <a:buNone/>
              <a:defRPr sz="1600">
                <a:solidFill>
                  <a:schemeClr val="accent1"/>
                </a:solidFill>
              </a:defRPr>
            </a:lvl2pPr>
            <a:lvl3pPr marL="1371600" lvl="2" indent="-228600" algn="l">
              <a:lnSpc>
                <a:spcPct val="100000"/>
              </a:lnSpc>
              <a:spcBef>
                <a:spcPts val="400"/>
              </a:spcBef>
              <a:spcAft>
                <a:spcPts val="0"/>
              </a:spcAft>
              <a:buSzPts val="1800"/>
              <a:buNone/>
              <a:defRPr sz="1600">
                <a:solidFill>
                  <a:schemeClr val="accent1"/>
                </a:solidFill>
              </a:defRPr>
            </a:lvl3pPr>
            <a:lvl4pPr marL="1828800" lvl="3" indent="-228600" algn="l">
              <a:lnSpc>
                <a:spcPct val="100000"/>
              </a:lnSpc>
              <a:spcBef>
                <a:spcPts val="400"/>
              </a:spcBef>
              <a:spcAft>
                <a:spcPts val="0"/>
              </a:spcAft>
              <a:buSzPts val="1800"/>
              <a:buNone/>
              <a:defRPr sz="1600">
                <a:solidFill>
                  <a:schemeClr val="accent1"/>
                </a:solidFill>
              </a:defRPr>
            </a:lvl4pPr>
            <a:lvl5pPr marL="2286000" lvl="4" indent="-228600" algn="l">
              <a:lnSpc>
                <a:spcPct val="100000"/>
              </a:lnSpc>
              <a:spcBef>
                <a:spcPts val="400"/>
              </a:spcBef>
              <a:spcAft>
                <a:spcPts val="0"/>
              </a:spcAft>
              <a:buSzPts val="1800"/>
              <a:buNone/>
              <a:defRPr sz="1600">
                <a:solidFill>
                  <a:schemeClr val="accent1"/>
                </a:solidFill>
              </a:defRPr>
            </a:lvl5pPr>
            <a:lvl6pPr marL="2743200" lvl="5" indent="-342900" algn="l">
              <a:lnSpc>
                <a:spcPct val="100000"/>
              </a:lnSpc>
              <a:spcBef>
                <a:spcPts val="400"/>
              </a:spcBef>
              <a:spcAft>
                <a:spcPts val="0"/>
              </a:spcAft>
              <a:buSzPts val="1800"/>
              <a:buChar char="•"/>
              <a:defRPr/>
            </a:lvl6pPr>
            <a:lvl7pPr marL="3200400" lvl="6" indent="-342900" algn="l">
              <a:lnSpc>
                <a:spcPct val="100000"/>
              </a:lnSpc>
              <a:spcBef>
                <a:spcPts val="400"/>
              </a:spcBef>
              <a:spcAft>
                <a:spcPts val="0"/>
              </a:spcAft>
              <a:buSzPts val="1800"/>
              <a:buChar char="•"/>
              <a:defRPr/>
            </a:lvl7pPr>
            <a:lvl8pPr marL="3657600" lvl="7" indent="-342900" algn="l">
              <a:lnSpc>
                <a:spcPct val="100000"/>
              </a:lnSpc>
              <a:spcBef>
                <a:spcPts val="400"/>
              </a:spcBef>
              <a:spcAft>
                <a:spcPts val="0"/>
              </a:spcAft>
              <a:buSzPts val="1800"/>
              <a:buChar char="•"/>
              <a:defRPr/>
            </a:lvl8pPr>
            <a:lvl9pPr marL="4114800" lvl="8" indent="-342900" algn="l">
              <a:lnSpc>
                <a:spcPct val="100000"/>
              </a:lnSpc>
              <a:spcBef>
                <a:spcPts val="400"/>
              </a:spcBef>
              <a:spcAft>
                <a:spcPts val="0"/>
              </a:spcAft>
              <a:buSzPts val="1800"/>
              <a:buChar char="•"/>
              <a:defRPr/>
            </a:lvl9pPr>
          </a:lstStyle>
          <a:p>
            <a:endParaRPr/>
          </a:p>
        </p:txBody>
      </p:sp>
      <p:sp>
        <p:nvSpPr>
          <p:cNvPr id="859" name="Google Shape;859;p122"/>
          <p:cNvSpPr/>
          <p:nvPr/>
        </p:nvSpPr>
        <p:spPr>
          <a:xfrm>
            <a:off x="411480" y="4852576"/>
            <a:ext cx="754380" cy="91894"/>
          </a:xfrm>
          <a:custGeom>
            <a:avLst/>
            <a:gdLst/>
            <a:ahLst/>
            <a:cxnLst/>
            <a:rect l="l" t="t" r="r" b="b"/>
            <a:pathLst>
              <a:path w="9144000" h="1113864" extrusionOk="0">
                <a:moveTo>
                  <a:pt x="5789292" y="24288"/>
                </a:moveTo>
                <a:lnTo>
                  <a:pt x="6718852" y="24288"/>
                </a:lnTo>
                <a:lnTo>
                  <a:pt x="6718852" y="244431"/>
                </a:lnTo>
                <a:lnTo>
                  <a:pt x="5942904" y="244431"/>
                </a:lnTo>
                <a:cubicBezTo>
                  <a:pt x="5906241" y="160891"/>
                  <a:pt x="5853800" y="87253"/>
                  <a:pt x="5789292" y="24288"/>
                </a:cubicBezTo>
                <a:close/>
                <a:moveTo>
                  <a:pt x="6592622" y="662440"/>
                </a:moveTo>
                <a:lnTo>
                  <a:pt x="6592622" y="444463"/>
                </a:lnTo>
                <a:lnTo>
                  <a:pt x="5997511" y="444463"/>
                </a:lnTo>
                <a:cubicBezTo>
                  <a:pt x="6002616" y="481746"/>
                  <a:pt x="6006174" y="519803"/>
                  <a:pt x="6006174" y="559407"/>
                </a:cubicBezTo>
                <a:cubicBezTo>
                  <a:pt x="6006027" y="593854"/>
                  <a:pt x="6003806" y="628260"/>
                  <a:pt x="5999522" y="662440"/>
                </a:cubicBezTo>
                <a:close/>
                <a:moveTo>
                  <a:pt x="5801049" y="1089576"/>
                </a:moveTo>
                <a:lnTo>
                  <a:pt x="6723803" y="1089576"/>
                </a:lnTo>
                <a:lnTo>
                  <a:pt x="6723803" y="869433"/>
                </a:lnTo>
                <a:lnTo>
                  <a:pt x="5946926" y="869433"/>
                </a:lnTo>
                <a:cubicBezTo>
                  <a:pt x="5912876" y="951495"/>
                  <a:pt x="5863350" y="1026236"/>
                  <a:pt x="5801049" y="1089576"/>
                </a:cubicBezTo>
                <a:close/>
                <a:moveTo>
                  <a:pt x="3168146" y="558634"/>
                </a:moveTo>
                <a:cubicBezTo>
                  <a:pt x="3168146" y="869897"/>
                  <a:pt x="2932237" y="1113864"/>
                  <a:pt x="2605522" y="1113864"/>
                </a:cubicBezTo>
                <a:cubicBezTo>
                  <a:pt x="2278807" y="1113864"/>
                  <a:pt x="2043052" y="869897"/>
                  <a:pt x="2043052" y="558634"/>
                </a:cubicBezTo>
                <a:cubicBezTo>
                  <a:pt x="2043052" y="247371"/>
                  <a:pt x="2278807" y="0"/>
                  <a:pt x="2605522" y="0"/>
                </a:cubicBezTo>
                <a:cubicBezTo>
                  <a:pt x="2932237" y="0"/>
                  <a:pt x="3168146" y="245360"/>
                  <a:pt x="3168146" y="558634"/>
                </a:cubicBezTo>
                <a:close/>
                <a:moveTo>
                  <a:pt x="2912127" y="558634"/>
                </a:moveTo>
                <a:cubicBezTo>
                  <a:pt x="2912127" y="364326"/>
                  <a:pt x="2784813" y="223392"/>
                  <a:pt x="2605522" y="223392"/>
                </a:cubicBezTo>
                <a:cubicBezTo>
                  <a:pt x="2426231" y="223392"/>
                  <a:pt x="2299072" y="364326"/>
                  <a:pt x="2299072" y="558634"/>
                </a:cubicBezTo>
                <a:cubicBezTo>
                  <a:pt x="2299072" y="752941"/>
                  <a:pt x="2426231" y="890472"/>
                  <a:pt x="2605522" y="890472"/>
                </a:cubicBezTo>
                <a:cubicBezTo>
                  <a:pt x="2784813" y="890472"/>
                  <a:pt x="2912127" y="750930"/>
                  <a:pt x="2912127" y="558634"/>
                </a:cubicBezTo>
                <a:close/>
                <a:moveTo>
                  <a:pt x="5688896" y="556932"/>
                </a:moveTo>
                <a:cubicBezTo>
                  <a:pt x="5688896" y="875466"/>
                  <a:pt x="5453915" y="1089576"/>
                  <a:pt x="5104305" y="1089576"/>
                </a:cubicBezTo>
                <a:lnTo>
                  <a:pt x="4677502" y="1089576"/>
                </a:lnTo>
                <a:lnTo>
                  <a:pt x="4677502" y="24288"/>
                </a:lnTo>
                <a:lnTo>
                  <a:pt x="5094095" y="24288"/>
                </a:lnTo>
                <a:cubicBezTo>
                  <a:pt x="5443550" y="24288"/>
                  <a:pt x="5688896" y="238398"/>
                  <a:pt x="5688896" y="556932"/>
                </a:cubicBezTo>
                <a:close/>
                <a:moveTo>
                  <a:pt x="5432876" y="556932"/>
                </a:moveTo>
                <a:cubicBezTo>
                  <a:pt x="5432876" y="364636"/>
                  <a:pt x="5293806" y="237315"/>
                  <a:pt x="5086979" y="237315"/>
                </a:cubicBezTo>
                <a:lnTo>
                  <a:pt x="4924240" y="237315"/>
                </a:lnTo>
                <a:lnTo>
                  <a:pt x="4924240" y="876704"/>
                </a:lnTo>
                <a:lnTo>
                  <a:pt x="5086979" y="876704"/>
                </a:lnTo>
                <a:cubicBezTo>
                  <a:pt x="5293806" y="876704"/>
                  <a:pt x="5432876" y="749228"/>
                  <a:pt x="5432876" y="556932"/>
                </a:cubicBezTo>
                <a:close/>
                <a:moveTo>
                  <a:pt x="570359" y="888925"/>
                </a:moveTo>
                <a:cubicBezTo>
                  <a:pt x="388129" y="888925"/>
                  <a:pt x="256020" y="745051"/>
                  <a:pt x="256020" y="556777"/>
                </a:cubicBezTo>
                <a:cubicBezTo>
                  <a:pt x="256020" y="368503"/>
                  <a:pt x="388129" y="225093"/>
                  <a:pt x="570359" y="225093"/>
                </a:cubicBezTo>
                <a:cubicBezTo>
                  <a:pt x="657916" y="225093"/>
                  <a:pt x="730468" y="256343"/>
                  <a:pt x="793738" y="316214"/>
                </a:cubicBezTo>
                <a:lnTo>
                  <a:pt x="952764" y="157179"/>
                </a:lnTo>
                <a:cubicBezTo>
                  <a:pt x="856544" y="58168"/>
                  <a:pt x="722579" y="0"/>
                  <a:pt x="567729" y="0"/>
                </a:cubicBezTo>
                <a:cubicBezTo>
                  <a:pt x="247047" y="0"/>
                  <a:pt x="0" y="244586"/>
                  <a:pt x="0" y="556932"/>
                </a:cubicBezTo>
                <a:cubicBezTo>
                  <a:pt x="0" y="869278"/>
                  <a:pt x="247047" y="1113864"/>
                  <a:pt x="567729" y="1113864"/>
                </a:cubicBezTo>
                <a:cubicBezTo>
                  <a:pt x="729540" y="1113864"/>
                  <a:pt x="871395" y="1048425"/>
                  <a:pt x="968079" y="938585"/>
                </a:cubicBezTo>
                <a:lnTo>
                  <a:pt x="809826" y="780324"/>
                </a:lnTo>
                <a:cubicBezTo>
                  <a:pt x="746092" y="850868"/>
                  <a:pt x="669828" y="888925"/>
                  <a:pt x="570359" y="888925"/>
                </a:cubicBezTo>
                <a:close/>
                <a:moveTo>
                  <a:pt x="1453047" y="24288"/>
                </a:moveTo>
                <a:lnTo>
                  <a:pt x="1206309" y="24288"/>
                </a:lnTo>
                <a:lnTo>
                  <a:pt x="1206309" y="1089576"/>
                </a:lnTo>
                <a:lnTo>
                  <a:pt x="1952711" y="1089576"/>
                </a:lnTo>
                <a:lnTo>
                  <a:pt x="1952711" y="872836"/>
                </a:lnTo>
                <a:lnTo>
                  <a:pt x="1453047" y="872836"/>
                </a:lnTo>
                <a:close/>
                <a:moveTo>
                  <a:pt x="7656766" y="731128"/>
                </a:moveTo>
                <a:lnTo>
                  <a:pt x="7960741" y="1089576"/>
                </a:lnTo>
                <a:lnTo>
                  <a:pt x="7673473" y="1089576"/>
                </a:lnTo>
                <a:lnTo>
                  <a:pt x="7390382" y="753251"/>
                </a:lnTo>
                <a:lnTo>
                  <a:pt x="7254560" y="753251"/>
                </a:lnTo>
                <a:lnTo>
                  <a:pt x="7254560" y="1089576"/>
                </a:lnTo>
                <a:lnTo>
                  <a:pt x="7012772" y="1089576"/>
                </a:lnTo>
                <a:lnTo>
                  <a:pt x="7012772" y="24288"/>
                </a:lnTo>
                <a:lnTo>
                  <a:pt x="7503927" y="24288"/>
                </a:lnTo>
                <a:cubicBezTo>
                  <a:pt x="7640987" y="24288"/>
                  <a:pt x="7741539" y="57704"/>
                  <a:pt x="7813626" y="119276"/>
                </a:cubicBezTo>
                <a:cubicBezTo>
                  <a:pt x="7885714" y="180848"/>
                  <a:pt x="7927637" y="275681"/>
                  <a:pt x="7927637" y="388305"/>
                </a:cubicBezTo>
                <a:cubicBezTo>
                  <a:pt x="7927637" y="529550"/>
                  <a:pt x="7867615" y="676054"/>
                  <a:pt x="7656766" y="731128"/>
                </a:cubicBezTo>
                <a:close/>
                <a:moveTo>
                  <a:pt x="7681053" y="391709"/>
                </a:moveTo>
                <a:cubicBezTo>
                  <a:pt x="7681053" y="344679"/>
                  <a:pt x="7662180" y="300743"/>
                  <a:pt x="7633717" y="275527"/>
                </a:cubicBezTo>
                <a:cubicBezTo>
                  <a:pt x="7601385" y="247216"/>
                  <a:pt x="7554977" y="232364"/>
                  <a:pt x="7490469" y="232364"/>
                </a:cubicBezTo>
                <a:lnTo>
                  <a:pt x="7254560" y="232364"/>
                </a:lnTo>
                <a:lnTo>
                  <a:pt x="7254560" y="552291"/>
                </a:lnTo>
                <a:lnTo>
                  <a:pt x="7491088" y="552291"/>
                </a:lnTo>
                <a:cubicBezTo>
                  <a:pt x="7554513" y="552291"/>
                  <a:pt x="7599529" y="537904"/>
                  <a:pt x="7631396" y="510521"/>
                </a:cubicBezTo>
                <a:cubicBezTo>
                  <a:pt x="7663263" y="483139"/>
                  <a:pt x="7681053" y="440131"/>
                  <a:pt x="7681053" y="391709"/>
                </a:cubicBezTo>
                <a:close/>
                <a:moveTo>
                  <a:pt x="9144619" y="1089576"/>
                </a:moveTo>
                <a:lnTo>
                  <a:pt x="8894942" y="1089576"/>
                </a:lnTo>
                <a:lnTo>
                  <a:pt x="8808622" y="872063"/>
                </a:lnTo>
                <a:lnTo>
                  <a:pt x="8355212" y="872063"/>
                </a:lnTo>
                <a:lnTo>
                  <a:pt x="8268738" y="1089576"/>
                </a:lnTo>
                <a:lnTo>
                  <a:pt x="8019215" y="1089576"/>
                </a:lnTo>
                <a:lnTo>
                  <a:pt x="8468913" y="24288"/>
                </a:lnTo>
                <a:lnTo>
                  <a:pt x="8689971" y="24288"/>
                </a:lnTo>
                <a:close/>
                <a:moveTo>
                  <a:pt x="8730192" y="674507"/>
                </a:moveTo>
                <a:lnTo>
                  <a:pt x="8581840" y="301207"/>
                </a:lnTo>
                <a:lnTo>
                  <a:pt x="8433642" y="674507"/>
                </a:lnTo>
                <a:close/>
                <a:moveTo>
                  <a:pt x="4123231" y="619896"/>
                </a:moveTo>
                <a:cubicBezTo>
                  <a:pt x="4123231" y="788678"/>
                  <a:pt x="4026237" y="890472"/>
                  <a:pt x="3890106" y="890472"/>
                </a:cubicBezTo>
                <a:cubicBezTo>
                  <a:pt x="3753975" y="890472"/>
                  <a:pt x="3656827" y="788678"/>
                  <a:pt x="3656827" y="619896"/>
                </a:cubicBezTo>
                <a:lnTo>
                  <a:pt x="3656827" y="24288"/>
                </a:lnTo>
                <a:lnTo>
                  <a:pt x="3410243" y="24288"/>
                </a:lnTo>
                <a:lnTo>
                  <a:pt x="3410243" y="610459"/>
                </a:lnTo>
                <a:cubicBezTo>
                  <a:pt x="3410243" y="918938"/>
                  <a:pt x="3603921" y="1113864"/>
                  <a:pt x="3890106" y="1113864"/>
                </a:cubicBezTo>
                <a:cubicBezTo>
                  <a:pt x="4176291" y="1113864"/>
                  <a:pt x="4369969" y="918938"/>
                  <a:pt x="4369969" y="610459"/>
                </a:cubicBezTo>
                <a:lnTo>
                  <a:pt x="4369969" y="24288"/>
                </a:lnTo>
                <a:lnTo>
                  <a:pt x="4123231" y="24288"/>
                </a:lnTo>
                <a:close/>
              </a:path>
            </a:pathLst>
          </a:custGeom>
          <a:solidFill>
            <a:srgbClr val="F9670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cxnSp>
        <p:nvCxnSpPr>
          <p:cNvPr id="860" name="Google Shape;860;p122"/>
          <p:cNvCxnSpPr/>
          <p:nvPr/>
        </p:nvCxnSpPr>
        <p:spPr>
          <a:xfrm>
            <a:off x="411480" y="412170"/>
            <a:ext cx="8321100" cy="0"/>
          </a:xfrm>
          <a:prstGeom prst="straightConnector1">
            <a:avLst/>
          </a:prstGeom>
          <a:noFill/>
          <a:ln w="9525" cap="flat" cmpd="sng">
            <a:solidFill>
              <a:srgbClr val="BFBFBF"/>
            </a:solidFill>
            <a:prstDash val="solid"/>
            <a:round/>
            <a:headEnd type="none" w="sm" len="sm"/>
            <a:tailEnd type="none" w="sm" len="sm"/>
          </a:ln>
        </p:spPr>
      </p:cxnSp>
      <p:sp>
        <p:nvSpPr>
          <p:cNvPr id="861" name="Google Shape;861;p122"/>
          <p:cNvSpPr txBox="1"/>
          <p:nvPr/>
        </p:nvSpPr>
        <p:spPr>
          <a:xfrm>
            <a:off x="8476883" y="4858663"/>
            <a:ext cx="255600" cy="924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None/>
            </a:pPr>
            <a:fld id="{00000000-1234-1234-1234-123412341234}" type="slidenum">
              <a:rPr lang="en" sz="600" b="0" i="0" u="none" strike="noStrike" cap="none">
                <a:solidFill>
                  <a:srgbClr val="BFBFBF"/>
                </a:solidFill>
                <a:latin typeface="Roboto"/>
                <a:ea typeface="Roboto"/>
                <a:cs typeface="Roboto"/>
                <a:sym typeface="Roboto"/>
              </a:rPr>
              <a:t>‹#›</a:t>
            </a:fld>
            <a:endParaRPr sz="600" b="0" i="0" u="none" strike="noStrike" cap="none">
              <a:solidFill>
                <a:srgbClr val="BFBFBF"/>
              </a:solidFill>
              <a:latin typeface="Roboto"/>
              <a:ea typeface="Roboto"/>
              <a:cs typeface="Roboto"/>
              <a:sym typeface="Roboto"/>
            </a:endParaRPr>
          </a:p>
        </p:txBody>
      </p:sp>
      <p:sp>
        <p:nvSpPr>
          <p:cNvPr id="862" name="Google Shape;862;p122"/>
          <p:cNvSpPr txBox="1">
            <a:spLocks noGrp="1"/>
          </p:cNvSpPr>
          <p:nvPr>
            <p:ph type="ftr" idx="11"/>
          </p:nvPr>
        </p:nvSpPr>
        <p:spPr>
          <a:xfrm>
            <a:off x="5440249" y="4767263"/>
            <a:ext cx="3086100" cy="274500"/>
          </a:xfrm>
          <a:prstGeom prst="rect">
            <a:avLst/>
          </a:prstGeom>
          <a:noFill/>
          <a:ln>
            <a:noFill/>
          </a:ln>
        </p:spPr>
        <p:txBody>
          <a:bodyPr spcFirstLastPara="1" wrap="square" lIns="91425" tIns="45700" rIns="91425" bIns="45700" anchor="ctr" anchorCtr="0">
            <a:noAutofit/>
          </a:bodyPr>
          <a:lstStyle>
            <a:lvl1pPr marR="0" lvl="0" algn="ctr">
              <a:lnSpc>
                <a:spcPct val="100000"/>
              </a:lnSpc>
              <a:spcBef>
                <a:spcPts val="0"/>
              </a:spcBef>
              <a:spcAft>
                <a:spcPts val="0"/>
              </a:spcAft>
              <a:buSzPts val="1400"/>
              <a:buNone/>
              <a:defRPr sz="600" b="0" i="0" u="none" strike="noStrike" cap="none">
                <a:solidFill>
                  <a:srgbClr val="A5A5A5"/>
                </a:solidFill>
                <a:latin typeface="Arial"/>
                <a:ea typeface="Arial"/>
                <a:cs typeface="Arial"/>
                <a:sym typeface="Arial"/>
              </a:defRPr>
            </a:lvl1pPr>
            <a:lvl2pPr marR="0" lvl="1"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863" name="Google Shape;863;p122"/>
          <p:cNvSpPr txBox="1"/>
          <p:nvPr/>
        </p:nvSpPr>
        <p:spPr>
          <a:xfrm>
            <a:off x="6954050" y="4856804"/>
            <a:ext cx="1541100" cy="924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600"/>
              <a:buFont typeface="Arial"/>
              <a:buNone/>
            </a:pPr>
            <a:r>
              <a:rPr lang="en" sz="600" b="0" i="0" u="none" strike="noStrike" cap="none">
                <a:solidFill>
                  <a:srgbClr val="BFBFBF"/>
                </a:solidFill>
                <a:latin typeface="Roboto"/>
                <a:ea typeface="Roboto"/>
                <a:cs typeface="Roboto"/>
                <a:sym typeface="Roboto"/>
              </a:rPr>
              <a:t>© 20</a:t>
            </a:r>
            <a:r>
              <a:rPr lang="en" sz="600">
                <a:solidFill>
                  <a:srgbClr val="BFBFBF"/>
                </a:solidFill>
                <a:latin typeface="Roboto"/>
                <a:ea typeface="Roboto"/>
                <a:cs typeface="Roboto"/>
                <a:sym typeface="Roboto"/>
              </a:rPr>
              <a:t>22</a:t>
            </a:r>
            <a:r>
              <a:rPr lang="en" sz="600" b="0" i="0" u="none" strike="noStrike" cap="none">
                <a:solidFill>
                  <a:srgbClr val="BFBFBF"/>
                </a:solidFill>
                <a:latin typeface="Roboto"/>
                <a:ea typeface="Roboto"/>
                <a:cs typeface="Roboto"/>
                <a:sym typeface="Roboto"/>
              </a:rPr>
              <a:t> Cloudera, Inc. All rights reserved.</a:t>
            </a:r>
            <a:endParaRPr sz="1400" b="0" i="0" u="none" strike="noStrike" cap="none">
              <a:solidFill>
                <a:srgbClr val="000000"/>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matchingName="Multi-use w/ Subtitle">
  <p:cSld name="Multi-use w/ Subtitle">
    <p:spTree>
      <p:nvGrpSpPr>
        <p:cNvPr id="1" name="Shape 864"/>
        <p:cNvGrpSpPr/>
        <p:nvPr/>
      </p:nvGrpSpPr>
      <p:grpSpPr>
        <a:xfrm>
          <a:off x="0" y="0"/>
          <a:ext cx="0" cy="0"/>
          <a:chOff x="0" y="0"/>
          <a:chExt cx="0" cy="0"/>
        </a:xfrm>
      </p:grpSpPr>
      <p:pic>
        <p:nvPicPr>
          <p:cNvPr id="865" name="Google Shape;865;p123"/>
          <p:cNvPicPr preferRelativeResize="0"/>
          <p:nvPr/>
        </p:nvPicPr>
        <p:blipFill rotWithShape="1">
          <a:blip r:embed="rId2">
            <a:alphaModFix/>
          </a:blip>
          <a:srcRect/>
          <a:stretch/>
        </p:blipFill>
        <p:spPr>
          <a:xfrm>
            <a:off x="0" y="4640580"/>
            <a:ext cx="6907201" cy="502920"/>
          </a:xfrm>
          <a:prstGeom prst="rect">
            <a:avLst/>
          </a:prstGeom>
          <a:noFill/>
          <a:ln>
            <a:noFill/>
          </a:ln>
        </p:spPr>
      </p:pic>
      <p:sp>
        <p:nvSpPr>
          <p:cNvPr id="866" name="Google Shape;866;p123"/>
          <p:cNvSpPr txBox="1">
            <a:spLocks noGrp="1"/>
          </p:cNvSpPr>
          <p:nvPr>
            <p:ph type="title"/>
          </p:nvPr>
        </p:nvSpPr>
        <p:spPr>
          <a:xfrm>
            <a:off x="419100" y="457200"/>
            <a:ext cx="8305800" cy="417900"/>
          </a:xfrm>
          <a:prstGeom prst="rect">
            <a:avLst/>
          </a:prstGeom>
          <a:noFill/>
          <a:ln>
            <a:noFill/>
          </a:ln>
        </p:spPr>
        <p:txBody>
          <a:bodyPr spcFirstLastPara="1" wrap="square" lIns="0" tIns="91425" rIns="0" bIns="91425" anchor="t" anchorCtr="0">
            <a:noAutofit/>
          </a:bodyPr>
          <a:lstStyle>
            <a:lvl1pPr marR="0" lvl="0" algn="l">
              <a:lnSpc>
                <a:spcPct val="80000"/>
              </a:lnSpc>
              <a:spcBef>
                <a:spcPts val="0"/>
              </a:spcBef>
              <a:spcAft>
                <a:spcPts val="0"/>
              </a:spcAft>
              <a:buClr>
                <a:schemeClr val="dk1"/>
              </a:buClr>
              <a:buSzPts val="2200"/>
              <a:buFont typeface="Lato"/>
              <a:buNone/>
              <a:defRPr sz="2200" b="0" i="0" u="none" strike="noStrike" cap="none">
                <a:solidFill>
                  <a:schemeClr val="dk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67" name="Google Shape;867;p123"/>
          <p:cNvSpPr txBox="1">
            <a:spLocks noGrp="1"/>
          </p:cNvSpPr>
          <p:nvPr>
            <p:ph type="body" idx="1"/>
          </p:nvPr>
        </p:nvSpPr>
        <p:spPr>
          <a:xfrm>
            <a:off x="419100" y="822960"/>
            <a:ext cx="8305800" cy="308100"/>
          </a:xfrm>
          <a:prstGeom prst="rect">
            <a:avLst/>
          </a:prstGeom>
          <a:noFill/>
          <a:ln>
            <a:noFill/>
          </a:ln>
        </p:spPr>
        <p:txBody>
          <a:bodyPr spcFirstLastPara="1" wrap="square" lIns="0" tIns="27425" rIns="0" bIns="45700" anchor="t" anchorCtr="0">
            <a:noAutofit/>
          </a:bodyPr>
          <a:lstStyle>
            <a:lvl1pPr marL="457200" lvl="0" indent="-228600" algn="l">
              <a:spcBef>
                <a:spcPts val="0"/>
              </a:spcBef>
              <a:spcAft>
                <a:spcPts val="0"/>
              </a:spcAft>
              <a:buSzPts val="1300"/>
              <a:buNone/>
              <a:defRPr sz="1600" b="0" i="0">
                <a:solidFill>
                  <a:schemeClr val="accent2"/>
                </a:solidFill>
                <a:latin typeface="Roboto"/>
                <a:ea typeface="Roboto"/>
                <a:cs typeface="Roboto"/>
                <a:sym typeface="Roboto"/>
              </a:defRPr>
            </a:lvl1pPr>
            <a:lvl2pPr marL="914400" lvl="1" indent="-228600" algn="l">
              <a:spcBef>
                <a:spcPts val="0"/>
              </a:spcBef>
              <a:spcAft>
                <a:spcPts val="0"/>
              </a:spcAft>
              <a:buSzPts val="1300"/>
              <a:buNone/>
              <a:defRPr sz="1600">
                <a:solidFill>
                  <a:schemeClr val="accent1"/>
                </a:solidFill>
              </a:defRPr>
            </a:lvl2pPr>
            <a:lvl3pPr marL="1371600" lvl="2" indent="-228600" algn="l">
              <a:spcBef>
                <a:spcPts val="0"/>
              </a:spcBef>
              <a:spcAft>
                <a:spcPts val="0"/>
              </a:spcAft>
              <a:buSzPts val="1300"/>
              <a:buNone/>
              <a:defRPr sz="1600">
                <a:solidFill>
                  <a:schemeClr val="accent1"/>
                </a:solidFill>
              </a:defRPr>
            </a:lvl3pPr>
            <a:lvl4pPr marL="1828800" lvl="3" indent="-228600" algn="l">
              <a:spcBef>
                <a:spcPts val="0"/>
              </a:spcBef>
              <a:spcAft>
                <a:spcPts val="0"/>
              </a:spcAft>
              <a:buSzPts val="1300"/>
              <a:buNone/>
              <a:defRPr sz="1600">
                <a:solidFill>
                  <a:schemeClr val="accent1"/>
                </a:solidFill>
              </a:defRPr>
            </a:lvl4pPr>
            <a:lvl5pPr marL="2286000" lvl="4" indent="-228600" algn="l">
              <a:spcBef>
                <a:spcPts val="0"/>
              </a:spcBef>
              <a:spcAft>
                <a:spcPts val="0"/>
              </a:spcAft>
              <a:buSzPts val="1300"/>
              <a:buNone/>
              <a:defRPr sz="1600">
                <a:solidFill>
                  <a:schemeClr val="accent1"/>
                </a:solidFill>
              </a:defRPr>
            </a:lvl5pPr>
            <a:lvl6pPr marL="2743200" lvl="5" indent="-342900" algn="l">
              <a:spcBef>
                <a:spcPts val="0"/>
              </a:spcBef>
              <a:spcAft>
                <a:spcPts val="0"/>
              </a:spcAft>
              <a:buClr>
                <a:schemeClr val="dk1"/>
              </a:buClr>
              <a:buSzPts val="1800"/>
              <a:buChar char="•"/>
              <a:defRPr/>
            </a:lvl6pPr>
            <a:lvl7pPr marL="3200400" lvl="6" indent="-342900" algn="l">
              <a:spcBef>
                <a:spcPts val="0"/>
              </a:spcBef>
              <a:spcAft>
                <a:spcPts val="0"/>
              </a:spcAft>
              <a:buClr>
                <a:schemeClr val="dk1"/>
              </a:buClr>
              <a:buSzPts val="1800"/>
              <a:buChar char="•"/>
              <a:defRPr/>
            </a:lvl7pPr>
            <a:lvl8pPr marL="3657600" lvl="7" indent="-342900" algn="l">
              <a:spcBef>
                <a:spcPts val="0"/>
              </a:spcBef>
              <a:spcAft>
                <a:spcPts val="0"/>
              </a:spcAft>
              <a:buClr>
                <a:schemeClr val="dk1"/>
              </a:buClr>
              <a:buSzPts val="1800"/>
              <a:buChar char="•"/>
              <a:defRPr/>
            </a:lvl8pPr>
            <a:lvl9pPr marL="4114800" lvl="8" indent="-342900" algn="l">
              <a:spcBef>
                <a:spcPts val="0"/>
              </a:spcBef>
              <a:spcAft>
                <a:spcPts val="0"/>
              </a:spcAft>
              <a:buClr>
                <a:schemeClr val="dk1"/>
              </a:buClr>
              <a:buSzPts val="1800"/>
              <a:buChar char="•"/>
              <a:defRPr/>
            </a:lvl9pPr>
          </a:lstStyle>
          <a:p>
            <a:endParaRPr/>
          </a:p>
        </p:txBody>
      </p:sp>
      <p:sp>
        <p:nvSpPr>
          <p:cNvPr id="868" name="Google Shape;868;p123"/>
          <p:cNvSpPr/>
          <p:nvPr/>
        </p:nvSpPr>
        <p:spPr>
          <a:xfrm>
            <a:off x="411480" y="4852576"/>
            <a:ext cx="754380" cy="91894"/>
          </a:xfrm>
          <a:custGeom>
            <a:avLst/>
            <a:gdLst/>
            <a:ahLst/>
            <a:cxnLst/>
            <a:rect l="l" t="t" r="r" b="b"/>
            <a:pathLst>
              <a:path w="9144000" h="1113864" extrusionOk="0">
                <a:moveTo>
                  <a:pt x="5789292" y="24288"/>
                </a:moveTo>
                <a:lnTo>
                  <a:pt x="6718852" y="24288"/>
                </a:lnTo>
                <a:lnTo>
                  <a:pt x="6718852" y="244431"/>
                </a:lnTo>
                <a:lnTo>
                  <a:pt x="5942904" y="244431"/>
                </a:lnTo>
                <a:cubicBezTo>
                  <a:pt x="5906241" y="160891"/>
                  <a:pt x="5853800" y="87253"/>
                  <a:pt x="5789292" y="24288"/>
                </a:cubicBezTo>
                <a:close/>
                <a:moveTo>
                  <a:pt x="6592622" y="662440"/>
                </a:moveTo>
                <a:lnTo>
                  <a:pt x="6592622" y="444463"/>
                </a:lnTo>
                <a:lnTo>
                  <a:pt x="5997511" y="444463"/>
                </a:lnTo>
                <a:cubicBezTo>
                  <a:pt x="6002616" y="481746"/>
                  <a:pt x="6006174" y="519803"/>
                  <a:pt x="6006174" y="559407"/>
                </a:cubicBezTo>
                <a:cubicBezTo>
                  <a:pt x="6006027" y="593854"/>
                  <a:pt x="6003806" y="628260"/>
                  <a:pt x="5999522" y="662440"/>
                </a:cubicBezTo>
                <a:close/>
                <a:moveTo>
                  <a:pt x="5801049" y="1089576"/>
                </a:moveTo>
                <a:lnTo>
                  <a:pt x="6723803" y="1089576"/>
                </a:lnTo>
                <a:lnTo>
                  <a:pt x="6723803" y="869433"/>
                </a:lnTo>
                <a:lnTo>
                  <a:pt x="5946926" y="869433"/>
                </a:lnTo>
                <a:cubicBezTo>
                  <a:pt x="5912876" y="951495"/>
                  <a:pt x="5863350" y="1026236"/>
                  <a:pt x="5801049" y="1089576"/>
                </a:cubicBezTo>
                <a:close/>
                <a:moveTo>
                  <a:pt x="3168146" y="558634"/>
                </a:moveTo>
                <a:cubicBezTo>
                  <a:pt x="3168146" y="869897"/>
                  <a:pt x="2932237" y="1113864"/>
                  <a:pt x="2605522" y="1113864"/>
                </a:cubicBezTo>
                <a:cubicBezTo>
                  <a:pt x="2278807" y="1113864"/>
                  <a:pt x="2043052" y="869897"/>
                  <a:pt x="2043052" y="558634"/>
                </a:cubicBezTo>
                <a:cubicBezTo>
                  <a:pt x="2043052" y="247371"/>
                  <a:pt x="2278807" y="0"/>
                  <a:pt x="2605522" y="0"/>
                </a:cubicBezTo>
                <a:cubicBezTo>
                  <a:pt x="2932237" y="0"/>
                  <a:pt x="3168146" y="245360"/>
                  <a:pt x="3168146" y="558634"/>
                </a:cubicBezTo>
                <a:close/>
                <a:moveTo>
                  <a:pt x="2912127" y="558634"/>
                </a:moveTo>
                <a:cubicBezTo>
                  <a:pt x="2912127" y="364326"/>
                  <a:pt x="2784813" y="223392"/>
                  <a:pt x="2605522" y="223392"/>
                </a:cubicBezTo>
                <a:cubicBezTo>
                  <a:pt x="2426231" y="223392"/>
                  <a:pt x="2299072" y="364326"/>
                  <a:pt x="2299072" y="558634"/>
                </a:cubicBezTo>
                <a:cubicBezTo>
                  <a:pt x="2299072" y="752941"/>
                  <a:pt x="2426231" y="890472"/>
                  <a:pt x="2605522" y="890472"/>
                </a:cubicBezTo>
                <a:cubicBezTo>
                  <a:pt x="2784813" y="890472"/>
                  <a:pt x="2912127" y="750930"/>
                  <a:pt x="2912127" y="558634"/>
                </a:cubicBezTo>
                <a:close/>
                <a:moveTo>
                  <a:pt x="5688896" y="556932"/>
                </a:moveTo>
                <a:cubicBezTo>
                  <a:pt x="5688896" y="875466"/>
                  <a:pt x="5453915" y="1089576"/>
                  <a:pt x="5104305" y="1089576"/>
                </a:cubicBezTo>
                <a:lnTo>
                  <a:pt x="4677502" y="1089576"/>
                </a:lnTo>
                <a:lnTo>
                  <a:pt x="4677502" y="24288"/>
                </a:lnTo>
                <a:lnTo>
                  <a:pt x="5094095" y="24288"/>
                </a:lnTo>
                <a:cubicBezTo>
                  <a:pt x="5443550" y="24288"/>
                  <a:pt x="5688896" y="238398"/>
                  <a:pt x="5688896" y="556932"/>
                </a:cubicBezTo>
                <a:close/>
                <a:moveTo>
                  <a:pt x="5432876" y="556932"/>
                </a:moveTo>
                <a:cubicBezTo>
                  <a:pt x="5432876" y="364636"/>
                  <a:pt x="5293806" y="237315"/>
                  <a:pt x="5086979" y="237315"/>
                </a:cubicBezTo>
                <a:lnTo>
                  <a:pt x="4924240" y="237315"/>
                </a:lnTo>
                <a:lnTo>
                  <a:pt x="4924240" y="876704"/>
                </a:lnTo>
                <a:lnTo>
                  <a:pt x="5086979" y="876704"/>
                </a:lnTo>
                <a:cubicBezTo>
                  <a:pt x="5293806" y="876704"/>
                  <a:pt x="5432876" y="749228"/>
                  <a:pt x="5432876" y="556932"/>
                </a:cubicBezTo>
                <a:close/>
                <a:moveTo>
                  <a:pt x="570359" y="888925"/>
                </a:moveTo>
                <a:cubicBezTo>
                  <a:pt x="388129" y="888925"/>
                  <a:pt x="256020" y="745051"/>
                  <a:pt x="256020" y="556777"/>
                </a:cubicBezTo>
                <a:cubicBezTo>
                  <a:pt x="256020" y="368503"/>
                  <a:pt x="388129" y="225093"/>
                  <a:pt x="570359" y="225093"/>
                </a:cubicBezTo>
                <a:cubicBezTo>
                  <a:pt x="657916" y="225093"/>
                  <a:pt x="730468" y="256343"/>
                  <a:pt x="793738" y="316214"/>
                </a:cubicBezTo>
                <a:lnTo>
                  <a:pt x="952764" y="157179"/>
                </a:lnTo>
                <a:cubicBezTo>
                  <a:pt x="856544" y="58168"/>
                  <a:pt x="722579" y="0"/>
                  <a:pt x="567729" y="0"/>
                </a:cubicBezTo>
                <a:cubicBezTo>
                  <a:pt x="247047" y="0"/>
                  <a:pt x="0" y="244586"/>
                  <a:pt x="0" y="556932"/>
                </a:cubicBezTo>
                <a:cubicBezTo>
                  <a:pt x="0" y="869278"/>
                  <a:pt x="247047" y="1113864"/>
                  <a:pt x="567729" y="1113864"/>
                </a:cubicBezTo>
                <a:cubicBezTo>
                  <a:pt x="729540" y="1113864"/>
                  <a:pt x="871395" y="1048425"/>
                  <a:pt x="968079" y="938585"/>
                </a:cubicBezTo>
                <a:lnTo>
                  <a:pt x="809826" y="780324"/>
                </a:lnTo>
                <a:cubicBezTo>
                  <a:pt x="746092" y="850868"/>
                  <a:pt x="669828" y="888925"/>
                  <a:pt x="570359" y="888925"/>
                </a:cubicBezTo>
                <a:close/>
                <a:moveTo>
                  <a:pt x="1453047" y="24288"/>
                </a:moveTo>
                <a:lnTo>
                  <a:pt x="1206309" y="24288"/>
                </a:lnTo>
                <a:lnTo>
                  <a:pt x="1206309" y="1089576"/>
                </a:lnTo>
                <a:lnTo>
                  <a:pt x="1952711" y="1089576"/>
                </a:lnTo>
                <a:lnTo>
                  <a:pt x="1952711" y="872836"/>
                </a:lnTo>
                <a:lnTo>
                  <a:pt x="1453047" y="872836"/>
                </a:lnTo>
                <a:close/>
                <a:moveTo>
                  <a:pt x="7656766" y="731128"/>
                </a:moveTo>
                <a:lnTo>
                  <a:pt x="7960741" y="1089576"/>
                </a:lnTo>
                <a:lnTo>
                  <a:pt x="7673473" y="1089576"/>
                </a:lnTo>
                <a:lnTo>
                  <a:pt x="7390382" y="753251"/>
                </a:lnTo>
                <a:lnTo>
                  <a:pt x="7254560" y="753251"/>
                </a:lnTo>
                <a:lnTo>
                  <a:pt x="7254560" y="1089576"/>
                </a:lnTo>
                <a:lnTo>
                  <a:pt x="7012772" y="1089576"/>
                </a:lnTo>
                <a:lnTo>
                  <a:pt x="7012772" y="24288"/>
                </a:lnTo>
                <a:lnTo>
                  <a:pt x="7503927" y="24288"/>
                </a:lnTo>
                <a:cubicBezTo>
                  <a:pt x="7640987" y="24288"/>
                  <a:pt x="7741539" y="57704"/>
                  <a:pt x="7813626" y="119276"/>
                </a:cubicBezTo>
                <a:cubicBezTo>
                  <a:pt x="7885714" y="180848"/>
                  <a:pt x="7927637" y="275681"/>
                  <a:pt x="7927637" y="388305"/>
                </a:cubicBezTo>
                <a:cubicBezTo>
                  <a:pt x="7927637" y="529550"/>
                  <a:pt x="7867615" y="676054"/>
                  <a:pt x="7656766" y="731128"/>
                </a:cubicBezTo>
                <a:close/>
                <a:moveTo>
                  <a:pt x="7681053" y="391709"/>
                </a:moveTo>
                <a:cubicBezTo>
                  <a:pt x="7681053" y="344679"/>
                  <a:pt x="7662180" y="300743"/>
                  <a:pt x="7633717" y="275527"/>
                </a:cubicBezTo>
                <a:cubicBezTo>
                  <a:pt x="7601385" y="247216"/>
                  <a:pt x="7554977" y="232364"/>
                  <a:pt x="7490469" y="232364"/>
                </a:cubicBezTo>
                <a:lnTo>
                  <a:pt x="7254560" y="232364"/>
                </a:lnTo>
                <a:lnTo>
                  <a:pt x="7254560" y="552291"/>
                </a:lnTo>
                <a:lnTo>
                  <a:pt x="7491088" y="552291"/>
                </a:lnTo>
                <a:cubicBezTo>
                  <a:pt x="7554513" y="552291"/>
                  <a:pt x="7599529" y="537904"/>
                  <a:pt x="7631396" y="510521"/>
                </a:cubicBezTo>
                <a:cubicBezTo>
                  <a:pt x="7663263" y="483139"/>
                  <a:pt x="7681053" y="440131"/>
                  <a:pt x="7681053" y="391709"/>
                </a:cubicBezTo>
                <a:close/>
                <a:moveTo>
                  <a:pt x="9144619" y="1089576"/>
                </a:moveTo>
                <a:lnTo>
                  <a:pt x="8894942" y="1089576"/>
                </a:lnTo>
                <a:lnTo>
                  <a:pt x="8808622" y="872063"/>
                </a:lnTo>
                <a:lnTo>
                  <a:pt x="8355212" y="872063"/>
                </a:lnTo>
                <a:lnTo>
                  <a:pt x="8268738" y="1089576"/>
                </a:lnTo>
                <a:lnTo>
                  <a:pt x="8019215" y="1089576"/>
                </a:lnTo>
                <a:lnTo>
                  <a:pt x="8468913" y="24288"/>
                </a:lnTo>
                <a:lnTo>
                  <a:pt x="8689971" y="24288"/>
                </a:lnTo>
                <a:close/>
                <a:moveTo>
                  <a:pt x="8730192" y="674507"/>
                </a:moveTo>
                <a:lnTo>
                  <a:pt x="8581840" y="301207"/>
                </a:lnTo>
                <a:lnTo>
                  <a:pt x="8433642" y="674507"/>
                </a:lnTo>
                <a:close/>
                <a:moveTo>
                  <a:pt x="4123231" y="619896"/>
                </a:moveTo>
                <a:cubicBezTo>
                  <a:pt x="4123231" y="788678"/>
                  <a:pt x="4026237" y="890472"/>
                  <a:pt x="3890106" y="890472"/>
                </a:cubicBezTo>
                <a:cubicBezTo>
                  <a:pt x="3753975" y="890472"/>
                  <a:pt x="3656827" y="788678"/>
                  <a:pt x="3656827" y="619896"/>
                </a:cubicBezTo>
                <a:lnTo>
                  <a:pt x="3656827" y="24288"/>
                </a:lnTo>
                <a:lnTo>
                  <a:pt x="3410243" y="24288"/>
                </a:lnTo>
                <a:lnTo>
                  <a:pt x="3410243" y="610459"/>
                </a:lnTo>
                <a:cubicBezTo>
                  <a:pt x="3410243" y="918938"/>
                  <a:pt x="3603921" y="1113864"/>
                  <a:pt x="3890106" y="1113864"/>
                </a:cubicBezTo>
                <a:cubicBezTo>
                  <a:pt x="4176291" y="1113864"/>
                  <a:pt x="4369969" y="918938"/>
                  <a:pt x="4369969" y="610459"/>
                </a:cubicBezTo>
                <a:lnTo>
                  <a:pt x="4369969" y="24288"/>
                </a:lnTo>
                <a:lnTo>
                  <a:pt x="4123231" y="24288"/>
                </a:lnTo>
                <a:close/>
              </a:path>
            </a:pathLst>
          </a:custGeom>
          <a:solidFill>
            <a:srgbClr val="F9670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000">
              <a:solidFill>
                <a:schemeClr val="dk1"/>
              </a:solidFill>
              <a:latin typeface="Roboto"/>
              <a:ea typeface="Roboto"/>
              <a:cs typeface="Roboto"/>
              <a:sym typeface="Roboto"/>
            </a:endParaRPr>
          </a:p>
        </p:txBody>
      </p:sp>
      <p:cxnSp>
        <p:nvCxnSpPr>
          <p:cNvPr id="869" name="Google Shape;869;p123"/>
          <p:cNvCxnSpPr/>
          <p:nvPr/>
        </p:nvCxnSpPr>
        <p:spPr>
          <a:xfrm>
            <a:off x="411480" y="412170"/>
            <a:ext cx="8321100" cy="0"/>
          </a:xfrm>
          <a:prstGeom prst="straightConnector1">
            <a:avLst/>
          </a:prstGeom>
          <a:noFill/>
          <a:ln w="9525" cap="flat" cmpd="sng">
            <a:solidFill>
              <a:srgbClr val="BFBFBF"/>
            </a:solidFill>
            <a:prstDash val="solid"/>
            <a:round/>
            <a:headEnd type="none" w="sm" len="sm"/>
            <a:tailEnd type="none" w="sm" len="sm"/>
          </a:ln>
        </p:spPr>
      </p:cxnSp>
      <p:sp>
        <p:nvSpPr>
          <p:cNvPr id="870" name="Google Shape;870;p123"/>
          <p:cNvSpPr txBox="1"/>
          <p:nvPr/>
        </p:nvSpPr>
        <p:spPr>
          <a:xfrm>
            <a:off x="6954050" y="4856804"/>
            <a:ext cx="1541100" cy="924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None/>
            </a:pPr>
            <a:r>
              <a:rPr lang="en" sz="600" b="0" u="none">
                <a:solidFill>
                  <a:srgbClr val="A5A5A5"/>
                </a:solidFill>
                <a:latin typeface="Roboto"/>
                <a:ea typeface="Roboto"/>
                <a:cs typeface="Roboto"/>
                <a:sym typeface="Roboto"/>
              </a:rPr>
              <a:t>© 20</a:t>
            </a:r>
            <a:r>
              <a:rPr lang="en" sz="600">
                <a:solidFill>
                  <a:srgbClr val="A5A5A5"/>
                </a:solidFill>
                <a:latin typeface="Roboto"/>
                <a:ea typeface="Roboto"/>
                <a:cs typeface="Roboto"/>
                <a:sym typeface="Roboto"/>
              </a:rPr>
              <a:t>24</a:t>
            </a:r>
            <a:r>
              <a:rPr lang="en" sz="600" b="0" u="none">
                <a:solidFill>
                  <a:srgbClr val="A5A5A5"/>
                </a:solidFill>
                <a:latin typeface="Roboto"/>
                <a:ea typeface="Roboto"/>
                <a:cs typeface="Roboto"/>
                <a:sym typeface="Roboto"/>
              </a:rPr>
              <a:t> Cloudera, Inc. All rights reserved.</a:t>
            </a:r>
            <a:endParaRPr sz="1400"/>
          </a:p>
        </p:txBody>
      </p:sp>
      <p:sp>
        <p:nvSpPr>
          <p:cNvPr id="871" name="Google Shape;871;p123"/>
          <p:cNvSpPr txBox="1"/>
          <p:nvPr/>
        </p:nvSpPr>
        <p:spPr>
          <a:xfrm>
            <a:off x="8476883" y="4858663"/>
            <a:ext cx="255600" cy="924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None/>
            </a:pPr>
            <a:fld id="{00000000-1234-1234-1234-123412341234}" type="slidenum">
              <a:rPr lang="en" sz="600" b="0" u="none">
                <a:solidFill>
                  <a:srgbClr val="A5A5A5"/>
                </a:solidFill>
                <a:latin typeface="Roboto"/>
                <a:ea typeface="Roboto"/>
                <a:cs typeface="Roboto"/>
                <a:sym typeface="Roboto"/>
              </a:rPr>
              <a:t>‹#›</a:t>
            </a:fld>
            <a:endParaRPr sz="600" b="0" u="none">
              <a:solidFill>
                <a:srgbClr val="A5A5A5"/>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matchingName="Grey Nodes Top Right 1">
  <p:cSld name="6_Title Only_2">
    <p:spTree>
      <p:nvGrpSpPr>
        <p:cNvPr id="1" name="Shape 872"/>
        <p:cNvGrpSpPr/>
        <p:nvPr/>
      </p:nvGrpSpPr>
      <p:grpSpPr>
        <a:xfrm>
          <a:off x="0" y="0"/>
          <a:ext cx="0" cy="0"/>
          <a:chOff x="0" y="0"/>
          <a:chExt cx="0" cy="0"/>
        </a:xfrm>
      </p:grpSpPr>
      <p:sp>
        <p:nvSpPr>
          <p:cNvPr id="873" name="Google Shape;873;p124"/>
          <p:cNvSpPr txBox="1">
            <a:spLocks noGrp="1"/>
          </p:cNvSpPr>
          <p:nvPr>
            <p:ph type="body" idx="1"/>
          </p:nvPr>
        </p:nvSpPr>
        <p:spPr>
          <a:xfrm>
            <a:off x="533400" y="1370008"/>
            <a:ext cx="8001000" cy="4593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rgbClr val="000000"/>
              </a:buClr>
              <a:buSzPts val="1800"/>
              <a:buNone/>
              <a:defRPr/>
            </a:lvl1pPr>
            <a:lvl2pPr marL="914400" lvl="1" indent="-228600" algn="l">
              <a:lnSpc>
                <a:spcPct val="78888"/>
              </a:lnSpc>
              <a:spcBef>
                <a:spcPts val="400"/>
              </a:spcBef>
              <a:spcAft>
                <a:spcPts val="0"/>
              </a:spcAft>
              <a:buSzPts val="2160"/>
              <a:buNone/>
              <a:defRPr/>
            </a:lvl2pPr>
            <a:lvl3pPr marL="1371600" lvl="2" indent="-365760" algn="l">
              <a:lnSpc>
                <a:spcPct val="100000"/>
              </a:lnSpc>
              <a:spcBef>
                <a:spcPts val="360"/>
              </a:spcBef>
              <a:spcAft>
                <a:spcPts val="0"/>
              </a:spcAft>
              <a:buSzPts val="2160"/>
              <a:buChar char="•"/>
              <a:defRPr/>
            </a:lvl3pPr>
            <a:lvl4pPr marL="1828800" lvl="3" indent="-342900" algn="l">
              <a:lnSpc>
                <a:spcPct val="100000"/>
              </a:lnSpc>
              <a:spcBef>
                <a:spcPts val="360"/>
              </a:spcBef>
              <a:spcAft>
                <a:spcPts val="0"/>
              </a:spcAft>
              <a:buClr>
                <a:srgbClr val="4E5661"/>
              </a:buClr>
              <a:buSzPts val="1800"/>
              <a:buChar char="–"/>
              <a:defRPr/>
            </a:lvl4pPr>
            <a:lvl5pPr marL="2286000" lvl="4" indent="-342900" algn="l">
              <a:lnSpc>
                <a:spcPct val="100000"/>
              </a:lnSpc>
              <a:spcBef>
                <a:spcPts val="360"/>
              </a:spcBef>
              <a:spcAft>
                <a:spcPts val="0"/>
              </a:spcAft>
              <a:buClr>
                <a:srgbClr val="4E566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74" name="Google Shape;874;p124"/>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875" name="Google Shape;875;p124"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876" name="Google Shape;876;p124"/>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lnSpc>
                <a:spcPct val="100000"/>
              </a:lnSpc>
              <a:spcBef>
                <a:spcPts val="0"/>
              </a:spcBef>
              <a:spcAft>
                <a:spcPts val="0"/>
              </a:spcAft>
              <a:buClr>
                <a:srgbClr val="120046"/>
              </a:buClr>
              <a:buSzPts val="2100"/>
              <a:buNone/>
              <a:defRPr sz="23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7" name="Google Shape;877;p124"/>
          <p:cNvSpPr txBox="1">
            <a:spLocks noGrp="1"/>
          </p:cNvSpPr>
          <p:nvPr>
            <p:ph type="body" idx="2"/>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accent4"/>
              </a:buClr>
              <a:buSzPts val="1100"/>
              <a:buFont typeface="Plus Jakarta Sans SemiBold"/>
              <a:buNone/>
              <a:defRPr sz="1100" i="0">
                <a:solidFill>
                  <a:schemeClr val="accent4"/>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lnSpc>
                <a:spcPct val="100000"/>
              </a:lnSpc>
              <a:spcBef>
                <a:spcPts val="210"/>
              </a:spcBef>
              <a:spcAft>
                <a:spcPts val="0"/>
              </a:spcAft>
              <a:buSzPts val="1260"/>
              <a:buFont typeface="Arial"/>
              <a:buNone/>
              <a:defRPr sz="1050">
                <a:latin typeface="Arial"/>
                <a:ea typeface="Arial"/>
                <a:cs typeface="Arial"/>
                <a:sym typeface="Arial"/>
              </a:defRPr>
            </a:lvl3pPr>
            <a:lvl4pPr marL="1828800" lvl="3"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pic>
        <p:nvPicPr>
          <p:cNvPr id="878" name="Google Shape;878;p124"/>
          <p:cNvPicPr preferRelativeResize="0"/>
          <p:nvPr/>
        </p:nvPicPr>
        <p:blipFill rotWithShape="1">
          <a:blip r:embed="rId3">
            <a:alphaModFix/>
          </a:blip>
          <a:srcRect/>
          <a:stretch/>
        </p:blipFill>
        <p:spPr>
          <a:xfrm>
            <a:off x="7625075" y="0"/>
            <a:ext cx="1532425" cy="3244899"/>
          </a:xfrm>
          <a:prstGeom prst="rect">
            <a:avLst/>
          </a:prstGeom>
          <a:noFill/>
          <a:ln>
            <a:noFill/>
          </a:ln>
        </p:spPr>
      </p:pic>
    </p:spTree>
  </p:cSld>
  <p:clrMapOvr>
    <a:masterClrMapping/>
  </p:clrMapOvr>
  <p:transition spd="slow">
    <p:push/>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matchingName="Title &amp; Body | White 1">
  <p:cSld name="6_Title Only_3_1">
    <p:spTree>
      <p:nvGrpSpPr>
        <p:cNvPr id="1" name="Shape 879"/>
        <p:cNvGrpSpPr/>
        <p:nvPr/>
      </p:nvGrpSpPr>
      <p:grpSpPr>
        <a:xfrm>
          <a:off x="0" y="0"/>
          <a:ext cx="0" cy="0"/>
          <a:chOff x="0" y="0"/>
          <a:chExt cx="0" cy="0"/>
        </a:xfrm>
      </p:grpSpPr>
      <p:sp>
        <p:nvSpPr>
          <p:cNvPr id="880" name="Google Shape;880;p125"/>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881" name="Google Shape;881;p125"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882" name="Google Shape;882;p125"/>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lnSpc>
                <a:spcPct val="100000"/>
              </a:lnSpc>
              <a:spcBef>
                <a:spcPts val="0"/>
              </a:spcBef>
              <a:spcAft>
                <a:spcPts val="0"/>
              </a:spcAft>
              <a:buClr>
                <a:srgbClr val="120046"/>
              </a:buClr>
              <a:buSzPts val="2100"/>
              <a:buNone/>
              <a:defRPr sz="23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3" name="Google Shape;883;p125"/>
          <p:cNvSpPr txBox="1">
            <a:spLocks noGrp="1"/>
          </p:cNvSpPr>
          <p:nvPr>
            <p:ph type="body" idx="1"/>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accent4"/>
              </a:buClr>
              <a:buSzPts val="1100"/>
              <a:buFont typeface="Plus Jakarta Sans SemiBold"/>
              <a:buNone/>
              <a:defRPr sz="1100" i="0">
                <a:solidFill>
                  <a:schemeClr val="accent4"/>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lnSpc>
                <a:spcPct val="100000"/>
              </a:lnSpc>
              <a:spcBef>
                <a:spcPts val="210"/>
              </a:spcBef>
              <a:spcAft>
                <a:spcPts val="0"/>
              </a:spcAft>
              <a:buSzPts val="1260"/>
              <a:buFont typeface="Arial"/>
              <a:buNone/>
              <a:defRPr sz="1050">
                <a:latin typeface="Arial"/>
                <a:ea typeface="Arial"/>
                <a:cs typeface="Arial"/>
                <a:sym typeface="Arial"/>
              </a:defRPr>
            </a:lvl3pPr>
            <a:lvl4pPr marL="1828800" lvl="3"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84" name="Google Shape;884;p125"/>
          <p:cNvSpPr txBox="1">
            <a:spLocks noGrp="1"/>
          </p:cNvSpPr>
          <p:nvPr>
            <p:ph type="body" idx="2"/>
          </p:nvPr>
        </p:nvSpPr>
        <p:spPr>
          <a:xfrm>
            <a:off x="533400" y="1370000"/>
            <a:ext cx="4138200" cy="30825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SzPts val="1800"/>
              <a:buNone/>
              <a:defRPr/>
            </a:lvl1pPr>
            <a:lvl2pPr marL="914400" lvl="1" indent="-228600" algn="l">
              <a:lnSpc>
                <a:spcPct val="78888"/>
              </a:lnSpc>
              <a:spcBef>
                <a:spcPts val="400"/>
              </a:spcBef>
              <a:spcAft>
                <a:spcPts val="0"/>
              </a:spcAft>
              <a:buClr>
                <a:srgbClr val="000000"/>
              </a:buClr>
              <a:buSzPts val="2160"/>
              <a:buNone/>
              <a:defRPr/>
            </a:lvl2pPr>
            <a:lvl3pPr marL="1371600" lvl="2" indent="-365760" algn="l">
              <a:lnSpc>
                <a:spcPct val="100000"/>
              </a:lnSpc>
              <a:spcBef>
                <a:spcPts val="360"/>
              </a:spcBef>
              <a:spcAft>
                <a:spcPts val="0"/>
              </a:spcAft>
              <a:buClr>
                <a:srgbClr val="000000"/>
              </a:buClr>
              <a:buSzPts val="2160"/>
              <a:buChar char="•"/>
              <a:defRPr>
                <a:solidFill>
                  <a:srgbClr val="000000"/>
                </a:solidFill>
              </a:defRPr>
            </a:lvl3pPr>
            <a:lvl4pPr marL="1828800" lvl="3" indent="-342900" algn="l">
              <a:lnSpc>
                <a:spcPct val="100000"/>
              </a:lnSpc>
              <a:spcBef>
                <a:spcPts val="360"/>
              </a:spcBef>
              <a:spcAft>
                <a:spcPts val="0"/>
              </a:spcAft>
              <a:buClr>
                <a:srgbClr val="000000"/>
              </a:buClr>
              <a:buSzPts val="1800"/>
              <a:buChar char="–"/>
              <a:defRPr>
                <a:solidFill>
                  <a:srgbClr val="000000"/>
                </a:solidFill>
              </a:defRPr>
            </a:lvl4pPr>
            <a:lvl5pPr marL="2286000" lvl="4" indent="-342900" algn="l">
              <a:lnSpc>
                <a:spcPct val="100000"/>
              </a:lnSpc>
              <a:spcBef>
                <a:spcPts val="360"/>
              </a:spcBef>
              <a:spcAft>
                <a:spcPts val="0"/>
              </a:spcAft>
              <a:buClr>
                <a:srgbClr val="000000"/>
              </a:buClr>
              <a:buSzPts val="1800"/>
              <a:buChar char="»"/>
              <a:defRPr>
                <a:solidFill>
                  <a:srgbClr val="000000"/>
                </a:solidFill>
              </a:defRPr>
            </a:lvl5pPr>
            <a:lvl6pPr marL="2743200" lvl="5" indent="-342900" algn="l">
              <a:lnSpc>
                <a:spcPct val="100000"/>
              </a:lnSpc>
              <a:spcBef>
                <a:spcPts val="360"/>
              </a:spcBef>
              <a:spcAft>
                <a:spcPts val="0"/>
              </a:spcAft>
              <a:buClr>
                <a:srgbClr val="000000"/>
              </a:buClr>
              <a:buSzPts val="1800"/>
              <a:buChar char="•"/>
              <a:defRPr>
                <a:solidFill>
                  <a:srgbClr val="000000"/>
                </a:solidFill>
              </a:defRPr>
            </a:lvl6pPr>
            <a:lvl7pPr marL="3200400" lvl="6" indent="-342900" algn="l">
              <a:lnSpc>
                <a:spcPct val="100000"/>
              </a:lnSpc>
              <a:spcBef>
                <a:spcPts val="360"/>
              </a:spcBef>
              <a:spcAft>
                <a:spcPts val="0"/>
              </a:spcAft>
              <a:buClr>
                <a:srgbClr val="000000"/>
              </a:buClr>
              <a:buSzPts val="1800"/>
              <a:buChar char="•"/>
              <a:defRPr>
                <a:solidFill>
                  <a:srgbClr val="000000"/>
                </a:solidFill>
              </a:defRPr>
            </a:lvl7pPr>
            <a:lvl8pPr marL="3657600" lvl="7" indent="-342900" algn="l">
              <a:lnSpc>
                <a:spcPct val="100000"/>
              </a:lnSpc>
              <a:spcBef>
                <a:spcPts val="360"/>
              </a:spcBef>
              <a:spcAft>
                <a:spcPts val="0"/>
              </a:spcAft>
              <a:buClr>
                <a:srgbClr val="000000"/>
              </a:buClr>
              <a:buSzPts val="1800"/>
              <a:buChar char="•"/>
              <a:defRPr>
                <a:solidFill>
                  <a:srgbClr val="000000"/>
                </a:solidFill>
              </a:defRPr>
            </a:lvl8pPr>
            <a:lvl9pPr marL="4114800" lvl="8" indent="-342900" algn="l">
              <a:lnSpc>
                <a:spcPct val="100000"/>
              </a:lnSpc>
              <a:spcBef>
                <a:spcPts val="360"/>
              </a:spcBef>
              <a:spcAft>
                <a:spcPts val="0"/>
              </a:spcAft>
              <a:buClr>
                <a:srgbClr val="000000"/>
              </a:buClr>
              <a:buSzPts val="1800"/>
              <a:buChar char="•"/>
              <a:defRPr>
                <a:solidFill>
                  <a:srgbClr val="000000"/>
                </a:solidFill>
              </a:defRPr>
            </a:lvl9pPr>
          </a:lstStyle>
          <a:p>
            <a:endParaRPr/>
          </a:p>
        </p:txBody>
      </p:sp>
    </p:spTree>
  </p:cSld>
  <p:clrMapOvr>
    <a:masterClrMapping/>
  </p:clrMapOvr>
  <p:transition spd="slow">
    <p:push/>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matchingName="3 Column Layout 1">
  <p:cSld name="10_Title Only">
    <p:spTree>
      <p:nvGrpSpPr>
        <p:cNvPr id="1" name="Shape 885"/>
        <p:cNvGrpSpPr/>
        <p:nvPr/>
      </p:nvGrpSpPr>
      <p:grpSpPr>
        <a:xfrm>
          <a:off x="0" y="0"/>
          <a:ext cx="0" cy="0"/>
          <a:chOff x="0" y="0"/>
          <a:chExt cx="0" cy="0"/>
        </a:xfrm>
      </p:grpSpPr>
      <p:sp>
        <p:nvSpPr>
          <p:cNvPr id="886" name="Google Shape;886;p126"/>
          <p:cNvSpPr txBox="1">
            <a:spLocks noGrp="1"/>
          </p:cNvSpPr>
          <p:nvPr>
            <p:ph type="body" idx="1"/>
          </p:nvPr>
        </p:nvSpPr>
        <p:spPr>
          <a:xfrm>
            <a:off x="533400" y="1370012"/>
            <a:ext cx="2362200" cy="15066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rgbClr val="000000"/>
              </a:buClr>
              <a:buSzPts val="1800"/>
              <a:buNone/>
              <a:defRPr/>
            </a:lvl1pPr>
            <a:lvl2pPr marL="914400" lvl="1" indent="-228600" algn="l">
              <a:lnSpc>
                <a:spcPct val="78888"/>
              </a:lnSpc>
              <a:spcBef>
                <a:spcPts val="400"/>
              </a:spcBef>
              <a:spcAft>
                <a:spcPts val="0"/>
              </a:spcAft>
              <a:buSzPts val="2160"/>
              <a:buNone/>
              <a:defRPr/>
            </a:lvl2pPr>
            <a:lvl3pPr marL="1371600" lvl="2" indent="-365760" algn="l">
              <a:lnSpc>
                <a:spcPct val="100000"/>
              </a:lnSpc>
              <a:spcBef>
                <a:spcPts val="360"/>
              </a:spcBef>
              <a:spcAft>
                <a:spcPts val="0"/>
              </a:spcAft>
              <a:buSzPts val="2160"/>
              <a:buChar char="•"/>
              <a:defRPr/>
            </a:lvl3pPr>
            <a:lvl4pPr marL="1828800" lvl="3" indent="-342900" algn="l">
              <a:lnSpc>
                <a:spcPct val="100000"/>
              </a:lnSpc>
              <a:spcBef>
                <a:spcPts val="360"/>
              </a:spcBef>
              <a:spcAft>
                <a:spcPts val="0"/>
              </a:spcAft>
              <a:buClr>
                <a:srgbClr val="4E5661"/>
              </a:buClr>
              <a:buSzPts val="1800"/>
              <a:buChar char="–"/>
              <a:defRPr/>
            </a:lvl4pPr>
            <a:lvl5pPr marL="2286000" lvl="4" indent="-342900" algn="l">
              <a:lnSpc>
                <a:spcPct val="100000"/>
              </a:lnSpc>
              <a:spcBef>
                <a:spcPts val="360"/>
              </a:spcBef>
              <a:spcAft>
                <a:spcPts val="0"/>
              </a:spcAft>
              <a:buClr>
                <a:srgbClr val="4E566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87" name="Google Shape;887;p126"/>
          <p:cNvSpPr txBox="1">
            <a:spLocks noGrp="1"/>
          </p:cNvSpPr>
          <p:nvPr>
            <p:ph type="body" idx="2"/>
          </p:nvPr>
        </p:nvSpPr>
        <p:spPr>
          <a:xfrm>
            <a:off x="3165987" y="1370012"/>
            <a:ext cx="2362200" cy="15066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rgbClr val="000000"/>
              </a:buClr>
              <a:buSzPts val="1800"/>
              <a:buNone/>
              <a:defRPr/>
            </a:lvl1pPr>
            <a:lvl2pPr marL="914400" lvl="1" indent="-228600" algn="l">
              <a:lnSpc>
                <a:spcPct val="78888"/>
              </a:lnSpc>
              <a:spcBef>
                <a:spcPts val="400"/>
              </a:spcBef>
              <a:spcAft>
                <a:spcPts val="0"/>
              </a:spcAft>
              <a:buSzPts val="2160"/>
              <a:buNone/>
              <a:defRPr/>
            </a:lvl2pPr>
            <a:lvl3pPr marL="1371600" lvl="2" indent="-365760" algn="l">
              <a:lnSpc>
                <a:spcPct val="100000"/>
              </a:lnSpc>
              <a:spcBef>
                <a:spcPts val="360"/>
              </a:spcBef>
              <a:spcAft>
                <a:spcPts val="0"/>
              </a:spcAft>
              <a:buSzPts val="2160"/>
              <a:buChar char="•"/>
              <a:defRPr/>
            </a:lvl3pPr>
            <a:lvl4pPr marL="1828800" lvl="3" indent="-342900" algn="l">
              <a:lnSpc>
                <a:spcPct val="100000"/>
              </a:lnSpc>
              <a:spcBef>
                <a:spcPts val="360"/>
              </a:spcBef>
              <a:spcAft>
                <a:spcPts val="0"/>
              </a:spcAft>
              <a:buClr>
                <a:srgbClr val="4E5661"/>
              </a:buClr>
              <a:buSzPts val="1800"/>
              <a:buChar char="–"/>
              <a:defRPr/>
            </a:lvl4pPr>
            <a:lvl5pPr marL="2286000" lvl="4" indent="-342900" algn="l">
              <a:lnSpc>
                <a:spcPct val="100000"/>
              </a:lnSpc>
              <a:spcBef>
                <a:spcPts val="360"/>
              </a:spcBef>
              <a:spcAft>
                <a:spcPts val="0"/>
              </a:spcAft>
              <a:buClr>
                <a:srgbClr val="4E566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88" name="Google Shape;888;p126"/>
          <p:cNvSpPr txBox="1">
            <a:spLocks noGrp="1"/>
          </p:cNvSpPr>
          <p:nvPr>
            <p:ph type="body" idx="3"/>
          </p:nvPr>
        </p:nvSpPr>
        <p:spPr>
          <a:xfrm>
            <a:off x="5798575" y="1370012"/>
            <a:ext cx="2362200" cy="15066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rgbClr val="000000"/>
              </a:buClr>
              <a:buSzPts val="1800"/>
              <a:buNone/>
              <a:defRPr/>
            </a:lvl1pPr>
            <a:lvl2pPr marL="914400" lvl="1" indent="-228600" algn="l">
              <a:lnSpc>
                <a:spcPct val="78888"/>
              </a:lnSpc>
              <a:spcBef>
                <a:spcPts val="400"/>
              </a:spcBef>
              <a:spcAft>
                <a:spcPts val="0"/>
              </a:spcAft>
              <a:buSzPts val="2160"/>
              <a:buNone/>
              <a:defRPr/>
            </a:lvl2pPr>
            <a:lvl3pPr marL="1371600" lvl="2" indent="-365760" algn="l">
              <a:lnSpc>
                <a:spcPct val="100000"/>
              </a:lnSpc>
              <a:spcBef>
                <a:spcPts val="360"/>
              </a:spcBef>
              <a:spcAft>
                <a:spcPts val="0"/>
              </a:spcAft>
              <a:buSzPts val="2160"/>
              <a:buChar char="•"/>
              <a:defRPr/>
            </a:lvl3pPr>
            <a:lvl4pPr marL="1828800" lvl="3" indent="-342900" algn="l">
              <a:lnSpc>
                <a:spcPct val="100000"/>
              </a:lnSpc>
              <a:spcBef>
                <a:spcPts val="360"/>
              </a:spcBef>
              <a:spcAft>
                <a:spcPts val="0"/>
              </a:spcAft>
              <a:buClr>
                <a:srgbClr val="4E5661"/>
              </a:buClr>
              <a:buSzPts val="1800"/>
              <a:buChar char="–"/>
              <a:defRPr/>
            </a:lvl4pPr>
            <a:lvl5pPr marL="2286000" lvl="4" indent="-342900" algn="l">
              <a:lnSpc>
                <a:spcPct val="100000"/>
              </a:lnSpc>
              <a:spcBef>
                <a:spcPts val="360"/>
              </a:spcBef>
              <a:spcAft>
                <a:spcPts val="0"/>
              </a:spcAft>
              <a:buClr>
                <a:srgbClr val="4E566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89" name="Google Shape;889;p126"/>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890" name="Google Shape;890;p126"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891" name="Google Shape;891;p126"/>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lnSpc>
                <a:spcPct val="100000"/>
              </a:lnSpc>
              <a:spcBef>
                <a:spcPts val="0"/>
              </a:spcBef>
              <a:spcAft>
                <a:spcPts val="0"/>
              </a:spcAft>
              <a:buClr>
                <a:srgbClr val="120046"/>
              </a:buClr>
              <a:buSzPts val="2100"/>
              <a:buNone/>
              <a:defRPr sz="23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92" name="Google Shape;892;p126"/>
          <p:cNvSpPr txBox="1">
            <a:spLocks noGrp="1"/>
          </p:cNvSpPr>
          <p:nvPr>
            <p:ph type="body" idx="4"/>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accent4"/>
              </a:buClr>
              <a:buSzPts val="1100"/>
              <a:buFont typeface="Plus Jakarta Sans SemiBold"/>
              <a:buNone/>
              <a:defRPr sz="1100" i="0">
                <a:solidFill>
                  <a:schemeClr val="accent4"/>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lnSpc>
                <a:spcPct val="100000"/>
              </a:lnSpc>
              <a:spcBef>
                <a:spcPts val="210"/>
              </a:spcBef>
              <a:spcAft>
                <a:spcPts val="0"/>
              </a:spcAft>
              <a:buSzPts val="1260"/>
              <a:buFont typeface="Arial"/>
              <a:buNone/>
              <a:defRPr sz="1050">
                <a:latin typeface="Arial"/>
                <a:ea typeface="Arial"/>
                <a:cs typeface="Arial"/>
                <a:sym typeface="Arial"/>
              </a:defRPr>
            </a:lvl3pPr>
            <a:lvl4pPr marL="1828800" lvl="3"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transition spd="slow">
    <p:push/>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matchingName="Orange Background Nodes Top Right 2 1">
  <p:cSld name="32_Title and Content_1">
    <p:bg>
      <p:bgPr>
        <a:solidFill>
          <a:schemeClr val="accent1"/>
        </a:solidFill>
        <a:effectLst/>
      </p:bgPr>
    </p:bg>
    <p:spTree>
      <p:nvGrpSpPr>
        <p:cNvPr id="1" name="Shape 893"/>
        <p:cNvGrpSpPr/>
        <p:nvPr/>
      </p:nvGrpSpPr>
      <p:grpSpPr>
        <a:xfrm>
          <a:off x="0" y="0"/>
          <a:ext cx="0" cy="0"/>
          <a:chOff x="0" y="0"/>
          <a:chExt cx="0" cy="0"/>
        </a:xfrm>
      </p:grpSpPr>
      <p:sp>
        <p:nvSpPr>
          <p:cNvPr id="894" name="Google Shape;894;p127"/>
          <p:cNvSpPr txBox="1">
            <a:spLocks noGrp="1"/>
          </p:cNvSpPr>
          <p:nvPr>
            <p:ph type="body" idx="1"/>
          </p:nvPr>
        </p:nvSpPr>
        <p:spPr>
          <a:xfrm>
            <a:off x="533400" y="1370025"/>
            <a:ext cx="7023600" cy="32622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Clr>
                <a:schemeClr val="lt1"/>
              </a:buClr>
              <a:buSzPts val="1400"/>
              <a:buFont typeface="Plus Jakarta Sans"/>
              <a:buNone/>
              <a:defRPr>
                <a:solidFill>
                  <a:schemeClr val="lt1"/>
                </a:solidFill>
              </a:defRPr>
            </a:lvl1pPr>
            <a:lvl2pPr marL="914400" lvl="1" indent="-228600" algn="l">
              <a:lnSpc>
                <a:spcPct val="118333"/>
              </a:lnSpc>
              <a:spcBef>
                <a:spcPts val="400"/>
              </a:spcBef>
              <a:spcAft>
                <a:spcPts val="0"/>
              </a:spcAft>
              <a:buSzPts val="1440"/>
              <a:buFont typeface="Plus Jakarta Sans"/>
              <a:buNone/>
              <a:defRPr>
                <a:solidFill>
                  <a:schemeClr val="lt1"/>
                </a:solidFill>
              </a:defRPr>
            </a:lvl2pPr>
            <a:lvl3pPr marL="1371600" lvl="2" indent="-304800" algn="l">
              <a:spcBef>
                <a:spcPts val="200"/>
              </a:spcBef>
              <a:spcAft>
                <a:spcPts val="0"/>
              </a:spcAft>
              <a:buClr>
                <a:schemeClr val="lt1"/>
              </a:buClr>
              <a:buSzPts val="1200"/>
              <a:buChar char="•"/>
              <a:defRPr>
                <a:solidFill>
                  <a:schemeClr val="lt1"/>
                </a:solidFill>
              </a:defRPr>
            </a:lvl3pPr>
            <a:lvl4pPr marL="1828800" lvl="3" indent="-292100" algn="l">
              <a:spcBef>
                <a:spcPts val="200"/>
              </a:spcBef>
              <a:spcAft>
                <a:spcPts val="0"/>
              </a:spcAft>
              <a:buClr>
                <a:schemeClr val="lt1"/>
              </a:buClr>
              <a:buSzPts val="1000"/>
              <a:buChar char="–"/>
              <a:defRPr>
                <a:solidFill>
                  <a:schemeClr val="lt1"/>
                </a:solidFill>
              </a:defRPr>
            </a:lvl4pPr>
            <a:lvl5pPr marL="2286000" lvl="4" indent="-292100" algn="l">
              <a:spcBef>
                <a:spcPts val="200"/>
              </a:spcBef>
              <a:spcAft>
                <a:spcPts val="0"/>
              </a:spcAft>
              <a:buClr>
                <a:schemeClr val="lt1"/>
              </a:buClr>
              <a:buSzPts val="1000"/>
              <a:buChar char="»"/>
              <a:defRPr>
                <a:solidFill>
                  <a:schemeClr val="lt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95" name="Google Shape;895;p127"/>
          <p:cNvSpPr/>
          <p:nvPr/>
        </p:nvSpPr>
        <p:spPr>
          <a:xfrm rot="-5400000">
            <a:off x="4542000" y="539200"/>
            <a:ext cx="73500" cy="9157500"/>
          </a:xfrm>
          <a:prstGeom prst="rect">
            <a:avLst/>
          </a:prstGeom>
          <a:solidFill>
            <a:schemeClr val="lt1"/>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896" name="Google Shape;896;p127"/>
          <p:cNvPicPr preferRelativeResize="0"/>
          <p:nvPr/>
        </p:nvPicPr>
        <p:blipFill rotWithShape="1">
          <a:blip r:embed="rId2">
            <a:alphaModFix/>
          </a:blip>
          <a:srcRect/>
          <a:stretch/>
        </p:blipFill>
        <p:spPr>
          <a:xfrm>
            <a:off x="7382600" y="4769550"/>
            <a:ext cx="1133500" cy="139201"/>
          </a:xfrm>
          <a:prstGeom prst="rect">
            <a:avLst/>
          </a:prstGeom>
          <a:noFill/>
          <a:ln>
            <a:noFill/>
          </a:ln>
        </p:spPr>
      </p:pic>
      <p:sp>
        <p:nvSpPr>
          <p:cNvPr id="897" name="Google Shape;897;p127"/>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spcBef>
                <a:spcPts val="0"/>
              </a:spcBef>
              <a:spcAft>
                <a:spcPts val="0"/>
              </a:spcAft>
              <a:buClr>
                <a:schemeClr val="lt1"/>
              </a:buClr>
              <a:buSzPts val="2100"/>
              <a:buNone/>
              <a:defRPr sz="2300">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a:endParaRPr/>
          </a:p>
        </p:txBody>
      </p:sp>
      <p:sp>
        <p:nvSpPr>
          <p:cNvPr id="898" name="Google Shape;898;p127"/>
          <p:cNvSpPr txBox="1">
            <a:spLocks noGrp="1"/>
          </p:cNvSpPr>
          <p:nvPr>
            <p:ph type="body" idx="2"/>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Clr>
                <a:schemeClr val="lt1"/>
              </a:buClr>
              <a:buSzPts val="1100"/>
              <a:buFont typeface="Plus Jakarta Sans SemiBold"/>
              <a:buNone/>
              <a:defRPr sz="1100" i="0">
                <a:solidFill>
                  <a:schemeClr val="lt1"/>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Clr>
                <a:schemeClr val="lt1"/>
              </a:buClr>
              <a:buSzPts val="1260"/>
              <a:buFont typeface="Arial"/>
              <a:buNone/>
              <a:defRPr sz="1050">
                <a:solidFill>
                  <a:schemeClr val="lt1"/>
                </a:solidFill>
                <a:latin typeface="Arial"/>
                <a:ea typeface="Arial"/>
                <a:cs typeface="Arial"/>
                <a:sym typeface="Arial"/>
              </a:defRPr>
            </a:lvl2pPr>
            <a:lvl3pPr marL="1371600" lvl="2" indent="-228600" algn="l">
              <a:spcBef>
                <a:spcPts val="210"/>
              </a:spcBef>
              <a:spcAft>
                <a:spcPts val="0"/>
              </a:spcAft>
              <a:buClr>
                <a:schemeClr val="lt1"/>
              </a:buClr>
              <a:buSzPts val="1260"/>
              <a:buFont typeface="Arial"/>
              <a:buNone/>
              <a:defRPr sz="1050">
                <a:solidFill>
                  <a:schemeClr val="lt1"/>
                </a:solidFill>
                <a:latin typeface="Arial"/>
                <a:ea typeface="Arial"/>
                <a:cs typeface="Arial"/>
                <a:sym typeface="Arial"/>
              </a:defRPr>
            </a:lvl3pPr>
            <a:lvl4pPr marL="1828800" lvl="3" indent="-228600" algn="l">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4pPr>
            <a:lvl5pPr marL="2286000" lvl="4" indent="-228600" algn="l">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5pPr>
            <a:lvl6pPr marL="2743200" lvl="5" indent="-342900" algn="l">
              <a:spcBef>
                <a:spcPts val="360"/>
              </a:spcBef>
              <a:spcAft>
                <a:spcPts val="0"/>
              </a:spcAft>
              <a:buClr>
                <a:schemeClr val="lt1"/>
              </a:buClr>
              <a:buSzPts val="1800"/>
              <a:buChar char="•"/>
              <a:defRPr>
                <a:solidFill>
                  <a:schemeClr val="lt1"/>
                </a:solidFill>
              </a:defRPr>
            </a:lvl6pPr>
            <a:lvl7pPr marL="3200400" lvl="6" indent="-342900" algn="l">
              <a:spcBef>
                <a:spcPts val="360"/>
              </a:spcBef>
              <a:spcAft>
                <a:spcPts val="0"/>
              </a:spcAft>
              <a:buClr>
                <a:schemeClr val="lt1"/>
              </a:buClr>
              <a:buSzPts val="1800"/>
              <a:buChar char="•"/>
              <a:defRPr>
                <a:solidFill>
                  <a:schemeClr val="lt1"/>
                </a:solidFill>
              </a:defRPr>
            </a:lvl7pPr>
            <a:lvl8pPr marL="3657600" lvl="7" indent="-342900" algn="l">
              <a:spcBef>
                <a:spcPts val="360"/>
              </a:spcBef>
              <a:spcAft>
                <a:spcPts val="0"/>
              </a:spcAft>
              <a:buClr>
                <a:schemeClr val="lt1"/>
              </a:buClr>
              <a:buSzPts val="1800"/>
              <a:buChar char="•"/>
              <a:defRPr>
                <a:solidFill>
                  <a:schemeClr val="lt1"/>
                </a:solidFill>
              </a:defRPr>
            </a:lvl8pPr>
            <a:lvl9pPr marL="4114800" lvl="8" indent="-342900" algn="l">
              <a:spcBef>
                <a:spcPts val="360"/>
              </a:spcBef>
              <a:spcAft>
                <a:spcPts val="0"/>
              </a:spcAft>
              <a:buClr>
                <a:schemeClr val="lt1"/>
              </a:buClr>
              <a:buSzPts val="1800"/>
              <a:buChar char="•"/>
              <a:defRPr>
                <a:solidFill>
                  <a:schemeClr val="lt1"/>
                </a:solidFill>
              </a:defRPr>
            </a:lvl9pPr>
          </a:lstStyle>
          <a:p>
            <a:endParaRPr/>
          </a:p>
        </p:txBody>
      </p:sp>
      <p:pic>
        <p:nvPicPr>
          <p:cNvPr id="899" name="Google Shape;899;p127"/>
          <p:cNvPicPr preferRelativeResize="0"/>
          <p:nvPr/>
        </p:nvPicPr>
        <p:blipFill rotWithShape="1">
          <a:blip r:embed="rId3">
            <a:alphaModFix/>
          </a:blip>
          <a:srcRect/>
          <a:stretch/>
        </p:blipFill>
        <p:spPr>
          <a:xfrm>
            <a:off x="7611575" y="0"/>
            <a:ext cx="1532425" cy="3244899"/>
          </a:xfrm>
          <a:prstGeom prst="rect">
            <a:avLst/>
          </a:prstGeom>
          <a:noFill/>
          <a:ln>
            <a:noFill/>
          </a:ln>
        </p:spPr>
      </p:pic>
      <p:sp>
        <p:nvSpPr>
          <p:cNvPr id="900" name="Google Shape;900;p127"/>
          <p:cNvSpPr txBox="1"/>
          <p:nvPr/>
        </p:nvSpPr>
        <p:spPr>
          <a:xfrm>
            <a:off x="380125" y="4737800"/>
            <a:ext cx="4613700" cy="28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00">
                <a:solidFill>
                  <a:schemeClr val="lt1"/>
                </a:solidFill>
                <a:latin typeface="Plus Jakarta Sans"/>
                <a:ea typeface="Plus Jakarta Sans"/>
                <a:cs typeface="Plus Jakarta Sans"/>
                <a:sym typeface="Plus Jakarta Sans"/>
              </a:rPr>
              <a:t>©2025 Cloudera, Inc. All Rights Reserved. </a:t>
            </a:r>
            <a:endParaRPr sz="600">
              <a:solidFill>
                <a:schemeClr val="lt1"/>
              </a:solidFill>
              <a:latin typeface="Plus Jakarta Sans"/>
              <a:ea typeface="Plus Jakarta Sans"/>
              <a:cs typeface="Plus Jakarta Sans"/>
              <a:sym typeface="Plus Jakarta Sans"/>
            </a:endParaRPr>
          </a:p>
        </p:txBody>
      </p:sp>
    </p:spTree>
  </p:cSld>
  <p:clrMapOvr>
    <a:masterClrMapping/>
  </p:clrMapOvr>
  <p:transition spd="slow">
    <p:push/>
  </p:transition>
</p:sldLayout>
</file>

<file path=ppt/slideLayouts/slideLayout126.xml><?xml version="1.0" encoding="utf-8"?>
<p:sldLayout xmlns:a="http://schemas.openxmlformats.org/drawingml/2006/main" xmlns:r="http://schemas.openxmlformats.org/officeDocument/2006/relationships" xmlns:p="http://schemas.openxmlformats.org/presentationml/2006/main" matchingName="Title &amp; Body | White 1 1">
  <p:cSld name="6_Title Only_3_1_4">
    <p:spTree>
      <p:nvGrpSpPr>
        <p:cNvPr id="1" name="Shape 901"/>
        <p:cNvGrpSpPr/>
        <p:nvPr/>
      </p:nvGrpSpPr>
      <p:grpSpPr>
        <a:xfrm>
          <a:off x="0" y="0"/>
          <a:ext cx="0" cy="0"/>
          <a:chOff x="0" y="0"/>
          <a:chExt cx="0" cy="0"/>
        </a:xfrm>
      </p:grpSpPr>
      <p:sp>
        <p:nvSpPr>
          <p:cNvPr id="902" name="Google Shape;902;p128"/>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903" name="Google Shape;903;p128"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904" name="Google Shape;904;p128"/>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lnSpc>
                <a:spcPct val="100000"/>
              </a:lnSpc>
              <a:spcBef>
                <a:spcPts val="0"/>
              </a:spcBef>
              <a:spcAft>
                <a:spcPts val="0"/>
              </a:spcAft>
              <a:buClr>
                <a:srgbClr val="120046"/>
              </a:buClr>
              <a:buSzPts val="2100"/>
              <a:buNone/>
              <a:defRPr sz="23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5" name="Google Shape;905;p128"/>
          <p:cNvSpPr txBox="1">
            <a:spLocks noGrp="1"/>
          </p:cNvSpPr>
          <p:nvPr>
            <p:ph type="body" idx="1"/>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accent4"/>
              </a:buClr>
              <a:buSzPts val="1100"/>
              <a:buFont typeface="Plus Jakarta Sans SemiBold"/>
              <a:buNone/>
              <a:defRPr sz="1100" i="0">
                <a:solidFill>
                  <a:schemeClr val="accent4"/>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lnSpc>
                <a:spcPct val="100000"/>
              </a:lnSpc>
              <a:spcBef>
                <a:spcPts val="210"/>
              </a:spcBef>
              <a:spcAft>
                <a:spcPts val="0"/>
              </a:spcAft>
              <a:buSzPts val="1260"/>
              <a:buFont typeface="Arial"/>
              <a:buNone/>
              <a:defRPr sz="1050">
                <a:latin typeface="Arial"/>
                <a:ea typeface="Arial"/>
                <a:cs typeface="Arial"/>
                <a:sym typeface="Arial"/>
              </a:defRPr>
            </a:lvl3pPr>
            <a:lvl4pPr marL="1828800" lvl="3"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906" name="Google Shape;906;p128"/>
          <p:cNvSpPr txBox="1">
            <a:spLocks noGrp="1"/>
          </p:cNvSpPr>
          <p:nvPr>
            <p:ph type="body" idx="2"/>
          </p:nvPr>
        </p:nvSpPr>
        <p:spPr>
          <a:xfrm>
            <a:off x="533400" y="1370000"/>
            <a:ext cx="4138200" cy="30825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SzPts val="1800"/>
              <a:buNone/>
              <a:defRPr/>
            </a:lvl1pPr>
            <a:lvl2pPr marL="914400" lvl="1" indent="-228600" algn="l">
              <a:lnSpc>
                <a:spcPct val="78888"/>
              </a:lnSpc>
              <a:spcBef>
                <a:spcPts val="400"/>
              </a:spcBef>
              <a:spcAft>
                <a:spcPts val="0"/>
              </a:spcAft>
              <a:buClr>
                <a:srgbClr val="000000"/>
              </a:buClr>
              <a:buSzPts val="2160"/>
              <a:buNone/>
              <a:defRPr/>
            </a:lvl2pPr>
            <a:lvl3pPr marL="1371600" lvl="2" indent="-365760" algn="l">
              <a:lnSpc>
                <a:spcPct val="100000"/>
              </a:lnSpc>
              <a:spcBef>
                <a:spcPts val="360"/>
              </a:spcBef>
              <a:spcAft>
                <a:spcPts val="0"/>
              </a:spcAft>
              <a:buClr>
                <a:srgbClr val="000000"/>
              </a:buClr>
              <a:buSzPts val="2160"/>
              <a:buChar char="•"/>
              <a:defRPr>
                <a:solidFill>
                  <a:srgbClr val="000000"/>
                </a:solidFill>
              </a:defRPr>
            </a:lvl3pPr>
            <a:lvl4pPr marL="1828800" lvl="3" indent="-342900" algn="l">
              <a:lnSpc>
                <a:spcPct val="100000"/>
              </a:lnSpc>
              <a:spcBef>
                <a:spcPts val="360"/>
              </a:spcBef>
              <a:spcAft>
                <a:spcPts val="0"/>
              </a:spcAft>
              <a:buClr>
                <a:srgbClr val="000000"/>
              </a:buClr>
              <a:buSzPts val="1800"/>
              <a:buChar char="–"/>
              <a:defRPr>
                <a:solidFill>
                  <a:srgbClr val="000000"/>
                </a:solidFill>
              </a:defRPr>
            </a:lvl4pPr>
            <a:lvl5pPr marL="2286000" lvl="4" indent="-342900" algn="l">
              <a:lnSpc>
                <a:spcPct val="100000"/>
              </a:lnSpc>
              <a:spcBef>
                <a:spcPts val="360"/>
              </a:spcBef>
              <a:spcAft>
                <a:spcPts val="0"/>
              </a:spcAft>
              <a:buClr>
                <a:srgbClr val="000000"/>
              </a:buClr>
              <a:buSzPts val="1800"/>
              <a:buChar char="»"/>
              <a:defRPr>
                <a:solidFill>
                  <a:srgbClr val="000000"/>
                </a:solidFill>
              </a:defRPr>
            </a:lvl5pPr>
            <a:lvl6pPr marL="2743200" lvl="5" indent="-342900" algn="l">
              <a:lnSpc>
                <a:spcPct val="100000"/>
              </a:lnSpc>
              <a:spcBef>
                <a:spcPts val="360"/>
              </a:spcBef>
              <a:spcAft>
                <a:spcPts val="0"/>
              </a:spcAft>
              <a:buClr>
                <a:srgbClr val="000000"/>
              </a:buClr>
              <a:buSzPts val="1800"/>
              <a:buChar char="•"/>
              <a:defRPr>
                <a:solidFill>
                  <a:srgbClr val="000000"/>
                </a:solidFill>
              </a:defRPr>
            </a:lvl6pPr>
            <a:lvl7pPr marL="3200400" lvl="6" indent="-342900" algn="l">
              <a:lnSpc>
                <a:spcPct val="100000"/>
              </a:lnSpc>
              <a:spcBef>
                <a:spcPts val="360"/>
              </a:spcBef>
              <a:spcAft>
                <a:spcPts val="0"/>
              </a:spcAft>
              <a:buClr>
                <a:srgbClr val="000000"/>
              </a:buClr>
              <a:buSzPts val="1800"/>
              <a:buChar char="•"/>
              <a:defRPr>
                <a:solidFill>
                  <a:srgbClr val="000000"/>
                </a:solidFill>
              </a:defRPr>
            </a:lvl7pPr>
            <a:lvl8pPr marL="3657600" lvl="7" indent="-342900" algn="l">
              <a:lnSpc>
                <a:spcPct val="100000"/>
              </a:lnSpc>
              <a:spcBef>
                <a:spcPts val="360"/>
              </a:spcBef>
              <a:spcAft>
                <a:spcPts val="0"/>
              </a:spcAft>
              <a:buClr>
                <a:srgbClr val="000000"/>
              </a:buClr>
              <a:buSzPts val="1800"/>
              <a:buChar char="•"/>
              <a:defRPr>
                <a:solidFill>
                  <a:srgbClr val="000000"/>
                </a:solidFill>
              </a:defRPr>
            </a:lvl8pPr>
            <a:lvl9pPr marL="4114800" lvl="8" indent="-342900" algn="l">
              <a:lnSpc>
                <a:spcPct val="100000"/>
              </a:lnSpc>
              <a:spcBef>
                <a:spcPts val="360"/>
              </a:spcBef>
              <a:spcAft>
                <a:spcPts val="0"/>
              </a:spcAft>
              <a:buClr>
                <a:srgbClr val="000000"/>
              </a:buClr>
              <a:buSzPts val="1800"/>
              <a:buChar char="•"/>
              <a:defRPr>
                <a:solidFill>
                  <a:srgbClr val="000000"/>
                </a:solidFill>
              </a:defRPr>
            </a:lvl9pPr>
          </a:lstStyle>
          <a:p>
            <a:endParaRPr/>
          </a:p>
        </p:txBody>
      </p:sp>
    </p:spTree>
  </p:cSld>
  <p:clrMapOvr>
    <a:masterClrMapping/>
  </p:clrMapOvr>
  <p:transition spd="slow">
    <p:push/>
  </p:transition>
</p:sldLayout>
</file>

<file path=ppt/slideLayouts/slideLayout127.xml><?xml version="1.0" encoding="utf-8"?>
<p:sldLayout xmlns:a="http://schemas.openxmlformats.org/drawingml/2006/main" xmlns:r="http://schemas.openxmlformats.org/officeDocument/2006/relationships" xmlns:p="http://schemas.openxmlformats.org/presentationml/2006/main" matchingName="3 Columns">
  <p:cSld name="3 Columns">
    <p:spTree>
      <p:nvGrpSpPr>
        <p:cNvPr id="1" name="Shape 907"/>
        <p:cNvGrpSpPr/>
        <p:nvPr/>
      </p:nvGrpSpPr>
      <p:grpSpPr>
        <a:xfrm>
          <a:off x="0" y="0"/>
          <a:ext cx="0" cy="0"/>
          <a:chOff x="0" y="0"/>
          <a:chExt cx="0" cy="0"/>
        </a:xfrm>
      </p:grpSpPr>
      <p:sp>
        <p:nvSpPr>
          <p:cNvPr id="908" name="Google Shape;908;p129"/>
          <p:cNvSpPr txBox="1">
            <a:spLocks noGrp="1"/>
          </p:cNvSpPr>
          <p:nvPr>
            <p:ph type="title"/>
          </p:nvPr>
        </p:nvSpPr>
        <p:spPr>
          <a:xfrm>
            <a:off x="419100" y="460690"/>
            <a:ext cx="8305800" cy="419400"/>
          </a:xfrm>
          <a:prstGeom prst="rect">
            <a:avLst/>
          </a:prstGeom>
          <a:noFill/>
          <a:ln>
            <a:noFill/>
          </a:ln>
        </p:spPr>
        <p:txBody>
          <a:bodyPr spcFirstLastPara="1" wrap="square" lIns="0" tIns="91425" rIns="0" bIns="91425" anchor="t" anchorCtr="0">
            <a:noAutofit/>
          </a:bodyPr>
          <a:lstStyle>
            <a:lvl1pPr marR="0" lvl="0" algn="l">
              <a:lnSpc>
                <a:spcPct val="80000"/>
              </a:lnSpc>
              <a:spcBef>
                <a:spcPts val="0"/>
              </a:spcBef>
              <a:spcAft>
                <a:spcPts val="0"/>
              </a:spcAft>
              <a:buClr>
                <a:schemeClr val="dk1"/>
              </a:buClr>
              <a:buSzPts val="2200"/>
              <a:buFont typeface="Lato"/>
              <a:buNone/>
              <a:defRPr sz="2200" b="0" i="0" u="none" strike="noStrike" cap="none">
                <a:solidFill>
                  <a:schemeClr val="dk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909" name="Google Shape;909;p129"/>
          <p:cNvSpPr txBox="1">
            <a:spLocks noGrp="1"/>
          </p:cNvSpPr>
          <p:nvPr>
            <p:ph type="body" idx="1"/>
          </p:nvPr>
        </p:nvSpPr>
        <p:spPr>
          <a:xfrm>
            <a:off x="419100" y="914400"/>
            <a:ext cx="8305800" cy="308100"/>
          </a:xfrm>
          <a:prstGeom prst="rect">
            <a:avLst/>
          </a:prstGeom>
          <a:noFill/>
          <a:ln>
            <a:noFill/>
          </a:ln>
        </p:spPr>
        <p:txBody>
          <a:bodyPr spcFirstLastPara="1" wrap="square" lIns="0" tIns="27425" rIns="0" bIns="45700" anchor="t" anchorCtr="0">
            <a:noAutofit/>
          </a:bodyPr>
          <a:lstStyle>
            <a:lvl1pPr marL="457200" lvl="0" indent="-228600" algn="l">
              <a:spcBef>
                <a:spcPts val="0"/>
              </a:spcBef>
              <a:spcAft>
                <a:spcPts val="0"/>
              </a:spcAft>
              <a:buSzPts val="1280"/>
              <a:buNone/>
              <a:defRPr sz="1600" b="0" i="0">
                <a:solidFill>
                  <a:schemeClr val="accent2"/>
                </a:solidFill>
                <a:latin typeface="Roboto"/>
                <a:ea typeface="Roboto"/>
                <a:cs typeface="Roboto"/>
                <a:sym typeface="Roboto"/>
              </a:defRPr>
            </a:lvl1pPr>
            <a:lvl2pPr marL="914400" lvl="1" indent="-228600" algn="l">
              <a:spcBef>
                <a:spcPts val="0"/>
              </a:spcBef>
              <a:spcAft>
                <a:spcPts val="0"/>
              </a:spcAft>
              <a:buSzPts val="1280"/>
              <a:buNone/>
              <a:defRPr sz="1600">
                <a:solidFill>
                  <a:schemeClr val="accent1"/>
                </a:solidFill>
              </a:defRPr>
            </a:lvl2pPr>
            <a:lvl3pPr marL="1371600" lvl="2" indent="-228600" algn="l">
              <a:spcBef>
                <a:spcPts val="0"/>
              </a:spcBef>
              <a:spcAft>
                <a:spcPts val="0"/>
              </a:spcAft>
              <a:buSzPts val="1280"/>
              <a:buNone/>
              <a:defRPr sz="1600">
                <a:solidFill>
                  <a:schemeClr val="accent1"/>
                </a:solidFill>
              </a:defRPr>
            </a:lvl3pPr>
            <a:lvl4pPr marL="1828800" lvl="3" indent="-228600" algn="l">
              <a:spcBef>
                <a:spcPts val="0"/>
              </a:spcBef>
              <a:spcAft>
                <a:spcPts val="0"/>
              </a:spcAft>
              <a:buSzPts val="1280"/>
              <a:buNone/>
              <a:defRPr sz="1600">
                <a:solidFill>
                  <a:schemeClr val="accent1"/>
                </a:solidFill>
              </a:defRPr>
            </a:lvl4pPr>
            <a:lvl5pPr marL="2286000" lvl="4" indent="-228600" algn="l">
              <a:spcBef>
                <a:spcPts val="0"/>
              </a:spcBef>
              <a:spcAft>
                <a:spcPts val="0"/>
              </a:spcAft>
              <a:buSzPts val="1280"/>
              <a:buNone/>
              <a:defRPr sz="1600">
                <a:solidFill>
                  <a:schemeClr val="accent1"/>
                </a:solidFill>
              </a:defRPr>
            </a:lvl5pPr>
            <a:lvl6pPr marL="2743200" lvl="5" indent="-342900" algn="l">
              <a:spcBef>
                <a:spcPts val="0"/>
              </a:spcBef>
              <a:spcAft>
                <a:spcPts val="0"/>
              </a:spcAft>
              <a:buClr>
                <a:schemeClr val="dk1"/>
              </a:buClr>
              <a:buSzPts val="1800"/>
              <a:buChar char="•"/>
              <a:defRPr/>
            </a:lvl6pPr>
            <a:lvl7pPr marL="3200400" lvl="6" indent="-342900" algn="l">
              <a:spcBef>
                <a:spcPts val="0"/>
              </a:spcBef>
              <a:spcAft>
                <a:spcPts val="0"/>
              </a:spcAft>
              <a:buClr>
                <a:schemeClr val="dk1"/>
              </a:buClr>
              <a:buSzPts val="1800"/>
              <a:buChar char="•"/>
              <a:defRPr/>
            </a:lvl7pPr>
            <a:lvl8pPr marL="3657600" lvl="7" indent="-342900" algn="l">
              <a:spcBef>
                <a:spcPts val="0"/>
              </a:spcBef>
              <a:spcAft>
                <a:spcPts val="0"/>
              </a:spcAft>
              <a:buClr>
                <a:schemeClr val="dk1"/>
              </a:buClr>
              <a:buSzPts val="1800"/>
              <a:buChar char="•"/>
              <a:defRPr/>
            </a:lvl8pPr>
            <a:lvl9pPr marL="4114800" lvl="8" indent="-342900" algn="l">
              <a:spcBef>
                <a:spcPts val="0"/>
              </a:spcBef>
              <a:spcAft>
                <a:spcPts val="0"/>
              </a:spcAft>
              <a:buClr>
                <a:schemeClr val="dk1"/>
              </a:buClr>
              <a:buSzPts val="1800"/>
              <a:buChar char="•"/>
              <a:defRPr/>
            </a:lvl9pPr>
          </a:lstStyle>
          <a:p>
            <a:endParaRPr/>
          </a:p>
        </p:txBody>
      </p:sp>
      <p:sp>
        <p:nvSpPr>
          <p:cNvPr id="910" name="Google Shape;910;p129"/>
          <p:cNvSpPr txBox="1">
            <a:spLocks noGrp="1"/>
          </p:cNvSpPr>
          <p:nvPr>
            <p:ph type="body" idx="2"/>
          </p:nvPr>
        </p:nvSpPr>
        <p:spPr>
          <a:xfrm>
            <a:off x="419100" y="1603771"/>
            <a:ext cx="2615100" cy="2926200"/>
          </a:xfrm>
          <a:prstGeom prst="rect">
            <a:avLst/>
          </a:prstGeom>
          <a:noFill/>
          <a:ln>
            <a:noFill/>
          </a:ln>
        </p:spPr>
        <p:txBody>
          <a:bodyPr spcFirstLastPara="1" wrap="square" lIns="91425" tIns="45700" rIns="91425" bIns="45700" anchor="t" anchorCtr="0">
            <a:noAutofit/>
          </a:bodyPr>
          <a:lstStyle>
            <a:lvl1pPr marL="457200" lvl="0" indent="-228600" algn="l">
              <a:spcBef>
                <a:spcPts val="450"/>
              </a:spcBef>
              <a:spcAft>
                <a:spcPts val="0"/>
              </a:spcAft>
              <a:buClr>
                <a:srgbClr val="BFBFBF"/>
              </a:buClr>
              <a:buSzPts val="1400"/>
              <a:buFont typeface="Roboto"/>
              <a:buNone/>
              <a:defRPr>
                <a:solidFill>
                  <a:srgbClr val="7F7F7F"/>
                </a:solidFill>
              </a:defRPr>
            </a:lvl1pPr>
            <a:lvl2pPr marL="914400" lvl="1" indent="-228600" algn="l">
              <a:spcBef>
                <a:spcPts val="375"/>
              </a:spcBef>
              <a:spcAft>
                <a:spcPts val="0"/>
              </a:spcAft>
              <a:buClr>
                <a:srgbClr val="BFBFBF"/>
              </a:buClr>
              <a:buSzPts val="1400"/>
              <a:buNone/>
              <a:defRPr>
                <a:solidFill>
                  <a:srgbClr val="7F7F7F"/>
                </a:solidFill>
              </a:defRPr>
            </a:lvl2pPr>
            <a:lvl3pPr marL="1371600" lvl="2" indent="-317500" algn="l">
              <a:spcBef>
                <a:spcPts val="300"/>
              </a:spcBef>
              <a:spcAft>
                <a:spcPts val="0"/>
              </a:spcAft>
              <a:buClr>
                <a:srgbClr val="BFBFBF"/>
              </a:buClr>
              <a:buSzPts val="1400"/>
              <a:buFont typeface="Roboto"/>
              <a:buChar char="•"/>
              <a:defRPr>
                <a:solidFill>
                  <a:srgbClr val="7F7F7F"/>
                </a:solidFill>
              </a:defRPr>
            </a:lvl3pPr>
            <a:lvl4pPr marL="1828800" lvl="3" indent="-317500" algn="l">
              <a:spcBef>
                <a:spcPts val="300"/>
              </a:spcBef>
              <a:spcAft>
                <a:spcPts val="0"/>
              </a:spcAft>
              <a:buClr>
                <a:srgbClr val="BFBFBF"/>
              </a:buClr>
              <a:buSzPts val="1400"/>
              <a:buChar char="–"/>
              <a:defRPr>
                <a:solidFill>
                  <a:srgbClr val="7F7F7F"/>
                </a:solidFill>
              </a:defRPr>
            </a:lvl4pPr>
            <a:lvl5pPr marL="2286000" lvl="4" indent="-317500" algn="l">
              <a:spcBef>
                <a:spcPts val="300"/>
              </a:spcBef>
              <a:spcAft>
                <a:spcPts val="0"/>
              </a:spcAft>
              <a:buClr>
                <a:srgbClr val="BFBFBF"/>
              </a:buClr>
              <a:buSzPts val="1400"/>
              <a:buFont typeface="Roboto"/>
              <a:buChar char="»"/>
              <a:defRPr>
                <a:solidFill>
                  <a:srgbClr val="7F7F7F"/>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911" name="Google Shape;911;p129"/>
          <p:cNvSpPr txBox="1">
            <a:spLocks noGrp="1"/>
          </p:cNvSpPr>
          <p:nvPr>
            <p:ph type="body" idx="3"/>
          </p:nvPr>
        </p:nvSpPr>
        <p:spPr>
          <a:xfrm>
            <a:off x="3266174" y="1603771"/>
            <a:ext cx="2611800" cy="2926200"/>
          </a:xfrm>
          <a:prstGeom prst="rect">
            <a:avLst/>
          </a:prstGeom>
          <a:noFill/>
          <a:ln>
            <a:noFill/>
          </a:ln>
        </p:spPr>
        <p:txBody>
          <a:bodyPr spcFirstLastPara="1" wrap="square" lIns="91425" tIns="45700" rIns="91425" bIns="45700" anchor="t" anchorCtr="0">
            <a:noAutofit/>
          </a:bodyPr>
          <a:lstStyle>
            <a:lvl1pPr marL="457200" lvl="0" indent="-228600" algn="l">
              <a:spcBef>
                <a:spcPts val="450"/>
              </a:spcBef>
              <a:spcAft>
                <a:spcPts val="0"/>
              </a:spcAft>
              <a:buClr>
                <a:srgbClr val="BFBFBF"/>
              </a:buClr>
              <a:buSzPts val="1400"/>
              <a:buFont typeface="Roboto"/>
              <a:buNone/>
              <a:defRPr>
                <a:solidFill>
                  <a:srgbClr val="7F7F7F"/>
                </a:solidFill>
              </a:defRPr>
            </a:lvl1pPr>
            <a:lvl2pPr marL="914400" lvl="1" indent="-228600" algn="l">
              <a:spcBef>
                <a:spcPts val="375"/>
              </a:spcBef>
              <a:spcAft>
                <a:spcPts val="0"/>
              </a:spcAft>
              <a:buClr>
                <a:srgbClr val="BFBFBF"/>
              </a:buClr>
              <a:buSzPts val="1400"/>
              <a:buNone/>
              <a:defRPr>
                <a:solidFill>
                  <a:srgbClr val="7F7F7F"/>
                </a:solidFill>
              </a:defRPr>
            </a:lvl2pPr>
            <a:lvl3pPr marL="1371600" lvl="2" indent="-317500" algn="l">
              <a:spcBef>
                <a:spcPts val="300"/>
              </a:spcBef>
              <a:spcAft>
                <a:spcPts val="0"/>
              </a:spcAft>
              <a:buClr>
                <a:srgbClr val="BFBFBF"/>
              </a:buClr>
              <a:buSzPts val="1400"/>
              <a:buFont typeface="Roboto"/>
              <a:buChar char="•"/>
              <a:defRPr>
                <a:solidFill>
                  <a:srgbClr val="7F7F7F"/>
                </a:solidFill>
              </a:defRPr>
            </a:lvl3pPr>
            <a:lvl4pPr marL="1828800" lvl="3" indent="-317500" algn="l">
              <a:spcBef>
                <a:spcPts val="300"/>
              </a:spcBef>
              <a:spcAft>
                <a:spcPts val="0"/>
              </a:spcAft>
              <a:buClr>
                <a:srgbClr val="BFBFBF"/>
              </a:buClr>
              <a:buSzPts val="1400"/>
              <a:buChar char="–"/>
              <a:defRPr>
                <a:solidFill>
                  <a:srgbClr val="7F7F7F"/>
                </a:solidFill>
              </a:defRPr>
            </a:lvl4pPr>
            <a:lvl5pPr marL="2286000" lvl="4" indent="-317500" algn="l">
              <a:spcBef>
                <a:spcPts val="300"/>
              </a:spcBef>
              <a:spcAft>
                <a:spcPts val="0"/>
              </a:spcAft>
              <a:buClr>
                <a:srgbClr val="BFBFBF"/>
              </a:buClr>
              <a:buSzPts val="1400"/>
              <a:buFont typeface="Roboto"/>
              <a:buChar char="»"/>
              <a:defRPr>
                <a:solidFill>
                  <a:srgbClr val="7F7F7F"/>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912" name="Google Shape;912;p129"/>
          <p:cNvSpPr txBox="1">
            <a:spLocks noGrp="1"/>
          </p:cNvSpPr>
          <p:nvPr>
            <p:ph type="body" idx="4"/>
          </p:nvPr>
        </p:nvSpPr>
        <p:spPr>
          <a:xfrm>
            <a:off x="6109716" y="1603771"/>
            <a:ext cx="2615100" cy="2926200"/>
          </a:xfrm>
          <a:prstGeom prst="rect">
            <a:avLst/>
          </a:prstGeom>
          <a:noFill/>
          <a:ln>
            <a:noFill/>
          </a:ln>
        </p:spPr>
        <p:txBody>
          <a:bodyPr spcFirstLastPara="1" wrap="square" lIns="91425" tIns="45700" rIns="91425" bIns="45700" anchor="t" anchorCtr="0">
            <a:noAutofit/>
          </a:bodyPr>
          <a:lstStyle>
            <a:lvl1pPr marL="457200" lvl="0" indent="-228600" algn="l">
              <a:spcBef>
                <a:spcPts val="450"/>
              </a:spcBef>
              <a:spcAft>
                <a:spcPts val="0"/>
              </a:spcAft>
              <a:buClr>
                <a:srgbClr val="BFBFBF"/>
              </a:buClr>
              <a:buSzPts val="1400"/>
              <a:buFont typeface="Roboto"/>
              <a:buNone/>
              <a:defRPr>
                <a:solidFill>
                  <a:srgbClr val="7F7F7F"/>
                </a:solidFill>
              </a:defRPr>
            </a:lvl1pPr>
            <a:lvl2pPr marL="914400" lvl="1" indent="-228600" algn="l">
              <a:spcBef>
                <a:spcPts val="375"/>
              </a:spcBef>
              <a:spcAft>
                <a:spcPts val="0"/>
              </a:spcAft>
              <a:buClr>
                <a:srgbClr val="BFBFBF"/>
              </a:buClr>
              <a:buSzPts val="1400"/>
              <a:buNone/>
              <a:defRPr>
                <a:solidFill>
                  <a:srgbClr val="7F7F7F"/>
                </a:solidFill>
              </a:defRPr>
            </a:lvl2pPr>
            <a:lvl3pPr marL="1371600" lvl="2" indent="-317500" algn="l">
              <a:spcBef>
                <a:spcPts val="300"/>
              </a:spcBef>
              <a:spcAft>
                <a:spcPts val="0"/>
              </a:spcAft>
              <a:buClr>
                <a:srgbClr val="BFBFBF"/>
              </a:buClr>
              <a:buSzPts val="1400"/>
              <a:buFont typeface="Roboto"/>
              <a:buChar char="•"/>
              <a:defRPr>
                <a:solidFill>
                  <a:srgbClr val="7F7F7F"/>
                </a:solidFill>
              </a:defRPr>
            </a:lvl3pPr>
            <a:lvl4pPr marL="1828800" lvl="3" indent="-317500" algn="l">
              <a:spcBef>
                <a:spcPts val="300"/>
              </a:spcBef>
              <a:spcAft>
                <a:spcPts val="0"/>
              </a:spcAft>
              <a:buClr>
                <a:srgbClr val="BFBFBF"/>
              </a:buClr>
              <a:buSzPts val="1400"/>
              <a:buChar char="–"/>
              <a:defRPr>
                <a:solidFill>
                  <a:srgbClr val="7F7F7F"/>
                </a:solidFill>
              </a:defRPr>
            </a:lvl4pPr>
            <a:lvl5pPr marL="2286000" lvl="4" indent="-317500" algn="l">
              <a:spcBef>
                <a:spcPts val="300"/>
              </a:spcBef>
              <a:spcAft>
                <a:spcPts val="0"/>
              </a:spcAft>
              <a:buClr>
                <a:srgbClr val="BFBFBF"/>
              </a:buClr>
              <a:buSzPts val="1400"/>
              <a:buFont typeface="Roboto"/>
              <a:buChar char="»"/>
              <a:defRPr>
                <a:solidFill>
                  <a:srgbClr val="7F7F7F"/>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cxnSp>
        <p:nvCxnSpPr>
          <p:cNvPr id="913" name="Google Shape;913;p129"/>
          <p:cNvCxnSpPr/>
          <p:nvPr/>
        </p:nvCxnSpPr>
        <p:spPr>
          <a:xfrm>
            <a:off x="411480" y="412170"/>
            <a:ext cx="8321100" cy="0"/>
          </a:xfrm>
          <a:prstGeom prst="straightConnector1">
            <a:avLst/>
          </a:prstGeom>
          <a:noFill/>
          <a:ln w="9525" cap="flat" cmpd="sng">
            <a:solidFill>
              <a:srgbClr val="BFBFBF"/>
            </a:solidFill>
            <a:prstDash val="solid"/>
            <a:round/>
            <a:headEnd type="none" w="sm" len="sm"/>
            <a:tailEnd type="none" w="sm" len="sm"/>
          </a:ln>
        </p:spPr>
      </p:cxnSp>
      <p:pic>
        <p:nvPicPr>
          <p:cNvPr id="914" name="Google Shape;914;p129"/>
          <p:cNvPicPr preferRelativeResize="0"/>
          <p:nvPr/>
        </p:nvPicPr>
        <p:blipFill rotWithShape="1">
          <a:blip r:embed="rId2">
            <a:alphaModFix/>
          </a:blip>
          <a:srcRect/>
          <a:stretch/>
        </p:blipFill>
        <p:spPr>
          <a:xfrm>
            <a:off x="0" y="4640580"/>
            <a:ext cx="6907193" cy="502920"/>
          </a:xfrm>
          <a:prstGeom prst="rect">
            <a:avLst/>
          </a:prstGeom>
          <a:noFill/>
          <a:ln>
            <a:noFill/>
          </a:ln>
        </p:spPr>
      </p:pic>
      <p:sp>
        <p:nvSpPr>
          <p:cNvPr id="915" name="Google Shape;915;p129"/>
          <p:cNvSpPr/>
          <p:nvPr/>
        </p:nvSpPr>
        <p:spPr>
          <a:xfrm>
            <a:off x="411480" y="4852576"/>
            <a:ext cx="754380" cy="91894"/>
          </a:xfrm>
          <a:custGeom>
            <a:avLst/>
            <a:gdLst/>
            <a:ahLst/>
            <a:cxnLst/>
            <a:rect l="l" t="t" r="r" b="b"/>
            <a:pathLst>
              <a:path w="9144000" h="1113864" extrusionOk="0">
                <a:moveTo>
                  <a:pt x="5789292" y="24288"/>
                </a:moveTo>
                <a:lnTo>
                  <a:pt x="6718852" y="24288"/>
                </a:lnTo>
                <a:lnTo>
                  <a:pt x="6718852" y="244431"/>
                </a:lnTo>
                <a:lnTo>
                  <a:pt x="5942904" y="244431"/>
                </a:lnTo>
                <a:cubicBezTo>
                  <a:pt x="5906241" y="160891"/>
                  <a:pt x="5853800" y="87253"/>
                  <a:pt x="5789292" y="24288"/>
                </a:cubicBezTo>
                <a:close/>
                <a:moveTo>
                  <a:pt x="6592622" y="662440"/>
                </a:moveTo>
                <a:lnTo>
                  <a:pt x="6592622" y="444463"/>
                </a:lnTo>
                <a:lnTo>
                  <a:pt x="5997511" y="444463"/>
                </a:lnTo>
                <a:cubicBezTo>
                  <a:pt x="6002616" y="481746"/>
                  <a:pt x="6006174" y="519803"/>
                  <a:pt x="6006174" y="559407"/>
                </a:cubicBezTo>
                <a:cubicBezTo>
                  <a:pt x="6006027" y="593854"/>
                  <a:pt x="6003806" y="628260"/>
                  <a:pt x="5999522" y="662440"/>
                </a:cubicBezTo>
                <a:close/>
                <a:moveTo>
                  <a:pt x="5801049" y="1089576"/>
                </a:moveTo>
                <a:lnTo>
                  <a:pt x="6723803" y="1089576"/>
                </a:lnTo>
                <a:lnTo>
                  <a:pt x="6723803" y="869433"/>
                </a:lnTo>
                <a:lnTo>
                  <a:pt x="5946926" y="869433"/>
                </a:lnTo>
                <a:cubicBezTo>
                  <a:pt x="5912876" y="951495"/>
                  <a:pt x="5863350" y="1026236"/>
                  <a:pt x="5801049" y="1089576"/>
                </a:cubicBezTo>
                <a:close/>
                <a:moveTo>
                  <a:pt x="3168146" y="558634"/>
                </a:moveTo>
                <a:cubicBezTo>
                  <a:pt x="3168146" y="869897"/>
                  <a:pt x="2932237" y="1113864"/>
                  <a:pt x="2605522" y="1113864"/>
                </a:cubicBezTo>
                <a:cubicBezTo>
                  <a:pt x="2278807" y="1113864"/>
                  <a:pt x="2043052" y="869897"/>
                  <a:pt x="2043052" y="558634"/>
                </a:cubicBezTo>
                <a:cubicBezTo>
                  <a:pt x="2043052" y="247371"/>
                  <a:pt x="2278807" y="0"/>
                  <a:pt x="2605522" y="0"/>
                </a:cubicBezTo>
                <a:cubicBezTo>
                  <a:pt x="2932237" y="0"/>
                  <a:pt x="3168146" y="245360"/>
                  <a:pt x="3168146" y="558634"/>
                </a:cubicBezTo>
                <a:close/>
                <a:moveTo>
                  <a:pt x="2912127" y="558634"/>
                </a:moveTo>
                <a:cubicBezTo>
                  <a:pt x="2912127" y="364326"/>
                  <a:pt x="2784813" y="223392"/>
                  <a:pt x="2605522" y="223392"/>
                </a:cubicBezTo>
                <a:cubicBezTo>
                  <a:pt x="2426231" y="223392"/>
                  <a:pt x="2299072" y="364326"/>
                  <a:pt x="2299072" y="558634"/>
                </a:cubicBezTo>
                <a:cubicBezTo>
                  <a:pt x="2299072" y="752941"/>
                  <a:pt x="2426231" y="890472"/>
                  <a:pt x="2605522" y="890472"/>
                </a:cubicBezTo>
                <a:cubicBezTo>
                  <a:pt x="2784813" y="890472"/>
                  <a:pt x="2912127" y="750930"/>
                  <a:pt x="2912127" y="558634"/>
                </a:cubicBezTo>
                <a:close/>
                <a:moveTo>
                  <a:pt x="5688896" y="556932"/>
                </a:moveTo>
                <a:cubicBezTo>
                  <a:pt x="5688896" y="875466"/>
                  <a:pt x="5453915" y="1089576"/>
                  <a:pt x="5104305" y="1089576"/>
                </a:cubicBezTo>
                <a:lnTo>
                  <a:pt x="4677502" y="1089576"/>
                </a:lnTo>
                <a:lnTo>
                  <a:pt x="4677502" y="24288"/>
                </a:lnTo>
                <a:lnTo>
                  <a:pt x="5094095" y="24288"/>
                </a:lnTo>
                <a:cubicBezTo>
                  <a:pt x="5443550" y="24288"/>
                  <a:pt x="5688896" y="238398"/>
                  <a:pt x="5688896" y="556932"/>
                </a:cubicBezTo>
                <a:close/>
                <a:moveTo>
                  <a:pt x="5432876" y="556932"/>
                </a:moveTo>
                <a:cubicBezTo>
                  <a:pt x="5432876" y="364636"/>
                  <a:pt x="5293806" y="237315"/>
                  <a:pt x="5086979" y="237315"/>
                </a:cubicBezTo>
                <a:lnTo>
                  <a:pt x="4924240" y="237315"/>
                </a:lnTo>
                <a:lnTo>
                  <a:pt x="4924240" y="876704"/>
                </a:lnTo>
                <a:lnTo>
                  <a:pt x="5086979" y="876704"/>
                </a:lnTo>
                <a:cubicBezTo>
                  <a:pt x="5293806" y="876704"/>
                  <a:pt x="5432876" y="749228"/>
                  <a:pt x="5432876" y="556932"/>
                </a:cubicBezTo>
                <a:close/>
                <a:moveTo>
                  <a:pt x="570359" y="888925"/>
                </a:moveTo>
                <a:cubicBezTo>
                  <a:pt x="388129" y="888925"/>
                  <a:pt x="256020" y="745051"/>
                  <a:pt x="256020" y="556777"/>
                </a:cubicBezTo>
                <a:cubicBezTo>
                  <a:pt x="256020" y="368503"/>
                  <a:pt x="388129" y="225093"/>
                  <a:pt x="570359" y="225093"/>
                </a:cubicBezTo>
                <a:cubicBezTo>
                  <a:pt x="657916" y="225093"/>
                  <a:pt x="730468" y="256343"/>
                  <a:pt x="793738" y="316214"/>
                </a:cubicBezTo>
                <a:lnTo>
                  <a:pt x="952764" y="157179"/>
                </a:lnTo>
                <a:cubicBezTo>
                  <a:pt x="856544" y="58168"/>
                  <a:pt x="722579" y="0"/>
                  <a:pt x="567729" y="0"/>
                </a:cubicBezTo>
                <a:cubicBezTo>
                  <a:pt x="247047" y="0"/>
                  <a:pt x="0" y="244586"/>
                  <a:pt x="0" y="556932"/>
                </a:cubicBezTo>
                <a:cubicBezTo>
                  <a:pt x="0" y="869278"/>
                  <a:pt x="247047" y="1113864"/>
                  <a:pt x="567729" y="1113864"/>
                </a:cubicBezTo>
                <a:cubicBezTo>
                  <a:pt x="729540" y="1113864"/>
                  <a:pt x="871395" y="1048425"/>
                  <a:pt x="968079" y="938585"/>
                </a:cubicBezTo>
                <a:lnTo>
                  <a:pt x="809826" y="780324"/>
                </a:lnTo>
                <a:cubicBezTo>
                  <a:pt x="746092" y="850868"/>
                  <a:pt x="669828" y="888925"/>
                  <a:pt x="570359" y="888925"/>
                </a:cubicBezTo>
                <a:close/>
                <a:moveTo>
                  <a:pt x="1453047" y="24288"/>
                </a:moveTo>
                <a:lnTo>
                  <a:pt x="1206309" y="24288"/>
                </a:lnTo>
                <a:lnTo>
                  <a:pt x="1206309" y="1089576"/>
                </a:lnTo>
                <a:lnTo>
                  <a:pt x="1952711" y="1089576"/>
                </a:lnTo>
                <a:lnTo>
                  <a:pt x="1952711" y="872836"/>
                </a:lnTo>
                <a:lnTo>
                  <a:pt x="1453047" y="872836"/>
                </a:lnTo>
                <a:close/>
                <a:moveTo>
                  <a:pt x="7656766" y="731128"/>
                </a:moveTo>
                <a:lnTo>
                  <a:pt x="7960741" y="1089576"/>
                </a:lnTo>
                <a:lnTo>
                  <a:pt x="7673473" y="1089576"/>
                </a:lnTo>
                <a:lnTo>
                  <a:pt x="7390382" y="753251"/>
                </a:lnTo>
                <a:lnTo>
                  <a:pt x="7254560" y="753251"/>
                </a:lnTo>
                <a:lnTo>
                  <a:pt x="7254560" y="1089576"/>
                </a:lnTo>
                <a:lnTo>
                  <a:pt x="7012772" y="1089576"/>
                </a:lnTo>
                <a:lnTo>
                  <a:pt x="7012772" y="24288"/>
                </a:lnTo>
                <a:lnTo>
                  <a:pt x="7503927" y="24288"/>
                </a:lnTo>
                <a:cubicBezTo>
                  <a:pt x="7640987" y="24288"/>
                  <a:pt x="7741539" y="57704"/>
                  <a:pt x="7813626" y="119276"/>
                </a:cubicBezTo>
                <a:cubicBezTo>
                  <a:pt x="7885714" y="180848"/>
                  <a:pt x="7927637" y="275681"/>
                  <a:pt x="7927637" y="388305"/>
                </a:cubicBezTo>
                <a:cubicBezTo>
                  <a:pt x="7927637" y="529550"/>
                  <a:pt x="7867615" y="676054"/>
                  <a:pt x="7656766" y="731128"/>
                </a:cubicBezTo>
                <a:close/>
                <a:moveTo>
                  <a:pt x="7681053" y="391709"/>
                </a:moveTo>
                <a:cubicBezTo>
                  <a:pt x="7681053" y="344679"/>
                  <a:pt x="7662180" y="300743"/>
                  <a:pt x="7633717" y="275527"/>
                </a:cubicBezTo>
                <a:cubicBezTo>
                  <a:pt x="7601385" y="247216"/>
                  <a:pt x="7554977" y="232364"/>
                  <a:pt x="7490469" y="232364"/>
                </a:cubicBezTo>
                <a:lnTo>
                  <a:pt x="7254560" y="232364"/>
                </a:lnTo>
                <a:lnTo>
                  <a:pt x="7254560" y="552291"/>
                </a:lnTo>
                <a:lnTo>
                  <a:pt x="7491088" y="552291"/>
                </a:lnTo>
                <a:cubicBezTo>
                  <a:pt x="7554513" y="552291"/>
                  <a:pt x="7599529" y="537904"/>
                  <a:pt x="7631396" y="510521"/>
                </a:cubicBezTo>
                <a:cubicBezTo>
                  <a:pt x="7663263" y="483139"/>
                  <a:pt x="7681053" y="440131"/>
                  <a:pt x="7681053" y="391709"/>
                </a:cubicBezTo>
                <a:close/>
                <a:moveTo>
                  <a:pt x="9144619" y="1089576"/>
                </a:moveTo>
                <a:lnTo>
                  <a:pt x="8894942" y="1089576"/>
                </a:lnTo>
                <a:lnTo>
                  <a:pt x="8808622" y="872063"/>
                </a:lnTo>
                <a:lnTo>
                  <a:pt x="8355212" y="872063"/>
                </a:lnTo>
                <a:lnTo>
                  <a:pt x="8268738" y="1089576"/>
                </a:lnTo>
                <a:lnTo>
                  <a:pt x="8019215" y="1089576"/>
                </a:lnTo>
                <a:lnTo>
                  <a:pt x="8468913" y="24288"/>
                </a:lnTo>
                <a:lnTo>
                  <a:pt x="8689971" y="24288"/>
                </a:lnTo>
                <a:close/>
                <a:moveTo>
                  <a:pt x="8730192" y="674507"/>
                </a:moveTo>
                <a:lnTo>
                  <a:pt x="8581840" y="301207"/>
                </a:lnTo>
                <a:lnTo>
                  <a:pt x="8433642" y="674507"/>
                </a:lnTo>
                <a:close/>
                <a:moveTo>
                  <a:pt x="4123231" y="619896"/>
                </a:moveTo>
                <a:cubicBezTo>
                  <a:pt x="4123231" y="788678"/>
                  <a:pt x="4026237" y="890472"/>
                  <a:pt x="3890106" y="890472"/>
                </a:cubicBezTo>
                <a:cubicBezTo>
                  <a:pt x="3753975" y="890472"/>
                  <a:pt x="3656827" y="788678"/>
                  <a:pt x="3656827" y="619896"/>
                </a:cubicBezTo>
                <a:lnTo>
                  <a:pt x="3656827" y="24288"/>
                </a:lnTo>
                <a:lnTo>
                  <a:pt x="3410243" y="24288"/>
                </a:lnTo>
                <a:lnTo>
                  <a:pt x="3410243" y="610459"/>
                </a:lnTo>
                <a:cubicBezTo>
                  <a:pt x="3410243" y="918938"/>
                  <a:pt x="3603921" y="1113864"/>
                  <a:pt x="3890106" y="1113864"/>
                </a:cubicBezTo>
                <a:cubicBezTo>
                  <a:pt x="4176291" y="1113864"/>
                  <a:pt x="4369969" y="918938"/>
                  <a:pt x="4369969" y="610459"/>
                </a:cubicBezTo>
                <a:lnTo>
                  <a:pt x="4369969" y="24288"/>
                </a:lnTo>
                <a:lnTo>
                  <a:pt x="4123231" y="24288"/>
                </a:lnTo>
                <a:close/>
              </a:path>
            </a:pathLst>
          </a:custGeom>
          <a:solidFill>
            <a:srgbClr val="F9670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013">
              <a:solidFill>
                <a:schemeClr val="dk1"/>
              </a:solidFill>
              <a:latin typeface="Roboto"/>
              <a:ea typeface="Roboto"/>
              <a:cs typeface="Roboto"/>
              <a:sym typeface="Roboto"/>
            </a:endParaRPr>
          </a:p>
        </p:txBody>
      </p:sp>
      <p:sp>
        <p:nvSpPr>
          <p:cNvPr id="916" name="Google Shape;916;p129"/>
          <p:cNvSpPr txBox="1"/>
          <p:nvPr/>
        </p:nvSpPr>
        <p:spPr>
          <a:xfrm>
            <a:off x="8476883" y="4858663"/>
            <a:ext cx="255600" cy="924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None/>
            </a:pPr>
            <a:fld id="{00000000-1234-1234-1234-123412341234}" type="slidenum">
              <a:rPr lang="en" sz="600">
                <a:solidFill>
                  <a:srgbClr val="A5A5A5"/>
                </a:solidFill>
                <a:latin typeface="Roboto"/>
                <a:ea typeface="Roboto"/>
                <a:cs typeface="Roboto"/>
                <a:sym typeface="Roboto"/>
              </a:rPr>
              <a:t>‹#›</a:t>
            </a:fld>
            <a:endParaRPr sz="600">
              <a:solidFill>
                <a:srgbClr val="A5A5A5"/>
              </a:solidFill>
              <a:latin typeface="Roboto"/>
              <a:ea typeface="Roboto"/>
              <a:cs typeface="Roboto"/>
              <a:sym typeface="Roboto"/>
            </a:endParaRPr>
          </a:p>
        </p:txBody>
      </p:sp>
      <p:sp>
        <p:nvSpPr>
          <p:cNvPr id="917" name="Google Shape;917;p129"/>
          <p:cNvSpPr txBox="1"/>
          <p:nvPr/>
        </p:nvSpPr>
        <p:spPr>
          <a:xfrm>
            <a:off x="6907200" y="4629150"/>
            <a:ext cx="1587900" cy="5145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Clr>
                <a:srgbClr val="A5A5A5"/>
              </a:buClr>
              <a:buSzPts val="600"/>
              <a:buFont typeface="Roboto"/>
              <a:buNone/>
            </a:pPr>
            <a:r>
              <a:rPr lang="en" sz="600">
                <a:solidFill>
                  <a:srgbClr val="A5A5A5"/>
                </a:solidFill>
                <a:latin typeface="Roboto"/>
                <a:ea typeface="Roboto"/>
                <a:cs typeface="Roboto"/>
                <a:sym typeface="Roboto"/>
              </a:rPr>
              <a:t>Confidential — Restricted</a:t>
            </a:r>
            <a:endParaRPr sz="600">
              <a:solidFill>
                <a:srgbClr val="A5A5A5"/>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28.xml><?xml version="1.0" encoding="utf-8"?>
<p:sldLayout xmlns:a="http://schemas.openxmlformats.org/drawingml/2006/main" xmlns:r="http://schemas.openxmlformats.org/officeDocument/2006/relationships" xmlns:p="http://schemas.openxmlformats.org/presentationml/2006/main" matchingName="1 Column bullets (WHITE) - large text box">
  <p:cSld name="1 Column bullets (DARK)_1">
    <p:spTree>
      <p:nvGrpSpPr>
        <p:cNvPr id="1" name="Shape 918"/>
        <p:cNvGrpSpPr/>
        <p:nvPr/>
      </p:nvGrpSpPr>
      <p:grpSpPr>
        <a:xfrm>
          <a:off x="0" y="0"/>
          <a:ext cx="0" cy="0"/>
          <a:chOff x="0" y="0"/>
          <a:chExt cx="0" cy="0"/>
        </a:xfrm>
      </p:grpSpPr>
      <p:grpSp>
        <p:nvGrpSpPr>
          <p:cNvPr id="919" name="Google Shape;919;p130"/>
          <p:cNvGrpSpPr/>
          <p:nvPr/>
        </p:nvGrpSpPr>
        <p:grpSpPr>
          <a:xfrm>
            <a:off x="411465" y="4865945"/>
            <a:ext cx="534664" cy="104094"/>
            <a:chOff x="382588" y="4784726"/>
            <a:chExt cx="896937" cy="174625"/>
          </a:xfrm>
        </p:grpSpPr>
        <p:sp>
          <p:nvSpPr>
            <p:cNvPr id="920" name="Google Shape;920;p130"/>
            <p:cNvSpPr/>
            <p:nvPr/>
          </p:nvSpPr>
          <p:spPr>
            <a:xfrm>
              <a:off x="1087438" y="4824413"/>
              <a:ext cx="77788" cy="134938"/>
            </a:xfrm>
            <a:custGeom>
              <a:avLst/>
              <a:gdLst/>
              <a:ahLst/>
              <a:cxnLst/>
              <a:rect l="l" t="t" r="r" b="b"/>
              <a:pathLst>
                <a:path w="390" h="666" extrusionOk="0">
                  <a:moveTo>
                    <a:pt x="347" y="0"/>
                  </a:moveTo>
                  <a:lnTo>
                    <a:pt x="347" y="0"/>
                  </a:lnTo>
                  <a:cubicBezTo>
                    <a:pt x="303" y="0"/>
                    <a:pt x="259" y="5"/>
                    <a:pt x="217" y="17"/>
                  </a:cubicBezTo>
                  <a:cubicBezTo>
                    <a:pt x="197" y="23"/>
                    <a:pt x="178" y="30"/>
                    <a:pt x="161" y="38"/>
                  </a:cubicBezTo>
                  <a:cubicBezTo>
                    <a:pt x="158" y="33"/>
                    <a:pt x="154" y="28"/>
                    <a:pt x="149" y="24"/>
                  </a:cubicBezTo>
                  <a:cubicBezTo>
                    <a:pt x="132" y="7"/>
                    <a:pt x="112" y="0"/>
                    <a:pt x="89" y="0"/>
                  </a:cubicBezTo>
                  <a:lnTo>
                    <a:pt x="0" y="0"/>
                  </a:lnTo>
                  <a:lnTo>
                    <a:pt x="0" y="666"/>
                  </a:lnTo>
                  <a:lnTo>
                    <a:pt x="174" y="666"/>
                  </a:lnTo>
                  <a:lnTo>
                    <a:pt x="174" y="320"/>
                  </a:lnTo>
                  <a:cubicBezTo>
                    <a:pt x="174" y="253"/>
                    <a:pt x="185" y="226"/>
                    <a:pt x="209" y="203"/>
                  </a:cubicBezTo>
                  <a:cubicBezTo>
                    <a:pt x="231" y="180"/>
                    <a:pt x="267" y="168"/>
                    <a:pt x="315" y="168"/>
                  </a:cubicBezTo>
                  <a:lnTo>
                    <a:pt x="390" y="168"/>
                  </a:lnTo>
                  <a:lnTo>
                    <a:pt x="390" y="0"/>
                  </a:lnTo>
                  <a:lnTo>
                    <a:pt x="347" y="0"/>
                  </a:lnTo>
                  <a:close/>
                </a:path>
              </a:pathLst>
            </a:custGeom>
            <a:solidFill>
              <a:srgbClr val="B4B4B4"/>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000" b="0" i="0">
                <a:solidFill>
                  <a:srgbClr val="20282E"/>
                </a:solidFill>
                <a:latin typeface="Roboto"/>
                <a:ea typeface="Roboto"/>
                <a:cs typeface="Roboto"/>
                <a:sym typeface="Roboto"/>
              </a:endParaRPr>
            </a:p>
          </p:txBody>
        </p:sp>
        <p:sp>
          <p:nvSpPr>
            <p:cNvPr id="921" name="Google Shape;921;p130"/>
            <p:cNvSpPr/>
            <p:nvPr/>
          </p:nvSpPr>
          <p:spPr>
            <a:xfrm>
              <a:off x="512763" y="4784726"/>
              <a:ext cx="33338" cy="173038"/>
            </a:xfrm>
            <a:custGeom>
              <a:avLst/>
              <a:gdLst/>
              <a:ahLst/>
              <a:cxnLst/>
              <a:rect l="l" t="t" r="r" b="b"/>
              <a:pathLst>
                <a:path w="173" h="862" extrusionOk="0">
                  <a:moveTo>
                    <a:pt x="89" y="0"/>
                  </a:moveTo>
                  <a:lnTo>
                    <a:pt x="89" y="0"/>
                  </a:lnTo>
                  <a:lnTo>
                    <a:pt x="0" y="0"/>
                  </a:lnTo>
                  <a:lnTo>
                    <a:pt x="0" y="780"/>
                  </a:lnTo>
                  <a:cubicBezTo>
                    <a:pt x="0" y="803"/>
                    <a:pt x="7" y="822"/>
                    <a:pt x="24" y="838"/>
                  </a:cubicBezTo>
                  <a:cubicBezTo>
                    <a:pt x="41" y="854"/>
                    <a:pt x="61" y="862"/>
                    <a:pt x="84" y="862"/>
                  </a:cubicBezTo>
                  <a:lnTo>
                    <a:pt x="173" y="862"/>
                  </a:lnTo>
                  <a:lnTo>
                    <a:pt x="173" y="81"/>
                  </a:lnTo>
                  <a:cubicBezTo>
                    <a:pt x="173" y="58"/>
                    <a:pt x="165" y="38"/>
                    <a:pt x="149" y="23"/>
                  </a:cubicBezTo>
                  <a:cubicBezTo>
                    <a:pt x="131" y="7"/>
                    <a:pt x="112" y="0"/>
                    <a:pt x="89" y="0"/>
                  </a:cubicBezTo>
                  <a:close/>
                </a:path>
              </a:pathLst>
            </a:custGeom>
            <a:solidFill>
              <a:srgbClr val="B4B4B4"/>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000" b="0" i="0">
                <a:solidFill>
                  <a:srgbClr val="20282E"/>
                </a:solidFill>
                <a:latin typeface="Roboto"/>
                <a:ea typeface="Roboto"/>
                <a:cs typeface="Roboto"/>
                <a:sym typeface="Roboto"/>
              </a:endParaRPr>
            </a:p>
          </p:txBody>
        </p:sp>
        <p:sp>
          <p:nvSpPr>
            <p:cNvPr id="922" name="Google Shape;922;p130"/>
            <p:cNvSpPr/>
            <p:nvPr/>
          </p:nvSpPr>
          <p:spPr>
            <a:xfrm>
              <a:off x="560388" y="4821238"/>
              <a:ext cx="119063" cy="138113"/>
            </a:xfrm>
            <a:custGeom>
              <a:avLst/>
              <a:gdLst/>
              <a:ahLst/>
              <a:cxnLst/>
              <a:rect l="l" t="t" r="r" b="b"/>
              <a:pathLst>
                <a:path w="607" h="688" extrusionOk="0">
                  <a:moveTo>
                    <a:pt x="302" y="0"/>
                  </a:moveTo>
                  <a:lnTo>
                    <a:pt x="302" y="0"/>
                  </a:lnTo>
                  <a:cubicBezTo>
                    <a:pt x="498" y="0"/>
                    <a:pt x="607" y="130"/>
                    <a:pt x="607" y="345"/>
                  </a:cubicBezTo>
                  <a:cubicBezTo>
                    <a:pt x="607" y="560"/>
                    <a:pt x="498" y="688"/>
                    <a:pt x="302" y="688"/>
                  </a:cubicBezTo>
                  <a:cubicBezTo>
                    <a:pt x="103" y="688"/>
                    <a:pt x="0" y="560"/>
                    <a:pt x="0" y="345"/>
                  </a:cubicBezTo>
                  <a:cubicBezTo>
                    <a:pt x="0" y="130"/>
                    <a:pt x="103" y="0"/>
                    <a:pt x="302" y="0"/>
                  </a:cubicBezTo>
                  <a:close/>
                  <a:moveTo>
                    <a:pt x="302" y="547"/>
                  </a:moveTo>
                  <a:lnTo>
                    <a:pt x="302" y="547"/>
                  </a:lnTo>
                  <a:cubicBezTo>
                    <a:pt x="405" y="547"/>
                    <a:pt x="438" y="439"/>
                    <a:pt x="438" y="347"/>
                  </a:cubicBezTo>
                  <a:cubicBezTo>
                    <a:pt x="438" y="256"/>
                    <a:pt x="405" y="146"/>
                    <a:pt x="302" y="146"/>
                  </a:cubicBezTo>
                  <a:cubicBezTo>
                    <a:pt x="199" y="146"/>
                    <a:pt x="168" y="256"/>
                    <a:pt x="168" y="347"/>
                  </a:cubicBezTo>
                  <a:cubicBezTo>
                    <a:pt x="168" y="439"/>
                    <a:pt x="199" y="547"/>
                    <a:pt x="302" y="547"/>
                  </a:cubicBezTo>
                  <a:close/>
                </a:path>
              </a:pathLst>
            </a:custGeom>
            <a:solidFill>
              <a:srgbClr val="B4B4B4"/>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000" b="0" i="0">
                <a:solidFill>
                  <a:srgbClr val="20282E"/>
                </a:solidFill>
                <a:latin typeface="Roboto"/>
                <a:ea typeface="Roboto"/>
                <a:cs typeface="Roboto"/>
                <a:sym typeface="Roboto"/>
              </a:endParaRPr>
            </a:p>
          </p:txBody>
        </p:sp>
        <p:sp>
          <p:nvSpPr>
            <p:cNvPr id="923" name="Google Shape;923;p130"/>
            <p:cNvSpPr/>
            <p:nvPr/>
          </p:nvSpPr>
          <p:spPr>
            <a:xfrm>
              <a:off x="382588" y="4821238"/>
              <a:ext cx="117475" cy="138113"/>
            </a:xfrm>
            <a:custGeom>
              <a:avLst/>
              <a:gdLst/>
              <a:ahLst/>
              <a:cxnLst/>
              <a:rect l="l" t="t" r="r" b="b"/>
              <a:pathLst>
                <a:path w="592" h="689" extrusionOk="0">
                  <a:moveTo>
                    <a:pt x="303" y="547"/>
                  </a:moveTo>
                  <a:lnTo>
                    <a:pt x="303" y="547"/>
                  </a:lnTo>
                  <a:cubicBezTo>
                    <a:pt x="199" y="547"/>
                    <a:pt x="168" y="439"/>
                    <a:pt x="168" y="347"/>
                  </a:cubicBezTo>
                  <a:cubicBezTo>
                    <a:pt x="168" y="256"/>
                    <a:pt x="199" y="146"/>
                    <a:pt x="303" y="146"/>
                  </a:cubicBezTo>
                  <a:cubicBezTo>
                    <a:pt x="356" y="146"/>
                    <a:pt x="391" y="176"/>
                    <a:pt x="412" y="217"/>
                  </a:cubicBezTo>
                  <a:lnTo>
                    <a:pt x="592" y="217"/>
                  </a:lnTo>
                  <a:cubicBezTo>
                    <a:pt x="556" y="80"/>
                    <a:pt x="456" y="0"/>
                    <a:pt x="303" y="0"/>
                  </a:cubicBezTo>
                  <a:cubicBezTo>
                    <a:pt x="103" y="0"/>
                    <a:pt x="0" y="130"/>
                    <a:pt x="0" y="345"/>
                  </a:cubicBezTo>
                  <a:cubicBezTo>
                    <a:pt x="0" y="560"/>
                    <a:pt x="103" y="689"/>
                    <a:pt x="303" y="689"/>
                  </a:cubicBezTo>
                  <a:cubicBezTo>
                    <a:pt x="456" y="689"/>
                    <a:pt x="556" y="609"/>
                    <a:pt x="592" y="473"/>
                  </a:cubicBezTo>
                  <a:lnTo>
                    <a:pt x="474" y="473"/>
                  </a:lnTo>
                  <a:cubicBezTo>
                    <a:pt x="474" y="473"/>
                    <a:pt x="442" y="473"/>
                    <a:pt x="424" y="491"/>
                  </a:cubicBezTo>
                  <a:cubicBezTo>
                    <a:pt x="392" y="520"/>
                    <a:pt x="367" y="547"/>
                    <a:pt x="303" y="547"/>
                  </a:cubicBezTo>
                  <a:close/>
                </a:path>
              </a:pathLst>
            </a:custGeom>
            <a:solidFill>
              <a:srgbClr val="B4B4B4"/>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000" b="0" i="0">
                <a:solidFill>
                  <a:srgbClr val="20282E"/>
                </a:solidFill>
                <a:latin typeface="Roboto"/>
                <a:ea typeface="Roboto"/>
                <a:cs typeface="Roboto"/>
                <a:sym typeface="Roboto"/>
              </a:endParaRPr>
            </a:p>
          </p:txBody>
        </p:sp>
        <p:sp>
          <p:nvSpPr>
            <p:cNvPr id="924" name="Google Shape;924;p130"/>
            <p:cNvSpPr/>
            <p:nvPr/>
          </p:nvSpPr>
          <p:spPr>
            <a:xfrm>
              <a:off x="692151" y="4824413"/>
              <a:ext cx="114299" cy="134938"/>
            </a:xfrm>
            <a:custGeom>
              <a:avLst/>
              <a:gdLst/>
              <a:ahLst/>
              <a:cxnLst/>
              <a:rect l="l" t="t" r="r" b="b"/>
              <a:pathLst>
                <a:path w="577" h="672" extrusionOk="0">
                  <a:moveTo>
                    <a:pt x="553" y="25"/>
                  </a:moveTo>
                  <a:lnTo>
                    <a:pt x="553" y="25"/>
                  </a:lnTo>
                  <a:cubicBezTo>
                    <a:pt x="538" y="8"/>
                    <a:pt x="518" y="0"/>
                    <a:pt x="492" y="0"/>
                  </a:cubicBezTo>
                  <a:lnTo>
                    <a:pt x="406" y="0"/>
                  </a:lnTo>
                  <a:lnTo>
                    <a:pt x="406" y="417"/>
                  </a:lnTo>
                  <a:cubicBezTo>
                    <a:pt x="406" y="457"/>
                    <a:pt x="393" y="486"/>
                    <a:pt x="370" y="504"/>
                  </a:cubicBezTo>
                  <a:cubicBezTo>
                    <a:pt x="346" y="522"/>
                    <a:pt x="318" y="531"/>
                    <a:pt x="288" y="531"/>
                  </a:cubicBezTo>
                  <a:cubicBezTo>
                    <a:pt x="259" y="531"/>
                    <a:pt x="232" y="522"/>
                    <a:pt x="208" y="504"/>
                  </a:cubicBezTo>
                  <a:cubicBezTo>
                    <a:pt x="184" y="486"/>
                    <a:pt x="172" y="457"/>
                    <a:pt x="172" y="417"/>
                  </a:cubicBezTo>
                  <a:lnTo>
                    <a:pt x="172" y="85"/>
                  </a:lnTo>
                  <a:cubicBezTo>
                    <a:pt x="172" y="61"/>
                    <a:pt x="164" y="41"/>
                    <a:pt x="148" y="25"/>
                  </a:cubicBezTo>
                  <a:cubicBezTo>
                    <a:pt x="132" y="8"/>
                    <a:pt x="112" y="0"/>
                    <a:pt x="88" y="0"/>
                  </a:cubicBezTo>
                  <a:lnTo>
                    <a:pt x="0" y="0"/>
                  </a:lnTo>
                  <a:lnTo>
                    <a:pt x="0" y="387"/>
                  </a:lnTo>
                  <a:cubicBezTo>
                    <a:pt x="0" y="505"/>
                    <a:pt x="34" y="577"/>
                    <a:pt x="93" y="618"/>
                  </a:cubicBezTo>
                  <a:cubicBezTo>
                    <a:pt x="151" y="659"/>
                    <a:pt x="216" y="672"/>
                    <a:pt x="288" y="672"/>
                  </a:cubicBezTo>
                  <a:cubicBezTo>
                    <a:pt x="362" y="672"/>
                    <a:pt x="426" y="659"/>
                    <a:pt x="485" y="618"/>
                  </a:cubicBezTo>
                  <a:cubicBezTo>
                    <a:pt x="544" y="577"/>
                    <a:pt x="577" y="505"/>
                    <a:pt x="577" y="387"/>
                  </a:cubicBezTo>
                  <a:lnTo>
                    <a:pt x="577" y="85"/>
                  </a:lnTo>
                  <a:cubicBezTo>
                    <a:pt x="577" y="61"/>
                    <a:pt x="569" y="41"/>
                    <a:pt x="553" y="25"/>
                  </a:cubicBezTo>
                  <a:close/>
                </a:path>
              </a:pathLst>
            </a:custGeom>
            <a:solidFill>
              <a:srgbClr val="B4B4B4"/>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000" b="0" i="0">
                <a:solidFill>
                  <a:srgbClr val="20282E"/>
                </a:solidFill>
                <a:latin typeface="Roboto"/>
                <a:ea typeface="Roboto"/>
                <a:cs typeface="Roboto"/>
                <a:sym typeface="Roboto"/>
              </a:endParaRPr>
            </a:p>
          </p:txBody>
        </p:sp>
        <p:sp>
          <p:nvSpPr>
            <p:cNvPr id="925" name="Google Shape;925;p130"/>
            <p:cNvSpPr/>
            <p:nvPr/>
          </p:nvSpPr>
          <p:spPr>
            <a:xfrm>
              <a:off x="820738" y="4784726"/>
              <a:ext cx="122237" cy="174624"/>
            </a:xfrm>
            <a:custGeom>
              <a:avLst/>
              <a:gdLst/>
              <a:ahLst/>
              <a:cxnLst/>
              <a:rect l="l" t="t" r="r" b="b"/>
              <a:pathLst>
                <a:path w="618" h="868" extrusionOk="0">
                  <a:moveTo>
                    <a:pt x="308" y="726"/>
                  </a:moveTo>
                  <a:lnTo>
                    <a:pt x="308" y="726"/>
                  </a:lnTo>
                  <a:cubicBezTo>
                    <a:pt x="203" y="726"/>
                    <a:pt x="171" y="618"/>
                    <a:pt x="171" y="526"/>
                  </a:cubicBezTo>
                  <a:cubicBezTo>
                    <a:pt x="171" y="435"/>
                    <a:pt x="203" y="325"/>
                    <a:pt x="308" y="325"/>
                  </a:cubicBezTo>
                  <a:cubicBezTo>
                    <a:pt x="413" y="325"/>
                    <a:pt x="446" y="434"/>
                    <a:pt x="446" y="525"/>
                  </a:cubicBezTo>
                  <a:lnTo>
                    <a:pt x="446" y="527"/>
                  </a:lnTo>
                  <a:cubicBezTo>
                    <a:pt x="446" y="618"/>
                    <a:pt x="413" y="726"/>
                    <a:pt x="308" y="726"/>
                  </a:cubicBezTo>
                  <a:close/>
                  <a:moveTo>
                    <a:pt x="593" y="23"/>
                  </a:moveTo>
                  <a:lnTo>
                    <a:pt x="593" y="23"/>
                  </a:lnTo>
                  <a:cubicBezTo>
                    <a:pt x="576" y="7"/>
                    <a:pt x="557" y="0"/>
                    <a:pt x="533" y="0"/>
                  </a:cubicBezTo>
                  <a:lnTo>
                    <a:pt x="446" y="0"/>
                  </a:lnTo>
                  <a:lnTo>
                    <a:pt x="446" y="246"/>
                  </a:lnTo>
                  <a:cubicBezTo>
                    <a:pt x="420" y="221"/>
                    <a:pt x="364" y="179"/>
                    <a:pt x="280" y="179"/>
                  </a:cubicBezTo>
                  <a:cubicBezTo>
                    <a:pt x="102" y="179"/>
                    <a:pt x="0" y="309"/>
                    <a:pt x="0" y="524"/>
                  </a:cubicBezTo>
                  <a:cubicBezTo>
                    <a:pt x="0" y="739"/>
                    <a:pt x="106" y="868"/>
                    <a:pt x="308" y="868"/>
                  </a:cubicBezTo>
                  <a:cubicBezTo>
                    <a:pt x="506" y="868"/>
                    <a:pt x="616" y="740"/>
                    <a:pt x="618" y="527"/>
                  </a:cubicBezTo>
                  <a:lnTo>
                    <a:pt x="618" y="81"/>
                  </a:lnTo>
                  <a:cubicBezTo>
                    <a:pt x="618" y="58"/>
                    <a:pt x="609" y="38"/>
                    <a:pt x="593" y="23"/>
                  </a:cubicBezTo>
                  <a:close/>
                </a:path>
              </a:pathLst>
            </a:custGeom>
            <a:solidFill>
              <a:srgbClr val="B4B4B4"/>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000" b="0" i="0">
                <a:solidFill>
                  <a:srgbClr val="20282E"/>
                </a:solidFill>
                <a:latin typeface="Roboto"/>
                <a:ea typeface="Roboto"/>
                <a:cs typeface="Roboto"/>
                <a:sym typeface="Roboto"/>
              </a:endParaRPr>
            </a:p>
          </p:txBody>
        </p:sp>
        <p:sp>
          <p:nvSpPr>
            <p:cNvPr id="926" name="Google Shape;926;p130"/>
            <p:cNvSpPr/>
            <p:nvPr/>
          </p:nvSpPr>
          <p:spPr>
            <a:xfrm>
              <a:off x="955676" y="4821238"/>
              <a:ext cx="119062" cy="138113"/>
            </a:xfrm>
            <a:custGeom>
              <a:avLst/>
              <a:gdLst/>
              <a:ahLst/>
              <a:cxnLst/>
              <a:rect l="l" t="t" r="r" b="b"/>
              <a:pathLst>
                <a:path w="606" h="689" extrusionOk="0">
                  <a:moveTo>
                    <a:pt x="303" y="146"/>
                  </a:moveTo>
                  <a:lnTo>
                    <a:pt x="303" y="146"/>
                  </a:lnTo>
                  <a:cubicBezTo>
                    <a:pt x="231" y="146"/>
                    <a:pt x="184" y="200"/>
                    <a:pt x="178" y="262"/>
                  </a:cubicBezTo>
                  <a:lnTo>
                    <a:pt x="429" y="262"/>
                  </a:lnTo>
                  <a:cubicBezTo>
                    <a:pt x="428" y="200"/>
                    <a:pt x="373" y="146"/>
                    <a:pt x="303" y="146"/>
                  </a:cubicBezTo>
                  <a:close/>
                  <a:moveTo>
                    <a:pt x="606" y="307"/>
                  </a:moveTo>
                  <a:lnTo>
                    <a:pt x="606" y="307"/>
                  </a:lnTo>
                  <a:cubicBezTo>
                    <a:pt x="606" y="320"/>
                    <a:pt x="603" y="333"/>
                    <a:pt x="597" y="345"/>
                  </a:cubicBezTo>
                  <a:cubicBezTo>
                    <a:pt x="593" y="353"/>
                    <a:pt x="588" y="359"/>
                    <a:pt x="582" y="366"/>
                  </a:cubicBezTo>
                  <a:cubicBezTo>
                    <a:pt x="566" y="382"/>
                    <a:pt x="547" y="391"/>
                    <a:pt x="524" y="391"/>
                  </a:cubicBezTo>
                  <a:lnTo>
                    <a:pt x="172" y="391"/>
                  </a:lnTo>
                  <a:cubicBezTo>
                    <a:pt x="176" y="470"/>
                    <a:pt x="216" y="547"/>
                    <a:pt x="303" y="547"/>
                  </a:cubicBezTo>
                  <a:cubicBezTo>
                    <a:pt x="368" y="547"/>
                    <a:pt x="393" y="520"/>
                    <a:pt x="424" y="491"/>
                  </a:cubicBezTo>
                  <a:cubicBezTo>
                    <a:pt x="442" y="473"/>
                    <a:pt x="474" y="473"/>
                    <a:pt x="474" y="473"/>
                  </a:cubicBezTo>
                  <a:lnTo>
                    <a:pt x="593" y="473"/>
                  </a:lnTo>
                  <a:cubicBezTo>
                    <a:pt x="556" y="609"/>
                    <a:pt x="457" y="689"/>
                    <a:pt x="303" y="689"/>
                  </a:cubicBezTo>
                  <a:cubicBezTo>
                    <a:pt x="104" y="689"/>
                    <a:pt x="0" y="560"/>
                    <a:pt x="0" y="345"/>
                  </a:cubicBezTo>
                  <a:cubicBezTo>
                    <a:pt x="0" y="130"/>
                    <a:pt x="104" y="0"/>
                    <a:pt x="303" y="0"/>
                  </a:cubicBezTo>
                  <a:cubicBezTo>
                    <a:pt x="457" y="0"/>
                    <a:pt x="556" y="80"/>
                    <a:pt x="593" y="217"/>
                  </a:cubicBezTo>
                  <a:cubicBezTo>
                    <a:pt x="599" y="242"/>
                    <a:pt x="603" y="268"/>
                    <a:pt x="606" y="297"/>
                  </a:cubicBezTo>
                  <a:lnTo>
                    <a:pt x="606" y="307"/>
                  </a:lnTo>
                  <a:close/>
                </a:path>
              </a:pathLst>
            </a:custGeom>
            <a:solidFill>
              <a:srgbClr val="B4B4B4"/>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000" b="0" i="0">
                <a:solidFill>
                  <a:srgbClr val="20282E"/>
                </a:solidFill>
                <a:latin typeface="Roboto"/>
                <a:ea typeface="Roboto"/>
                <a:cs typeface="Roboto"/>
                <a:sym typeface="Roboto"/>
              </a:endParaRPr>
            </a:p>
          </p:txBody>
        </p:sp>
        <p:sp>
          <p:nvSpPr>
            <p:cNvPr id="927" name="Google Shape;927;p130"/>
            <p:cNvSpPr/>
            <p:nvPr/>
          </p:nvSpPr>
          <p:spPr>
            <a:xfrm>
              <a:off x="1169988" y="4821238"/>
              <a:ext cx="109537" cy="138113"/>
            </a:xfrm>
            <a:custGeom>
              <a:avLst/>
              <a:gdLst/>
              <a:ahLst/>
              <a:cxnLst/>
              <a:rect l="l" t="t" r="r" b="b"/>
              <a:pathLst>
                <a:path w="559" h="688" extrusionOk="0">
                  <a:moveTo>
                    <a:pt x="372" y="508"/>
                  </a:moveTo>
                  <a:lnTo>
                    <a:pt x="372" y="508"/>
                  </a:lnTo>
                  <a:cubicBezTo>
                    <a:pt x="345" y="534"/>
                    <a:pt x="309" y="547"/>
                    <a:pt x="263" y="547"/>
                  </a:cubicBezTo>
                  <a:cubicBezTo>
                    <a:pt x="249" y="547"/>
                    <a:pt x="203" y="544"/>
                    <a:pt x="184" y="526"/>
                  </a:cubicBezTo>
                  <a:cubicBezTo>
                    <a:pt x="170" y="513"/>
                    <a:pt x="161" y="499"/>
                    <a:pt x="161" y="475"/>
                  </a:cubicBezTo>
                  <a:cubicBezTo>
                    <a:pt x="161" y="457"/>
                    <a:pt x="168" y="440"/>
                    <a:pt x="179" y="429"/>
                  </a:cubicBezTo>
                  <a:cubicBezTo>
                    <a:pt x="203" y="403"/>
                    <a:pt x="230" y="399"/>
                    <a:pt x="288" y="386"/>
                  </a:cubicBezTo>
                  <a:cubicBezTo>
                    <a:pt x="327" y="378"/>
                    <a:pt x="373" y="364"/>
                    <a:pt x="398" y="350"/>
                  </a:cubicBezTo>
                  <a:lnTo>
                    <a:pt x="398" y="400"/>
                  </a:lnTo>
                  <a:cubicBezTo>
                    <a:pt x="398" y="446"/>
                    <a:pt x="399" y="483"/>
                    <a:pt x="372" y="508"/>
                  </a:cubicBezTo>
                  <a:close/>
                  <a:moveTo>
                    <a:pt x="559" y="185"/>
                  </a:moveTo>
                  <a:lnTo>
                    <a:pt x="559" y="185"/>
                  </a:lnTo>
                  <a:cubicBezTo>
                    <a:pt x="559" y="126"/>
                    <a:pt x="534" y="80"/>
                    <a:pt x="486" y="47"/>
                  </a:cubicBezTo>
                  <a:cubicBezTo>
                    <a:pt x="440" y="17"/>
                    <a:pt x="371" y="0"/>
                    <a:pt x="278" y="0"/>
                  </a:cubicBezTo>
                  <a:cubicBezTo>
                    <a:pt x="196" y="0"/>
                    <a:pt x="131" y="20"/>
                    <a:pt x="87" y="57"/>
                  </a:cubicBezTo>
                  <a:cubicBezTo>
                    <a:pt x="47" y="90"/>
                    <a:pt x="23" y="135"/>
                    <a:pt x="17" y="185"/>
                  </a:cubicBezTo>
                  <a:lnTo>
                    <a:pt x="183" y="185"/>
                  </a:lnTo>
                  <a:cubicBezTo>
                    <a:pt x="191" y="165"/>
                    <a:pt x="205" y="152"/>
                    <a:pt x="224" y="146"/>
                  </a:cubicBezTo>
                  <a:cubicBezTo>
                    <a:pt x="242" y="139"/>
                    <a:pt x="262" y="136"/>
                    <a:pt x="286" y="136"/>
                  </a:cubicBezTo>
                  <a:cubicBezTo>
                    <a:pt x="315" y="136"/>
                    <a:pt x="335" y="139"/>
                    <a:pt x="356" y="147"/>
                  </a:cubicBezTo>
                  <a:cubicBezTo>
                    <a:pt x="381" y="156"/>
                    <a:pt x="394" y="170"/>
                    <a:pt x="394" y="195"/>
                  </a:cubicBezTo>
                  <a:cubicBezTo>
                    <a:pt x="394" y="221"/>
                    <a:pt x="358" y="246"/>
                    <a:pt x="286" y="255"/>
                  </a:cubicBezTo>
                  <a:cubicBezTo>
                    <a:pt x="198" y="266"/>
                    <a:pt x="129" y="276"/>
                    <a:pt x="66" y="322"/>
                  </a:cubicBezTo>
                  <a:cubicBezTo>
                    <a:pt x="26" y="352"/>
                    <a:pt x="0" y="406"/>
                    <a:pt x="0" y="475"/>
                  </a:cubicBezTo>
                  <a:cubicBezTo>
                    <a:pt x="0" y="549"/>
                    <a:pt x="23" y="601"/>
                    <a:pt x="67" y="633"/>
                  </a:cubicBezTo>
                  <a:cubicBezTo>
                    <a:pt x="107" y="663"/>
                    <a:pt x="170" y="688"/>
                    <a:pt x="274" y="688"/>
                  </a:cubicBezTo>
                  <a:cubicBezTo>
                    <a:pt x="366" y="688"/>
                    <a:pt x="436" y="668"/>
                    <a:pt x="482" y="637"/>
                  </a:cubicBezTo>
                  <a:cubicBezTo>
                    <a:pt x="530" y="604"/>
                    <a:pt x="557" y="566"/>
                    <a:pt x="559" y="497"/>
                  </a:cubicBezTo>
                  <a:lnTo>
                    <a:pt x="559" y="185"/>
                  </a:lnTo>
                  <a:close/>
                </a:path>
              </a:pathLst>
            </a:custGeom>
            <a:solidFill>
              <a:srgbClr val="B4B4B4"/>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000" b="0" i="0">
                <a:solidFill>
                  <a:srgbClr val="20282E"/>
                </a:solidFill>
                <a:latin typeface="Roboto"/>
                <a:ea typeface="Roboto"/>
                <a:cs typeface="Roboto"/>
                <a:sym typeface="Roboto"/>
              </a:endParaRPr>
            </a:p>
          </p:txBody>
        </p:sp>
      </p:grpSp>
      <p:cxnSp>
        <p:nvCxnSpPr>
          <p:cNvPr id="928" name="Google Shape;928;p130"/>
          <p:cNvCxnSpPr/>
          <p:nvPr/>
        </p:nvCxnSpPr>
        <p:spPr>
          <a:xfrm>
            <a:off x="411480" y="412170"/>
            <a:ext cx="8321100" cy="0"/>
          </a:xfrm>
          <a:prstGeom prst="straightConnector1">
            <a:avLst/>
          </a:prstGeom>
          <a:noFill/>
          <a:ln w="9525" cap="flat" cmpd="sng">
            <a:solidFill>
              <a:srgbClr val="B4B4B4"/>
            </a:solidFill>
            <a:prstDash val="solid"/>
            <a:round/>
            <a:headEnd type="none" w="sm" len="sm"/>
            <a:tailEnd type="none" w="sm" len="sm"/>
          </a:ln>
        </p:spPr>
      </p:cxnSp>
      <p:sp>
        <p:nvSpPr>
          <p:cNvPr id="929" name="Google Shape;929;p130"/>
          <p:cNvSpPr txBox="1">
            <a:spLocks noGrp="1"/>
          </p:cNvSpPr>
          <p:nvPr>
            <p:ph type="title"/>
          </p:nvPr>
        </p:nvSpPr>
        <p:spPr>
          <a:xfrm>
            <a:off x="411480" y="462516"/>
            <a:ext cx="8321100" cy="417600"/>
          </a:xfrm>
          <a:prstGeom prst="rect">
            <a:avLst/>
          </a:prstGeom>
          <a:noFill/>
          <a:ln>
            <a:noFill/>
          </a:ln>
        </p:spPr>
        <p:txBody>
          <a:bodyPr spcFirstLastPara="1" wrap="square" lIns="68575" tIns="68575" rIns="68575" bIns="68575" anchor="b" anchorCtr="0">
            <a:noAutofit/>
          </a:bodyPr>
          <a:lstStyle>
            <a:lvl1pPr marR="0" lvl="0" algn="l">
              <a:lnSpc>
                <a:spcPct val="80000"/>
              </a:lnSpc>
              <a:spcBef>
                <a:spcPts val="0"/>
              </a:spcBef>
              <a:spcAft>
                <a:spcPts val="0"/>
              </a:spcAft>
              <a:buClr>
                <a:schemeClr val="dk1"/>
              </a:buClr>
              <a:buSzPts val="2300"/>
              <a:buFont typeface="Lato"/>
              <a:buNone/>
              <a:defRPr sz="2300" b="0" i="0" u="none" strike="noStrike" cap="none">
                <a:solidFill>
                  <a:schemeClr val="dk1"/>
                </a:solidFill>
                <a:latin typeface="Lato"/>
                <a:ea typeface="Lato"/>
                <a:cs typeface="Lato"/>
                <a:sym typeface="Lato"/>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930" name="Google Shape;930;p130"/>
          <p:cNvSpPr txBox="1">
            <a:spLocks noGrp="1"/>
          </p:cNvSpPr>
          <p:nvPr>
            <p:ph type="body" idx="1"/>
          </p:nvPr>
        </p:nvSpPr>
        <p:spPr>
          <a:xfrm>
            <a:off x="411480" y="880215"/>
            <a:ext cx="8321100" cy="308100"/>
          </a:xfrm>
          <a:prstGeom prst="rect">
            <a:avLst/>
          </a:prstGeom>
          <a:noFill/>
          <a:ln>
            <a:noFill/>
          </a:ln>
        </p:spPr>
        <p:txBody>
          <a:bodyPr spcFirstLastPara="1" wrap="square" lIns="68575" tIns="68575" rIns="68575" bIns="68575" anchor="t" anchorCtr="0">
            <a:noAutofit/>
          </a:bodyPr>
          <a:lstStyle>
            <a:lvl1pPr marL="457200" marR="0" lvl="0" indent="-228600" algn="l">
              <a:spcBef>
                <a:spcPts val="300"/>
              </a:spcBef>
              <a:spcAft>
                <a:spcPts val="0"/>
              </a:spcAft>
              <a:buClr>
                <a:schemeClr val="accent1"/>
              </a:buClr>
              <a:buSzPts val="1700"/>
              <a:buFont typeface="Arial"/>
              <a:buNone/>
              <a:defRPr sz="1700" b="0" i="0" u="none" strike="noStrike" cap="none">
                <a:solidFill>
                  <a:schemeClr val="accent1"/>
                </a:solidFill>
                <a:latin typeface="Roboto"/>
                <a:ea typeface="Roboto"/>
                <a:cs typeface="Roboto"/>
                <a:sym typeface="Roboto"/>
              </a:defRPr>
            </a:lvl1pPr>
            <a:lvl2pPr marL="914400" marR="0" lvl="1" indent="-228600" algn="l">
              <a:spcBef>
                <a:spcPts val="300"/>
              </a:spcBef>
              <a:spcAft>
                <a:spcPts val="0"/>
              </a:spcAft>
              <a:buClr>
                <a:schemeClr val="accent1"/>
              </a:buClr>
              <a:buSzPts val="1700"/>
              <a:buFont typeface="Arial"/>
              <a:buNone/>
              <a:defRPr sz="1700" b="0" i="0" u="none" strike="noStrike" cap="none">
                <a:solidFill>
                  <a:schemeClr val="accent1"/>
                </a:solidFill>
                <a:latin typeface="Roboto Light"/>
                <a:ea typeface="Roboto Light"/>
                <a:cs typeface="Roboto Light"/>
                <a:sym typeface="Roboto Light"/>
              </a:defRPr>
            </a:lvl2pPr>
            <a:lvl3pPr marL="1371600" marR="0" lvl="2" indent="-228600" algn="l">
              <a:spcBef>
                <a:spcPts val="300"/>
              </a:spcBef>
              <a:spcAft>
                <a:spcPts val="0"/>
              </a:spcAft>
              <a:buClr>
                <a:schemeClr val="accent1"/>
              </a:buClr>
              <a:buSzPts val="1700"/>
              <a:buFont typeface="Arial"/>
              <a:buNone/>
              <a:defRPr sz="1700" b="0" i="0" u="none" strike="noStrike" cap="none">
                <a:solidFill>
                  <a:schemeClr val="accent1"/>
                </a:solidFill>
                <a:latin typeface="Roboto Light"/>
                <a:ea typeface="Roboto Light"/>
                <a:cs typeface="Roboto Light"/>
                <a:sym typeface="Roboto Light"/>
              </a:defRPr>
            </a:lvl3pPr>
            <a:lvl4pPr marL="1828800" marR="0" lvl="3" indent="-228600" algn="l">
              <a:spcBef>
                <a:spcPts val="300"/>
              </a:spcBef>
              <a:spcAft>
                <a:spcPts val="0"/>
              </a:spcAft>
              <a:buClr>
                <a:schemeClr val="accent1"/>
              </a:buClr>
              <a:buSzPts val="1700"/>
              <a:buFont typeface="Arial"/>
              <a:buNone/>
              <a:defRPr sz="1700" b="0" i="0" u="none" strike="noStrike" cap="none">
                <a:solidFill>
                  <a:schemeClr val="accent1"/>
                </a:solidFill>
                <a:latin typeface="Roboto Light"/>
                <a:ea typeface="Roboto Light"/>
                <a:cs typeface="Roboto Light"/>
                <a:sym typeface="Roboto Light"/>
              </a:defRPr>
            </a:lvl4pPr>
            <a:lvl5pPr marL="2286000" marR="0" lvl="4" indent="-228600" algn="l">
              <a:spcBef>
                <a:spcPts val="300"/>
              </a:spcBef>
              <a:spcAft>
                <a:spcPts val="0"/>
              </a:spcAft>
              <a:buClr>
                <a:schemeClr val="accent1"/>
              </a:buClr>
              <a:buSzPts val="1700"/>
              <a:buFont typeface="Arial"/>
              <a:buNone/>
              <a:defRPr sz="1700" b="0" i="0" u="none" strike="noStrike" cap="none">
                <a:solidFill>
                  <a:schemeClr val="accent1"/>
                </a:solidFill>
                <a:latin typeface="Roboto Light"/>
                <a:ea typeface="Roboto Light"/>
                <a:cs typeface="Roboto Light"/>
                <a:sym typeface="Roboto Light"/>
              </a:defRPr>
            </a:lvl5pPr>
            <a:lvl6pPr marL="2743200" marR="0" lvl="5" indent="-336550" algn="l">
              <a:spcBef>
                <a:spcPts val="300"/>
              </a:spcBef>
              <a:spcAft>
                <a:spcPts val="0"/>
              </a:spcAft>
              <a:buClr>
                <a:schemeClr val="accent1"/>
              </a:buClr>
              <a:buSzPts val="1700"/>
              <a:buFont typeface="Arial"/>
              <a:buChar char="•"/>
              <a:defRPr sz="1700" b="0" i="0" u="none" strike="noStrike" cap="none">
                <a:solidFill>
                  <a:schemeClr val="accent1"/>
                </a:solidFill>
                <a:latin typeface="Roboto"/>
                <a:ea typeface="Roboto"/>
                <a:cs typeface="Roboto"/>
                <a:sym typeface="Roboto"/>
              </a:defRPr>
            </a:lvl6pPr>
            <a:lvl7pPr marL="3200400" marR="0" lvl="6" indent="-336550" algn="l">
              <a:spcBef>
                <a:spcPts val="300"/>
              </a:spcBef>
              <a:spcAft>
                <a:spcPts val="0"/>
              </a:spcAft>
              <a:buClr>
                <a:schemeClr val="accent1"/>
              </a:buClr>
              <a:buSzPts val="1700"/>
              <a:buFont typeface="Arial"/>
              <a:buChar char="•"/>
              <a:defRPr sz="1700" b="0" i="0" u="none" strike="noStrike" cap="none">
                <a:solidFill>
                  <a:schemeClr val="accent1"/>
                </a:solidFill>
                <a:latin typeface="Roboto"/>
                <a:ea typeface="Roboto"/>
                <a:cs typeface="Roboto"/>
                <a:sym typeface="Roboto"/>
              </a:defRPr>
            </a:lvl7pPr>
            <a:lvl8pPr marL="3657600" marR="0" lvl="7" indent="-336550" algn="l">
              <a:spcBef>
                <a:spcPts val="300"/>
              </a:spcBef>
              <a:spcAft>
                <a:spcPts val="0"/>
              </a:spcAft>
              <a:buClr>
                <a:schemeClr val="accent1"/>
              </a:buClr>
              <a:buSzPts val="1700"/>
              <a:buFont typeface="Arial"/>
              <a:buChar char="•"/>
              <a:defRPr sz="1700" b="0" i="0" u="none" strike="noStrike" cap="none">
                <a:solidFill>
                  <a:schemeClr val="accent1"/>
                </a:solidFill>
                <a:latin typeface="Roboto"/>
                <a:ea typeface="Roboto"/>
                <a:cs typeface="Roboto"/>
                <a:sym typeface="Roboto"/>
              </a:defRPr>
            </a:lvl8pPr>
            <a:lvl9pPr marL="4114800" marR="0" lvl="8" indent="-336550" algn="l">
              <a:spcBef>
                <a:spcPts val="300"/>
              </a:spcBef>
              <a:spcAft>
                <a:spcPts val="0"/>
              </a:spcAft>
              <a:buClr>
                <a:schemeClr val="accent1"/>
              </a:buClr>
              <a:buSzPts val="1700"/>
              <a:buFont typeface="Arial"/>
              <a:buChar char="•"/>
              <a:defRPr sz="1700" b="0" i="0" u="none" strike="noStrike" cap="none">
                <a:solidFill>
                  <a:schemeClr val="accent1"/>
                </a:solidFill>
                <a:latin typeface="Roboto"/>
                <a:ea typeface="Roboto"/>
                <a:cs typeface="Roboto"/>
                <a:sym typeface="Roboto"/>
              </a:defRPr>
            </a:lvl9pPr>
          </a:lstStyle>
          <a:p>
            <a:endParaRPr/>
          </a:p>
        </p:txBody>
      </p:sp>
      <p:sp>
        <p:nvSpPr>
          <p:cNvPr id="931" name="Google Shape;931;p130"/>
          <p:cNvSpPr txBox="1">
            <a:spLocks noGrp="1"/>
          </p:cNvSpPr>
          <p:nvPr>
            <p:ph type="body" idx="2"/>
          </p:nvPr>
        </p:nvSpPr>
        <p:spPr>
          <a:xfrm>
            <a:off x="411478" y="1269806"/>
            <a:ext cx="8321100" cy="3390600"/>
          </a:xfrm>
          <a:prstGeom prst="rect">
            <a:avLst/>
          </a:prstGeom>
          <a:noFill/>
          <a:ln>
            <a:noFill/>
          </a:ln>
        </p:spPr>
        <p:txBody>
          <a:bodyPr spcFirstLastPara="1" wrap="square" lIns="68575" tIns="68575" rIns="68575" bIns="68575" anchor="t" anchorCtr="0">
            <a:noAutofit/>
          </a:bodyPr>
          <a:lstStyle>
            <a:lvl1pPr marL="457200" marR="0" lvl="0" indent="-317500" algn="l">
              <a:spcBef>
                <a:spcPts val="400"/>
              </a:spcBef>
              <a:spcAft>
                <a:spcPts val="0"/>
              </a:spcAft>
              <a:buClr>
                <a:schemeClr val="accent6"/>
              </a:buClr>
              <a:buSzPts val="1400"/>
              <a:buFont typeface="Arial"/>
              <a:buChar char="•"/>
              <a:defRPr sz="1800" b="0" i="0" u="none" strike="noStrike" cap="none">
                <a:solidFill>
                  <a:schemeClr val="accent6"/>
                </a:solidFill>
                <a:latin typeface="Roboto"/>
                <a:ea typeface="Roboto"/>
                <a:cs typeface="Roboto"/>
                <a:sym typeface="Roboto"/>
              </a:defRPr>
            </a:lvl1pPr>
            <a:lvl2pPr marL="914400" marR="0" lvl="1" indent="-304800" algn="l">
              <a:spcBef>
                <a:spcPts val="300"/>
              </a:spcBef>
              <a:spcAft>
                <a:spcPts val="0"/>
              </a:spcAft>
              <a:buClr>
                <a:schemeClr val="accent6"/>
              </a:buClr>
              <a:buSzPts val="1200"/>
              <a:buFont typeface="Arial"/>
              <a:buChar char="•"/>
              <a:defRPr sz="1500" b="0" i="0" u="none" strike="noStrike" cap="none">
                <a:solidFill>
                  <a:schemeClr val="accent6"/>
                </a:solidFill>
                <a:latin typeface="Roboto"/>
                <a:ea typeface="Roboto"/>
                <a:cs typeface="Roboto"/>
                <a:sym typeface="Roboto"/>
              </a:defRPr>
            </a:lvl2pPr>
            <a:lvl3pPr marL="1371600" marR="0" lvl="2" indent="-292100" algn="l">
              <a:spcBef>
                <a:spcPts val="200"/>
              </a:spcBef>
              <a:spcAft>
                <a:spcPts val="0"/>
              </a:spcAft>
              <a:buClr>
                <a:schemeClr val="accent6"/>
              </a:buClr>
              <a:buSzPts val="1000"/>
              <a:buFont typeface="Arial"/>
              <a:buChar char="•"/>
              <a:defRPr sz="1200" b="0" i="0" u="none" strike="noStrike" cap="none">
                <a:solidFill>
                  <a:schemeClr val="accent6"/>
                </a:solidFill>
                <a:latin typeface="Roboto"/>
                <a:ea typeface="Roboto"/>
                <a:cs typeface="Roboto"/>
                <a:sym typeface="Roboto"/>
              </a:defRPr>
            </a:lvl3pPr>
            <a:lvl4pPr marL="1828800" marR="0" lvl="3" indent="-292100" algn="l">
              <a:spcBef>
                <a:spcPts val="200"/>
              </a:spcBef>
              <a:spcAft>
                <a:spcPts val="0"/>
              </a:spcAft>
              <a:buClr>
                <a:schemeClr val="accent6"/>
              </a:buClr>
              <a:buSzPts val="1000"/>
              <a:buFont typeface="Arial"/>
              <a:buChar char="•"/>
              <a:defRPr sz="1200" b="0" i="0" u="none" strike="noStrike" cap="none">
                <a:solidFill>
                  <a:schemeClr val="accent6"/>
                </a:solidFill>
                <a:latin typeface="Roboto"/>
                <a:ea typeface="Roboto"/>
                <a:cs typeface="Roboto"/>
                <a:sym typeface="Roboto"/>
              </a:defRPr>
            </a:lvl4pPr>
            <a:lvl5pPr marL="2286000" marR="0" lvl="4" indent="-292100" algn="l">
              <a:spcBef>
                <a:spcPts val="200"/>
              </a:spcBef>
              <a:spcAft>
                <a:spcPts val="0"/>
              </a:spcAft>
              <a:buClr>
                <a:schemeClr val="accent6"/>
              </a:buClr>
              <a:buSzPts val="1000"/>
              <a:buFont typeface="Arial"/>
              <a:buChar char="•"/>
              <a:defRPr sz="1200" b="0" i="0" u="none" strike="noStrike" cap="none">
                <a:solidFill>
                  <a:schemeClr val="accent6"/>
                </a:solidFill>
                <a:latin typeface="Roboto"/>
                <a:ea typeface="Roboto"/>
                <a:cs typeface="Roboto"/>
                <a:sym typeface="Roboto"/>
              </a:defRPr>
            </a:lvl5pPr>
            <a:lvl6pPr marL="2743200" marR="0" lvl="5" indent="-323850" algn="l">
              <a:spcBef>
                <a:spcPts val="300"/>
              </a:spcBef>
              <a:spcAft>
                <a:spcPts val="0"/>
              </a:spcAft>
              <a:buClr>
                <a:schemeClr val="accent6"/>
              </a:buClr>
              <a:buSzPts val="1500"/>
              <a:buFont typeface="Arial"/>
              <a:buChar char="•"/>
              <a:defRPr sz="1500" b="0" i="0" u="none" strike="noStrike" cap="none">
                <a:solidFill>
                  <a:schemeClr val="accent6"/>
                </a:solidFill>
                <a:latin typeface="Roboto"/>
                <a:ea typeface="Roboto"/>
                <a:cs typeface="Roboto"/>
                <a:sym typeface="Roboto"/>
              </a:defRPr>
            </a:lvl6pPr>
            <a:lvl7pPr marL="3200400" marR="0" lvl="6" indent="-323850" algn="l">
              <a:spcBef>
                <a:spcPts val="300"/>
              </a:spcBef>
              <a:spcAft>
                <a:spcPts val="0"/>
              </a:spcAft>
              <a:buClr>
                <a:schemeClr val="accent6"/>
              </a:buClr>
              <a:buSzPts val="1500"/>
              <a:buFont typeface="Arial"/>
              <a:buChar char="•"/>
              <a:defRPr sz="1500" b="0" i="0" u="none" strike="noStrike" cap="none">
                <a:solidFill>
                  <a:schemeClr val="accent6"/>
                </a:solidFill>
                <a:latin typeface="Roboto"/>
                <a:ea typeface="Roboto"/>
                <a:cs typeface="Roboto"/>
                <a:sym typeface="Roboto"/>
              </a:defRPr>
            </a:lvl7pPr>
            <a:lvl8pPr marL="3657600" marR="0" lvl="7" indent="-323850" algn="l">
              <a:spcBef>
                <a:spcPts val="300"/>
              </a:spcBef>
              <a:spcAft>
                <a:spcPts val="0"/>
              </a:spcAft>
              <a:buClr>
                <a:schemeClr val="accent6"/>
              </a:buClr>
              <a:buSzPts val="1500"/>
              <a:buFont typeface="Arial"/>
              <a:buChar char="•"/>
              <a:defRPr sz="1500" b="0" i="0" u="none" strike="noStrike" cap="none">
                <a:solidFill>
                  <a:schemeClr val="accent6"/>
                </a:solidFill>
                <a:latin typeface="Roboto"/>
                <a:ea typeface="Roboto"/>
                <a:cs typeface="Roboto"/>
                <a:sym typeface="Roboto"/>
              </a:defRPr>
            </a:lvl8pPr>
            <a:lvl9pPr marL="4114800" marR="0" lvl="8" indent="-323850" algn="l">
              <a:spcBef>
                <a:spcPts val="300"/>
              </a:spcBef>
              <a:spcAft>
                <a:spcPts val="0"/>
              </a:spcAft>
              <a:buClr>
                <a:schemeClr val="accent6"/>
              </a:buClr>
              <a:buSzPts val="1500"/>
              <a:buFont typeface="Arial"/>
              <a:buChar char="•"/>
              <a:defRPr sz="1500" b="0" i="0" u="none" strike="noStrike" cap="none">
                <a:solidFill>
                  <a:schemeClr val="accent6"/>
                </a:solidFill>
                <a:latin typeface="Roboto"/>
                <a:ea typeface="Roboto"/>
                <a:cs typeface="Roboto"/>
                <a:sym typeface="Roboto"/>
              </a:defRPr>
            </a:lvl9pPr>
          </a:lstStyle>
          <a:p>
            <a:endParaRPr/>
          </a:p>
        </p:txBody>
      </p:sp>
      <p:sp>
        <p:nvSpPr>
          <p:cNvPr id="932" name="Google Shape;932;p130"/>
          <p:cNvSpPr txBox="1"/>
          <p:nvPr/>
        </p:nvSpPr>
        <p:spPr>
          <a:xfrm>
            <a:off x="8477004" y="4882121"/>
            <a:ext cx="255600" cy="921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None/>
            </a:pPr>
            <a:fld id="{00000000-1234-1234-1234-123412341234}" type="slidenum">
              <a:rPr lang="en" sz="600" b="0" i="0" u="none" strike="noStrike" cap="none">
                <a:solidFill>
                  <a:srgbClr val="B4B4B4"/>
                </a:solidFill>
                <a:latin typeface="Roboto"/>
                <a:ea typeface="Roboto"/>
                <a:cs typeface="Roboto"/>
                <a:sym typeface="Roboto"/>
              </a:rPr>
              <a:t>‹#›</a:t>
            </a:fld>
            <a:endParaRPr sz="600" b="0" i="0" u="none" strike="noStrike" cap="none">
              <a:solidFill>
                <a:srgbClr val="B4B4B4"/>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matchingName="Twilight Background Nodes Top Right 2 1">
  <p:cSld name="41_Title and Content_1">
    <p:bg>
      <p:bgPr>
        <a:solidFill>
          <a:schemeClr val="dk1"/>
        </a:solidFill>
        <a:effectLst/>
      </p:bgPr>
    </p:bg>
    <p:spTree>
      <p:nvGrpSpPr>
        <p:cNvPr id="1" name="Shape 933"/>
        <p:cNvGrpSpPr/>
        <p:nvPr/>
      </p:nvGrpSpPr>
      <p:grpSpPr>
        <a:xfrm>
          <a:off x="0" y="0"/>
          <a:ext cx="0" cy="0"/>
          <a:chOff x="0" y="0"/>
          <a:chExt cx="0" cy="0"/>
        </a:xfrm>
      </p:grpSpPr>
      <p:sp>
        <p:nvSpPr>
          <p:cNvPr id="934" name="Google Shape;934;p131"/>
          <p:cNvSpPr txBox="1">
            <a:spLocks noGrp="1"/>
          </p:cNvSpPr>
          <p:nvPr>
            <p:ph type="body" idx="1"/>
          </p:nvPr>
        </p:nvSpPr>
        <p:spPr>
          <a:xfrm>
            <a:off x="533400" y="1370025"/>
            <a:ext cx="6972900" cy="32622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Clr>
                <a:schemeClr val="lt1"/>
              </a:buClr>
              <a:buSzPts val="1400"/>
              <a:buFont typeface="Plus Jakarta Sans"/>
              <a:buNone/>
              <a:defRPr>
                <a:solidFill>
                  <a:schemeClr val="lt1"/>
                </a:solidFill>
              </a:defRPr>
            </a:lvl1pPr>
            <a:lvl2pPr marL="914400" lvl="1" indent="-228600" algn="l">
              <a:lnSpc>
                <a:spcPct val="118333"/>
              </a:lnSpc>
              <a:spcBef>
                <a:spcPts val="400"/>
              </a:spcBef>
              <a:spcAft>
                <a:spcPts val="0"/>
              </a:spcAft>
              <a:buSzPts val="1440"/>
              <a:buFont typeface="Plus Jakarta Sans"/>
              <a:buNone/>
              <a:defRPr>
                <a:solidFill>
                  <a:schemeClr val="lt1"/>
                </a:solidFill>
              </a:defRPr>
            </a:lvl2pPr>
            <a:lvl3pPr marL="1371600" lvl="2" indent="-304800" algn="l">
              <a:spcBef>
                <a:spcPts val="200"/>
              </a:spcBef>
              <a:spcAft>
                <a:spcPts val="0"/>
              </a:spcAft>
              <a:buClr>
                <a:schemeClr val="lt1"/>
              </a:buClr>
              <a:buSzPts val="1200"/>
              <a:buChar char="•"/>
              <a:defRPr>
                <a:solidFill>
                  <a:schemeClr val="lt1"/>
                </a:solidFill>
              </a:defRPr>
            </a:lvl3pPr>
            <a:lvl4pPr marL="1828800" lvl="3" indent="-292100" algn="l">
              <a:spcBef>
                <a:spcPts val="200"/>
              </a:spcBef>
              <a:spcAft>
                <a:spcPts val="0"/>
              </a:spcAft>
              <a:buClr>
                <a:schemeClr val="lt1"/>
              </a:buClr>
              <a:buSzPts val="1000"/>
              <a:buChar char="–"/>
              <a:defRPr>
                <a:solidFill>
                  <a:schemeClr val="lt1"/>
                </a:solidFill>
              </a:defRPr>
            </a:lvl4pPr>
            <a:lvl5pPr marL="2286000" lvl="4" indent="-292100" algn="l">
              <a:spcBef>
                <a:spcPts val="200"/>
              </a:spcBef>
              <a:spcAft>
                <a:spcPts val="0"/>
              </a:spcAft>
              <a:buClr>
                <a:schemeClr val="lt1"/>
              </a:buClr>
              <a:buSzPts val="1000"/>
              <a:buChar char="»"/>
              <a:defRPr>
                <a:solidFill>
                  <a:schemeClr val="lt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935" name="Google Shape;935;p131"/>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936" name="Google Shape;936;p131"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937" name="Google Shape;937;p131"/>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spcBef>
                <a:spcPts val="0"/>
              </a:spcBef>
              <a:spcAft>
                <a:spcPts val="0"/>
              </a:spcAft>
              <a:buClr>
                <a:schemeClr val="lt1"/>
              </a:buClr>
              <a:buSzPts val="2100"/>
              <a:buNone/>
              <a:defRPr sz="23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38" name="Google Shape;938;p131"/>
          <p:cNvSpPr txBox="1">
            <a:spLocks noGrp="1"/>
          </p:cNvSpPr>
          <p:nvPr>
            <p:ph type="body" idx="2"/>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Clr>
                <a:schemeClr val="lt1"/>
              </a:buClr>
              <a:buSzPts val="1100"/>
              <a:buFont typeface="Plus Jakarta Sans SemiBold"/>
              <a:buNone/>
              <a:defRPr sz="1100" i="0">
                <a:solidFill>
                  <a:schemeClr val="lt1"/>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spcBef>
                <a:spcPts val="210"/>
              </a:spcBef>
              <a:spcAft>
                <a:spcPts val="0"/>
              </a:spcAft>
              <a:buSzPts val="1260"/>
              <a:buFont typeface="Arial"/>
              <a:buNone/>
              <a:defRPr sz="1050">
                <a:latin typeface="Arial"/>
                <a:ea typeface="Arial"/>
                <a:cs typeface="Arial"/>
                <a:sym typeface="Arial"/>
              </a:defRPr>
            </a:lvl3pPr>
            <a:lvl4pPr marL="1828800" lvl="3" indent="-228600" algn="l">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pic>
        <p:nvPicPr>
          <p:cNvPr id="939" name="Google Shape;939;p131"/>
          <p:cNvPicPr preferRelativeResize="0"/>
          <p:nvPr/>
        </p:nvPicPr>
        <p:blipFill rotWithShape="1">
          <a:blip r:embed="rId3">
            <a:alphaModFix/>
          </a:blip>
          <a:srcRect/>
          <a:stretch/>
        </p:blipFill>
        <p:spPr>
          <a:xfrm>
            <a:off x="7611575" y="0"/>
            <a:ext cx="1532425" cy="3244899"/>
          </a:xfrm>
          <a:prstGeom prst="rect">
            <a:avLst/>
          </a:prstGeom>
          <a:noFill/>
          <a:ln>
            <a:noFill/>
          </a:ln>
        </p:spPr>
      </p:pic>
    </p:spTree>
  </p:cSld>
  <p:clrMapOvr>
    <a:masterClrMapping/>
  </p:clrMapOvr>
  <p:transition spd="slow">
    <p:push/>
  </p:transition>
</p:sldLayout>
</file>

<file path=ppt/slideLayouts/slideLayout130.xml><?xml version="1.0" encoding="utf-8"?>
<p:sldLayout xmlns:a="http://schemas.openxmlformats.org/drawingml/2006/main" xmlns:r="http://schemas.openxmlformats.org/officeDocument/2006/relationships" xmlns:p="http://schemas.openxmlformats.org/presentationml/2006/main" matchingName="3 Column Layout | Twilight 1">
  <p:cSld name="10_Title Only_1">
    <p:bg>
      <p:bgPr>
        <a:solidFill>
          <a:schemeClr val="dk1"/>
        </a:solidFill>
        <a:effectLst/>
      </p:bgPr>
    </p:bg>
    <p:spTree>
      <p:nvGrpSpPr>
        <p:cNvPr id="1" name="Shape 940"/>
        <p:cNvGrpSpPr/>
        <p:nvPr/>
      </p:nvGrpSpPr>
      <p:grpSpPr>
        <a:xfrm>
          <a:off x="0" y="0"/>
          <a:ext cx="0" cy="0"/>
          <a:chOff x="0" y="0"/>
          <a:chExt cx="0" cy="0"/>
        </a:xfrm>
      </p:grpSpPr>
      <p:sp>
        <p:nvSpPr>
          <p:cNvPr id="941" name="Google Shape;941;p132"/>
          <p:cNvSpPr txBox="1">
            <a:spLocks noGrp="1"/>
          </p:cNvSpPr>
          <p:nvPr>
            <p:ph type="body" idx="1"/>
          </p:nvPr>
        </p:nvSpPr>
        <p:spPr>
          <a:xfrm>
            <a:off x="533400" y="1370012"/>
            <a:ext cx="2362200" cy="15066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Clr>
                <a:schemeClr val="lt1"/>
              </a:buClr>
              <a:buSzPts val="1800"/>
              <a:buNone/>
              <a:defRPr>
                <a:solidFill>
                  <a:schemeClr val="lt1"/>
                </a:solidFill>
              </a:defRPr>
            </a:lvl1pPr>
            <a:lvl2pPr marL="914400" lvl="1" indent="-228600" algn="l">
              <a:lnSpc>
                <a:spcPct val="78888"/>
              </a:lnSpc>
              <a:spcBef>
                <a:spcPts val="400"/>
              </a:spcBef>
              <a:spcAft>
                <a:spcPts val="0"/>
              </a:spcAft>
              <a:buClr>
                <a:schemeClr val="lt1"/>
              </a:buClr>
              <a:buSzPts val="2160"/>
              <a:buNone/>
              <a:defRPr>
                <a:solidFill>
                  <a:schemeClr val="lt1"/>
                </a:solidFill>
              </a:defRPr>
            </a:lvl2pPr>
            <a:lvl3pPr marL="1371600" lvl="2" indent="-365760" algn="l">
              <a:spcBef>
                <a:spcPts val="360"/>
              </a:spcBef>
              <a:spcAft>
                <a:spcPts val="0"/>
              </a:spcAft>
              <a:buClr>
                <a:schemeClr val="lt1"/>
              </a:buClr>
              <a:buSzPts val="2160"/>
              <a:buChar char="•"/>
              <a:defRPr>
                <a:solidFill>
                  <a:schemeClr val="lt1"/>
                </a:solidFill>
              </a:defRPr>
            </a:lvl3pPr>
            <a:lvl4pPr marL="1828800" lvl="3" indent="-342900" algn="l">
              <a:spcBef>
                <a:spcPts val="360"/>
              </a:spcBef>
              <a:spcAft>
                <a:spcPts val="0"/>
              </a:spcAft>
              <a:buClr>
                <a:schemeClr val="lt1"/>
              </a:buClr>
              <a:buSzPts val="1800"/>
              <a:buChar char="–"/>
              <a:defRPr>
                <a:solidFill>
                  <a:schemeClr val="lt1"/>
                </a:solidFill>
              </a:defRPr>
            </a:lvl4pPr>
            <a:lvl5pPr marL="2286000" lvl="4" indent="-342900" algn="l">
              <a:spcBef>
                <a:spcPts val="360"/>
              </a:spcBef>
              <a:spcAft>
                <a:spcPts val="0"/>
              </a:spcAft>
              <a:buClr>
                <a:schemeClr val="lt1"/>
              </a:buClr>
              <a:buSzPts val="1800"/>
              <a:buChar char="»"/>
              <a:defRPr>
                <a:solidFill>
                  <a:schemeClr val="lt1"/>
                </a:solidFill>
              </a:defRPr>
            </a:lvl5pPr>
            <a:lvl6pPr marL="2743200" lvl="5" indent="-342900" algn="l">
              <a:spcBef>
                <a:spcPts val="360"/>
              </a:spcBef>
              <a:spcAft>
                <a:spcPts val="0"/>
              </a:spcAft>
              <a:buClr>
                <a:schemeClr val="lt1"/>
              </a:buClr>
              <a:buSzPts val="1800"/>
              <a:buChar char="•"/>
              <a:defRPr>
                <a:solidFill>
                  <a:schemeClr val="lt1"/>
                </a:solidFill>
              </a:defRPr>
            </a:lvl6pPr>
            <a:lvl7pPr marL="3200400" lvl="6" indent="-342900" algn="l">
              <a:spcBef>
                <a:spcPts val="360"/>
              </a:spcBef>
              <a:spcAft>
                <a:spcPts val="0"/>
              </a:spcAft>
              <a:buClr>
                <a:schemeClr val="lt1"/>
              </a:buClr>
              <a:buSzPts val="1800"/>
              <a:buChar char="•"/>
              <a:defRPr>
                <a:solidFill>
                  <a:schemeClr val="lt1"/>
                </a:solidFill>
              </a:defRPr>
            </a:lvl7pPr>
            <a:lvl8pPr marL="3657600" lvl="7" indent="-342900" algn="l">
              <a:spcBef>
                <a:spcPts val="360"/>
              </a:spcBef>
              <a:spcAft>
                <a:spcPts val="0"/>
              </a:spcAft>
              <a:buClr>
                <a:schemeClr val="lt1"/>
              </a:buClr>
              <a:buSzPts val="1800"/>
              <a:buChar char="•"/>
              <a:defRPr>
                <a:solidFill>
                  <a:schemeClr val="lt1"/>
                </a:solidFill>
              </a:defRPr>
            </a:lvl8pPr>
            <a:lvl9pPr marL="4114800" lvl="8" indent="-342900" algn="l">
              <a:spcBef>
                <a:spcPts val="360"/>
              </a:spcBef>
              <a:spcAft>
                <a:spcPts val="0"/>
              </a:spcAft>
              <a:buClr>
                <a:schemeClr val="lt1"/>
              </a:buClr>
              <a:buSzPts val="1800"/>
              <a:buChar char="•"/>
              <a:defRPr>
                <a:solidFill>
                  <a:schemeClr val="lt1"/>
                </a:solidFill>
              </a:defRPr>
            </a:lvl9pPr>
          </a:lstStyle>
          <a:p>
            <a:endParaRPr/>
          </a:p>
        </p:txBody>
      </p:sp>
      <p:sp>
        <p:nvSpPr>
          <p:cNvPr id="942" name="Google Shape;942;p132"/>
          <p:cNvSpPr txBox="1">
            <a:spLocks noGrp="1"/>
          </p:cNvSpPr>
          <p:nvPr>
            <p:ph type="body" idx="2"/>
          </p:nvPr>
        </p:nvSpPr>
        <p:spPr>
          <a:xfrm>
            <a:off x="3165987" y="1370012"/>
            <a:ext cx="2362200" cy="15066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Clr>
                <a:schemeClr val="lt1"/>
              </a:buClr>
              <a:buSzPts val="1800"/>
              <a:buNone/>
              <a:defRPr>
                <a:solidFill>
                  <a:schemeClr val="lt1"/>
                </a:solidFill>
              </a:defRPr>
            </a:lvl1pPr>
            <a:lvl2pPr marL="914400" lvl="1" indent="-228600" algn="l">
              <a:lnSpc>
                <a:spcPct val="78888"/>
              </a:lnSpc>
              <a:spcBef>
                <a:spcPts val="400"/>
              </a:spcBef>
              <a:spcAft>
                <a:spcPts val="0"/>
              </a:spcAft>
              <a:buClr>
                <a:schemeClr val="lt1"/>
              </a:buClr>
              <a:buSzPts val="2160"/>
              <a:buNone/>
              <a:defRPr>
                <a:solidFill>
                  <a:schemeClr val="lt1"/>
                </a:solidFill>
              </a:defRPr>
            </a:lvl2pPr>
            <a:lvl3pPr marL="1371600" lvl="2" indent="-365760" algn="l">
              <a:spcBef>
                <a:spcPts val="360"/>
              </a:spcBef>
              <a:spcAft>
                <a:spcPts val="0"/>
              </a:spcAft>
              <a:buClr>
                <a:schemeClr val="lt1"/>
              </a:buClr>
              <a:buSzPts val="2160"/>
              <a:buChar char="•"/>
              <a:defRPr>
                <a:solidFill>
                  <a:schemeClr val="lt1"/>
                </a:solidFill>
              </a:defRPr>
            </a:lvl3pPr>
            <a:lvl4pPr marL="1828800" lvl="3" indent="-342900" algn="l">
              <a:spcBef>
                <a:spcPts val="360"/>
              </a:spcBef>
              <a:spcAft>
                <a:spcPts val="0"/>
              </a:spcAft>
              <a:buClr>
                <a:schemeClr val="lt1"/>
              </a:buClr>
              <a:buSzPts val="1800"/>
              <a:buChar char="–"/>
              <a:defRPr>
                <a:solidFill>
                  <a:schemeClr val="lt1"/>
                </a:solidFill>
              </a:defRPr>
            </a:lvl4pPr>
            <a:lvl5pPr marL="2286000" lvl="4" indent="-342900" algn="l">
              <a:spcBef>
                <a:spcPts val="360"/>
              </a:spcBef>
              <a:spcAft>
                <a:spcPts val="0"/>
              </a:spcAft>
              <a:buClr>
                <a:schemeClr val="lt1"/>
              </a:buClr>
              <a:buSzPts val="1800"/>
              <a:buChar char="»"/>
              <a:defRPr>
                <a:solidFill>
                  <a:schemeClr val="lt1"/>
                </a:solidFill>
              </a:defRPr>
            </a:lvl5pPr>
            <a:lvl6pPr marL="2743200" lvl="5" indent="-342900" algn="l">
              <a:spcBef>
                <a:spcPts val="360"/>
              </a:spcBef>
              <a:spcAft>
                <a:spcPts val="0"/>
              </a:spcAft>
              <a:buClr>
                <a:schemeClr val="lt1"/>
              </a:buClr>
              <a:buSzPts val="1800"/>
              <a:buChar char="•"/>
              <a:defRPr>
                <a:solidFill>
                  <a:schemeClr val="lt1"/>
                </a:solidFill>
              </a:defRPr>
            </a:lvl6pPr>
            <a:lvl7pPr marL="3200400" lvl="6" indent="-342900" algn="l">
              <a:spcBef>
                <a:spcPts val="360"/>
              </a:spcBef>
              <a:spcAft>
                <a:spcPts val="0"/>
              </a:spcAft>
              <a:buClr>
                <a:schemeClr val="lt1"/>
              </a:buClr>
              <a:buSzPts val="1800"/>
              <a:buChar char="•"/>
              <a:defRPr>
                <a:solidFill>
                  <a:schemeClr val="lt1"/>
                </a:solidFill>
              </a:defRPr>
            </a:lvl7pPr>
            <a:lvl8pPr marL="3657600" lvl="7" indent="-342900" algn="l">
              <a:spcBef>
                <a:spcPts val="360"/>
              </a:spcBef>
              <a:spcAft>
                <a:spcPts val="0"/>
              </a:spcAft>
              <a:buClr>
                <a:schemeClr val="lt1"/>
              </a:buClr>
              <a:buSzPts val="1800"/>
              <a:buChar char="•"/>
              <a:defRPr>
                <a:solidFill>
                  <a:schemeClr val="lt1"/>
                </a:solidFill>
              </a:defRPr>
            </a:lvl8pPr>
            <a:lvl9pPr marL="4114800" lvl="8" indent="-342900" algn="l">
              <a:spcBef>
                <a:spcPts val="360"/>
              </a:spcBef>
              <a:spcAft>
                <a:spcPts val="0"/>
              </a:spcAft>
              <a:buClr>
                <a:schemeClr val="lt1"/>
              </a:buClr>
              <a:buSzPts val="1800"/>
              <a:buChar char="•"/>
              <a:defRPr>
                <a:solidFill>
                  <a:schemeClr val="lt1"/>
                </a:solidFill>
              </a:defRPr>
            </a:lvl9pPr>
          </a:lstStyle>
          <a:p>
            <a:endParaRPr/>
          </a:p>
        </p:txBody>
      </p:sp>
      <p:sp>
        <p:nvSpPr>
          <p:cNvPr id="943" name="Google Shape;943;p132"/>
          <p:cNvSpPr txBox="1">
            <a:spLocks noGrp="1"/>
          </p:cNvSpPr>
          <p:nvPr>
            <p:ph type="body" idx="3"/>
          </p:nvPr>
        </p:nvSpPr>
        <p:spPr>
          <a:xfrm>
            <a:off x="5798575" y="1370012"/>
            <a:ext cx="2362200" cy="15066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Clr>
                <a:schemeClr val="lt1"/>
              </a:buClr>
              <a:buSzPts val="1800"/>
              <a:buNone/>
              <a:defRPr>
                <a:solidFill>
                  <a:schemeClr val="lt1"/>
                </a:solidFill>
              </a:defRPr>
            </a:lvl1pPr>
            <a:lvl2pPr marL="914400" lvl="1" indent="-228600" algn="l">
              <a:lnSpc>
                <a:spcPct val="78888"/>
              </a:lnSpc>
              <a:spcBef>
                <a:spcPts val="400"/>
              </a:spcBef>
              <a:spcAft>
                <a:spcPts val="0"/>
              </a:spcAft>
              <a:buClr>
                <a:schemeClr val="lt1"/>
              </a:buClr>
              <a:buSzPts val="2160"/>
              <a:buNone/>
              <a:defRPr>
                <a:solidFill>
                  <a:schemeClr val="lt1"/>
                </a:solidFill>
              </a:defRPr>
            </a:lvl2pPr>
            <a:lvl3pPr marL="1371600" lvl="2" indent="-365760" algn="l">
              <a:spcBef>
                <a:spcPts val="360"/>
              </a:spcBef>
              <a:spcAft>
                <a:spcPts val="0"/>
              </a:spcAft>
              <a:buClr>
                <a:schemeClr val="lt1"/>
              </a:buClr>
              <a:buSzPts val="2160"/>
              <a:buChar char="•"/>
              <a:defRPr>
                <a:solidFill>
                  <a:schemeClr val="lt1"/>
                </a:solidFill>
              </a:defRPr>
            </a:lvl3pPr>
            <a:lvl4pPr marL="1828800" lvl="3" indent="-342900" algn="l">
              <a:spcBef>
                <a:spcPts val="360"/>
              </a:spcBef>
              <a:spcAft>
                <a:spcPts val="0"/>
              </a:spcAft>
              <a:buClr>
                <a:schemeClr val="lt1"/>
              </a:buClr>
              <a:buSzPts val="1800"/>
              <a:buChar char="–"/>
              <a:defRPr>
                <a:solidFill>
                  <a:schemeClr val="lt1"/>
                </a:solidFill>
              </a:defRPr>
            </a:lvl4pPr>
            <a:lvl5pPr marL="2286000" lvl="4" indent="-342900" algn="l">
              <a:spcBef>
                <a:spcPts val="360"/>
              </a:spcBef>
              <a:spcAft>
                <a:spcPts val="0"/>
              </a:spcAft>
              <a:buClr>
                <a:schemeClr val="lt1"/>
              </a:buClr>
              <a:buSzPts val="1800"/>
              <a:buChar char="»"/>
              <a:defRPr>
                <a:solidFill>
                  <a:schemeClr val="lt1"/>
                </a:solidFill>
              </a:defRPr>
            </a:lvl5pPr>
            <a:lvl6pPr marL="2743200" lvl="5" indent="-342900" algn="l">
              <a:spcBef>
                <a:spcPts val="360"/>
              </a:spcBef>
              <a:spcAft>
                <a:spcPts val="0"/>
              </a:spcAft>
              <a:buClr>
                <a:schemeClr val="lt1"/>
              </a:buClr>
              <a:buSzPts val="1800"/>
              <a:buChar char="•"/>
              <a:defRPr>
                <a:solidFill>
                  <a:schemeClr val="lt1"/>
                </a:solidFill>
              </a:defRPr>
            </a:lvl6pPr>
            <a:lvl7pPr marL="3200400" lvl="6" indent="-342900" algn="l">
              <a:spcBef>
                <a:spcPts val="360"/>
              </a:spcBef>
              <a:spcAft>
                <a:spcPts val="0"/>
              </a:spcAft>
              <a:buClr>
                <a:schemeClr val="lt1"/>
              </a:buClr>
              <a:buSzPts val="1800"/>
              <a:buChar char="•"/>
              <a:defRPr>
                <a:solidFill>
                  <a:schemeClr val="lt1"/>
                </a:solidFill>
              </a:defRPr>
            </a:lvl7pPr>
            <a:lvl8pPr marL="3657600" lvl="7" indent="-342900" algn="l">
              <a:spcBef>
                <a:spcPts val="360"/>
              </a:spcBef>
              <a:spcAft>
                <a:spcPts val="0"/>
              </a:spcAft>
              <a:buClr>
                <a:schemeClr val="lt1"/>
              </a:buClr>
              <a:buSzPts val="1800"/>
              <a:buChar char="•"/>
              <a:defRPr>
                <a:solidFill>
                  <a:schemeClr val="lt1"/>
                </a:solidFill>
              </a:defRPr>
            </a:lvl8pPr>
            <a:lvl9pPr marL="4114800" lvl="8" indent="-342900" algn="l">
              <a:spcBef>
                <a:spcPts val="360"/>
              </a:spcBef>
              <a:spcAft>
                <a:spcPts val="0"/>
              </a:spcAft>
              <a:buClr>
                <a:schemeClr val="lt1"/>
              </a:buClr>
              <a:buSzPts val="1800"/>
              <a:buChar char="•"/>
              <a:defRPr>
                <a:solidFill>
                  <a:schemeClr val="lt1"/>
                </a:solidFill>
              </a:defRPr>
            </a:lvl9pPr>
          </a:lstStyle>
          <a:p>
            <a:endParaRPr/>
          </a:p>
        </p:txBody>
      </p:sp>
      <p:sp>
        <p:nvSpPr>
          <p:cNvPr id="944" name="Google Shape;944;p132"/>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945" name="Google Shape;945;p132"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946" name="Google Shape;946;p132"/>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spcBef>
                <a:spcPts val="0"/>
              </a:spcBef>
              <a:spcAft>
                <a:spcPts val="0"/>
              </a:spcAft>
              <a:buClr>
                <a:schemeClr val="lt1"/>
              </a:buClr>
              <a:buSzPts val="2100"/>
              <a:buNone/>
              <a:defRPr sz="2300">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a:endParaRPr/>
          </a:p>
        </p:txBody>
      </p:sp>
      <p:sp>
        <p:nvSpPr>
          <p:cNvPr id="947" name="Google Shape;947;p132"/>
          <p:cNvSpPr txBox="1">
            <a:spLocks noGrp="1"/>
          </p:cNvSpPr>
          <p:nvPr>
            <p:ph type="body" idx="4"/>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Clr>
                <a:schemeClr val="lt1"/>
              </a:buClr>
              <a:buSzPts val="1100"/>
              <a:buFont typeface="Plus Jakarta Sans SemiBold"/>
              <a:buNone/>
              <a:defRPr sz="1100" i="0">
                <a:solidFill>
                  <a:schemeClr val="lt1"/>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Clr>
                <a:schemeClr val="lt1"/>
              </a:buClr>
              <a:buSzPts val="1260"/>
              <a:buFont typeface="Arial"/>
              <a:buNone/>
              <a:defRPr sz="1050">
                <a:solidFill>
                  <a:schemeClr val="lt1"/>
                </a:solidFill>
                <a:latin typeface="Arial"/>
                <a:ea typeface="Arial"/>
                <a:cs typeface="Arial"/>
                <a:sym typeface="Arial"/>
              </a:defRPr>
            </a:lvl2pPr>
            <a:lvl3pPr marL="1371600" lvl="2" indent="-228600" algn="l">
              <a:spcBef>
                <a:spcPts val="210"/>
              </a:spcBef>
              <a:spcAft>
                <a:spcPts val="0"/>
              </a:spcAft>
              <a:buClr>
                <a:schemeClr val="lt1"/>
              </a:buClr>
              <a:buSzPts val="1260"/>
              <a:buFont typeface="Arial"/>
              <a:buNone/>
              <a:defRPr sz="1050">
                <a:solidFill>
                  <a:schemeClr val="lt1"/>
                </a:solidFill>
                <a:latin typeface="Arial"/>
                <a:ea typeface="Arial"/>
                <a:cs typeface="Arial"/>
                <a:sym typeface="Arial"/>
              </a:defRPr>
            </a:lvl3pPr>
            <a:lvl4pPr marL="1828800" lvl="3" indent="-228600" algn="l">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4pPr>
            <a:lvl5pPr marL="2286000" lvl="4" indent="-228600" algn="l">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5pPr>
            <a:lvl6pPr marL="2743200" lvl="5" indent="-342900" algn="l">
              <a:spcBef>
                <a:spcPts val="360"/>
              </a:spcBef>
              <a:spcAft>
                <a:spcPts val="0"/>
              </a:spcAft>
              <a:buClr>
                <a:schemeClr val="lt1"/>
              </a:buClr>
              <a:buSzPts val="1800"/>
              <a:buChar char="•"/>
              <a:defRPr>
                <a:solidFill>
                  <a:schemeClr val="lt1"/>
                </a:solidFill>
              </a:defRPr>
            </a:lvl6pPr>
            <a:lvl7pPr marL="3200400" lvl="6" indent="-342900" algn="l">
              <a:spcBef>
                <a:spcPts val="360"/>
              </a:spcBef>
              <a:spcAft>
                <a:spcPts val="0"/>
              </a:spcAft>
              <a:buClr>
                <a:schemeClr val="lt1"/>
              </a:buClr>
              <a:buSzPts val="1800"/>
              <a:buChar char="•"/>
              <a:defRPr>
                <a:solidFill>
                  <a:schemeClr val="lt1"/>
                </a:solidFill>
              </a:defRPr>
            </a:lvl7pPr>
            <a:lvl8pPr marL="3657600" lvl="7" indent="-342900" algn="l">
              <a:spcBef>
                <a:spcPts val="360"/>
              </a:spcBef>
              <a:spcAft>
                <a:spcPts val="0"/>
              </a:spcAft>
              <a:buClr>
                <a:schemeClr val="lt1"/>
              </a:buClr>
              <a:buSzPts val="1800"/>
              <a:buChar char="•"/>
              <a:defRPr>
                <a:solidFill>
                  <a:schemeClr val="lt1"/>
                </a:solidFill>
              </a:defRPr>
            </a:lvl8pPr>
            <a:lvl9pPr marL="4114800" lvl="8" indent="-342900" algn="l">
              <a:spcBef>
                <a:spcPts val="360"/>
              </a:spcBef>
              <a:spcAft>
                <a:spcPts val="0"/>
              </a:spcAft>
              <a:buClr>
                <a:schemeClr val="lt1"/>
              </a:buClr>
              <a:buSzPts val="1800"/>
              <a:buChar char="•"/>
              <a:defRPr>
                <a:solidFill>
                  <a:schemeClr val="lt1"/>
                </a:solidFill>
              </a:defRPr>
            </a:lvl9pPr>
          </a:lstStyle>
          <a:p>
            <a:endParaRPr/>
          </a:p>
        </p:txBody>
      </p:sp>
    </p:spTree>
  </p:cSld>
  <p:clrMapOvr>
    <a:masterClrMapping/>
  </p:clrMapOvr>
  <p:transition spd="slow">
    <p:push/>
  </p:transition>
</p:sldLayout>
</file>

<file path=ppt/slideLayouts/slideLayout131.xml><?xml version="1.0" encoding="utf-8"?>
<p:sldLayout xmlns:a="http://schemas.openxmlformats.org/drawingml/2006/main" xmlns:r="http://schemas.openxmlformats.org/officeDocument/2006/relationships" xmlns:p="http://schemas.openxmlformats.org/presentationml/2006/main" matchingName="Headline Right Side Image Left | Twilight 1">
  <p:cSld name="7_Title Only_1_2_1">
    <p:bg>
      <p:bgPr>
        <a:solidFill>
          <a:schemeClr val="dk1"/>
        </a:solidFill>
        <a:effectLst/>
      </p:bgPr>
    </p:bg>
    <p:spTree>
      <p:nvGrpSpPr>
        <p:cNvPr id="1" name="Shape 948"/>
        <p:cNvGrpSpPr/>
        <p:nvPr/>
      </p:nvGrpSpPr>
      <p:grpSpPr>
        <a:xfrm>
          <a:off x="0" y="0"/>
          <a:ext cx="0" cy="0"/>
          <a:chOff x="0" y="0"/>
          <a:chExt cx="0" cy="0"/>
        </a:xfrm>
      </p:grpSpPr>
      <p:sp>
        <p:nvSpPr>
          <p:cNvPr id="949" name="Google Shape;949;p133"/>
          <p:cNvSpPr txBox="1">
            <a:spLocks noGrp="1"/>
          </p:cNvSpPr>
          <p:nvPr>
            <p:ph type="title"/>
          </p:nvPr>
        </p:nvSpPr>
        <p:spPr>
          <a:xfrm>
            <a:off x="4135300" y="284250"/>
            <a:ext cx="4464900" cy="612900"/>
          </a:xfrm>
          <a:prstGeom prst="rect">
            <a:avLst/>
          </a:prstGeom>
          <a:noFill/>
          <a:ln>
            <a:noFill/>
          </a:ln>
        </p:spPr>
        <p:txBody>
          <a:bodyPr spcFirstLastPara="1" wrap="square" lIns="91425" tIns="0" rIns="91425" bIns="45700" anchor="t" anchorCtr="0">
            <a:noAutofit/>
          </a:bodyPr>
          <a:lstStyle>
            <a:lvl1pPr lvl="0" algn="l">
              <a:spcBef>
                <a:spcPts val="0"/>
              </a:spcBef>
              <a:spcAft>
                <a:spcPts val="0"/>
              </a:spcAft>
              <a:buClr>
                <a:schemeClr val="lt1"/>
              </a:buClr>
              <a:buSzPts val="2100"/>
              <a:buNone/>
              <a:defRPr sz="2300">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a:endParaRPr/>
          </a:p>
        </p:txBody>
      </p:sp>
      <p:sp>
        <p:nvSpPr>
          <p:cNvPr id="950" name="Google Shape;950;p133"/>
          <p:cNvSpPr txBox="1">
            <a:spLocks noGrp="1"/>
          </p:cNvSpPr>
          <p:nvPr>
            <p:ph type="body" idx="1"/>
          </p:nvPr>
        </p:nvSpPr>
        <p:spPr>
          <a:xfrm>
            <a:off x="4135300" y="1370000"/>
            <a:ext cx="4464900" cy="15066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Clr>
                <a:schemeClr val="lt1"/>
              </a:buClr>
              <a:buSzPts val="1800"/>
              <a:buNone/>
              <a:defRPr>
                <a:solidFill>
                  <a:schemeClr val="lt1"/>
                </a:solidFill>
              </a:defRPr>
            </a:lvl1pPr>
            <a:lvl2pPr marL="914400" lvl="1" indent="-228600" algn="l">
              <a:lnSpc>
                <a:spcPct val="78888"/>
              </a:lnSpc>
              <a:spcBef>
                <a:spcPts val="400"/>
              </a:spcBef>
              <a:spcAft>
                <a:spcPts val="0"/>
              </a:spcAft>
              <a:buClr>
                <a:schemeClr val="lt1"/>
              </a:buClr>
              <a:buSzPts val="2160"/>
              <a:buNone/>
              <a:defRPr>
                <a:solidFill>
                  <a:schemeClr val="lt1"/>
                </a:solidFill>
              </a:defRPr>
            </a:lvl2pPr>
            <a:lvl3pPr marL="1371600" lvl="2" indent="-365760" algn="l">
              <a:spcBef>
                <a:spcPts val="360"/>
              </a:spcBef>
              <a:spcAft>
                <a:spcPts val="0"/>
              </a:spcAft>
              <a:buClr>
                <a:schemeClr val="lt1"/>
              </a:buClr>
              <a:buSzPts val="2160"/>
              <a:buChar char="•"/>
              <a:defRPr>
                <a:solidFill>
                  <a:schemeClr val="lt1"/>
                </a:solidFill>
              </a:defRPr>
            </a:lvl3pPr>
            <a:lvl4pPr marL="1828800" lvl="3" indent="-342900" algn="l">
              <a:spcBef>
                <a:spcPts val="360"/>
              </a:spcBef>
              <a:spcAft>
                <a:spcPts val="0"/>
              </a:spcAft>
              <a:buClr>
                <a:schemeClr val="lt1"/>
              </a:buClr>
              <a:buSzPts val="1800"/>
              <a:buChar char="–"/>
              <a:defRPr>
                <a:solidFill>
                  <a:schemeClr val="lt1"/>
                </a:solidFill>
              </a:defRPr>
            </a:lvl4pPr>
            <a:lvl5pPr marL="2286000" lvl="4" indent="-342900" algn="l">
              <a:spcBef>
                <a:spcPts val="360"/>
              </a:spcBef>
              <a:spcAft>
                <a:spcPts val="0"/>
              </a:spcAft>
              <a:buClr>
                <a:schemeClr val="lt1"/>
              </a:buClr>
              <a:buSzPts val="1800"/>
              <a:buChar char="»"/>
              <a:defRPr>
                <a:solidFill>
                  <a:schemeClr val="lt1"/>
                </a:solidFill>
              </a:defRPr>
            </a:lvl5pPr>
            <a:lvl6pPr marL="2743200" lvl="5" indent="-342900" algn="l">
              <a:spcBef>
                <a:spcPts val="360"/>
              </a:spcBef>
              <a:spcAft>
                <a:spcPts val="0"/>
              </a:spcAft>
              <a:buClr>
                <a:schemeClr val="lt1"/>
              </a:buClr>
              <a:buSzPts val="1800"/>
              <a:buChar char="•"/>
              <a:defRPr>
                <a:solidFill>
                  <a:schemeClr val="lt1"/>
                </a:solidFill>
              </a:defRPr>
            </a:lvl6pPr>
            <a:lvl7pPr marL="3200400" lvl="6" indent="-342900" algn="l">
              <a:spcBef>
                <a:spcPts val="360"/>
              </a:spcBef>
              <a:spcAft>
                <a:spcPts val="0"/>
              </a:spcAft>
              <a:buClr>
                <a:schemeClr val="lt1"/>
              </a:buClr>
              <a:buSzPts val="1800"/>
              <a:buChar char="•"/>
              <a:defRPr>
                <a:solidFill>
                  <a:schemeClr val="lt1"/>
                </a:solidFill>
              </a:defRPr>
            </a:lvl7pPr>
            <a:lvl8pPr marL="3657600" lvl="7" indent="-342900" algn="l">
              <a:spcBef>
                <a:spcPts val="360"/>
              </a:spcBef>
              <a:spcAft>
                <a:spcPts val="0"/>
              </a:spcAft>
              <a:buClr>
                <a:schemeClr val="lt1"/>
              </a:buClr>
              <a:buSzPts val="1800"/>
              <a:buChar char="•"/>
              <a:defRPr>
                <a:solidFill>
                  <a:schemeClr val="lt1"/>
                </a:solidFill>
              </a:defRPr>
            </a:lvl8pPr>
            <a:lvl9pPr marL="4114800" lvl="8" indent="-342900" algn="l">
              <a:spcBef>
                <a:spcPts val="360"/>
              </a:spcBef>
              <a:spcAft>
                <a:spcPts val="0"/>
              </a:spcAft>
              <a:buClr>
                <a:schemeClr val="lt1"/>
              </a:buClr>
              <a:buSzPts val="1800"/>
              <a:buChar char="•"/>
              <a:defRPr>
                <a:solidFill>
                  <a:schemeClr val="lt1"/>
                </a:solidFill>
              </a:defRPr>
            </a:lvl9pPr>
          </a:lstStyle>
          <a:p>
            <a:endParaRPr/>
          </a:p>
        </p:txBody>
      </p:sp>
      <p:sp>
        <p:nvSpPr>
          <p:cNvPr id="951" name="Google Shape;951;p133"/>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952" name="Google Shape;952;p133"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953" name="Google Shape;953;p133"/>
          <p:cNvSpPr>
            <a:spLocks noGrp="1"/>
          </p:cNvSpPr>
          <p:nvPr>
            <p:ph type="pic" idx="2"/>
          </p:nvPr>
        </p:nvSpPr>
        <p:spPr>
          <a:xfrm>
            <a:off x="0" y="-20975"/>
            <a:ext cx="3793800" cy="5102100"/>
          </a:xfrm>
          <a:prstGeom prst="rect">
            <a:avLst/>
          </a:prstGeom>
          <a:noFill/>
          <a:ln>
            <a:noFill/>
          </a:ln>
        </p:spPr>
      </p:sp>
      <p:sp>
        <p:nvSpPr>
          <p:cNvPr id="954" name="Google Shape;954;p133"/>
          <p:cNvSpPr txBox="1">
            <a:spLocks noGrp="1"/>
          </p:cNvSpPr>
          <p:nvPr>
            <p:ph type="body" idx="3"/>
          </p:nvPr>
        </p:nvSpPr>
        <p:spPr>
          <a:xfrm>
            <a:off x="41353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Clr>
                <a:schemeClr val="lt1"/>
              </a:buClr>
              <a:buSzPts val="1100"/>
              <a:buFont typeface="Plus Jakarta Sans SemiBold"/>
              <a:buNone/>
              <a:defRPr sz="1100" i="0">
                <a:solidFill>
                  <a:schemeClr val="lt1"/>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Clr>
                <a:schemeClr val="lt1"/>
              </a:buClr>
              <a:buSzPts val="1260"/>
              <a:buFont typeface="Arial"/>
              <a:buNone/>
              <a:defRPr sz="1050">
                <a:solidFill>
                  <a:schemeClr val="lt1"/>
                </a:solidFill>
                <a:latin typeface="Arial"/>
                <a:ea typeface="Arial"/>
                <a:cs typeface="Arial"/>
                <a:sym typeface="Arial"/>
              </a:defRPr>
            </a:lvl2pPr>
            <a:lvl3pPr marL="1371600" lvl="2" indent="-228600" algn="l">
              <a:spcBef>
                <a:spcPts val="210"/>
              </a:spcBef>
              <a:spcAft>
                <a:spcPts val="0"/>
              </a:spcAft>
              <a:buClr>
                <a:schemeClr val="lt1"/>
              </a:buClr>
              <a:buSzPts val="1260"/>
              <a:buFont typeface="Arial"/>
              <a:buNone/>
              <a:defRPr sz="1050">
                <a:solidFill>
                  <a:schemeClr val="lt1"/>
                </a:solidFill>
                <a:latin typeface="Arial"/>
                <a:ea typeface="Arial"/>
                <a:cs typeface="Arial"/>
                <a:sym typeface="Arial"/>
              </a:defRPr>
            </a:lvl3pPr>
            <a:lvl4pPr marL="1828800" lvl="3" indent="-228600" algn="l">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4pPr>
            <a:lvl5pPr marL="2286000" lvl="4" indent="-228600" algn="l">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5pPr>
            <a:lvl6pPr marL="2743200" lvl="5" indent="-342900" algn="l">
              <a:spcBef>
                <a:spcPts val="360"/>
              </a:spcBef>
              <a:spcAft>
                <a:spcPts val="0"/>
              </a:spcAft>
              <a:buClr>
                <a:schemeClr val="lt1"/>
              </a:buClr>
              <a:buSzPts val="1800"/>
              <a:buChar char="•"/>
              <a:defRPr>
                <a:solidFill>
                  <a:schemeClr val="lt1"/>
                </a:solidFill>
              </a:defRPr>
            </a:lvl6pPr>
            <a:lvl7pPr marL="3200400" lvl="6" indent="-342900" algn="l">
              <a:spcBef>
                <a:spcPts val="360"/>
              </a:spcBef>
              <a:spcAft>
                <a:spcPts val="0"/>
              </a:spcAft>
              <a:buClr>
                <a:schemeClr val="lt1"/>
              </a:buClr>
              <a:buSzPts val="1800"/>
              <a:buChar char="•"/>
              <a:defRPr>
                <a:solidFill>
                  <a:schemeClr val="lt1"/>
                </a:solidFill>
              </a:defRPr>
            </a:lvl7pPr>
            <a:lvl8pPr marL="3657600" lvl="7" indent="-342900" algn="l">
              <a:spcBef>
                <a:spcPts val="360"/>
              </a:spcBef>
              <a:spcAft>
                <a:spcPts val="0"/>
              </a:spcAft>
              <a:buClr>
                <a:schemeClr val="lt1"/>
              </a:buClr>
              <a:buSzPts val="1800"/>
              <a:buChar char="•"/>
              <a:defRPr>
                <a:solidFill>
                  <a:schemeClr val="lt1"/>
                </a:solidFill>
              </a:defRPr>
            </a:lvl8pPr>
            <a:lvl9pPr marL="4114800" lvl="8" indent="-342900" algn="l">
              <a:spcBef>
                <a:spcPts val="360"/>
              </a:spcBef>
              <a:spcAft>
                <a:spcPts val="0"/>
              </a:spcAft>
              <a:buClr>
                <a:schemeClr val="lt1"/>
              </a:buClr>
              <a:buSzPts val="1800"/>
              <a:buChar char="•"/>
              <a:defRPr>
                <a:solidFill>
                  <a:schemeClr val="lt1"/>
                </a:solidFill>
              </a:defRPr>
            </a:lvl9pPr>
          </a:lstStyle>
          <a:p>
            <a:endParaRPr/>
          </a:p>
        </p:txBody>
      </p:sp>
    </p:spTree>
  </p:cSld>
  <p:clrMapOvr>
    <a:masterClrMapping/>
  </p:clrMapOvr>
  <p:transition spd="slow">
    <p:push/>
  </p:transition>
</p:sldLayout>
</file>

<file path=ppt/slideLayouts/slideLayout132.xml><?xml version="1.0" encoding="utf-8"?>
<p:sldLayout xmlns:a="http://schemas.openxmlformats.org/drawingml/2006/main" xmlns:r="http://schemas.openxmlformats.org/officeDocument/2006/relationships" xmlns:p="http://schemas.openxmlformats.org/presentationml/2006/main" matchingName="Title Only | White 1">
  <p:cSld name="6_Title Only_2_3_1">
    <p:spTree>
      <p:nvGrpSpPr>
        <p:cNvPr id="1" name="Shape 955"/>
        <p:cNvGrpSpPr/>
        <p:nvPr/>
      </p:nvGrpSpPr>
      <p:grpSpPr>
        <a:xfrm>
          <a:off x="0" y="0"/>
          <a:ext cx="0" cy="0"/>
          <a:chOff x="0" y="0"/>
          <a:chExt cx="0" cy="0"/>
        </a:xfrm>
      </p:grpSpPr>
      <p:sp>
        <p:nvSpPr>
          <p:cNvPr id="956" name="Google Shape;956;p134"/>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957" name="Google Shape;957;p134"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958" name="Google Shape;958;p134"/>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spcBef>
                <a:spcPts val="0"/>
              </a:spcBef>
              <a:spcAft>
                <a:spcPts val="0"/>
              </a:spcAft>
              <a:buClr>
                <a:srgbClr val="120046"/>
              </a:buClr>
              <a:buSzPts val="2100"/>
              <a:buNone/>
              <a:defRPr sz="23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59" name="Google Shape;959;p134"/>
          <p:cNvSpPr txBox="1">
            <a:spLocks noGrp="1"/>
          </p:cNvSpPr>
          <p:nvPr>
            <p:ph type="body" idx="1"/>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Clr>
                <a:schemeClr val="accent4"/>
              </a:buClr>
              <a:buSzPts val="1100"/>
              <a:buFont typeface="Plus Jakarta Sans SemiBold"/>
              <a:buNone/>
              <a:defRPr sz="1100" i="0">
                <a:solidFill>
                  <a:schemeClr val="accent4"/>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spcBef>
                <a:spcPts val="210"/>
              </a:spcBef>
              <a:spcAft>
                <a:spcPts val="0"/>
              </a:spcAft>
              <a:buSzPts val="1260"/>
              <a:buFont typeface="Arial"/>
              <a:buNone/>
              <a:defRPr sz="1050">
                <a:latin typeface="Arial"/>
                <a:ea typeface="Arial"/>
                <a:cs typeface="Arial"/>
                <a:sym typeface="Arial"/>
              </a:defRPr>
            </a:lvl3pPr>
            <a:lvl4pPr marL="1828800" lvl="3" indent="-228600" algn="l">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transition spd="slow">
    <p:push/>
  </p:transition>
</p:sldLayout>
</file>

<file path=ppt/slideLayouts/slideLayout13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60"/>
        <p:cNvGrpSpPr/>
        <p:nvPr/>
      </p:nvGrpSpPr>
      <p:grpSpPr>
        <a:xfrm>
          <a:off x="0" y="0"/>
          <a:ext cx="0" cy="0"/>
          <a:chOff x="0" y="0"/>
          <a:chExt cx="0" cy="0"/>
        </a:xfrm>
      </p:grpSpPr>
      <p:sp>
        <p:nvSpPr>
          <p:cNvPr id="961" name="Google Shape;961;p135"/>
          <p:cNvSpPr txBox="1">
            <a:spLocks noGrp="1"/>
          </p:cNvSpPr>
          <p:nvPr>
            <p:ph type="ctrTitle"/>
          </p:nvPr>
        </p:nvSpPr>
        <p:spPr>
          <a:xfrm>
            <a:off x="311708" y="744575"/>
            <a:ext cx="8520600" cy="2052600"/>
          </a:xfrm>
          <a:prstGeom prst="rect">
            <a:avLst/>
          </a:prstGeom>
        </p:spPr>
        <p:txBody>
          <a:bodyPr spcFirstLastPara="1" wrap="square" lIns="91425" tIns="0" rIns="91425" bIns="45700"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962" name="Google Shape;962;p135"/>
          <p:cNvSpPr txBox="1">
            <a:spLocks noGrp="1"/>
          </p:cNvSpPr>
          <p:nvPr>
            <p:ph type="subTitle" idx="1"/>
          </p:nvPr>
        </p:nvSpPr>
        <p:spPr>
          <a:xfrm>
            <a:off x="311700" y="2834125"/>
            <a:ext cx="8520600" cy="792600"/>
          </a:xfrm>
          <a:prstGeom prst="rect">
            <a:avLst/>
          </a:prstGeom>
        </p:spPr>
        <p:txBody>
          <a:bodyPr spcFirstLastPara="1" wrap="square" lIns="91425" tIns="45700" rIns="91425" bIns="45700"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400"/>
              </a:spcBef>
              <a:spcAft>
                <a:spcPts val="0"/>
              </a:spcAft>
              <a:buSzPts val="2800"/>
              <a:buNone/>
              <a:defRPr sz="2800"/>
            </a:lvl2pPr>
            <a:lvl3pPr lvl="2" algn="ctr">
              <a:lnSpc>
                <a:spcPct val="100000"/>
              </a:lnSpc>
              <a:spcBef>
                <a:spcPts val="200"/>
              </a:spcBef>
              <a:spcAft>
                <a:spcPts val="0"/>
              </a:spcAft>
              <a:buSzPts val="2800"/>
              <a:buNone/>
              <a:defRPr sz="2800"/>
            </a:lvl3pPr>
            <a:lvl4pPr lvl="3" algn="ctr">
              <a:lnSpc>
                <a:spcPct val="100000"/>
              </a:lnSpc>
              <a:spcBef>
                <a:spcPts val="200"/>
              </a:spcBef>
              <a:spcAft>
                <a:spcPts val="0"/>
              </a:spcAft>
              <a:buSzPts val="2800"/>
              <a:buNone/>
              <a:defRPr sz="2800"/>
            </a:lvl4pPr>
            <a:lvl5pPr lvl="4" algn="ctr">
              <a:lnSpc>
                <a:spcPct val="100000"/>
              </a:lnSpc>
              <a:spcBef>
                <a:spcPts val="200"/>
              </a:spcBef>
              <a:spcAft>
                <a:spcPts val="0"/>
              </a:spcAft>
              <a:buSzPts val="2800"/>
              <a:buNone/>
              <a:defRPr sz="2800"/>
            </a:lvl5pPr>
            <a:lvl6pPr lvl="5" algn="ctr">
              <a:lnSpc>
                <a:spcPct val="100000"/>
              </a:lnSpc>
              <a:spcBef>
                <a:spcPts val="400"/>
              </a:spcBef>
              <a:spcAft>
                <a:spcPts val="0"/>
              </a:spcAft>
              <a:buSzPts val="2800"/>
              <a:buNone/>
              <a:defRPr sz="2800"/>
            </a:lvl6pPr>
            <a:lvl7pPr lvl="6" algn="ctr">
              <a:lnSpc>
                <a:spcPct val="100000"/>
              </a:lnSpc>
              <a:spcBef>
                <a:spcPts val="400"/>
              </a:spcBef>
              <a:spcAft>
                <a:spcPts val="0"/>
              </a:spcAft>
              <a:buSzPts val="2800"/>
              <a:buNone/>
              <a:defRPr sz="2800"/>
            </a:lvl7pPr>
            <a:lvl8pPr lvl="7" algn="ctr">
              <a:lnSpc>
                <a:spcPct val="100000"/>
              </a:lnSpc>
              <a:spcBef>
                <a:spcPts val="400"/>
              </a:spcBef>
              <a:spcAft>
                <a:spcPts val="0"/>
              </a:spcAft>
              <a:buSzPts val="2800"/>
              <a:buNone/>
              <a:defRPr sz="2800"/>
            </a:lvl8pPr>
            <a:lvl9pPr lvl="8" algn="ctr">
              <a:lnSpc>
                <a:spcPct val="100000"/>
              </a:lnSpc>
              <a:spcBef>
                <a:spcPts val="400"/>
              </a:spcBef>
              <a:spcAft>
                <a:spcPts val="0"/>
              </a:spcAft>
              <a:buSzPts val="2800"/>
              <a:buNone/>
              <a:defRPr sz="2800"/>
            </a:lvl9pPr>
          </a:lstStyle>
          <a:p>
            <a:endParaRPr/>
          </a:p>
        </p:txBody>
      </p:sp>
      <p:sp>
        <p:nvSpPr>
          <p:cNvPr id="963" name="Google Shape;963;p13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matchingName="Headline Right Side Image Left 1">
  <p:cSld name="7_Title Only_1_2_2">
    <p:spTree>
      <p:nvGrpSpPr>
        <p:cNvPr id="1" name="Shape 964"/>
        <p:cNvGrpSpPr/>
        <p:nvPr/>
      </p:nvGrpSpPr>
      <p:grpSpPr>
        <a:xfrm>
          <a:off x="0" y="0"/>
          <a:ext cx="0" cy="0"/>
          <a:chOff x="0" y="0"/>
          <a:chExt cx="0" cy="0"/>
        </a:xfrm>
      </p:grpSpPr>
      <p:sp>
        <p:nvSpPr>
          <p:cNvPr id="965" name="Google Shape;965;p136"/>
          <p:cNvSpPr txBox="1">
            <a:spLocks noGrp="1"/>
          </p:cNvSpPr>
          <p:nvPr>
            <p:ph type="title"/>
          </p:nvPr>
        </p:nvSpPr>
        <p:spPr>
          <a:xfrm>
            <a:off x="4135300" y="284250"/>
            <a:ext cx="4464900" cy="612900"/>
          </a:xfrm>
          <a:prstGeom prst="rect">
            <a:avLst/>
          </a:prstGeom>
          <a:noFill/>
          <a:ln>
            <a:noFill/>
          </a:ln>
        </p:spPr>
        <p:txBody>
          <a:bodyPr spcFirstLastPara="1" wrap="square" lIns="91425" tIns="0" rIns="91425" bIns="45700" anchor="t" anchorCtr="0">
            <a:noAutofit/>
          </a:bodyPr>
          <a:lstStyle>
            <a:lvl1pPr lvl="0" algn="l">
              <a:lnSpc>
                <a:spcPct val="100000"/>
              </a:lnSpc>
              <a:spcBef>
                <a:spcPts val="0"/>
              </a:spcBef>
              <a:spcAft>
                <a:spcPts val="0"/>
              </a:spcAft>
              <a:buClr>
                <a:srgbClr val="120046"/>
              </a:buClr>
              <a:buSzPts val="2100"/>
              <a:buNone/>
              <a:defRPr sz="23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66" name="Google Shape;966;p136"/>
          <p:cNvSpPr txBox="1">
            <a:spLocks noGrp="1"/>
          </p:cNvSpPr>
          <p:nvPr>
            <p:ph type="body" idx="1"/>
          </p:nvPr>
        </p:nvSpPr>
        <p:spPr>
          <a:xfrm>
            <a:off x="4135300" y="1370000"/>
            <a:ext cx="4464900" cy="15066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rgbClr val="000000"/>
              </a:buClr>
              <a:buSzPts val="1800"/>
              <a:buNone/>
              <a:defRPr/>
            </a:lvl1pPr>
            <a:lvl2pPr marL="914400" lvl="1" indent="-228600" algn="l">
              <a:lnSpc>
                <a:spcPct val="78888"/>
              </a:lnSpc>
              <a:spcBef>
                <a:spcPts val="400"/>
              </a:spcBef>
              <a:spcAft>
                <a:spcPts val="0"/>
              </a:spcAft>
              <a:buSzPts val="2160"/>
              <a:buNone/>
              <a:defRPr/>
            </a:lvl2pPr>
            <a:lvl3pPr marL="1371600" lvl="2" indent="-365760" algn="l">
              <a:lnSpc>
                <a:spcPct val="100000"/>
              </a:lnSpc>
              <a:spcBef>
                <a:spcPts val="360"/>
              </a:spcBef>
              <a:spcAft>
                <a:spcPts val="0"/>
              </a:spcAft>
              <a:buSzPts val="2160"/>
              <a:buChar char="•"/>
              <a:defRPr/>
            </a:lvl3pPr>
            <a:lvl4pPr marL="1828800" lvl="3" indent="-342900" algn="l">
              <a:lnSpc>
                <a:spcPct val="100000"/>
              </a:lnSpc>
              <a:spcBef>
                <a:spcPts val="360"/>
              </a:spcBef>
              <a:spcAft>
                <a:spcPts val="0"/>
              </a:spcAft>
              <a:buClr>
                <a:srgbClr val="4E5661"/>
              </a:buClr>
              <a:buSzPts val="1800"/>
              <a:buChar char="–"/>
              <a:defRPr/>
            </a:lvl4pPr>
            <a:lvl5pPr marL="2286000" lvl="4" indent="-342900" algn="l">
              <a:lnSpc>
                <a:spcPct val="100000"/>
              </a:lnSpc>
              <a:spcBef>
                <a:spcPts val="360"/>
              </a:spcBef>
              <a:spcAft>
                <a:spcPts val="0"/>
              </a:spcAft>
              <a:buClr>
                <a:srgbClr val="4E566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967" name="Google Shape;967;p136"/>
          <p:cNvSpPr/>
          <p:nvPr/>
        </p:nvSpPr>
        <p:spPr>
          <a:xfrm>
            <a:off x="3879400" y="897026"/>
            <a:ext cx="762000" cy="226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968" name="Google Shape;968;p136"/>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969" name="Google Shape;969;p136"/>
          <p:cNvSpPr>
            <a:spLocks noGrp="1"/>
          </p:cNvSpPr>
          <p:nvPr>
            <p:ph type="pic" idx="2"/>
          </p:nvPr>
        </p:nvSpPr>
        <p:spPr>
          <a:xfrm>
            <a:off x="0" y="-20975"/>
            <a:ext cx="3793800" cy="5102100"/>
          </a:xfrm>
          <a:prstGeom prst="rect">
            <a:avLst/>
          </a:prstGeom>
          <a:noFill/>
          <a:ln>
            <a:noFill/>
          </a:ln>
        </p:spPr>
      </p:sp>
      <p:sp>
        <p:nvSpPr>
          <p:cNvPr id="970" name="Google Shape;970;p136"/>
          <p:cNvSpPr txBox="1">
            <a:spLocks noGrp="1"/>
          </p:cNvSpPr>
          <p:nvPr>
            <p:ph type="body" idx="3"/>
          </p:nvPr>
        </p:nvSpPr>
        <p:spPr>
          <a:xfrm>
            <a:off x="41353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accent4"/>
              </a:buClr>
              <a:buSzPts val="1100"/>
              <a:buFont typeface="Plus Jakarta Sans SemiBold"/>
              <a:buNone/>
              <a:defRPr sz="1100" i="0">
                <a:solidFill>
                  <a:schemeClr val="accent4"/>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lnSpc>
                <a:spcPct val="100000"/>
              </a:lnSpc>
              <a:spcBef>
                <a:spcPts val="210"/>
              </a:spcBef>
              <a:spcAft>
                <a:spcPts val="0"/>
              </a:spcAft>
              <a:buSzPts val="1260"/>
              <a:buFont typeface="Arial"/>
              <a:buNone/>
              <a:defRPr sz="1050">
                <a:latin typeface="Arial"/>
                <a:ea typeface="Arial"/>
                <a:cs typeface="Arial"/>
                <a:sym typeface="Arial"/>
              </a:defRPr>
            </a:lvl3pPr>
            <a:lvl4pPr marL="1828800" lvl="3"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pic>
        <p:nvPicPr>
          <p:cNvPr id="971" name="Google Shape;971;p136"/>
          <p:cNvPicPr preferRelativeResize="0"/>
          <p:nvPr/>
        </p:nvPicPr>
        <p:blipFill rotWithShape="1">
          <a:blip r:embed="rId2">
            <a:alphaModFix/>
          </a:blip>
          <a:srcRect/>
          <a:stretch/>
        </p:blipFill>
        <p:spPr>
          <a:xfrm>
            <a:off x="7757598" y="4655398"/>
            <a:ext cx="1136114" cy="274500"/>
          </a:xfrm>
          <a:prstGeom prst="rect">
            <a:avLst/>
          </a:prstGeom>
          <a:noFill/>
          <a:ln>
            <a:noFill/>
          </a:ln>
        </p:spPr>
      </p:pic>
    </p:spTree>
  </p:cSld>
  <p:clrMapOvr>
    <a:masterClrMapping/>
  </p:clrMapOvr>
  <p:transition spd="slow">
    <p:push/>
  </p:transition>
</p:sldLayout>
</file>

<file path=ppt/slideLayouts/slideLayout135.xml><?xml version="1.0" encoding="utf-8"?>
<p:sldLayout xmlns:a="http://schemas.openxmlformats.org/drawingml/2006/main" xmlns:r="http://schemas.openxmlformats.org/officeDocument/2006/relationships" xmlns:p="http://schemas.openxmlformats.org/presentationml/2006/main" matchingName="Info Multi-Use">
  <p:cSld name="Info Multi-Use">
    <p:spTree>
      <p:nvGrpSpPr>
        <p:cNvPr id="1" name="Shape 972"/>
        <p:cNvGrpSpPr/>
        <p:nvPr/>
      </p:nvGrpSpPr>
      <p:grpSpPr>
        <a:xfrm>
          <a:off x="0" y="0"/>
          <a:ext cx="0" cy="0"/>
          <a:chOff x="0" y="0"/>
          <a:chExt cx="0" cy="0"/>
        </a:xfrm>
      </p:grpSpPr>
      <p:sp>
        <p:nvSpPr>
          <p:cNvPr id="973" name="Google Shape;973;p137"/>
          <p:cNvSpPr/>
          <p:nvPr/>
        </p:nvSpPr>
        <p:spPr>
          <a:xfrm>
            <a:off x="419100" y="640080"/>
            <a:ext cx="2377500" cy="1325100"/>
          </a:xfrm>
          <a:prstGeom prst="rect">
            <a:avLst/>
          </a:prstGeom>
          <a:solidFill>
            <a:srgbClr val="172C34">
              <a:alpha val="7840"/>
            </a:srgbClr>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760">
              <a:solidFill>
                <a:schemeClr val="lt1"/>
              </a:solidFill>
              <a:latin typeface="Roboto"/>
              <a:ea typeface="Roboto"/>
              <a:cs typeface="Roboto"/>
              <a:sym typeface="Roboto"/>
            </a:endParaRPr>
          </a:p>
        </p:txBody>
      </p:sp>
      <p:cxnSp>
        <p:nvCxnSpPr>
          <p:cNvPr id="974" name="Google Shape;974;p137"/>
          <p:cNvCxnSpPr/>
          <p:nvPr/>
        </p:nvCxnSpPr>
        <p:spPr>
          <a:xfrm>
            <a:off x="2964180" y="412170"/>
            <a:ext cx="5760600" cy="0"/>
          </a:xfrm>
          <a:prstGeom prst="straightConnector1">
            <a:avLst/>
          </a:prstGeom>
          <a:noFill/>
          <a:ln w="9525" cap="flat" cmpd="sng">
            <a:solidFill>
              <a:srgbClr val="7F7F7F"/>
            </a:solidFill>
            <a:prstDash val="solid"/>
            <a:round/>
            <a:headEnd type="none" w="sm" len="sm"/>
            <a:tailEnd type="none" w="sm" len="sm"/>
          </a:ln>
        </p:spPr>
      </p:cxnSp>
      <p:sp>
        <p:nvSpPr>
          <p:cNvPr id="975" name="Google Shape;975;p137"/>
          <p:cNvSpPr txBox="1">
            <a:spLocks noGrp="1"/>
          </p:cNvSpPr>
          <p:nvPr>
            <p:ph type="title"/>
          </p:nvPr>
        </p:nvSpPr>
        <p:spPr>
          <a:xfrm>
            <a:off x="502920" y="727021"/>
            <a:ext cx="2194500" cy="1139400"/>
          </a:xfrm>
          <a:prstGeom prst="rect">
            <a:avLst/>
          </a:prstGeom>
          <a:noFill/>
          <a:ln>
            <a:noFill/>
          </a:ln>
        </p:spPr>
        <p:txBody>
          <a:bodyPr spcFirstLastPara="1" wrap="square" lIns="0" tIns="0" rIns="0" bIns="0" anchor="ctr" anchorCtr="0">
            <a:noAutofit/>
          </a:bodyPr>
          <a:lstStyle>
            <a:lvl1pPr marR="0" lvl="0" algn="l">
              <a:lnSpc>
                <a:spcPct val="80000"/>
              </a:lnSpc>
              <a:spcBef>
                <a:spcPts val="0"/>
              </a:spcBef>
              <a:spcAft>
                <a:spcPts val="0"/>
              </a:spcAft>
              <a:buClr>
                <a:schemeClr val="dk1"/>
              </a:buClr>
              <a:buSzPts val="2000"/>
              <a:buFont typeface="Lato"/>
              <a:buNone/>
              <a:defRPr sz="2000" b="0" i="0" u="none" strike="noStrike" cap="none">
                <a:solidFill>
                  <a:schemeClr val="dk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976" name="Google Shape;976;p137"/>
          <p:cNvSpPr txBox="1">
            <a:spLocks noGrp="1"/>
          </p:cNvSpPr>
          <p:nvPr>
            <p:ph type="body" idx="1"/>
          </p:nvPr>
        </p:nvSpPr>
        <p:spPr>
          <a:xfrm>
            <a:off x="419100" y="2103119"/>
            <a:ext cx="2377500" cy="2377500"/>
          </a:xfrm>
          <a:prstGeom prst="rect">
            <a:avLst/>
          </a:prstGeom>
          <a:noFill/>
          <a:ln>
            <a:noFill/>
          </a:ln>
        </p:spPr>
        <p:txBody>
          <a:bodyPr spcFirstLastPara="1" wrap="square" lIns="91425" tIns="45700" rIns="0" bIns="45700" anchor="t" anchorCtr="0">
            <a:noAutofit/>
          </a:bodyPr>
          <a:lstStyle>
            <a:lvl1pPr marL="457200" lvl="0" indent="-289560" algn="l">
              <a:spcBef>
                <a:spcPts val="0"/>
              </a:spcBef>
              <a:spcAft>
                <a:spcPts val="0"/>
              </a:spcAft>
              <a:buClr>
                <a:srgbClr val="BFBFBF"/>
              </a:buClr>
              <a:buSzPts val="960"/>
              <a:buFont typeface="Roboto"/>
              <a:buChar char="•"/>
              <a:defRPr sz="1200" b="0" i="0">
                <a:solidFill>
                  <a:srgbClr val="7F7F7F"/>
                </a:solidFill>
                <a:latin typeface="Roboto"/>
                <a:ea typeface="Roboto"/>
                <a:cs typeface="Roboto"/>
                <a:sym typeface="Roboto"/>
              </a:defRPr>
            </a:lvl1pPr>
            <a:lvl2pPr marL="914400" lvl="1" indent="-228600" algn="l">
              <a:spcBef>
                <a:spcPts val="600"/>
              </a:spcBef>
              <a:spcAft>
                <a:spcPts val="0"/>
              </a:spcAft>
              <a:buClr>
                <a:srgbClr val="BFBFBF"/>
              </a:buClr>
              <a:buSzPts val="960"/>
              <a:buNone/>
              <a:defRPr sz="1200" b="0" i="0">
                <a:solidFill>
                  <a:srgbClr val="7F7F7F"/>
                </a:solidFill>
                <a:latin typeface="Roboto"/>
                <a:ea typeface="Roboto"/>
                <a:cs typeface="Roboto"/>
                <a:sym typeface="Roboto"/>
              </a:defRPr>
            </a:lvl2pPr>
            <a:lvl3pPr marL="1371600" lvl="2" indent="-289560" algn="l">
              <a:spcBef>
                <a:spcPts val="600"/>
              </a:spcBef>
              <a:spcAft>
                <a:spcPts val="0"/>
              </a:spcAft>
              <a:buClr>
                <a:srgbClr val="BFBFBF"/>
              </a:buClr>
              <a:buSzPts val="960"/>
              <a:buFont typeface="Roboto"/>
              <a:buChar char="•"/>
              <a:defRPr sz="1200" b="0" i="0">
                <a:solidFill>
                  <a:srgbClr val="7F7F7F"/>
                </a:solidFill>
                <a:latin typeface="Roboto"/>
                <a:ea typeface="Roboto"/>
                <a:cs typeface="Roboto"/>
                <a:sym typeface="Roboto"/>
              </a:defRPr>
            </a:lvl3pPr>
            <a:lvl4pPr marL="1828800" lvl="3" indent="-289560" algn="l">
              <a:spcBef>
                <a:spcPts val="600"/>
              </a:spcBef>
              <a:spcAft>
                <a:spcPts val="0"/>
              </a:spcAft>
              <a:buClr>
                <a:srgbClr val="BFBFBF"/>
              </a:buClr>
              <a:buSzPts val="960"/>
              <a:buChar char="–"/>
              <a:defRPr sz="1200" b="0" i="0">
                <a:solidFill>
                  <a:srgbClr val="7F7F7F"/>
                </a:solidFill>
                <a:latin typeface="Roboto"/>
                <a:ea typeface="Roboto"/>
                <a:cs typeface="Roboto"/>
                <a:sym typeface="Roboto"/>
              </a:defRPr>
            </a:lvl4pPr>
            <a:lvl5pPr marL="2286000" lvl="4" indent="-289560" algn="l">
              <a:spcBef>
                <a:spcPts val="600"/>
              </a:spcBef>
              <a:spcAft>
                <a:spcPts val="0"/>
              </a:spcAft>
              <a:buClr>
                <a:srgbClr val="BFBFBF"/>
              </a:buClr>
              <a:buSzPts val="960"/>
              <a:buFont typeface="Roboto"/>
              <a:buChar char="»"/>
              <a:defRPr sz="1200" b="0" i="0">
                <a:solidFill>
                  <a:srgbClr val="7F7F7F"/>
                </a:solidFill>
                <a:latin typeface="Roboto"/>
                <a:ea typeface="Roboto"/>
                <a:cs typeface="Roboto"/>
                <a:sym typeface="Roboto"/>
              </a:defRPr>
            </a:lvl5pPr>
            <a:lvl6pPr marL="2743200" lvl="5" indent="-342900" algn="l">
              <a:spcBef>
                <a:spcPts val="600"/>
              </a:spcBef>
              <a:spcAft>
                <a:spcPts val="0"/>
              </a:spcAft>
              <a:buClr>
                <a:schemeClr val="dk1"/>
              </a:buClr>
              <a:buSzPts val="1800"/>
              <a:buFont typeface="Roboto"/>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pic>
        <p:nvPicPr>
          <p:cNvPr id="977" name="Google Shape;977;p137"/>
          <p:cNvPicPr preferRelativeResize="0"/>
          <p:nvPr/>
        </p:nvPicPr>
        <p:blipFill rotWithShape="1">
          <a:blip r:embed="rId2">
            <a:alphaModFix/>
          </a:blip>
          <a:srcRect/>
          <a:stretch/>
        </p:blipFill>
        <p:spPr>
          <a:xfrm>
            <a:off x="0" y="4640580"/>
            <a:ext cx="6907193" cy="502920"/>
          </a:xfrm>
          <a:prstGeom prst="rect">
            <a:avLst/>
          </a:prstGeom>
          <a:noFill/>
          <a:ln>
            <a:noFill/>
          </a:ln>
        </p:spPr>
      </p:pic>
      <p:sp>
        <p:nvSpPr>
          <p:cNvPr id="978" name="Google Shape;978;p137"/>
          <p:cNvSpPr/>
          <p:nvPr/>
        </p:nvSpPr>
        <p:spPr>
          <a:xfrm>
            <a:off x="411480" y="4852576"/>
            <a:ext cx="754380" cy="91894"/>
          </a:xfrm>
          <a:custGeom>
            <a:avLst/>
            <a:gdLst/>
            <a:ahLst/>
            <a:cxnLst/>
            <a:rect l="l" t="t" r="r" b="b"/>
            <a:pathLst>
              <a:path w="9144000" h="1113864" extrusionOk="0">
                <a:moveTo>
                  <a:pt x="5789292" y="24288"/>
                </a:moveTo>
                <a:lnTo>
                  <a:pt x="6718852" y="24288"/>
                </a:lnTo>
                <a:lnTo>
                  <a:pt x="6718852" y="244431"/>
                </a:lnTo>
                <a:lnTo>
                  <a:pt x="5942904" y="244431"/>
                </a:lnTo>
                <a:cubicBezTo>
                  <a:pt x="5906241" y="160891"/>
                  <a:pt x="5853800" y="87253"/>
                  <a:pt x="5789292" y="24288"/>
                </a:cubicBezTo>
                <a:close/>
                <a:moveTo>
                  <a:pt x="6592622" y="662440"/>
                </a:moveTo>
                <a:lnTo>
                  <a:pt x="6592622" y="444463"/>
                </a:lnTo>
                <a:lnTo>
                  <a:pt x="5997511" y="444463"/>
                </a:lnTo>
                <a:cubicBezTo>
                  <a:pt x="6002616" y="481746"/>
                  <a:pt x="6006174" y="519803"/>
                  <a:pt x="6006174" y="559407"/>
                </a:cubicBezTo>
                <a:cubicBezTo>
                  <a:pt x="6006027" y="593854"/>
                  <a:pt x="6003806" y="628260"/>
                  <a:pt x="5999522" y="662440"/>
                </a:cubicBezTo>
                <a:close/>
                <a:moveTo>
                  <a:pt x="5801049" y="1089576"/>
                </a:moveTo>
                <a:lnTo>
                  <a:pt x="6723803" y="1089576"/>
                </a:lnTo>
                <a:lnTo>
                  <a:pt x="6723803" y="869433"/>
                </a:lnTo>
                <a:lnTo>
                  <a:pt x="5946926" y="869433"/>
                </a:lnTo>
                <a:cubicBezTo>
                  <a:pt x="5912876" y="951495"/>
                  <a:pt x="5863350" y="1026236"/>
                  <a:pt x="5801049" y="1089576"/>
                </a:cubicBezTo>
                <a:close/>
                <a:moveTo>
                  <a:pt x="3168146" y="558634"/>
                </a:moveTo>
                <a:cubicBezTo>
                  <a:pt x="3168146" y="869897"/>
                  <a:pt x="2932237" y="1113864"/>
                  <a:pt x="2605522" y="1113864"/>
                </a:cubicBezTo>
                <a:cubicBezTo>
                  <a:pt x="2278807" y="1113864"/>
                  <a:pt x="2043052" y="869897"/>
                  <a:pt x="2043052" y="558634"/>
                </a:cubicBezTo>
                <a:cubicBezTo>
                  <a:pt x="2043052" y="247371"/>
                  <a:pt x="2278807" y="0"/>
                  <a:pt x="2605522" y="0"/>
                </a:cubicBezTo>
                <a:cubicBezTo>
                  <a:pt x="2932237" y="0"/>
                  <a:pt x="3168146" y="245360"/>
                  <a:pt x="3168146" y="558634"/>
                </a:cubicBezTo>
                <a:close/>
                <a:moveTo>
                  <a:pt x="2912127" y="558634"/>
                </a:moveTo>
                <a:cubicBezTo>
                  <a:pt x="2912127" y="364326"/>
                  <a:pt x="2784813" y="223392"/>
                  <a:pt x="2605522" y="223392"/>
                </a:cubicBezTo>
                <a:cubicBezTo>
                  <a:pt x="2426231" y="223392"/>
                  <a:pt x="2299072" y="364326"/>
                  <a:pt x="2299072" y="558634"/>
                </a:cubicBezTo>
                <a:cubicBezTo>
                  <a:pt x="2299072" y="752941"/>
                  <a:pt x="2426231" y="890472"/>
                  <a:pt x="2605522" y="890472"/>
                </a:cubicBezTo>
                <a:cubicBezTo>
                  <a:pt x="2784813" y="890472"/>
                  <a:pt x="2912127" y="750930"/>
                  <a:pt x="2912127" y="558634"/>
                </a:cubicBezTo>
                <a:close/>
                <a:moveTo>
                  <a:pt x="5688896" y="556932"/>
                </a:moveTo>
                <a:cubicBezTo>
                  <a:pt x="5688896" y="875466"/>
                  <a:pt x="5453915" y="1089576"/>
                  <a:pt x="5104305" y="1089576"/>
                </a:cubicBezTo>
                <a:lnTo>
                  <a:pt x="4677502" y="1089576"/>
                </a:lnTo>
                <a:lnTo>
                  <a:pt x="4677502" y="24288"/>
                </a:lnTo>
                <a:lnTo>
                  <a:pt x="5094095" y="24288"/>
                </a:lnTo>
                <a:cubicBezTo>
                  <a:pt x="5443550" y="24288"/>
                  <a:pt x="5688896" y="238398"/>
                  <a:pt x="5688896" y="556932"/>
                </a:cubicBezTo>
                <a:close/>
                <a:moveTo>
                  <a:pt x="5432876" y="556932"/>
                </a:moveTo>
                <a:cubicBezTo>
                  <a:pt x="5432876" y="364636"/>
                  <a:pt x="5293806" y="237315"/>
                  <a:pt x="5086979" y="237315"/>
                </a:cubicBezTo>
                <a:lnTo>
                  <a:pt x="4924240" y="237315"/>
                </a:lnTo>
                <a:lnTo>
                  <a:pt x="4924240" y="876704"/>
                </a:lnTo>
                <a:lnTo>
                  <a:pt x="5086979" y="876704"/>
                </a:lnTo>
                <a:cubicBezTo>
                  <a:pt x="5293806" y="876704"/>
                  <a:pt x="5432876" y="749228"/>
                  <a:pt x="5432876" y="556932"/>
                </a:cubicBezTo>
                <a:close/>
                <a:moveTo>
                  <a:pt x="570359" y="888925"/>
                </a:moveTo>
                <a:cubicBezTo>
                  <a:pt x="388129" y="888925"/>
                  <a:pt x="256020" y="745051"/>
                  <a:pt x="256020" y="556777"/>
                </a:cubicBezTo>
                <a:cubicBezTo>
                  <a:pt x="256020" y="368503"/>
                  <a:pt x="388129" y="225093"/>
                  <a:pt x="570359" y="225093"/>
                </a:cubicBezTo>
                <a:cubicBezTo>
                  <a:pt x="657916" y="225093"/>
                  <a:pt x="730468" y="256343"/>
                  <a:pt x="793738" y="316214"/>
                </a:cubicBezTo>
                <a:lnTo>
                  <a:pt x="952764" y="157179"/>
                </a:lnTo>
                <a:cubicBezTo>
                  <a:pt x="856544" y="58168"/>
                  <a:pt x="722579" y="0"/>
                  <a:pt x="567729" y="0"/>
                </a:cubicBezTo>
                <a:cubicBezTo>
                  <a:pt x="247047" y="0"/>
                  <a:pt x="0" y="244586"/>
                  <a:pt x="0" y="556932"/>
                </a:cubicBezTo>
                <a:cubicBezTo>
                  <a:pt x="0" y="869278"/>
                  <a:pt x="247047" y="1113864"/>
                  <a:pt x="567729" y="1113864"/>
                </a:cubicBezTo>
                <a:cubicBezTo>
                  <a:pt x="729540" y="1113864"/>
                  <a:pt x="871395" y="1048425"/>
                  <a:pt x="968079" y="938585"/>
                </a:cubicBezTo>
                <a:lnTo>
                  <a:pt x="809826" y="780324"/>
                </a:lnTo>
                <a:cubicBezTo>
                  <a:pt x="746092" y="850868"/>
                  <a:pt x="669828" y="888925"/>
                  <a:pt x="570359" y="888925"/>
                </a:cubicBezTo>
                <a:close/>
                <a:moveTo>
                  <a:pt x="1453047" y="24288"/>
                </a:moveTo>
                <a:lnTo>
                  <a:pt x="1206309" y="24288"/>
                </a:lnTo>
                <a:lnTo>
                  <a:pt x="1206309" y="1089576"/>
                </a:lnTo>
                <a:lnTo>
                  <a:pt x="1952711" y="1089576"/>
                </a:lnTo>
                <a:lnTo>
                  <a:pt x="1952711" y="872836"/>
                </a:lnTo>
                <a:lnTo>
                  <a:pt x="1453047" y="872836"/>
                </a:lnTo>
                <a:close/>
                <a:moveTo>
                  <a:pt x="7656766" y="731128"/>
                </a:moveTo>
                <a:lnTo>
                  <a:pt x="7960741" y="1089576"/>
                </a:lnTo>
                <a:lnTo>
                  <a:pt x="7673473" y="1089576"/>
                </a:lnTo>
                <a:lnTo>
                  <a:pt x="7390382" y="753251"/>
                </a:lnTo>
                <a:lnTo>
                  <a:pt x="7254560" y="753251"/>
                </a:lnTo>
                <a:lnTo>
                  <a:pt x="7254560" y="1089576"/>
                </a:lnTo>
                <a:lnTo>
                  <a:pt x="7012772" y="1089576"/>
                </a:lnTo>
                <a:lnTo>
                  <a:pt x="7012772" y="24288"/>
                </a:lnTo>
                <a:lnTo>
                  <a:pt x="7503927" y="24288"/>
                </a:lnTo>
                <a:cubicBezTo>
                  <a:pt x="7640987" y="24288"/>
                  <a:pt x="7741539" y="57704"/>
                  <a:pt x="7813626" y="119276"/>
                </a:cubicBezTo>
                <a:cubicBezTo>
                  <a:pt x="7885714" y="180848"/>
                  <a:pt x="7927637" y="275681"/>
                  <a:pt x="7927637" y="388305"/>
                </a:cubicBezTo>
                <a:cubicBezTo>
                  <a:pt x="7927637" y="529550"/>
                  <a:pt x="7867615" y="676054"/>
                  <a:pt x="7656766" y="731128"/>
                </a:cubicBezTo>
                <a:close/>
                <a:moveTo>
                  <a:pt x="7681053" y="391709"/>
                </a:moveTo>
                <a:cubicBezTo>
                  <a:pt x="7681053" y="344679"/>
                  <a:pt x="7662180" y="300743"/>
                  <a:pt x="7633717" y="275527"/>
                </a:cubicBezTo>
                <a:cubicBezTo>
                  <a:pt x="7601385" y="247216"/>
                  <a:pt x="7554977" y="232364"/>
                  <a:pt x="7490469" y="232364"/>
                </a:cubicBezTo>
                <a:lnTo>
                  <a:pt x="7254560" y="232364"/>
                </a:lnTo>
                <a:lnTo>
                  <a:pt x="7254560" y="552291"/>
                </a:lnTo>
                <a:lnTo>
                  <a:pt x="7491088" y="552291"/>
                </a:lnTo>
                <a:cubicBezTo>
                  <a:pt x="7554513" y="552291"/>
                  <a:pt x="7599529" y="537904"/>
                  <a:pt x="7631396" y="510521"/>
                </a:cubicBezTo>
                <a:cubicBezTo>
                  <a:pt x="7663263" y="483139"/>
                  <a:pt x="7681053" y="440131"/>
                  <a:pt x="7681053" y="391709"/>
                </a:cubicBezTo>
                <a:close/>
                <a:moveTo>
                  <a:pt x="9144619" y="1089576"/>
                </a:moveTo>
                <a:lnTo>
                  <a:pt x="8894942" y="1089576"/>
                </a:lnTo>
                <a:lnTo>
                  <a:pt x="8808622" y="872063"/>
                </a:lnTo>
                <a:lnTo>
                  <a:pt x="8355212" y="872063"/>
                </a:lnTo>
                <a:lnTo>
                  <a:pt x="8268738" y="1089576"/>
                </a:lnTo>
                <a:lnTo>
                  <a:pt x="8019215" y="1089576"/>
                </a:lnTo>
                <a:lnTo>
                  <a:pt x="8468913" y="24288"/>
                </a:lnTo>
                <a:lnTo>
                  <a:pt x="8689971" y="24288"/>
                </a:lnTo>
                <a:close/>
                <a:moveTo>
                  <a:pt x="8730192" y="674507"/>
                </a:moveTo>
                <a:lnTo>
                  <a:pt x="8581840" y="301207"/>
                </a:lnTo>
                <a:lnTo>
                  <a:pt x="8433642" y="674507"/>
                </a:lnTo>
                <a:close/>
                <a:moveTo>
                  <a:pt x="4123231" y="619896"/>
                </a:moveTo>
                <a:cubicBezTo>
                  <a:pt x="4123231" y="788678"/>
                  <a:pt x="4026237" y="890472"/>
                  <a:pt x="3890106" y="890472"/>
                </a:cubicBezTo>
                <a:cubicBezTo>
                  <a:pt x="3753975" y="890472"/>
                  <a:pt x="3656827" y="788678"/>
                  <a:pt x="3656827" y="619896"/>
                </a:cubicBezTo>
                <a:lnTo>
                  <a:pt x="3656827" y="24288"/>
                </a:lnTo>
                <a:lnTo>
                  <a:pt x="3410243" y="24288"/>
                </a:lnTo>
                <a:lnTo>
                  <a:pt x="3410243" y="610459"/>
                </a:lnTo>
                <a:cubicBezTo>
                  <a:pt x="3410243" y="918938"/>
                  <a:pt x="3603921" y="1113864"/>
                  <a:pt x="3890106" y="1113864"/>
                </a:cubicBezTo>
                <a:cubicBezTo>
                  <a:pt x="4176291" y="1113864"/>
                  <a:pt x="4369969" y="918938"/>
                  <a:pt x="4369969" y="610459"/>
                </a:cubicBezTo>
                <a:lnTo>
                  <a:pt x="4369969" y="24288"/>
                </a:lnTo>
                <a:lnTo>
                  <a:pt x="4123231" y="24288"/>
                </a:lnTo>
                <a:close/>
              </a:path>
            </a:pathLst>
          </a:custGeom>
          <a:solidFill>
            <a:srgbClr val="F9670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013">
              <a:solidFill>
                <a:schemeClr val="dk1"/>
              </a:solidFill>
              <a:latin typeface="Roboto"/>
              <a:ea typeface="Roboto"/>
              <a:cs typeface="Roboto"/>
              <a:sym typeface="Roboto"/>
            </a:endParaRPr>
          </a:p>
        </p:txBody>
      </p:sp>
      <p:sp>
        <p:nvSpPr>
          <p:cNvPr id="979" name="Google Shape;979;p137"/>
          <p:cNvSpPr txBox="1"/>
          <p:nvPr/>
        </p:nvSpPr>
        <p:spPr>
          <a:xfrm>
            <a:off x="6954050" y="4856804"/>
            <a:ext cx="1541100" cy="924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None/>
            </a:pPr>
            <a:r>
              <a:rPr lang="en" sz="600">
                <a:solidFill>
                  <a:srgbClr val="A5A5A5"/>
                </a:solidFill>
                <a:latin typeface="Roboto"/>
                <a:ea typeface="Roboto"/>
                <a:cs typeface="Roboto"/>
                <a:sym typeface="Roboto"/>
              </a:rPr>
              <a:t>© 2020 Cloudera, Inc. All rights reserved.</a:t>
            </a:r>
            <a:endParaRPr/>
          </a:p>
        </p:txBody>
      </p:sp>
      <p:sp>
        <p:nvSpPr>
          <p:cNvPr id="980" name="Google Shape;980;p137"/>
          <p:cNvSpPr txBox="1"/>
          <p:nvPr/>
        </p:nvSpPr>
        <p:spPr>
          <a:xfrm>
            <a:off x="8476883" y="4858663"/>
            <a:ext cx="255600" cy="924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None/>
            </a:pPr>
            <a:fld id="{00000000-1234-1234-1234-123412341234}" type="slidenum">
              <a:rPr lang="en" sz="600">
                <a:solidFill>
                  <a:srgbClr val="A5A5A5"/>
                </a:solidFill>
                <a:latin typeface="Roboto"/>
                <a:ea typeface="Roboto"/>
                <a:cs typeface="Roboto"/>
                <a:sym typeface="Roboto"/>
              </a:rPr>
              <a:t>‹#›</a:t>
            </a:fld>
            <a:endParaRPr sz="600">
              <a:solidFill>
                <a:srgbClr val="A5A5A5"/>
              </a:solidFill>
              <a:latin typeface="Roboto"/>
              <a:ea typeface="Roboto"/>
              <a:cs typeface="Roboto"/>
              <a:sym typeface="Roboto"/>
            </a:endParaRPr>
          </a:p>
        </p:txBody>
      </p:sp>
      <p:cxnSp>
        <p:nvCxnSpPr>
          <p:cNvPr id="981" name="Google Shape;981;p137"/>
          <p:cNvCxnSpPr/>
          <p:nvPr/>
        </p:nvCxnSpPr>
        <p:spPr>
          <a:xfrm>
            <a:off x="419100" y="412170"/>
            <a:ext cx="2377500" cy="0"/>
          </a:xfrm>
          <a:prstGeom prst="straightConnector1">
            <a:avLst/>
          </a:prstGeom>
          <a:noFill/>
          <a:ln w="9525" cap="flat" cmpd="sng">
            <a:solidFill>
              <a:srgbClr val="D8D8D8"/>
            </a:solidFill>
            <a:prstDash val="solid"/>
            <a:round/>
            <a:headEnd type="none" w="sm" len="sm"/>
            <a:tailEnd type="none" w="sm" len="sm"/>
          </a:ln>
        </p:spPr>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36.xml><?xml version="1.0" encoding="utf-8"?>
<p:sldLayout xmlns:a="http://schemas.openxmlformats.org/drawingml/2006/main" xmlns:r="http://schemas.openxmlformats.org/officeDocument/2006/relationships" xmlns:p="http://schemas.openxmlformats.org/presentationml/2006/main" matchingName="Title &amp; Body | White 1 2">
  <p:cSld name="6_Title Only_3_1_3">
    <p:spTree>
      <p:nvGrpSpPr>
        <p:cNvPr id="1" name="Shape 982"/>
        <p:cNvGrpSpPr/>
        <p:nvPr/>
      </p:nvGrpSpPr>
      <p:grpSpPr>
        <a:xfrm>
          <a:off x="0" y="0"/>
          <a:ext cx="0" cy="0"/>
          <a:chOff x="0" y="0"/>
          <a:chExt cx="0" cy="0"/>
        </a:xfrm>
      </p:grpSpPr>
      <p:sp>
        <p:nvSpPr>
          <p:cNvPr id="983" name="Google Shape;983;p138"/>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984" name="Google Shape;984;p138"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985" name="Google Shape;985;p138"/>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spcBef>
                <a:spcPts val="0"/>
              </a:spcBef>
              <a:spcAft>
                <a:spcPts val="0"/>
              </a:spcAft>
              <a:buClr>
                <a:srgbClr val="120046"/>
              </a:buClr>
              <a:buSzPts val="2100"/>
              <a:buNone/>
              <a:defRPr sz="23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86" name="Google Shape;986;p138"/>
          <p:cNvSpPr txBox="1">
            <a:spLocks noGrp="1"/>
          </p:cNvSpPr>
          <p:nvPr>
            <p:ph type="body" idx="1"/>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Clr>
                <a:schemeClr val="accent4"/>
              </a:buClr>
              <a:buSzPts val="1100"/>
              <a:buFont typeface="Plus Jakarta Sans SemiBold"/>
              <a:buNone/>
              <a:defRPr sz="1100" i="0">
                <a:solidFill>
                  <a:schemeClr val="accent4"/>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spcBef>
                <a:spcPts val="210"/>
              </a:spcBef>
              <a:spcAft>
                <a:spcPts val="0"/>
              </a:spcAft>
              <a:buSzPts val="1260"/>
              <a:buFont typeface="Arial"/>
              <a:buNone/>
              <a:defRPr sz="1050">
                <a:latin typeface="Arial"/>
                <a:ea typeface="Arial"/>
                <a:cs typeface="Arial"/>
                <a:sym typeface="Arial"/>
              </a:defRPr>
            </a:lvl3pPr>
            <a:lvl4pPr marL="1828800" lvl="3" indent="-228600" algn="l">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987" name="Google Shape;987;p138"/>
          <p:cNvSpPr txBox="1">
            <a:spLocks noGrp="1"/>
          </p:cNvSpPr>
          <p:nvPr>
            <p:ph type="body" idx="2"/>
          </p:nvPr>
        </p:nvSpPr>
        <p:spPr>
          <a:xfrm>
            <a:off x="533400" y="1370000"/>
            <a:ext cx="4138200" cy="30825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SzPts val="1800"/>
              <a:buNone/>
              <a:defRPr/>
            </a:lvl1pPr>
            <a:lvl2pPr marL="914400" lvl="1" indent="-228600" algn="l">
              <a:lnSpc>
                <a:spcPct val="78888"/>
              </a:lnSpc>
              <a:spcBef>
                <a:spcPts val="400"/>
              </a:spcBef>
              <a:spcAft>
                <a:spcPts val="0"/>
              </a:spcAft>
              <a:buClr>
                <a:srgbClr val="000000"/>
              </a:buClr>
              <a:buSzPts val="2160"/>
              <a:buNone/>
              <a:defRPr/>
            </a:lvl2pPr>
            <a:lvl3pPr marL="1371600" lvl="2" indent="-365760" algn="l">
              <a:spcBef>
                <a:spcPts val="360"/>
              </a:spcBef>
              <a:spcAft>
                <a:spcPts val="0"/>
              </a:spcAft>
              <a:buClr>
                <a:srgbClr val="000000"/>
              </a:buClr>
              <a:buSzPts val="2160"/>
              <a:buChar char="•"/>
              <a:defRPr>
                <a:solidFill>
                  <a:srgbClr val="000000"/>
                </a:solidFill>
              </a:defRPr>
            </a:lvl3pPr>
            <a:lvl4pPr marL="1828800" lvl="3" indent="-342900" algn="l">
              <a:spcBef>
                <a:spcPts val="360"/>
              </a:spcBef>
              <a:spcAft>
                <a:spcPts val="0"/>
              </a:spcAft>
              <a:buClr>
                <a:srgbClr val="000000"/>
              </a:buClr>
              <a:buSzPts val="1800"/>
              <a:buChar char="–"/>
              <a:defRPr>
                <a:solidFill>
                  <a:srgbClr val="000000"/>
                </a:solidFill>
              </a:defRPr>
            </a:lvl4pPr>
            <a:lvl5pPr marL="2286000" lvl="4" indent="-342900" algn="l">
              <a:spcBef>
                <a:spcPts val="360"/>
              </a:spcBef>
              <a:spcAft>
                <a:spcPts val="0"/>
              </a:spcAft>
              <a:buClr>
                <a:srgbClr val="000000"/>
              </a:buClr>
              <a:buSzPts val="1800"/>
              <a:buChar char="»"/>
              <a:defRPr>
                <a:solidFill>
                  <a:srgbClr val="000000"/>
                </a:solidFill>
              </a:defRPr>
            </a:lvl5pPr>
            <a:lvl6pPr marL="2743200" lvl="5" indent="-342900" algn="l">
              <a:spcBef>
                <a:spcPts val="360"/>
              </a:spcBef>
              <a:spcAft>
                <a:spcPts val="0"/>
              </a:spcAft>
              <a:buClr>
                <a:srgbClr val="000000"/>
              </a:buClr>
              <a:buSzPts val="1800"/>
              <a:buChar char="•"/>
              <a:defRPr>
                <a:solidFill>
                  <a:srgbClr val="000000"/>
                </a:solidFill>
              </a:defRPr>
            </a:lvl6pPr>
            <a:lvl7pPr marL="3200400" lvl="6" indent="-342900" algn="l">
              <a:spcBef>
                <a:spcPts val="360"/>
              </a:spcBef>
              <a:spcAft>
                <a:spcPts val="0"/>
              </a:spcAft>
              <a:buClr>
                <a:srgbClr val="000000"/>
              </a:buClr>
              <a:buSzPts val="1800"/>
              <a:buChar char="•"/>
              <a:defRPr>
                <a:solidFill>
                  <a:srgbClr val="000000"/>
                </a:solidFill>
              </a:defRPr>
            </a:lvl7pPr>
            <a:lvl8pPr marL="3657600" lvl="7" indent="-342900" algn="l">
              <a:spcBef>
                <a:spcPts val="360"/>
              </a:spcBef>
              <a:spcAft>
                <a:spcPts val="0"/>
              </a:spcAft>
              <a:buClr>
                <a:srgbClr val="000000"/>
              </a:buClr>
              <a:buSzPts val="1800"/>
              <a:buChar char="•"/>
              <a:defRPr>
                <a:solidFill>
                  <a:srgbClr val="000000"/>
                </a:solidFill>
              </a:defRPr>
            </a:lvl8pPr>
            <a:lvl9pPr marL="4114800" lvl="8" indent="-342900" algn="l">
              <a:spcBef>
                <a:spcPts val="360"/>
              </a:spcBef>
              <a:spcAft>
                <a:spcPts val="0"/>
              </a:spcAft>
              <a:buClr>
                <a:srgbClr val="000000"/>
              </a:buClr>
              <a:buSzPts val="1800"/>
              <a:buChar char="•"/>
              <a:defRPr>
                <a:solidFill>
                  <a:srgbClr val="000000"/>
                </a:solidFill>
              </a:defRPr>
            </a:lvl9pPr>
          </a:lstStyle>
          <a:p>
            <a:endParaRPr/>
          </a:p>
        </p:txBody>
      </p:sp>
    </p:spTree>
  </p:cSld>
  <p:clrMapOvr>
    <a:masterClrMapping/>
  </p:clrMapOvr>
  <p:transition spd="slow">
    <p:push/>
  </p:transition>
</p:sldLayout>
</file>

<file path=ppt/slideLayouts/slideLayout137.xml><?xml version="1.0" encoding="utf-8"?>
<p:sldLayout xmlns:a="http://schemas.openxmlformats.org/drawingml/2006/main" xmlns:r="http://schemas.openxmlformats.org/officeDocument/2006/relationships" xmlns:p="http://schemas.openxmlformats.org/presentationml/2006/main" matchingName="Title Only | Twilight 3 1">
  <p:cSld name="6_Title Only_2_3_4">
    <p:bg>
      <p:bgPr>
        <a:solidFill>
          <a:schemeClr val="accent3"/>
        </a:solidFill>
        <a:effectLst/>
      </p:bgPr>
    </p:bg>
    <p:spTree>
      <p:nvGrpSpPr>
        <p:cNvPr id="1" name="Shape 988"/>
        <p:cNvGrpSpPr/>
        <p:nvPr/>
      </p:nvGrpSpPr>
      <p:grpSpPr>
        <a:xfrm>
          <a:off x="0" y="0"/>
          <a:ext cx="0" cy="0"/>
          <a:chOff x="0" y="0"/>
          <a:chExt cx="0" cy="0"/>
        </a:xfrm>
      </p:grpSpPr>
      <p:sp>
        <p:nvSpPr>
          <p:cNvPr id="989" name="Google Shape;989;p139"/>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990" name="Google Shape;990;p139"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991" name="Google Shape;991;p139"/>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lnSpc>
                <a:spcPct val="100000"/>
              </a:lnSpc>
              <a:spcBef>
                <a:spcPts val="0"/>
              </a:spcBef>
              <a:spcAft>
                <a:spcPts val="0"/>
              </a:spcAft>
              <a:buClr>
                <a:schemeClr val="lt1"/>
              </a:buClr>
              <a:buSzPts val="2100"/>
              <a:buNone/>
              <a:defRPr sz="23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92" name="Google Shape;992;p139"/>
          <p:cNvSpPr txBox="1">
            <a:spLocks noGrp="1"/>
          </p:cNvSpPr>
          <p:nvPr>
            <p:ph type="body" idx="1"/>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lt1"/>
              </a:buClr>
              <a:buSzPts val="1100"/>
              <a:buFont typeface="Plus Jakarta Sans SemiBold"/>
              <a:buNone/>
              <a:defRPr sz="1100" i="0">
                <a:solidFill>
                  <a:schemeClr val="lt1"/>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300"/>
              <a:buFont typeface="Arial"/>
              <a:buNone/>
              <a:defRPr sz="1100">
                <a:latin typeface="Arial"/>
                <a:ea typeface="Arial"/>
                <a:cs typeface="Arial"/>
                <a:sym typeface="Arial"/>
              </a:defRPr>
            </a:lvl2pPr>
            <a:lvl3pPr marL="1371600" lvl="2" indent="-228600" algn="l">
              <a:lnSpc>
                <a:spcPct val="100000"/>
              </a:lnSpc>
              <a:spcBef>
                <a:spcPts val="200"/>
              </a:spcBef>
              <a:spcAft>
                <a:spcPts val="0"/>
              </a:spcAft>
              <a:buSzPts val="1300"/>
              <a:buFont typeface="Arial"/>
              <a:buNone/>
              <a:defRPr sz="1100">
                <a:latin typeface="Arial"/>
                <a:ea typeface="Arial"/>
                <a:cs typeface="Arial"/>
                <a:sym typeface="Arial"/>
              </a:defRPr>
            </a:lvl3pPr>
            <a:lvl4pPr marL="1828800" lvl="3" indent="-228600" algn="l">
              <a:lnSpc>
                <a:spcPct val="100000"/>
              </a:lnSpc>
              <a:spcBef>
                <a:spcPts val="200"/>
              </a:spcBef>
              <a:spcAft>
                <a:spcPts val="0"/>
              </a:spcAft>
              <a:buClr>
                <a:srgbClr val="4E5661"/>
              </a:buClr>
              <a:buSzPts val="1100"/>
              <a:buFont typeface="Arial"/>
              <a:buNone/>
              <a:defRPr sz="1100">
                <a:latin typeface="Arial"/>
                <a:ea typeface="Arial"/>
                <a:cs typeface="Arial"/>
                <a:sym typeface="Arial"/>
              </a:defRPr>
            </a:lvl4pPr>
            <a:lvl5pPr marL="2286000" lvl="4" indent="-228600" algn="l">
              <a:lnSpc>
                <a:spcPct val="100000"/>
              </a:lnSpc>
              <a:spcBef>
                <a:spcPts val="200"/>
              </a:spcBef>
              <a:spcAft>
                <a:spcPts val="0"/>
              </a:spcAft>
              <a:buClr>
                <a:srgbClr val="4E5661"/>
              </a:buClr>
              <a:buSzPts val="1100"/>
              <a:buFont typeface="Arial"/>
              <a:buNone/>
              <a:defRPr sz="1100">
                <a:latin typeface="Arial"/>
                <a:ea typeface="Arial"/>
                <a:cs typeface="Arial"/>
                <a:sym typeface="Arial"/>
              </a:defRPr>
            </a:lvl5pPr>
            <a:lvl6pPr marL="2743200" lvl="5" indent="-342900" algn="l">
              <a:lnSpc>
                <a:spcPct val="100000"/>
              </a:lnSpc>
              <a:spcBef>
                <a:spcPts val="400"/>
              </a:spcBef>
              <a:spcAft>
                <a:spcPts val="0"/>
              </a:spcAft>
              <a:buClr>
                <a:schemeClr val="dk1"/>
              </a:buClr>
              <a:buSzPts val="1800"/>
              <a:buChar char="•"/>
              <a:defRPr/>
            </a:lvl6pPr>
            <a:lvl7pPr marL="3200400" lvl="6" indent="-342900" algn="l">
              <a:lnSpc>
                <a:spcPct val="100000"/>
              </a:lnSpc>
              <a:spcBef>
                <a:spcPts val="400"/>
              </a:spcBef>
              <a:spcAft>
                <a:spcPts val="0"/>
              </a:spcAft>
              <a:buClr>
                <a:schemeClr val="dk1"/>
              </a:buClr>
              <a:buSzPts val="1800"/>
              <a:buChar char="•"/>
              <a:defRPr/>
            </a:lvl7pPr>
            <a:lvl8pPr marL="3657600" lvl="7" indent="-342900" algn="l">
              <a:lnSpc>
                <a:spcPct val="100000"/>
              </a:lnSpc>
              <a:spcBef>
                <a:spcPts val="400"/>
              </a:spcBef>
              <a:spcAft>
                <a:spcPts val="0"/>
              </a:spcAft>
              <a:buClr>
                <a:schemeClr val="dk1"/>
              </a:buClr>
              <a:buSzPts val="1800"/>
              <a:buChar char="•"/>
              <a:defRPr/>
            </a:lvl8pPr>
            <a:lvl9pPr marL="4114800" lvl="8" indent="-342900" algn="l">
              <a:lnSpc>
                <a:spcPct val="100000"/>
              </a:lnSpc>
              <a:spcBef>
                <a:spcPts val="400"/>
              </a:spcBef>
              <a:spcAft>
                <a:spcPts val="0"/>
              </a:spcAft>
              <a:buClr>
                <a:schemeClr val="dk1"/>
              </a:buClr>
              <a:buSzPts val="1800"/>
              <a:buChar char="•"/>
              <a:defRPr/>
            </a:lvl9pPr>
          </a:lstStyle>
          <a:p>
            <a:endParaRPr/>
          </a:p>
        </p:txBody>
      </p:sp>
    </p:spTree>
  </p:cSld>
  <p:clrMapOvr>
    <a:masterClrMapping/>
  </p:clrMapOvr>
  <p:transition spd="slow">
    <p:push/>
  </p:transition>
</p:sldLayout>
</file>

<file path=ppt/slideLayouts/slideLayout138.xml><?xml version="1.0" encoding="utf-8"?>
<p:sldLayout xmlns:a="http://schemas.openxmlformats.org/drawingml/2006/main" xmlns:r="http://schemas.openxmlformats.org/officeDocument/2006/relationships" xmlns:p="http://schemas.openxmlformats.org/presentationml/2006/main" matchingName="Title &amp; Body on the Right 1 2">
  <p:cSld name="8_Title Only">
    <p:spTree>
      <p:nvGrpSpPr>
        <p:cNvPr id="1" name="Shape 993"/>
        <p:cNvGrpSpPr/>
        <p:nvPr/>
      </p:nvGrpSpPr>
      <p:grpSpPr>
        <a:xfrm>
          <a:off x="0" y="0"/>
          <a:ext cx="0" cy="0"/>
          <a:chOff x="0" y="0"/>
          <a:chExt cx="0" cy="0"/>
        </a:xfrm>
      </p:grpSpPr>
      <p:sp>
        <p:nvSpPr>
          <p:cNvPr id="994" name="Google Shape;994;p140"/>
          <p:cNvSpPr txBox="1">
            <a:spLocks noGrp="1"/>
          </p:cNvSpPr>
          <p:nvPr>
            <p:ph type="title"/>
          </p:nvPr>
        </p:nvSpPr>
        <p:spPr>
          <a:xfrm>
            <a:off x="5715000" y="284253"/>
            <a:ext cx="3124200" cy="612900"/>
          </a:xfrm>
          <a:prstGeom prst="rect">
            <a:avLst/>
          </a:prstGeom>
          <a:noFill/>
          <a:ln>
            <a:noFill/>
          </a:ln>
        </p:spPr>
        <p:txBody>
          <a:bodyPr spcFirstLastPara="1" wrap="square" lIns="91425" tIns="0" rIns="91425" bIns="45700" anchor="t" anchorCtr="0">
            <a:noAutofit/>
          </a:bodyPr>
          <a:lstStyle>
            <a:lvl1pPr lvl="0" algn="l">
              <a:lnSpc>
                <a:spcPct val="100000"/>
              </a:lnSpc>
              <a:spcBef>
                <a:spcPts val="0"/>
              </a:spcBef>
              <a:spcAft>
                <a:spcPts val="0"/>
              </a:spcAft>
              <a:buClr>
                <a:srgbClr val="120046"/>
              </a:buClr>
              <a:buSzPts val="2100"/>
              <a:buNone/>
              <a:defRPr sz="23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95" name="Google Shape;995;p140"/>
          <p:cNvSpPr txBox="1">
            <a:spLocks noGrp="1"/>
          </p:cNvSpPr>
          <p:nvPr>
            <p:ph type="body" idx="1"/>
          </p:nvPr>
        </p:nvSpPr>
        <p:spPr>
          <a:xfrm>
            <a:off x="5715000" y="1903412"/>
            <a:ext cx="3124200" cy="15066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rgbClr val="000000"/>
              </a:buClr>
              <a:buSzPts val="1800"/>
              <a:buNone/>
              <a:defRPr/>
            </a:lvl1pPr>
            <a:lvl2pPr marL="914400" lvl="1" indent="-228600" algn="l">
              <a:lnSpc>
                <a:spcPct val="78888"/>
              </a:lnSpc>
              <a:spcBef>
                <a:spcPts val="400"/>
              </a:spcBef>
              <a:spcAft>
                <a:spcPts val="0"/>
              </a:spcAft>
              <a:buSzPts val="2160"/>
              <a:buNone/>
              <a:defRPr/>
            </a:lvl2pPr>
            <a:lvl3pPr marL="1371600" lvl="2" indent="-365760" algn="l">
              <a:lnSpc>
                <a:spcPct val="100000"/>
              </a:lnSpc>
              <a:spcBef>
                <a:spcPts val="360"/>
              </a:spcBef>
              <a:spcAft>
                <a:spcPts val="0"/>
              </a:spcAft>
              <a:buSzPts val="2160"/>
              <a:buChar char="•"/>
              <a:defRPr/>
            </a:lvl3pPr>
            <a:lvl4pPr marL="1828800" lvl="3" indent="-342900" algn="l">
              <a:lnSpc>
                <a:spcPct val="100000"/>
              </a:lnSpc>
              <a:spcBef>
                <a:spcPts val="360"/>
              </a:spcBef>
              <a:spcAft>
                <a:spcPts val="0"/>
              </a:spcAft>
              <a:buClr>
                <a:srgbClr val="4E5661"/>
              </a:buClr>
              <a:buSzPts val="1800"/>
              <a:buChar char="–"/>
              <a:defRPr/>
            </a:lvl4pPr>
            <a:lvl5pPr marL="2286000" lvl="4" indent="-342900" algn="l">
              <a:lnSpc>
                <a:spcPct val="100000"/>
              </a:lnSpc>
              <a:spcBef>
                <a:spcPts val="360"/>
              </a:spcBef>
              <a:spcAft>
                <a:spcPts val="0"/>
              </a:spcAft>
              <a:buClr>
                <a:srgbClr val="4E566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996" name="Google Shape;996;p140"/>
          <p:cNvSpPr/>
          <p:nvPr/>
        </p:nvSpPr>
        <p:spPr>
          <a:xfrm>
            <a:off x="381000" y="0"/>
            <a:ext cx="381000" cy="1027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997" name="Google Shape;997;p140"/>
          <p:cNvSpPr/>
          <p:nvPr/>
        </p:nvSpPr>
        <p:spPr>
          <a:xfrm>
            <a:off x="381000" y="897026"/>
            <a:ext cx="762000" cy="226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998" name="Google Shape;998;p140"/>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999" name="Google Shape;999;p140"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1000" name="Google Shape;1000;p140"/>
          <p:cNvSpPr txBox="1">
            <a:spLocks noGrp="1"/>
          </p:cNvSpPr>
          <p:nvPr>
            <p:ph type="body" idx="2"/>
          </p:nvPr>
        </p:nvSpPr>
        <p:spPr>
          <a:xfrm>
            <a:off x="5715000" y="1170775"/>
            <a:ext cx="31242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accent4"/>
              </a:buClr>
              <a:buSzPts val="1100"/>
              <a:buFont typeface="Plus Jakarta Sans SemiBold"/>
              <a:buNone/>
              <a:defRPr sz="1100" i="0">
                <a:solidFill>
                  <a:schemeClr val="accent4"/>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lnSpc>
                <a:spcPct val="100000"/>
              </a:lnSpc>
              <a:spcBef>
                <a:spcPts val="210"/>
              </a:spcBef>
              <a:spcAft>
                <a:spcPts val="0"/>
              </a:spcAft>
              <a:buSzPts val="1260"/>
              <a:buFont typeface="Arial"/>
              <a:buNone/>
              <a:defRPr sz="1050">
                <a:latin typeface="Arial"/>
                <a:ea typeface="Arial"/>
                <a:cs typeface="Arial"/>
                <a:sym typeface="Arial"/>
              </a:defRPr>
            </a:lvl3pPr>
            <a:lvl4pPr marL="1828800" lvl="3"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transition spd="slow">
    <p:push/>
  </p:transition>
</p:sldLayout>
</file>

<file path=ppt/slideLayouts/slideLayout139.xml><?xml version="1.0" encoding="utf-8"?>
<p:sldLayout xmlns:a="http://schemas.openxmlformats.org/drawingml/2006/main" xmlns:r="http://schemas.openxmlformats.org/officeDocument/2006/relationships" xmlns:p="http://schemas.openxmlformats.org/presentationml/2006/main" matchingName="Title Only | White 3 2">
  <p:cSld name="Title Only | White 3_2">
    <p:spTree>
      <p:nvGrpSpPr>
        <p:cNvPr id="1" name="Shape 1001"/>
        <p:cNvGrpSpPr/>
        <p:nvPr/>
      </p:nvGrpSpPr>
      <p:grpSpPr>
        <a:xfrm>
          <a:off x="0" y="0"/>
          <a:ext cx="0" cy="0"/>
          <a:chOff x="0" y="0"/>
          <a:chExt cx="0" cy="0"/>
        </a:xfrm>
      </p:grpSpPr>
      <p:sp>
        <p:nvSpPr>
          <p:cNvPr id="1002" name="Google Shape;1002;p141"/>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1003" name="Google Shape;1003;p141"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1004" name="Google Shape;1004;p141"/>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lnSpc>
                <a:spcPct val="100000"/>
              </a:lnSpc>
              <a:spcBef>
                <a:spcPts val="0"/>
              </a:spcBef>
              <a:spcAft>
                <a:spcPts val="0"/>
              </a:spcAft>
              <a:buClr>
                <a:srgbClr val="120046"/>
              </a:buClr>
              <a:buSzPts val="2100"/>
              <a:buNone/>
              <a:defRPr sz="23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5" name="Google Shape;1005;p141"/>
          <p:cNvSpPr txBox="1">
            <a:spLocks noGrp="1"/>
          </p:cNvSpPr>
          <p:nvPr>
            <p:ph type="body" idx="1"/>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0"/>
              </a:spcBef>
              <a:spcAft>
                <a:spcPts val="0"/>
              </a:spcAft>
              <a:buClr>
                <a:schemeClr val="accent4"/>
              </a:buClr>
              <a:buSzPts val="1100"/>
              <a:buFont typeface="Plus Jakarta Sans SemiBold"/>
              <a:buNone/>
              <a:defRPr sz="1100" i="0">
                <a:solidFill>
                  <a:schemeClr val="accent4"/>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lnSpc>
                <a:spcPct val="100000"/>
              </a:lnSpc>
              <a:spcBef>
                <a:spcPts val="210"/>
              </a:spcBef>
              <a:spcAft>
                <a:spcPts val="0"/>
              </a:spcAft>
              <a:buSzPts val="1260"/>
              <a:buFont typeface="Arial"/>
              <a:buNone/>
              <a:defRPr sz="1050">
                <a:latin typeface="Arial"/>
                <a:ea typeface="Arial"/>
                <a:cs typeface="Arial"/>
                <a:sym typeface="Arial"/>
              </a:defRPr>
            </a:lvl3pPr>
            <a:lvl4pPr marL="1828800" lvl="3"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transition spd="slow">
    <p:push/>
  </p:transition>
</p:sldLayout>
</file>

<file path=ppt/slideLayouts/slideLayout140.xml><?xml version="1.0" encoding="utf-8"?>
<p:sldLayout xmlns:a="http://schemas.openxmlformats.org/drawingml/2006/main" xmlns:r="http://schemas.openxmlformats.org/officeDocument/2006/relationships" xmlns:p="http://schemas.openxmlformats.org/presentationml/2006/main" matchingName="2 Column Text 4">
  <p:cSld name="6_Title Only_3_1_1_4">
    <p:spTree>
      <p:nvGrpSpPr>
        <p:cNvPr id="1" name="Shape 1006"/>
        <p:cNvGrpSpPr/>
        <p:nvPr/>
      </p:nvGrpSpPr>
      <p:grpSpPr>
        <a:xfrm>
          <a:off x="0" y="0"/>
          <a:ext cx="0" cy="0"/>
          <a:chOff x="0" y="0"/>
          <a:chExt cx="0" cy="0"/>
        </a:xfrm>
      </p:grpSpPr>
      <p:sp>
        <p:nvSpPr>
          <p:cNvPr id="1007" name="Google Shape;1007;p142"/>
          <p:cNvSpPr txBox="1">
            <a:spLocks noGrp="1"/>
          </p:cNvSpPr>
          <p:nvPr>
            <p:ph type="body" idx="1"/>
          </p:nvPr>
        </p:nvSpPr>
        <p:spPr>
          <a:xfrm>
            <a:off x="533400" y="1370000"/>
            <a:ext cx="3760200" cy="30825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SzPts val="1800"/>
              <a:buNone/>
              <a:defRPr/>
            </a:lvl1pPr>
            <a:lvl2pPr marL="914400" lvl="1" indent="-228600" algn="l">
              <a:lnSpc>
                <a:spcPct val="78888"/>
              </a:lnSpc>
              <a:spcBef>
                <a:spcPts val="400"/>
              </a:spcBef>
              <a:spcAft>
                <a:spcPts val="0"/>
              </a:spcAft>
              <a:buClr>
                <a:srgbClr val="000000"/>
              </a:buClr>
              <a:buSzPts val="2160"/>
              <a:buNone/>
              <a:defRPr/>
            </a:lvl2pPr>
            <a:lvl3pPr marL="1371600" lvl="2" indent="-365760" algn="l">
              <a:spcBef>
                <a:spcPts val="360"/>
              </a:spcBef>
              <a:spcAft>
                <a:spcPts val="0"/>
              </a:spcAft>
              <a:buClr>
                <a:srgbClr val="000000"/>
              </a:buClr>
              <a:buSzPts val="2160"/>
              <a:buChar char="•"/>
              <a:defRPr>
                <a:solidFill>
                  <a:srgbClr val="000000"/>
                </a:solidFill>
              </a:defRPr>
            </a:lvl3pPr>
            <a:lvl4pPr marL="1828800" lvl="3" indent="-342900" algn="l">
              <a:spcBef>
                <a:spcPts val="360"/>
              </a:spcBef>
              <a:spcAft>
                <a:spcPts val="0"/>
              </a:spcAft>
              <a:buClr>
                <a:srgbClr val="000000"/>
              </a:buClr>
              <a:buSzPts val="1800"/>
              <a:buChar char="–"/>
              <a:defRPr>
                <a:solidFill>
                  <a:srgbClr val="000000"/>
                </a:solidFill>
              </a:defRPr>
            </a:lvl4pPr>
            <a:lvl5pPr marL="2286000" lvl="4" indent="-342900" algn="l">
              <a:spcBef>
                <a:spcPts val="360"/>
              </a:spcBef>
              <a:spcAft>
                <a:spcPts val="0"/>
              </a:spcAft>
              <a:buClr>
                <a:srgbClr val="000000"/>
              </a:buClr>
              <a:buSzPts val="1800"/>
              <a:buChar char="»"/>
              <a:defRPr>
                <a:solidFill>
                  <a:srgbClr val="000000"/>
                </a:solidFill>
              </a:defRPr>
            </a:lvl5pPr>
            <a:lvl6pPr marL="2743200" lvl="5" indent="-342900" algn="l">
              <a:spcBef>
                <a:spcPts val="360"/>
              </a:spcBef>
              <a:spcAft>
                <a:spcPts val="0"/>
              </a:spcAft>
              <a:buClr>
                <a:srgbClr val="000000"/>
              </a:buClr>
              <a:buSzPts val="1800"/>
              <a:buChar char="•"/>
              <a:defRPr>
                <a:solidFill>
                  <a:srgbClr val="000000"/>
                </a:solidFill>
              </a:defRPr>
            </a:lvl6pPr>
            <a:lvl7pPr marL="3200400" lvl="6" indent="-342900" algn="l">
              <a:spcBef>
                <a:spcPts val="360"/>
              </a:spcBef>
              <a:spcAft>
                <a:spcPts val="0"/>
              </a:spcAft>
              <a:buClr>
                <a:srgbClr val="000000"/>
              </a:buClr>
              <a:buSzPts val="1800"/>
              <a:buChar char="•"/>
              <a:defRPr>
                <a:solidFill>
                  <a:srgbClr val="000000"/>
                </a:solidFill>
              </a:defRPr>
            </a:lvl7pPr>
            <a:lvl8pPr marL="3657600" lvl="7" indent="-342900" algn="l">
              <a:spcBef>
                <a:spcPts val="360"/>
              </a:spcBef>
              <a:spcAft>
                <a:spcPts val="0"/>
              </a:spcAft>
              <a:buClr>
                <a:srgbClr val="000000"/>
              </a:buClr>
              <a:buSzPts val="1800"/>
              <a:buChar char="•"/>
              <a:defRPr>
                <a:solidFill>
                  <a:srgbClr val="000000"/>
                </a:solidFill>
              </a:defRPr>
            </a:lvl8pPr>
            <a:lvl9pPr marL="4114800" lvl="8" indent="-342900" algn="l">
              <a:spcBef>
                <a:spcPts val="360"/>
              </a:spcBef>
              <a:spcAft>
                <a:spcPts val="0"/>
              </a:spcAft>
              <a:buClr>
                <a:srgbClr val="000000"/>
              </a:buClr>
              <a:buSzPts val="1800"/>
              <a:buChar char="•"/>
              <a:defRPr>
                <a:solidFill>
                  <a:srgbClr val="000000"/>
                </a:solidFill>
              </a:defRPr>
            </a:lvl9pPr>
          </a:lstStyle>
          <a:p>
            <a:endParaRPr/>
          </a:p>
        </p:txBody>
      </p:sp>
      <p:sp>
        <p:nvSpPr>
          <p:cNvPr id="1008" name="Google Shape;1008;p142"/>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1009" name="Google Shape;1009;p142"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1010" name="Google Shape;1010;p142"/>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spcBef>
                <a:spcPts val="0"/>
              </a:spcBef>
              <a:spcAft>
                <a:spcPts val="0"/>
              </a:spcAft>
              <a:buClr>
                <a:srgbClr val="120046"/>
              </a:buClr>
              <a:buSzPts val="2100"/>
              <a:buNone/>
              <a:defRPr sz="23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11" name="Google Shape;1011;p142"/>
          <p:cNvSpPr txBox="1">
            <a:spLocks noGrp="1"/>
          </p:cNvSpPr>
          <p:nvPr>
            <p:ph type="body" idx="2"/>
          </p:nvPr>
        </p:nvSpPr>
        <p:spPr>
          <a:xfrm>
            <a:off x="533400" y="1370000"/>
            <a:ext cx="3760200" cy="30825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SzPts val="1800"/>
              <a:buNone/>
              <a:defRPr/>
            </a:lvl1pPr>
            <a:lvl2pPr marL="914400" lvl="1" indent="-228600" algn="l">
              <a:lnSpc>
                <a:spcPct val="78888"/>
              </a:lnSpc>
              <a:spcBef>
                <a:spcPts val="400"/>
              </a:spcBef>
              <a:spcAft>
                <a:spcPts val="0"/>
              </a:spcAft>
              <a:buClr>
                <a:srgbClr val="000000"/>
              </a:buClr>
              <a:buSzPts val="2160"/>
              <a:buNone/>
              <a:defRPr/>
            </a:lvl2pPr>
            <a:lvl3pPr marL="1371600" lvl="2" indent="-365760" algn="l">
              <a:spcBef>
                <a:spcPts val="360"/>
              </a:spcBef>
              <a:spcAft>
                <a:spcPts val="0"/>
              </a:spcAft>
              <a:buClr>
                <a:srgbClr val="000000"/>
              </a:buClr>
              <a:buSzPts val="2160"/>
              <a:buChar char="•"/>
              <a:defRPr>
                <a:solidFill>
                  <a:srgbClr val="000000"/>
                </a:solidFill>
              </a:defRPr>
            </a:lvl3pPr>
            <a:lvl4pPr marL="1828800" lvl="3" indent="-342900" algn="l">
              <a:spcBef>
                <a:spcPts val="360"/>
              </a:spcBef>
              <a:spcAft>
                <a:spcPts val="0"/>
              </a:spcAft>
              <a:buClr>
                <a:srgbClr val="000000"/>
              </a:buClr>
              <a:buSzPts val="1800"/>
              <a:buChar char="–"/>
              <a:defRPr>
                <a:solidFill>
                  <a:srgbClr val="000000"/>
                </a:solidFill>
              </a:defRPr>
            </a:lvl4pPr>
            <a:lvl5pPr marL="2286000" lvl="4" indent="-342900" algn="l">
              <a:spcBef>
                <a:spcPts val="360"/>
              </a:spcBef>
              <a:spcAft>
                <a:spcPts val="0"/>
              </a:spcAft>
              <a:buClr>
                <a:srgbClr val="000000"/>
              </a:buClr>
              <a:buSzPts val="1800"/>
              <a:buChar char="»"/>
              <a:defRPr>
                <a:solidFill>
                  <a:srgbClr val="000000"/>
                </a:solidFill>
              </a:defRPr>
            </a:lvl5pPr>
            <a:lvl6pPr marL="2743200" lvl="5" indent="-342900" algn="l">
              <a:spcBef>
                <a:spcPts val="360"/>
              </a:spcBef>
              <a:spcAft>
                <a:spcPts val="0"/>
              </a:spcAft>
              <a:buClr>
                <a:srgbClr val="000000"/>
              </a:buClr>
              <a:buSzPts val="1800"/>
              <a:buChar char="•"/>
              <a:defRPr>
                <a:solidFill>
                  <a:srgbClr val="000000"/>
                </a:solidFill>
              </a:defRPr>
            </a:lvl6pPr>
            <a:lvl7pPr marL="3200400" lvl="6" indent="-342900" algn="l">
              <a:spcBef>
                <a:spcPts val="360"/>
              </a:spcBef>
              <a:spcAft>
                <a:spcPts val="0"/>
              </a:spcAft>
              <a:buClr>
                <a:srgbClr val="000000"/>
              </a:buClr>
              <a:buSzPts val="1800"/>
              <a:buChar char="•"/>
              <a:defRPr>
                <a:solidFill>
                  <a:srgbClr val="000000"/>
                </a:solidFill>
              </a:defRPr>
            </a:lvl7pPr>
            <a:lvl8pPr marL="3657600" lvl="7" indent="-342900" algn="l">
              <a:spcBef>
                <a:spcPts val="360"/>
              </a:spcBef>
              <a:spcAft>
                <a:spcPts val="0"/>
              </a:spcAft>
              <a:buClr>
                <a:srgbClr val="000000"/>
              </a:buClr>
              <a:buSzPts val="1800"/>
              <a:buChar char="•"/>
              <a:defRPr>
                <a:solidFill>
                  <a:srgbClr val="000000"/>
                </a:solidFill>
              </a:defRPr>
            </a:lvl8pPr>
            <a:lvl9pPr marL="4114800" lvl="8" indent="-342900" algn="l">
              <a:spcBef>
                <a:spcPts val="360"/>
              </a:spcBef>
              <a:spcAft>
                <a:spcPts val="0"/>
              </a:spcAft>
              <a:buClr>
                <a:srgbClr val="000000"/>
              </a:buClr>
              <a:buSzPts val="1800"/>
              <a:buChar char="•"/>
              <a:defRPr>
                <a:solidFill>
                  <a:srgbClr val="000000"/>
                </a:solidFill>
              </a:defRPr>
            </a:lvl9pPr>
          </a:lstStyle>
          <a:p>
            <a:endParaRPr/>
          </a:p>
        </p:txBody>
      </p:sp>
      <p:sp>
        <p:nvSpPr>
          <p:cNvPr id="1012" name="Google Shape;1012;p142"/>
          <p:cNvSpPr txBox="1">
            <a:spLocks noGrp="1"/>
          </p:cNvSpPr>
          <p:nvPr>
            <p:ph type="body" idx="3"/>
          </p:nvPr>
        </p:nvSpPr>
        <p:spPr>
          <a:xfrm>
            <a:off x="4755900" y="1370000"/>
            <a:ext cx="3760200" cy="30825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SzPts val="1800"/>
              <a:buNone/>
              <a:defRPr/>
            </a:lvl1pPr>
            <a:lvl2pPr marL="914400" lvl="1" indent="-228600" algn="l">
              <a:lnSpc>
                <a:spcPct val="78888"/>
              </a:lnSpc>
              <a:spcBef>
                <a:spcPts val="400"/>
              </a:spcBef>
              <a:spcAft>
                <a:spcPts val="0"/>
              </a:spcAft>
              <a:buClr>
                <a:srgbClr val="000000"/>
              </a:buClr>
              <a:buSzPts val="2160"/>
              <a:buNone/>
              <a:defRPr/>
            </a:lvl2pPr>
            <a:lvl3pPr marL="1371600" lvl="2" indent="-365760" algn="l">
              <a:spcBef>
                <a:spcPts val="360"/>
              </a:spcBef>
              <a:spcAft>
                <a:spcPts val="0"/>
              </a:spcAft>
              <a:buClr>
                <a:srgbClr val="000000"/>
              </a:buClr>
              <a:buSzPts val="2160"/>
              <a:buChar char="•"/>
              <a:defRPr>
                <a:solidFill>
                  <a:srgbClr val="000000"/>
                </a:solidFill>
              </a:defRPr>
            </a:lvl3pPr>
            <a:lvl4pPr marL="1828800" lvl="3" indent="-342900" algn="l">
              <a:spcBef>
                <a:spcPts val="360"/>
              </a:spcBef>
              <a:spcAft>
                <a:spcPts val="0"/>
              </a:spcAft>
              <a:buClr>
                <a:srgbClr val="000000"/>
              </a:buClr>
              <a:buSzPts val="1800"/>
              <a:buChar char="–"/>
              <a:defRPr>
                <a:solidFill>
                  <a:srgbClr val="000000"/>
                </a:solidFill>
              </a:defRPr>
            </a:lvl4pPr>
            <a:lvl5pPr marL="2286000" lvl="4" indent="-342900" algn="l">
              <a:spcBef>
                <a:spcPts val="360"/>
              </a:spcBef>
              <a:spcAft>
                <a:spcPts val="0"/>
              </a:spcAft>
              <a:buClr>
                <a:srgbClr val="000000"/>
              </a:buClr>
              <a:buSzPts val="1800"/>
              <a:buChar char="»"/>
              <a:defRPr>
                <a:solidFill>
                  <a:srgbClr val="000000"/>
                </a:solidFill>
              </a:defRPr>
            </a:lvl5pPr>
            <a:lvl6pPr marL="2743200" lvl="5" indent="-342900" algn="l">
              <a:spcBef>
                <a:spcPts val="360"/>
              </a:spcBef>
              <a:spcAft>
                <a:spcPts val="0"/>
              </a:spcAft>
              <a:buClr>
                <a:srgbClr val="000000"/>
              </a:buClr>
              <a:buSzPts val="1800"/>
              <a:buChar char="•"/>
              <a:defRPr>
                <a:solidFill>
                  <a:srgbClr val="000000"/>
                </a:solidFill>
              </a:defRPr>
            </a:lvl6pPr>
            <a:lvl7pPr marL="3200400" lvl="6" indent="-342900" algn="l">
              <a:spcBef>
                <a:spcPts val="360"/>
              </a:spcBef>
              <a:spcAft>
                <a:spcPts val="0"/>
              </a:spcAft>
              <a:buClr>
                <a:srgbClr val="000000"/>
              </a:buClr>
              <a:buSzPts val="1800"/>
              <a:buChar char="•"/>
              <a:defRPr>
                <a:solidFill>
                  <a:srgbClr val="000000"/>
                </a:solidFill>
              </a:defRPr>
            </a:lvl7pPr>
            <a:lvl8pPr marL="3657600" lvl="7" indent="-342900" algn="l">
              <a:spcBef>
                <a:spcPts val="360"/>
              </a:spcBef>
              <a:spcAft>
                <a:spcPts val="0"/>
              </a:spcAft>
              <a:buClr>
                <a:srgbClr val="000000"/>
              </a:buClr>
              <a:buSzPts val="1800"/>
              <a:buChar char="•"/>
              <a:defRPr>
                <a:solidFill>
                  <a:srgbClr val="000000"/>
                </a:solidFill>
              </a:defRPr>
            </a:lvl8pPr>
            <a:lvl9pPr marL="4114800" lvl="8" indent="-342900" algn="l">
              <a:spcBef>
                <a:spcPts val="360"/>
              </a:spcBef>
              <a:spcAft>
                <a:spcPts val="0"/>
              </a:spcAft>
              <a:buClr>
                <a:srgbClr val="000000"/>
              </a:buClr>
              <a:buSzPts val="1800"/>
              <a:buChar char="•"/>
              <a:defRPr>
                <a:solidFill>
                  <a:srgbClr val="000000"/>
                </a:solidFill>
              </a:defRPr>
            </a:lvl9pPr>
          </a:lstStyle>
          <a:p>
            <a:endParaRPr/>
          </a:p>
        </p:txBody>
      </p:sp>
      <p:sp>
        <p:nvSpPr>
          <p:cNvPr id="1013" name="Google Shape;1013;p142"/>
          <p:cNvSpPr txBox="1">
            <a:spLocks noGrp="1"/>
          </p:cNvSpPr>
          <p:nvPr>
            <p:ph type="body" idx="4"/>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Clr>
                <a:schemeClr val="accent4"/>
              </a:buClr>
              <a:buSzPts val="1100"/>
              <a:buFont typeface="Plus Jakarta Sans SemiBold"/>
              <a:buNone/>
              <a:defRPr sz="1100" i="0">
                <a:solidFill>
                  <a:schemeClr val="accent4"/>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spcBef>
                <a:spcPts val="210"/>
              </a:spcBef>
              <a:spcAft>
                <a:spcPts val="0"/>
              </a:spcAft>
              <a:buSzPts val="1260"/>
              <a:buFont typeface="Arial"/>
              <a:buNone/>
              <a:defRPr sz="1050">
                <a:latin typeface="Arial"/>
                <a:ea typeface="Arial"/>
                <a:cs typeface="Arial"/>
                <a:sym typeface="Arial"/>
              </a:defRPr>
            </a:lvl3pPr>
            <a:lvl4pPr marL="1828800" lvl="3" indent="-228600" algn="l">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matchingName="Grey Nodes Top Right 1 1">
  <p:cSld name="6_Title Only_2_7">
    <p:spTree>
      <p:nvGrpSpPr>
        <p:cNvPr id="1" name="Shape 1014"/>
        <p:cNvGrpSpPr/>
        <p:nvPr/>
      </p:nvGrpSpPr>
      <p:grpSpPr>
        <a:xfrm>
          <a:off x="0" y="0"/>
          <a:ext cx="0" cy="0"/>
          <a:chOff x="0" y="0"/>
          <a:chExt cx="0" cy="0"/>
        </a:xfrm>
      </p:grpSpPr>
      <p:sp>
        <p:nvSpPr>
          <p:cNvPr id="1015" name="Google Shape;1015;p143"/>
          <p:cNvSpPr txBox="1">
            <a:spLocks noGrp="1"/>
          </p:cNvSpPr>
          <p:nvPr>
            <p:ph type="body" idx="1"/>
          </p:nvPr>
        </p:nvSpPr>
        <p:spPr>
          <a:xfrm>
            <a:off x="533400" y="1370008"/>
            <a:ext cx="8001000" cy="4593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Clr>
                <a:srgbClr val="000000"/>
              </a:buClr>
              <a:buSzPts val="1800"/>
              <a:buNone/>
              <a:defRPr/>
            </a:lvl1pPr>
            <a:lvl2pPr marL="914400" lvl="1" indent="-228600" algn="l">
              <a:lnSpc>
                <a:spcPct val="78888"/>
              </a:lnSpc>
              <a:spcBef>
                <a:spcPts val="400"/>
              </a:spcBef>
              <a:spcAft>
                <a:spcPts val="0"/>
              </a:spcAft>
              <a:buSzPts val="2160"/>
              <a:buNone/>
              <a:defRPr/>
            </a:lvl2pPr>
            <a:lvl3pPr marL="1371600" lvl="2" indent="-365760" algn="l">
              <a:spcBef>
                <a:spcPts val="360"/>
              </a:spcBef>
              <a:spcAft>
                <a:spcPts val="0"/>
              </a:spcAft>
              <a:buSzPts val="2160"/>
              <a:buChar char="•"/>
              <a:defRPr/>
            </a:lvl3pPr>
            <a:lvl4pPr marL="1828800" lvl="3" indent="-342900" algn="l">
              <a:spcBef>
                <a:spcPts val="360"/>
              </a:spcBef>
              <a:spcAft>
                <a:spcPts val="0"/>
              </a:spcAft>
              <a:buClr>
                <a:srgbClr val="4E5661"/>
              </a:buClr>
              <a:buSzPts val="1800"/>
              <a:buChar char="–"/>
              <a:defRPr/>
            </a:lvl4pPr>
            <a:lvl5pPr marL="2286000" lvl="4" indent="-342900" algn="l">
              <a:spcBef>
                <a:spcPts val="360"/>
              </a:spcBef>
              <a:spcAft>
                <a:spcPts val="0"/>
              </a:spcAft>
              <a:buClr>
                <a:srgbClr val="4E566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016" name="Google Shape;1016;p143"/>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1017" name="Google Shape;1017;p143"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1018" name="Google Shape;1018;p143"/>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spcBef>
                <a:spcPts val="0"/>
              </a:spcBef>
              <a:spcAft>
                <a:spcPts val="0"/>
              </a:spcAft>
              <a:buClr>
                <a:srgbClr val="120046"/>
              </a:buClr>
              <a:buSzPts val="2100"/>
              <a:buNone/>
              <a:defRPr sz="23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19" name="Google Shape;1019;p143"/>
          <p:cNvSpPr txBox="1">
            <a:spLocks noGrp="1"/>
          </p:cNvSpPr>
          <p:nvPr>
            <p:ph type="body" idx="2"/>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Clr>
                <a:schemeClr val="accent4"/>
              </a:buClr>
              <a:buSzPts val="1100"/>
              <a:buFont typeface="Plus Jakarta Sans SemiBold"/>
              <a:buNone/>
              <a:defRPr sz="1100" i="0">
                <a:solidFill>
                  <a:schemeClr val="accent4"/>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spcBef>
                <a:spcPts val="210"/>
              </a:spcBef>
              <a:spcAft>
                <a:spcPts val="0"/>
              </a:spcAft>
              <a:buSzPts val="1260"/>
              <a:buFont typeface="Arial"/>
              <a:buNone/>
              <a:defRPr sz="1050">
                <a:latin typeface="Arial"/>
                <a:ea typeface="Arial"/>
                <a:cs typeface="Arial"/>
                <a:sym typeface="Arial"/>
              </a:defRPr>
            </a:lvl3pPr>
            <a:lvl4pPr marL="1828800" lvl="3" indent="-228600" algn="l">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pic>
        <p:nvPicPr>
          <p:cNvPr id="1020" name="Google Shape;1020;p143"/>
          <p:cNvPicPr preferRelativeResize="0"/>
          <p:nvPr/>
        </p:nvPicPr>
        <p:blipFill rotWithShape="1">
          <a:blip r:embed="rId3">
            <a:alphaModFix/>
          </a:blip>
          <a:srcRect/>
          <a:stretch/>
        </p:blipFill>
        <p:spPr>
          <a:xfrm>
            <a:off x="7625075" y="0"/>
            <a:ext cx="1532425" cy="3244899"/>
          </a:xfrm>
          <a:prstGeom prst="rect">
            <a:avLst/>
          </a:prstGeom>
          <a:noFill/>
          <a:ln>
            <a:noFill/>
          </a:ln>
        </p:spPr>
      </p:pic>
    </p:spTree>
  </p:cSld>
  <p:clrMapOvr>
    <a:masterClrMapping/>
  </p:clrMapOvr>
  <p:transition spd="slow">
    <p:push/>
  </p:transition>
</p:sldLayout>
</file>

<file path=ppt/slideLayouts/slideLayout142.xml><?xml version="1.0" encoding="utf-8"?>
<p:sldLayout xmlns:a="http://schemas.openxmlformats.org/drawingml/2006/main" xmlns:r="http://schemas.openxmlformats.org/officeDocument/2006/relationships" xmlns:p="http://schemas.openxmlformats.org/presentationml/2006/main" matchingName="Title Only | White 2">
  <p:cSld name="6_Title Only_2_3_1_6">
    <p:spTree>
      <p:nvGrpSpPr>
        <p:cNvPr id="1" name="Shape 1021"/>
        <p:cNvGrpSpPr/>
        <p:nvPr/>
      </p:nvGrpSpPr>
      <p:grpSpPr>
        <a:xfrm>
          <a:off x="0" y="0"/>
          <a:ext cx="0" cy="0"/>
          <a:chOff x="0" y="0"/>
          <a:chExt cx="0" cy="0"/>
        </a:xfrm>
      </p:grpSpPr>
      <p:sp>
        <p:nvSpPr>
          <p:cNvPr id="1022" name="Google Shape;1022;p144"/>
          <p:cNvSpPr/>
          <p:nvPr/>
        </p:nvSpPr>
        <p:spPr>
          <a:xfrm rot="-5400000">
            <a:off x="4542000" y="539200"/>
            <a:ext cx="73500" cy="9157500"/>
          </a:xfrm>
          <a:prstGeom prst="rect">
            <a:avLst/>
          </a:prstGeom>
          <a:solidFill>
            <a:srgbClr val="FF550D"/>
          </a:solid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pic>
        <p:nvPicPr>
          <p:cNvPr id="1023" name="Google Shape;1023;p144" descr=" "/>
          <p:cNvPicPr preferRelativeResize="0"/>
          <p:nvPr/>
        </p:nvPicPr>
        <p:blipFill rotWithShape="1">
          <a:blip r:embed="rId2">
            <a:alphaModFix/>
          </a:blip>
          <a:srcRect/>
          <a:stretch/>
        </p:blipFill>
        <p:spPr>
          <a:xfrm>
            <a:off x="7382610" y="4766314"/>
            <a:ext cx="1133484" cy="142859"/>
          </a:xfrm>
          <a:prstGeom prst="rect">
            <a:avLst/>
          </a:prstGeom>
          <a:noFill/>
          <a:ln>
            <a:noFill/>
          </a:ln>
        </p:spPr>
      </p:pic>
      <p:sp>
        <p:nvSpPr>
          <p:cNvPr id="1024" name="Google Shape;1024;p144"/>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lvl="0" algn="l">
              <a:spcBef>
                <a:spcPts val="0"/>
              </a:spcBef>
              <a:spcAft>
                <a:spcPts val="0"/>
              </a:spcAft>
              <a:buClr>
                <a:srgbClr val="120046"/>
              </a:buClr>
              <a:buSzPts val="2100"/>
              <a:buNone/>
              <a:defRPr sz="23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5" name="Google Shape;1025;p144"/>
          <p:cNvSpPr txBox="1">
            <a:spLocks noGrp="1"/>
          </p:cNvSpPr>
          <p:nvPr>
            <p:ph type="body" idx="1"/>
          </p:nvPr>
        </p:nvSpPr>
        <p:spPr>
          <a:xfrm>
            <a:off x="533400" y="734285"/>
            <a:ext cx="5029200" cy="324000"/>
          </a:xfrm>
          <a:prstGeom prst="rect">
            <a:avLst/>
          </a:prstGeom>
          <a:noFill/>
          <a:ln>
            <a:noFill/>
          </a:ln>
        </p:spPr>
        <p:txBody>
          <a:bodyPr spcFirstLastPara="1" wrap="square" lIns="91425" tIns="45700" rIns="91425" bIns="45700" anchor="t" anchorCtr="0">
            <a:noAutofit/>
          </a:bodyPr>
          <a:lstStyle>
            <a:lvl1pPr marL="457200" lvl="0" indent="-228600" algn="l">
              <a:spcBef>
                <a:spcPts val="0"/>
              </a:spcBef>
              <a:spcAft>
                <a:spcPts val="0"/>
              </a:spcAft>
              <a:buClr>
                <a:schemeClr val="accent4"/>
              </a:buClr>
              <a:buSzPts val="1100"/>
              <a:buFont typeface="Plus Jakarta Sans SemiBold"/>
              <a:buNone/>
              <a:defRPr sz="1100" i="0">
                <a:solidFill>
                  <a:schemeClr val="accent4"/>
                </a:solidFill>
                <a:latin typeface="Plus Jakarta Sans SemiBold"/>
                <a:ea typeface="Plus Jakarta Sans SemiBold"/>
                <a:cs typeface="Plus Jakarta Sans SemiBold"/>
                <a:sym typeface="Plus Jakarta Sans SemiBold"/>
              </a:defRPr>
            </a:lvl1pPr>
            <a:lvl2pPr marL="914400" lvl="1" indent="-228600" algn="l">
              <a:lnSpc>
                <a:spcPct val="135238"/>
              </a:lnSpc>
              <a:spcBef>
                <a:spcPts val="400"/>
              </a:spcBef>
              <a:spcAft>
                <a:spcPts val="0"/>
              </a:spcAft>
              <a:buSzPts val="1260"/>
              <a:buFont typeface="Arial"/>
              <a:buNone/>
              <a:defRPr sz="1050">
                <a:latin typeface="Arial"/>
                <a:ea typeface="Arial"/>
                <a:cs typeface="Arial"/>
                <a:sym typeface="Arial"/>
              </a:defRPr>
            </a:lvl2pPr>
            <a:lvl3pPr marL="1371600" lvl="2" indent="-228600" algn="l">
              <a:spcBef>
                <a:spcPts val="210"/>
              </a:spcBef>
              <a:spcAft>
                <a:spcPts val="0"/>
              </a:spcAft>
              <a:buSzPts val="1260"/>
              <a:buFont typeface="Arial"/>
              <a:buNone/>
              <a:defRPr sz="1050">
                <a:latin typeface="Arial"/>
                <a:ea typeface="Arial"/>
                <a:cs typeface="Arial"/>
                <a:sym typeface="Arial"/>
              </a:defRPr>
            </a:lvl3pPr>
            <a:lvl4pPr marL="1828800" lvl="3" indent="-228600" algn="l">
              <a:spcBef>
                <a:spcPts val="210"/>
              </a:spcBef>
              <a:spcAft>
                <a:spcPts val="0"/>
              </a:spcAft>
              <a:buClr>
                <a:srgbClr val="4E5661"/>
              </a:buClr>
              <a:buSzPts val="1050"/>
              <a:buFont typeface="Arial"/>
              <a:buNone/>
              <a:defRPr sz="1050">
                <a:latin typeface="Arial"/>
                <a:ea typeface="Arial"/>
                <a:cs typeface="Arial"/>
                <a:sym typeface="Arial"/>
              </a:defRPr>
            </a:lvl4pPr>
            <a:lvl5pPr marL="2286000" lvl="4" indent="-228600" algn="l">
              <a:spcBef>
                <a:spcPts val="210"/>
              </a:spcBef>
              <a:spcAft>
                <a:spcPts val="0"/>
              </a:spcAft>
              <a:buClr>
                <a:srgbClr val="4E5661"/>
              </a:buClr>
              <a:buSzPts val="1050"/>
              <a:buFont typeface="Arial"/>
              <a:buNone/>
              <a:defRPr sz="1050">
                <a:latin typeface="Arial"/>
                <a:ea typeface="Arial"/>
                <a:cs typeface="Arial"/>
                <a:sym typeface="Aria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transition spd="slow">
    <p:push/>
  </p:transition>
</p:sldLayout>
</file>

<file path=ppt/slideLayouts/slideLayout143.xml><?xml version="1.0" encoding="utf-8"?>
<p:sldLayout xmlns:a="http://schemas.openxmlformats.org/drawingml/2006/main" xmlns:r="http://schemas.openxmlformats.org/officeDocument/2006/relationships" xmlns:p="http://schemas.openxmlformats.org/presentationml/2006/main" matchingName="Title and Content 1" type="obj">
  <p:cSld name="OBJECT">
    <p:spTree>
      <p:nvGrpSpPr>
        <p:cNvPr id="1" name="Shape 1026"/>
        <p:cNvGrpSpPr/>
        <p:nvPr/>
      </p:nvGrpSpPr>
      <p:grpSpPr>
        <a:xfrm>
          <a:off x="0" y="0"/>
          <a:ext cx="0" cy="0"/>
          <a:chOff x="0" y="0"/>
          <a:chExt cx="0" cy="0"/>
        </a:xfrm>
      </p:grpSpPr>
      <p:sp>
        <p:nvSpPr>
          <p:cNvPr id="1027" name="Google Shape;1027;p145"/>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8" name="Google Shape;1028;p145"/>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400"/>
              <a:buNone/>
              <a:defRPr/>
            </a:lvl1pPr>
            <a:lvl2pPr marL="914400" lvl="1" indent="-228600" algn="l">
              <a:lnSpc>
                <a:spcPct val="90000"/>
              </a:lnSpc>
              <a:spcBef>
                <a:spcPts val="400"/>
              </a:spcBef>
              <a:spcAft>
                <a:spcPts val="0"/>
              </a:spcAft>
              <a:buClr>
                <a:schemeClr val="dk1"/>
              </a:buClr>
              <a:buSzPts val="1400"/>
              <a:buNone/>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029" name="Google Shape;1029;p145"/>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a:endParaRPr/>
          </a:p>
        </p:txBody>
      </p:sp>
      <p:sp>
        <p:nvSpPr>
          <p:cNvPr id="1030" name="Google Shape;1030;p145"/>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a:endParaRPr/>
          </a:p>
        </p:txBody>
      </p:sp>
      <p:sp>
        <p:nvSpPr>
          <p:cNvPr id="1031" name="Google Shape;1031;p145"/>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sz="1100"/>
            </a:lvl1pPr>
            <a:lvl2pPr marL="0" lvl="1" indent="0" algn="r">
              <a:spcBef>
                <a:spcPts val="0"/>
              </a:spcBef>
              <a:buNone/>
              <a:defRPr sz="1100"/>
            </a:lvl2pPr>
            <a:lvl3pPr marL="0" lvl="2" indent="0" algn="r">
              <a:spcBef>
                <a:spcPts val="0"/>
              </a:spcBef>
              <a:buNone/>
              <a:defRPr sz="1100"/>
            </a:lvl3pPr>
            <a:lvl4pPr marL="0" lvl="3" indent="0" algn="r">
              <a:spcBef>
                <a:spcPts val="0"/>
              </a:spcBef>
              <a:buNone/>
              <a:defRPr sz="1100"/>
            </a:lvl4pPr>
            <a:lvl5pPr marL="0" lvl="4" indent="0" algn="r">
              <a:spcBef>
                <a:spcPts val="0"/>
              </a:spcBef>
              <a:buNone/>
              <a:defRPr sz="1100"/>
            </a:lvl5pPr>
            <a:lvl6pPr marL="0" lvl="5" indent="0" algn="r">
              <a:spcBef>
                <a:spcPts val="0"/>
              </a:spcBef>
              <a:buNone/>
              <a:defRPr sz="1100"/>
            </a:lvl6pPr>
            <a:lvl7pPr marL="0" lvl="6" indent="0" algn="r">
              <a:spcBef>
                <a:spcPts val="0"/>
              </a:spcBef>
              <a:buNone/>
              <a:defRPr sz="1100"/>
            </a:lvl7pPr>
            <a:lvl8pPr marL="0" lvl="7" indent="0" algn="r">
              <a:spcBef>
                <a:spcPts val="0"/>
              </a:spcBef>
              <a:buNone/>
              <a:defRPr sz="1100"/>
            </a:lvl8pPr>
            <a:lvl9pPr marL="0" lvl="8" indent="0" algn="r">
              <a:spcBef>
                <a:spcPts val="0"/>
              </a:spcBef>
              <a:buNone/>
              <a:defRPr sz="1100"/>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71" Type="http://schemas.openxmlformats.org/officeDocument/2006/relationships/slideLayout" Target="../slideLayouts/slideLayout71.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98.xml"/><Relationship Id="rId21" Type="http://schemas.openxmlformats.org/officeDocument/2006/relationships/slideLayout" Target="../slideLayouts/slideLayout93.xml"/><Relationship Id="rId42" Type="http://schemas.openxmlformats.org/officeDocument/2006/relationships/slideLayout" Target="../slideLayouts/slideLayout114.xml"/><Relationship Id="rId47" Type="http://schemas.openxmlformats.org/officeDocument/2006/relationships/slideLayout" Target="../slideLayouts/slideLayout119.xml"/><Relationship Id="rId63" Type="http://schemas.openxmlformats.org/officeDocument/2006/relationships/slideLayout" Target="../slideLayouts/slideLayout135.xml"/><Relationship Id="rId68" Type="http://schemas.openxmlformats.org/officeDocument/2006/relationships/slideLayout" Target="../slideLayouts/slideLayout140.xml"/><Relationship Id="rId7" Type="http://schemas.openxmlformats.org/officeDocument/2006/relationships/slideLayout" Target="../slideLayouts/slideLayout79.xml"/><Relationship Id="rId71" Type="http://schemas.openxmlformats.org/officeDocument/2006/relationships/slideLayout" Target="../slideLayouts/slideLayout143.xml"/><Relationship Id="rId2" Type="http://schemas.openxmlformats.org/officeDocument/2006/relationships/slideLayout" Target="../slideLayouts/slideLayout74.xml"/><Relationship Id="rId16" Type="http://schemas.openxmlformats.org/officeDocument/2006/relationships/slideLayout" Target="../slideLayouts/slideLayout88.xml"/><Relationship Id="rId29" Type="http://schemas.openxmlformats.org/officeDocument/2006/relationships/slideLayout" Target="../slideLayouts/slideLayout101.xml"/><Relationship Id="rId11" Type="http://schemas.openxmlformats.org/officeDocument/2006/relationships/slideLayout" Target="../slideLayouts/slideLayout83.xml"/><Relationship Id="rId24" Type="http://schemas.openxmlformats.org/officeDocument/2006/relationships/slideLayout" Target="../slideLayouts/slideLayout96.xml"/><Relationship Id="rId32" Type="http://schemas.openxmlformats.org/officeDocument/2006/relationships/slideLayout" Target="../slideLayouts/slideLayout104.xml"/><Relationship Id="rId37" Type="http://schemas.openxmlformats.org/officeDocument/2006/relationships/slideLayout" Target="../slideLayouts/slideLayout109.xml"/><Relationship Id="rId40" Type="http://schemas.openxmlformats.org/officeDocument/2006/relationships/slideLayout" Target="../slideLayouts/slideLayout112.xml"/><Relationship Id="rId45" Type="http://schemas.openxmlformats.org/officeDocument/2006/relationships/slideLayout" Target="../slideLayouts/slideLayout117.xml"/><Relationship Id="rId53" Type="http://schemas.openxmlformats.org/officeDocument/2006/relationships/slideLayout" Target="../slideLayouts/slideLayout125.xml"/><Relationship Id="rId58" Type="http://schemas.openxmlformats.org/officeDocument/2006/relationships/slideLayout" Target="../slideLayouts/slideLayout130.xml"/><Relationship Id="rId66" Type="http://schemas.openxmlformats.org/officeDocument/2006/relationships/slideLayout" Target="../slideLayouts/slideLayout138.xml"/><Relationship Id="rId5" Type="http://schemas.openxmlformats.org/officeDocument/2006/relationships/slideLayout" Target="../slideLayouts/slideLayout77.xml"/><Relationship Id="rId61" Type="http://schemas.openxmlformats.org/officeDocument/2006/relationships/slideLayout" Target="../slideLayouts/slideLayout133.xml"/><Relationship Id="rId19" Type="http://schemas.openxmlformats.org/officeDocument/2006/relationships/slideLayout" Target="../slideLayouts/slideLayout91.xml"/><Relationship Id="rId14" Type="http://schemas.openxmlformats.org/officeDocument/2006/relationships/slideLayout" Target="../slideLayouts/slideLayout86.xml"/><Relationship Id="rId22" Type="http://schemas.openxmlformats.org/officeDocument/2006/relationships/slideLayout" Target="../slideLayouts/slideLayout94.xml"/><Relationship Id="rId27" Type="http://schemas.openxmlformats.org/officeDocument/2006/relationships/slideLayout" Target="../slideLayouts/slideLayout99.xml"/><Relationship Id="rId30" Type="http://schemas.openxmlformats.org/officeDocument/2006/relationships/slideLayout" Target="../slideLayouts/slideLayout102.xml"/><Relationship Id="rId35" Type="http://schemas.openxmlformats.org/officeDocument/2006/relationships/slideLayout" Target="../slideLayouts/slideLayout107.xml"/><Relationship Id="rId43" Type="http://schemas.openxmlformats.org/officeDocument/2006/relationships/slideLayout" Target="../slideLayouts/slideLayout115.xml"/><Relationship Id="rId48" Type="http://schemas.openxmlformats.org/officeDocument/2006/relationships/slideLayout" Target="../slideLayouts/slideLayout120.xml"/><Relationship Id="rId56" Type="http://schemas.openxmlformats.org/officeDocument/2006/relationships/slideLayout" Target="../slideLayouts/slideLayout128.xml"/><Relationship Id="rId64" Type="http://schemas.openxmlformats.org/officeDocument/2006/relationships/slideLayout" Target="../slideLayouts/slideLayout136.xml"/><Relationship Id="rId69" Type="http://schemas.openxmlformats.org/officeDocument/2006/relationships/slideLayout" Target="../slideLayouts/slideLayout141.xml"/><Relationship Id="rId8" Type="http://schemas.openxmlformats.org/officeDocument/2006/relationships/slideLayout" Target="../slideLayouts/slideLayout80.xml"/><Relationship Id="rId51" Type="http://schemas.openxmlformats.org/officeDocument/2006/relationships/slideLayout" Target="../slideLayouts/slideLayout123.xml"/><Relationship Id="rId72" Type="http://schemas.openxmlformats.org/officeDocument/2006/relationships/theme" Target="../theme/theme2.xml"/><Relationship Id="rId3" Type="http://schemas.openxmlformats.org/officeDocument/2006/relationships/slideLayout" Target="../slideLayouts/slideLayout75.xml"/><Relationship Id="rId12" Type="http://schemas.openxmlformats.org/officeDocument/2006/relationships/slideLayout" Target="../slideLayouts/slideLayout84.xml"/><Relationship Id="rId17" Type="http://schemas.openxmlformats.org/officeDocument/2006/relationships/slideLayout" Target="../slideLayouts/slideLayout89.xml"/><Relationship Id="rId25" Type="http://schemas.openxmlformats.org/officeDocument/2006/relationships/slideLayout" Target="../slideLayouts/slideLayout97.xml"/><Relationship Id="rId33" Type="http://schemas.openxmlformats.org/officeDocument/2006/relationships/slideLayout" Target="../slideLayouts/slideLayout105.xml"/><Relationship Id="rId38" Type="http://schemas.openxmlformats.org/officeDocument/2006/relationships/slideLayout" Target="../slideLayouts/slideLayout110.xml"/><Relationship Id="rId46" Type="http://schemas.openxmlformats.org/officeDocument/2006/relationships/slideLayout" Target="../slideLayouts/slideLayout118.xml"/><Relationship Id="rId59" Type="http://schemas.openxmlformats.org/officeDocument/2006/relationships/slideLayout" Target="../slideLayouts/slideLayout131.xml"/><Relationship Id="rId67" Type="http://schemas.openxmlformats.org/officeDocument/2006/relationships/slideLayout" Target="../slideLayouts/slideLayout139.xml"/><Relationship Id="rId20" Type="http://schemas.openxmlformats.org/officeDocument/2006/relationships/slideLayout" Target="../slideLayouts/slideLayout92.xml"/><Relationship Id="rId41" Type="http://schemas.openxmlformats.org/officeDocument/2006/relationships/slideLayout" Target="../slideLayouts/slideLayout113.xml"/><Relationship Id="rId54" Type="http://schemas.openxmlformats.org/officeDocument/2006/relationships/slideLayout" Target="../slideLayouts/slideLayout126.xml"/><Relationship Id="rId62" Type="http://schemas.openxmlformats.org/officeDocument/2006/relationships/slideLayout" Target="../slideLayouts/slideLayout134.xml"/><Relationship Id="rId70" Type="http://schemas.openxmlformats.org/officeDocument/2006/relationships/slideLayout" Target="../slideLayouts/slideLayout142.xml"/><Relationship Id="rId1" Type="http://schemas.openxmlformats.org/officeDocument/2006/relationships/slideLayout" Target="../slideLayouts/slideLayout73.xml"/><Relationship Id="rId6" Type="http://schemas.openxmlformats.org/officeDocument/2006/relationships/slideLayout" Target="../slideLayouts/slideLayout78.xml"/><Relationship Id="rId15" Type="http://schemas.openxmlformats.org/officeDocument/2006/relationships/slideLayout" Target="../slideLayouts/slideLayout87.xml"/><Relationship Id="rId23" Type="http://schemas.openxmlformats.org/officeDocument/2006/relationships/slideLayout" Target="../slideLayouts/slideLayout95.xml"/><Relationship Id="rId28" Type="http://schemas.openxmlformats.org/officeDocument/2006/relationships/slideLayout" Target="../slideLayouts/slideLayout100.xml"/><Relationship Id="rId36" Type="http://schemas.openxmlformats.org/officeDocument/2006/relationships/slideLayout" Target="../slideLayouts/slideLayout108.xml"/><Relationship Id="rId49" Type="http://schemas.openxmlformats.org/officeDocument/2006/relationships/slideLayout" Target="../slideLayouts/slideLayout121.xml"/><Relationship Id="rId57" Type="http://schemas.openxmlformats.org/officeDocument/2006/relationships/slideLayout" Target="../slideLayouts/slideLayout129.xml"/><Relationship Id="rId10" Type="http://schemas.openxmlformats.org/officeDocument/2006/relationships/slideLayout" Target="../slideLayouts/slideLayout82.xml"/><Relationship Id="rId31" Type="http://schemas.openxmlformats.org/officeDocument/2006/relationships/slideLayout" Target="../slideLayouts/slideLayout103.xml"/><Relationship Id="rId44" Type="http://schemas.openxmlformats.org/officeDocument/2006/relationships/slideLayout" Target="../slideLayouts/slideLayout116.xml"/><Relationship Id="rId52" Type="http://schemas.openxmlformats.org/officeDocument/2006/relationships/slideLayout" Target="../slideLayouts/slideLayout124.xml"/><Relationship Id="rId60" Type="http://schemas.openxmlformats.org/officeDocument/2006/relationships/slideLayout" Target="../slideLayouts/slideLayout132.xml"/><Relationship Id="rId65" Type="http://schemas.openxmlformats.org/officeDocument/2006/relationships/slideLayout" Target="../slideLayouts/slideLayout137.xml"/><Relationship Id="rId4" Type="http://schemas.openxmlformats.org/officeDocument/2006/relationships/slideLayout" Target="../slideLayouts/slideLayout76.xml"/><Relationship Id="rId9" Type="http://schemas.openxmlformats.org/officeDocument/2006/relationships/slideLayout" Target="../slideLayouts/slideLayout81.xml"/><Relationship Id="rId13" Type="http://schemas.openxmlformats.org/officeDocument/2006/relationships/slideLayout" Target="../slideLayouts/slideLayout85.xml"/><Relationship Id="rId18" Type="http://schemas.openxmlformats.org/officeDocument/2006/relationships/slideLayout" Target="../slideLayouts/slideLayout90.xml"/><Relationship Id="rId39" Type="http://schemas.openxmlformats.org/officeDocument/2006/relationships/slideLayout" Target="../slideLayouts/slideLayout111.xml"/><Relationship Id="rId34" Type="http://schemas.openxmlformats.org/officeDocument/2006/relationships/slideLayout" Target="../slideLayouts/slideLayout106.xml"/><Relationship Id="rId50" Type="http://schemas.openxmlformats.org/officeDocument/2006/relationships/slideLayout" Target="../slideLayouts/slideLayout122.xml"/><Relationship Id="rId55" Type="http://schemas.openxmlformats.org/officeDocument/2006/relationships/slideLayout" Target="../slideLayouts/slideLayout1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marR="0" lvl="0" algn="l" rtl="0">
              <a:lnSpc>
                <a:spcPct val="100000"/>
              </a:lnSpc>
              <a:spcBef>
                <a:spcPts val="0"/>
              </a:spcBef>
              <a:spcAft>
                <a:spcPts val="0"/>
              </a:spcAft>
              <a:buClr>
                <a:srgbClr val="120046"/>
              </a:buClr>
              <a:buSzPts val="2300"/>
              <a:buFont typeface="Plus Jakarta Sans Medium"/>
              <a:buNone/>
              <a:defRPr sz="2300" b="0" i="0" u="none" strike="noStrike" cap="none">
                <a:solidFill>
                  <a:srgbClr val="120046"/>
                </a:solidFill>
                <a:latin typeface="Plus Jakarta Sans Medium"/>
                <a:ea typeface="Plus Jakarta Sans Medium"/>
                <a:cs typeface="Plus Jakarta Sans Medium"/>
                <a:sym typeface="Plus Jakarta Sans Medium"/>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533400" y="1370013"/>
            <a:ext cx="7982100" cy="3262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Plus Jakarta Sans"/>
              <a:buNone/>
              <a:defRPr sz="1400" b="0" i="0" u="none" strike="noStrike" cap="none">
                <a:solidFill>
                  <a:srgbClr val="000000"/>
                </a:solidFill>
                <a:latin typeface="Plus Jakarta Sans"/>
                <a:ea typeface="Plus Jakarta Sans"/>
                <a:cs typeface="Plus Jakarta Sans"/>
                <a:sym typeface="Plus Jakarta Sans"/>
              </a:defRPr>
            </a:lvl1pPr>
            <a:lvl2pPr marL="914400" marR="0" lvl="1" indent="-228600" algn="l" rtl="0">
              <a:lnSpc>
                <a:spcPct val="118333"/>
              </a:lnSpc>
              <a:spcBef>
                <a:spcPts val="400"/>
              </a:spcBef>
              <a:spcAft>
                <a:spcPts val="0"/>
              </a:spcAft>
              <a:buClr>
                <a:srgbClr val="000000"/>
              </a:buClr>
              <a:buSzPts val="1440"/>
              <a:buFont typeface="Plus Jakarta Sans"/>
              <a:buNone/>
              <a:defRPr sz="1200" b="0" i="0" u="none" strike="noStrike" cap="none">
                <a:solidFill>
                  <a:srgbClr val="000000"/>
                </a:solidFill>
                <a:latin typeface="Plus Jakarta Sans"/>
                <a:ea typeface="Plus Jakarta Sans"/>
                <a:cs typeface="Plus Jakarta Sans"/>
                <a:sym typeface="Plus Jakarta Sans"/>
              </a:defRPr>
            </a:lvl2pPr>
            <a:lvl3pPr marL="1371600" marR="0" lvl="2" indent="-304800" algn="l" rtl="0">
              <a:lnSpc>
                <a:spcPct val="100000"/>
              </a:lnSpc>
              <a:spcBef>
                <a:spcPts val="200"/>
              </a:spcBef>
              <a:spcAft>
                <a:spcPts val="0"/>
              </a:spcAft>
              <a:buClr>
                <a:srgbClr val="000000"/>
              </a:buClr>
              <a:buSzPts val="1200"/>
              <a:buFont typeface="Arial"/>
              <a:buChar char="•"/>
              <a:defRPr sz="1000" b="0" i="0" u="none" strike="noStrike" cap="none">
                <a:solidFill>
                  <a:srgbClr val="000000"/>
                </a:solidFill>
                <a:latin typeface="Plus Jakarta Sans"/>
                <a:ea typeface="Plus Jakarta Sans"/>
                <a:cs typeface="Plus Jakarta Sans"/>
                <a:sym typeface="Plus Jakarta Sans"/>
              </a:defRPr>
            </a:lvl3pPr>
            <a:lvl4pPr marL="1828800" marR="0" lvl="3" indent="-292100" algn="l" rtl="0">
              <a:lnSpc>
                <a:spcPct val="100000"/>
              </a:lnSpc>
              <a:spcBef>
                <a:spcPts val="200"/>
              </a:spcBef>
              <a:spcAft>
                <a:spcPts val="0"/>
              </a:spcAft>
              <a:buClr>
                <a:srgbClr val="000000"/>
              </a:buClr>
              <a:buSzPts val="1000"/>
              <a:buFont typeface="Arial"/>
              <a:buChar char="–"/>
              <a:defRPr sz="1000" b="0" i="0" u="none" strike="noStrike" cap="none">
                <a:solidFill>
                  <a:srgbClr val="000000"/>
                </a:solidFill>
                <a:latin typeface="Plus Jakarta Sans"/>
                <a:ea typeface="Plus Jakarta Sans"/>
                <a:cs typeface="Plus Jakarta Sans"/>
                <a:sym typeface="Plus Jakarta Sans"/>
              </a:defRPr>
            </a:lvl4pPr>
            <a:lvl5pPr marL="2286000" marR="0" lvl="4" indent="-292100" algn="l" rtl="0">
              <a:lnSpc>
                <a:spcPct val="100000"/>
              </a:lnSpc>
              <a:spcBef>
                <a:spcPts val="200"/>
              </a:spcBef>
              <a:spcAft>
                <a:spcPts val="0"/>
              </a:spcAft>
              <a:buClr>
                <a:srgbClr val="000000"/>
              </a:buClr>
              <a:buSzPts val="1000"/>
              <a:buFont typeface="Arial"/>
              <a:buChar char="»"/>
              <a:defRPr sz="1000" b="0" i="0" u="none" strike="noStrike" cap="none">
                <a:solidFill>
                  <a:srgbClr val="000000"/>
                </a:solidFill>
                <a:latin typeface="Plus Jakarta Sans"/>
                <a:ea typeface="Plus Jakarta Sans"/>
                <a:cs typeface="Plus Jakarta Sans"/>
                <a:sym typeface="Plus Jakarta Sans"/>
              </a:defRPr>
            </a:lvl5pPr>
            <a:lvl6pPr marL="2743200" marR="0" lvl="5" indent="-355600" algn="l" rtl="0">
              <a:lnSpc>
                <a:spcPct val="100000"/>
              </a:lnSpc>
              <a:spcBef>
                <a:spcPts val="400"/>
              </a:spcBef>
              <a:spcAft>
                <a:spcPts val="0"/>
              </a:spcAft>
              <a:buClr>
                <a:srgbClr val="000000"/>
              </a:buClr>
              <a:buSzPts val="2000"/>
              <a:buFont typeface="Arial"/>
              <a:buChar char="•"/>
              <a:defRPr sz="2000" b="0" i="0" u="none" strike="noStrike" cap="none">
                <a:solidFill>
                  <a:srgbClr val="000000"/>
                </a:solidFill>
                <a:latin typeface="Calibri"/>
                <a:ea typeface="Calibri"/>
                <a:cs typeface="Calibri"/>
                <a:sym typeface="Calibri"/>
              </a:defRPr>
            </a:lvl6pPr>
            <a:lvl7pPr marL="3200400" marR="0" lvl="6" indent="-355600" algn="l" rtl="0">
              <a:lnSpc>
                <a:spcPct val="100000"/>
              </a:lnSpc>
              <a:spcBef>
                <a:spcPts val="400"/>
              </a:spcBef>
              <a:spcAft>
                <a:spcPts val="0"/>
              </a:spcAft>
              <a:buClr>
                <a:srgbClr val="000000"/>
              </a:buClr>
              <a:buSzPts val="2000"/>
              <a:buFont typeface="Arial"/>
              <a:buChar char="•"/>
              <a:defRPr sz="2000" b="0" i="0" u="none" strike="noStrike" cap="none">
                <a:solidFill>
                  <a:srgbClr val="000000"/>
                </a:solidFill>
                <a:latin typeface="Calibri"/>
                <a:ea typeface="Calibri"/>
                <a:cs typeface="Calibri"/>
                <a:sym typeface="Calibri"/>
              </a:defRPr>
            </a:lvl7pPr>
            <a:lvl8pPr marL="3657600" marR="0" lvl="7" indent="-355600" algn="l" rtl="0">
              <a:lnSpc>
                <a:spcPct val="100000"/>
              </a:lnSpc>
              <a:spcBef>
                <a:spcPts val="400"/>
              </a:spcBef>
              <a:spcAft>
                <a:spcPts val="0"/>
              </a:spcAft>
              <a:buClr>
                <a:srgbClr val="000000"/>
              </a:buClr>
              <a:buSzPts val="2000"/>
              <a:buFont typeface="Arial"/>
              <a:buChar char="•"/>
              <a:defRPr sz="2000" b="0" i="0" u="none" strike="noStrike" cap="none">
                <a:solidFill>
                  <a:srgbClr val="000000"/>
                </a:solidFill>
                <a:latin typeface="Calibri"/>
                <a:ea typeface="Calibri"/>
                <a:cs typeface="Calibri"/>
                <a:sym typeface="Calibri"/>
              </a:defRPr>
            </a:lvl8pPr>
            <a:lvl9pPr marL="4114800" marR="0" lvl="8" indent="-355600" algn="l" rtl="0">
              <a:lnSpc>
                <a:spcPct val="100000"/>
              </a:lnSpc>
              <a:spcBef>
                <a:spcPts val="400"/>
              </a:spcBef>
              <a:spcAft>
                <a:spcPts val="0"/>
              </a:spcAft>
              <a:buClr>
                <a:srgbClr val="000000"/>
              </a:buClr>
              <a:buSzPts val="2000"/>
              <a:buFont typeface="Arial"/>
              <a:buChar char="•"/>
              <a:defRPr sz="2000" b="0" i="0" u="none" strike="noStrike" cap="none">
                <a:solidFill>
                  <a:srgbClr val="000000"/>
                </a:solidFill>
                <a:latin typeface="Calibri"/>
                <a:ea typeface="Calibri"/>
                <a:cs typeface="Calibri"/>
                <a:sym typeface="Calibri"/>
              </a:defRPr>
            </a:lvl9pPr>
          </a:lstStyle>
          <a:p>
            <a:endParaRPr/>
          </a:p>
        </p:txBody>
      </p:sp>
      <p:sp>
        <p:nvSpPr>
          <p:cNvPr id="8" name="Google Shape;8;p1"/>
          <p:cNvSpPr txBox="1"/>
          <p:nvPr/>
        </p:nvSpPr>
        <p:spPr>
          <a:xfrm>
            <a:off x="380125" y="4737800"/>
            <a:ext cx="4613700" cy="2877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Clr>
                <a:srgbClr val="888892"/>
              </a:buClr>
              <a:buSzPts val="600"/>
              <a:buFont typeface="Plus Jakarta Sans"/>
              <a:buNone/>
            </a:pPr>
            <a:r>
              <a:rPr lang="en" sz="600" b="0" i="0" u="none" strike="noStrike" cap="none">
                <a:solidFill>
                  <a:srgbClr val="888892"/>
                </a:solidFill>
                <a:latin typeface="Plus Jakarta Sans"/>
                <a:ea typeface="Plus Jakarta Sans"/>
                <a:cs typeface="Plus Jakarta Sans"/>
                <a:sym typeface="Plus Jakarta Sans"/>
              </a:rPr>
              <a:t>©2025 Cloudera, Inc. All Rights Reserved.</a:t>
            </a:r>
            <a:endParaRPr sz="600" b="0" i="0" u="none" strike="noStrike" cap="none">
              <a:solidFill>
                <a:srgbClr val="888892"/>
              </a:solidFill>
              <a:latin typeface="Plus Jakarta Sans"/>
              <a:ea typeface="Plus Jakarta Sans"/>
              <a:cs typeface="Plus Jakarta Sans"/>
              <a:sym typeface="Plus Jakarta Sans"/>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 id="2147483703" r:id="rId56"/>
    <p:sldLayoutId id="2147483704" r:id="rId57"/>
    <p:sldLayoutId id="2147483705" r:id="rId58"/>
    <p:sldLayoutId id="2147483706" r:id="rId59"/>
    <p:sldLayoutId id="2147483707" r:id="rId60"/>
    <p:sldLayoutId id="2147483708" r:id="rId61"/>
    <p:sldLayoutId id="2147483709" r:id="rId62"/>
    <p:sldLayoutId id="2147483710" r:id="rId63"/>
    <p:sldLayoutId id="2147483711" r:id="rId64"/>
    <p:sldLayoutId id="2147483712" r:id="rId65"/>
    <p:sldLayoutId id="2147483713" r:id="rId66"/>
    <p:sldLayoutId id="2147483714" r:id="rId67"/>
    <p:sldLayoutId id="2147483715" r:id="rId68"/>
    <p:sldLayoutId id="2147483716" r:id="rId69"/>
    <p:sldLayoutId id="2147483717" r:id="rId70"/>
    <p:sldLayoutId id="2147483718" r:id="rId71"/>
    <p:sldLayoutId id="2147483719" r:id="rId72"/>
  </p:sldLayoutIdLst>
  <p:transition spd="slow">
    <p:push/>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13"/>
        <p:cNvGrpSpPr/>
        <p:nvPr/>
      </p:nvGrpSpPr>
      <p:grpSpPr>
        <a:xfrm>
          <a:off x="0" y="0"/>
          <a:ext cx="0" cy="0"/>
          <a:chOff x="0" y="0"/>
          <a:chExt cx="0" cy="0"/>
        </a:xfrm>
      </p:grpSpPr>
      <p:sp>
        <p:nvSpPr>
          <p:cNvPr id="514" name="Google Shape;514;p74"/>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lvl1pPr marR="0" lvl="0" algn="l">
              <a:lnSpc>
                <a:spcPct val="100000"/>
              </a:lnSpc>
              <a:spcBef>
                <a:spcPts val="0"/>
              </a:spcBef>
              <a:spcAft>
                <a:spcPts val="0"/>
              </a:spcAft>
              <a:buClr>
                <a:srgbClr val="120046"/>
              </a:buClr>
              <a:buSzPts val="2300"/>
              <a:buFont typeface="Plus Jakarta Sans Medium"/>
              <a:buNone/>
              <a:defRPr sz="2300" b="0" i="0" u="none" strike="noStrike" cap="none">
                <a:solidFill>
                  <a:srgbClr val="120046"/>
                </a:solidFill>
                <a:latin typeface="Plus Jakarta Sans Medium"/>
                <a:ea typeface="Plus Jakarta Sans Medium"/>
                <a:cs typeface="Plus Jakarta Sans Medium"/>
                <a:sym typeface="Plus Jakarta Sans Medium"/>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15" name="Google Shape;515;p74"/>
          <p:cNvSpPr txBox="1">
            <a:spLocks noGrp="1"/>
          </p:cNvSpPr>
          <p:nvPr>
            <p:ph type="body" idx="1"/>
          </p:nvPr>
        </p:nvSpPr>
        <p:spPr>
          <a:xfrm>
            <a:off x="533400" y="1370013"/>
            <a:ext cx="7982100" cy="3262200"/>
          </a:xfrm>
          <a:prstGeom prst="rect">
            <a:avLst/>
          </a:prstGeom>
          <a:noFill/>
          <a:ln>
            <a:noFill/>
          </a:ln>
        </p:spPr>
        <p:txBody>
          <a:bodyPr spcFirstLastPara="1" wrap="square" lIns="91425" tIns="45700" rIns="91425" bIns="45700" anchor="t" anchorCtr="0">
            <a:noAutofit/>
          </a:bodyPr>
          <a:lstStyle>
            <a:lvl1pPr marL="457200" marR="0" lvl="0" indent="-228600" algn="l">
              <a:lnSpc>
                <a:spcPct val="100000"/>
              </a:lnSpc>
              <a:spcBef>
                <a:spcPts val="0"/>
              </a:spcBef>
              <a:spcAft>
                <a:spcPts val="0"/>
              </a:spcAft>
              <a:buClr>
                <a:srgbClr val="000000"/>
              </a:buClr>
              <a:buSzPts val="1400"/>
              <a:buFont typeface="Plus Jakarta Sans"/>
              <a:buNone/>
              <a:defRPr sz="1400" b="0" i="0" u="none" strike="noStrike" cap="none">
                <a:solidFill>
                  <a:srgbClr val="000000"/>
                </a:solidFill>
                <a:latin typeface="Plus Jakarta Sans"/>
                <a:ea typeface="Plus Jakarta Sans"/>
                <a:cs typeface="Plus Jakarta Sans"/>
                <a:sym typeface="Plus Jakarta Sans"/>
              </a:defRPr>
            </a:lvl1pPr>
            <a:lvl2pPr marL="914400" marR="0" lvl="1" indent="-228600" algn="l">
              <a:lnSpc>
                <a:spcPct val="118333"/>
              </a:lnSpc>
              <a:spcBef>
                <a:spcPts val="400"/>
              </a:spcBef>
              <a:spcAft>
                <a:spcPts val="0"/>
              </a:spcAft>
              <a:buClr>
                <a:srgbClr val="000000"/>
              </a:buClr>
              <a:buSzPts val="1440"/>
              <a:buFont typeface="Plus Jakarta Sans"/>
              <a:buNone/>
              <a:defRPr sz="1200" b="0" i="0" u="none" strike="noStrike" cap="none">
                <a:solidFill>
                  <a:srgbClr val="000000"/>
                </a:solidFill>
                <a:latin typeface="Plus Jakarta Sans"/>
                <a:ea typeface="Plus Jakarta Sans"/>
                <a:cs typeface="Plus Jakarta Sans"/>
                <a:sym typeface="Plus Jakarta Sans"/>
              </a:defRPr>
            </a:lvl2pPr>
            <a:lvl3pPr marL="1371600" marR="0" lvl="2" indent="-304800" algn="l">
              <a:lnSpc>
                <a:spcPct val="100000"/>
              </a:lnSpc>
              <a:spcBef>
                <a:spcPts val="200"/>
              </a:spcBef>
              <a:spcAft>
                <a:spcPts val="0"/>
              </a:spcAft>
              <a:buClr>
                <a:srgbClr val="000000"/>
              </a:buClr>
              <a:buSzPts val="1200"/>
              <a:buFont typeface="Arial"/>
              <a:buChar char="•"/>
              <a:defRPr sz="1000" b="0" i="0" u="none" strike="noStrike" cap="none">
                <a:solidFill>
                  <a:srgbClr val="000000"/>
                </a:solidFill>
                <a:latin typeface="Plus Jakarta Sans"/>
                <a:ea typeface="Plus Jakarta Sans"/>
                <a:cs typeface="Plus Jakarta Sans"/>
                <a:sym typeface="Plus Jakarta Sans"/>
              </a:defRPr>
            </a:lvl3pPr>
            <a:lvl4pPr marL="1828800" marR="0" lvl="3" indent="-292100" algn="l">
              <a:lnSpc>
                <a:spcPct val="100000"/>
              </a:lnSpc>
              <a:spcBef>
                <a:spcPts val="200"/>
              </a:spcBef>
              <a:spcAft>
                <a:spcPts val="0"/>
              </a:spcAft>
              <a:buClr>
                <a:srgbClr val="000000"/>
              </a:buClr>
              <a:buSzPts val="1000"/>
              <a:buFont typeface="Arial"/>
              <a:buChar char="–"/>
              <a:defRPr sz="1000" b="0" i="0" u="none" strike="noStrike" cap="none">
                <a:solidFill>
                  <a:srgbClr val="000000"/>
                </a:solidFill>
                <a:latin typeface="Plus Jakarta Sans"/>
                <a:ea typeface="Plus Jakarta Sans"/>
                <a:cs typeface="Plus Jakarta Sans"/>
                <a:sym typeface="Plus Jakarta Sans"/>
              </a:defRPr>
            </a:lvl4pPr>
            <a:lvl5pPr marL="2286000" marR="0" lvl="4" indent="-292100" algn="l">
              <a:lnSpc>
                <a:spcPct val="100000"/>
              </a:lnSpc>
              <a:spcBef>
                <a:spcPts val="200"/>
              </a:spcBef>
              <a:spcAft>
                <a:spcPts val="0"/>
              </a:spcAft>
              <a:buClr>
                <a:srgbClr val="000000"/>
              </a:buClr>
              <a:buSzPts val="1000"/>
              <a:buFont typeface="Arial"/>
              <a:buChar char="»"/>
              <a:defRPr sz="1000" b="0" i="0" u="none" strike="noStrike" cap="none">
                <a:solidFill>
                  <a:srgbClr val="000000"/>
                </a:solidFill>
                <a:latin typeface="Plus Jakarta Sans"/>
                <a:ea typeface="Plus Jakarta Sans"/>
                <a:cs typeface="Plus Jakarta Sans"/>
                <a:sym typeface="Plus Jakarta Sans"/>
              </a:defRPr>
            </a:lvl5pPr>
            <a:lvl6pPr marL="2743200" marR="0" lvl="5" indent="-355600" algn="l">
              <a:lnSpc>
                <a:spcPct val="100000"/>
              </a:lnSpc>
              <a:spcBef>
                <a:spcPts val="400"/>
              </a:spcBef>
              <a:spcAft>
                <a:spcPts val="0"/>
              </a:spcAft>
              <a:buClr>
                <a:srgbClr val="000000"/>
              </a:buClr>
              <a:buSzPts val="2000"/>
              <a:buFont typeface="Arial"/>
              <a:buChar char="•"/>
              <a:defRPr sz="2000" b="0" i="0" u="none" strike="noStrike" cap="none">
                <a:solidFill>
                  <a:srgbClr val="000000"/>
                </a:solidFill>
                <a:latin typeface="Calibri"/>
                <a:ea typeface="Calibri"/>
                <a:cs typeface="Calibri"/>
                <a:sym typeface="Calibri"/>
              </a:defRPr>
            </a:lvl6pPr>
            <a:lvl7pPr marL="3200400" marR="0" lvl="6" indent="-355600" algn="l">
              <a:lnSpc>
                <a:spcPct val="100000"/>
              </a:lnSpc>
              <a:spcBef>
                <a:spcPts val="400"/>
              </a:spcBef>
              <a:spcAft>
                <a:spcPts val="0"/>
              </a:spcAft>
              <a:buClr>
                <a:srgbClr val="000000"/>
              </a:buClr>
              <a:buSzPts val="2000"/>
              <a:buFont typeface="Arial"/>
              <a:buChar char="•"/>
              <a:defRPr sz="2000" b="0" i="0" u="none" strike="noStrike" cap="none">
                <a:solidFill>
                  <a:srgbClr val="000000"/>
                </a:solidFill>
                <a:latin typeface="Calibri"/>
                <a:ea typeface="Calibri"/>
                <a:cs typeface="Calibri"/>
                <a:sym typeface="Calibri"/>
              </a:defRPr>
            </a:lvl7pPr>
            <a:lvl8pPr marL="3657600" marR="0" lvl="7" indent="-355600" algn="l">
              <a:lnSpc>
                <a:spcPct val="100000"/>
              </a:lnSpc>
              <a:spcBef>
                <a:spcPts val="400"/>
              </a:spcBef>
              <a:spcAft>
                <a:spcPts val="0"/>
              </a:spcAft>
              <a:buClr>
                <a:srgbClr val="000000"/>
              </a:buClr>
              <a:buSzPts val="2000"/>
              <a:buFont typeface="Arial"/>
              <a:buChar char="•"/>
              <a:defRPr sz="2000" b="0" i="0" u="none" strike="noStrike" cap="none">
                <a:solidFill>
                  <a:srgbClr val="000000"/>
                </a:solidFill>
                <a:latin typeface="Calibri"/>
                <a:ea typeface="Calibri"/>
                <a:cs typeface="Calibri"/>
                <a:sym typeface="Calibri"/>
              </a:defRPr>
            </a:lvl8pPr>
            <a:lvl9pPr marL="4114800" marR="0" lvl="8" indent="-355600" algn="l">
              <a:lnSpc>
                <a:spcPct val="100000"/>
              </a:lnSpc>
              <a:spcBef>
                <a:spcPts val="400"/>
              </a:spcBef>
              <a:spcAft>
                <a:spcPts val="0"/>
              </a:spcAft>
              <a:buClr>
                <a:srgbClr val="000000"/>
              </a:buClr>
              <a:buSzPts val="2000"/>
              <a:buFont typeface="Arial"/>
              <a:buChar char="•"/>
              <a:defRPr sz="2000" b="0" i="0" u="none" strike="noStrike" cap="none">
                <a:solidFill>
                  <a:srgbClr val="000000"/>
                </a:solidFill>
                <a:latin typeface="Calibri"/>
                <a:ea typeface="Calibri"/>
                <a:cs typeface="Calibri"/>
                <a:sym typeface="Calibri"/>
              </a:defRPr>
            </a:lvl9pPr>
          </a:lstStyle>
          <a:p>
            <a:endParaRPr/>
          </a:p>
        </p:txBody>
      </p:sp>
      <p:sp>
        <p:nvSpPr>
          <p:cNvPr id="516" name="Google Shape;516;p74"/>
          <p:cNvSpPr txBox="1"/>
          <p:nvPr/>
        </p:nvSpPr>
        <p:spPr>
          <a:xfrm>
            <a:off x="380125" y="4737800"/>
            <a:ext cx="4613700" cy="2877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Clr>
                <a:srgbClr val="888892"/>
              </a:buClr>
              <a:buSzPts val="600"/>
              <a:buFont typeface="Plus Jakarta Sans"/>
              <a:buNone/>
            </a:pPr>
            <a:r>
              <a:rPr lang="en" sz="600" b="0" i="0" u="none" strike="noStrike" cap="none">
                <a:solidFill>
                  <a:srgbClr val="888892"/>
                </a:solidFill>
                <a:latin typeface="Plus Jakarta Sans"/>
                <a:ea typeface="Plus Jakarta Sans"/>
                <a:cs typeface="Plus Jakarta Sans"/>
                <a:sym typeface="Plus Jakarta Sans"/>
              </a:rPr>
              <a:t>©2025 Cloudera, Inc. All Rights Reserved.</a:t>
            </a:r>
            <a:endParaRPr sz="600" b="0" i="0" u="none" strike="noStrike" cap="none">
              <a:solidFill>
                <a:srgbClr val="888892"/>
              </a:solidFill>
              <a:latin typeface="Plus Jakarta Sans"/>
              <a:ea typeface="Plus Jakarta Sans"/>
              <a:cs typeface="Plus Jakarta Sans"/>
              <a:sym typeface="Plus Jakarta Sans"/>
            </a:endParaRPr>
          </a:p>
        </p:txBody>
      </p:sp>
    </p:spTree>
  </p:cSld>
  <p:clrMap bg1="lt1" tx1="dk1" bg2="dk2" tx2="lt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 id="2147483731" r:id="rId12"/>
    <p:sldLayoutId id="2147483732" r:id="rId13"/>
    <p:sldLayoutId id="2147483733" r:id="rId14"/>
    <p:sldLayoutId id="2147483734" r:id="rId15"/>
    <p:sldLayoutId id="2147483735" r:id="rId16"/>
    <p:sldLayoutId id="2147483736" r:id="rId17"/>
    <p:sldLayoutId id="2147483737" r:id="rId18"/>
    <p:sldLayoutId id="2147483738" r:id="rId19"/>
    <p:sldLayoutId id="2147483739" r:id="rId20"/>
    <p:sldLayoutId id="2147483740" r:id="rId21"/>
    <p:sldLayoutId id="2147483741" r:id="rId22"/>
    <p:sldLayoutId id="2147483742" r:id="rId23"/>
    <p:sldLayoutId id="2147483743" r:id="rId24"/>
    <p:sldLayoutId id="2147483744" r:id="rId25"/>
    <p:sldLayoutId id="2147483745" r:id="rId26"/>
    <p:sldLayoutId id="2147483746" r:id="rId27"/>
    <p:sldLayoutId id="2147483747" r:id="rId28"/>
    <p:sldLayoutId id="2147483748" r:id="rId29"/>
    <p:sldLayoutId id="2147483749" r:id="rId30"/>
    <p:sldLayoutId id="2147483750" r:id="rId31"/>
    <p:sldLayoutId id="2147483751" r:id="rId32"/>
    <p:sldLayoutId id="2147483752" r:id="rId33"/>
    <p:sldLayoutId id="2147483753" r:id="rId34"/>
    <p:sldLayoutId id="2147483754" r:id="rId35"/>
    <p:sldLayoutId id="2147483755" r:id="rId36"/>
    <p:sldLayoutId id="2147483756" r:id="rId37"/>
    <p:sldLayoutId id="2147483757" r:id="rId38"/>
    <p:sldLayoutId id="2147483758" r:id="rId39"/>
    <p:sldLayoutId id="2147483759" r:id="rId40"/>
    <p:sldLayoutId id="2147483760" r:id="rId41"/>
    <p:sldLayoutId id="2147483761" r:id="rId42"/>
    <p:sldLayoutId id="2147483762" r:id="rId43"/>
    <p:sldLayoutId id="2147483763" r:id="rId44"/>
    <p:sldLayoutId id="2147483764" r:id="rId45"/>
    <p:sldLayoutId id="2147483765" r:id="rId46"/>
    <p:sldLayoutId id="2147483766" r:id="rId47"/>
    <p:sldLayoutId id="2147483767" r:id="rId48"/>
    <p:sldLayoutId id="2147483768" r:id="rId49"/>
    <p:sldLayoutId id="2147483769" r:id="rId50"/>
    <p:sldLayoutId id="2147483770" r:id="rId51"/>
    <p:sldLayoutId id="2147483771" r:id="rId52"/>
    <p:sldLayoutId id="2147483772" r:id="rId53"/>
    <p:sldLayoutId id="2147483773" r:id="rId54"/>
    <p:sldLayoutId id="2147483774" r:id="rId55"/>
    <p:sldLayoutId id="2147483775" r:id="rId56"/>
    <p:sldLayoutId id="2147483776" r:id="rId57"/>
    <p:sldLayoutId id="2147483777" r:id="rId58"/>
    <p:sldLayoutId id="2147483778" r:id="rId59"/>
    <p:sldLayoutId id="2147483779" r:id="rId60"/>
    <p:sldLayoutId id="2147483780" r:id="rId61"/>
    <p:sldLayoutId id="2147483781" r:id="rId62"/>
    <p:sldLayoutId id="2147483782" r:id="rId63"/>
    <p:sldLayoutId id="2147483783" r:id="rId64"/>
    <p:sldLayoutId id="2147483784" r:id="rId65"/>
    <p:sldLayoutId id="2147483785" r:id="rId66"/>
    <p:sldLayoutId id="2147483786" r:id="rId67"/>
    <p:sldLayoutId id="2147483787" r:id="rId68"/>
    <p:sldLayoutId id="2147483788" r:id="rId69"/>
    <p:sldLayoutId id="2147483789" r:id="rId70"/>
    <p:sldLayoutId id="2147483790" r:id="rId71"/>
  </p:sldLayoutIdLst>
  <p:transition spd="slow">
    <p:push/>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63.xml"/></Relationships>
</file>

<file path=ppt/slides/_rels/slide4.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4.xml"/><Relationship Id="rId1" Type="http://schemas.openxmlformats.org/officeDocument/2006/relationships/slideLayout" Target="../slideLayouts/slideLayout1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5.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notesSlide" Target="../notesSlides/notesSlide5.xml"/><Relationship Id="rId1" Type="http://schemas.openxmlformats.org/officeDocument/2006/relationships/slideLayout" Target="../slideLayouts/slideLayout11.xml"/><Relationship Id="rId6" Type="http://schemas.openxmlformats.org/officeDocument/2006/relationships/image" Target="../media/image35.png"/><Relationship Id="rId5" Type="http://schemas.openxmlformats.org/officeDocument/2006/relationships/image" Target="../media/image34.png"/><Relationship Id="rId10" Type="http://schemas.openxmlformats.org/officeDocument/2006/relationships/image" Target="../media/image39.png"/><Relationship Id="rId4" Type="http://schemas.openxmlformats.org/officeDocument/2006/relationships/image" Target="../media/image33.png"/><Relationship Id="rId9" Type="http://schemas.openxmlformats.org/officeDocument/2006/relationships/image" Target="../media/image38.png"/></Relationships>
</file>

<file path=ppt/slides/_rels/slide6.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notesSlide" Target="../notesSlides/notesSlide6.xml"/><Relationship Id="rId1" Type="http://schemas.openxmlformats.org/officeDocument/2006/relationships/slideLayout" Target="../slideLayouts/slideLayout11.xml"/><Relationship Id="rId6" Type="http://schemas.openxmlformats.org/officeDocument/2006/relationships/image" Target="../media/image43.png"/><Relationship Id="rId5" Type="http://schemas.openxmlformats.org/officeDocument/2006/relationships/image" Target="../media/image42.png"/><Relationship Id="rId10" Type="http://schemas.openxmlformats.org/officeDocument/2006/relationships/image" Target="../media/image47.png"/><Relationship Id="rId4" Type="http://schemas.openxmlformats.org/officeDocument/2006/relationships/image" Target="../media/image41.png"/><Relationship Id="rId9" Type="http://schemas.openxmlformats.org/officeDocument/2006/relationships/image" Target="../media/image46.png"/></Relationships>
</file>

<file path=ppt/slides/_rels/slide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9.xml"/><Relationship Id="rId1" Type="http://schemas.openxmlformats.org/officeDocument/2006/relationships/slideLayout" Target="../slideLayouts/slideLayout62.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1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hyperlink" Target="http://drive.google.com/file/d/1VrL72SwyiF5J5Jm1ozGE5xzsClN3yfr_/view" TargetMode="External"/><Relationship Id="rId2" Type="http://schemas.openxmlformats.org/officeDocument/2006/relationships/notesSlide" Target="../notesSlides/notesSlide12.xml"/><Relationship Id="rId1" Type="http://schemas.openxmlformats.org/officeDocument/2006/relationships/slideLayout" Target="../slideLayouts/slideLayout65.xml"/><Relationship Id="rId4" Type="http://schemas.openxmlformats.org/officeDocument/2006/relationships/image" Target="../media/image55.jpg"/></Relationships>
</file>

<file path=ppt/slides/_rels/slide1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3.xml"/><Relationship Id="rId1" Type="http://schemas.openxmlformats.org/officeDocument/2006/relationships/slideLayout" Target="../slideLayouts/slideLayout64.xml"/><Relationship Id="rId4" Type="http://schemas.openxmlformats.org/officeDocument/2006/relationships/image" Target="../media/image57.png"/></Relationships>
</file>

<file path=ppt/slides/_rels/slide1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4.xml"/><Relationship Id="rId1" Type="http://schemas.openxmlformats.org/officeDocument/2006/relationships/slideLayout" Target="../slideLayouts/slideLayout64.xml"/></Relationships>
</file>

<file path=ppt/slides/_rels/slide15.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image" Target="../media/image59.png"/><Relationship Id="rId7" Type="http://schemas.openxmlformats.org/officeDocument/2006/relationships/image" Target="../media/image63.png"/><Relationship Id="rId2" Type="http://schemas.openxmlformats.org/officeDocument/2006/relationships/notesSlide" Target="../notesSlides/notesSlide15.xml"/><Relationship Id="rId1" Type="http://schemas.openxmlformats.org/officeDocument/2006/relationships/slideLayout" Target="../slideLayouts/slideLayout68.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s>
</file>

<file path=ppt/slides/_rels/slide16.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16.xml"/><Relationship Id="rId1" Type="http://schemas.openxmlformats.org/officeDocument/2006/relationships/slideLayout" Target="../slideLayouts/slideLayout64.xml"/><Relationship Id="rId5" Type="http://schemas.openxmlformats.org/officeDocument/2006/relationships/image" Target="../media/image67.png"/><Relationship Id="rId4" Type="http://schemas.openxmlformats.org/officeDocument/2006/relationships/image" Target="../media/image66.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7.xml"/><Relationship Id="rId1" Type="http://schemas.openxmlformats.org/officeDocument/2006/relationships/slideLayout" Target="../slideLayouts/slideLayout67.xml"/><Relationship Id="rId5" Type="http://schemas.openxmlformats.org/officeDocument/2006/relationships/image" Target="../media/image70.png"/><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8.xml"/><Relationship Id="rId1" Type="http://schemas.openxmlformats.org/officeDocument/2006/relationships/slideLayout" Target="../slideLayouts/slideLayout141.xml"/><Relationship Id="rId5" Type="http://schemas.openxmlformats.org/officeDocument/2006/relationships/image" Target="../media/image73.png"/><Relationship Id="rId4" Type="http://schemas.openxmlformats.org/officeDocument/2006/relationships/image" Target="../media/image72.png"/></Relationships>
</file>

<file path=ppt/slides/_rels/slide19.xml.rels><?xml version="1.0" encoding="UTF-8" standalone="yes"?>
<Relationships xmlns="http://schemas.openxmlformats.org/package/2006/relationships"><Relationship Id="rId8" Type="http://schemas.openxmlformats.org/officeDocument/2006/relationships/image" Target="../media/image79.png"/><Relationship Id="rId13" Type="http://schemas.openxmlformats.org/officeDocument/2006/relationships/image" Target="../media/image84.png"/><Relationship Id="rId18" Type="http://schemas.openxmlformats.org/officeDocument/2006/relationships/image" Target="../media/image89.png"/><Relationship Id="rId3" Type="http://schemas.openxmlformats.org/officeDocument/2006/relationships/image" Target="../media/image74.png"/><Relationship Id="rId21" Type="http://schemas.openxmlformats.org/officeDocument/2006/relationships/image" Target="../media/image92.png"/><Relationship Id="rId7" Type="http://schemas.openxmlformats.org/officeDocument/2006/relationships/image" Target="../media/image78.png"/><Relationship Id="rId12" Type="http://schemas.openxmlformats.org/officeDocument/2006/relationships/image" Target="../media/image83.png"/><Relationship Id="rId17" Type="http://schemas.openxmlformats.org/officeDocument/2006/relationships/image" Target="../media/image88.png"/><Relationship Id="rId2" Type="http://schemas.openxmlformats.org/officeDocument/2006/relationships/notesSlide" Target="../notesSlides/notesSlide19.xml"/><Relationship Id="rId16" Type="http://schemas.openxmlformats.org/officeDocument/2006/relationships/image" Target="../media/image87.png"/><Relationship Id="rId20" Type="http://schemas.openxmlformats.org/officeDocument/2006/relationships/image" Target="../media/image91.png"/><Relationship Id="rId1" Type="http://schemas.openxmlformats.org/officeDocument/2006/relationships/slideLayout" Target="../slideLayouts/slideLayout11.xml"/><Relationship Id="rId6" Type="http://schemas.openxmlformats.org/officeDocument/2006/relationships/image" Target="../media/image77.png"/><Relationship Id="rId11" Type="http://schemas.openxmlformats.org/officeDocument/2006/relationships/image" Target="../media/image82.png"/><Relationship Id="rId5" Type="http://schemas.openxmlformats.org/officeDocument/2006/relationships/image" Target="../media/image76.png"/><Relationship Id="rId15" Type="http://schemas.openxmlformats.org/officeDocument/2006/relationships/image" Target="../media/image86.png"/><Relationship Id="rId23" Type="http://schemas.openxmlformats.org/officeDocument/2006/relationships/image" Target="../media/image94.png"/><Relationship Id="rId10" Type="http://schemas.openxmlformats.org/officeDocument/2006/relationships/image" Target="../media/image81.png"/><Relationship Id="rId19" Type="http://schemas.openxmlformats.org/officeDocument/2006/relationships/image" Target="../media/image90.png"/><Relationship Id="rId4" Type="http://schemas.openxmlformats.org/officeDocument/2006/relationships/image" Target="../media/image75.png"/><Relationship Id="rId9" Type="http://schemas.openxmlformats.org/officeDocument/2006/relationships/image" Target="../media/image80.png"/><Relationship Id="rId14" Type="http://schemas.openxmlformats.org/officeDocument/2006/relationships/image" Target="../media/image85.png"/><Relationship Id="rId22" Type="http://schemas.openxmlformats.org/officeDocument/2006/relationships/image" Target="../media/image93.png"/></Relationships>
</file>

<file path=ppt/slides/_rels/slide20.xml.rels><?xml version="1.0" encoding="UTF-8" standalone="yes"?>
<Relationships xmlns="http://schemas.openxmlformats.org/package/2006/relationships"><Relationship Id="rId8" Type="http://schemas.openxmlformats.org/officeDocument/2006/relationships/image" Target="../media/image100.png"/><Relationship Id="rId13" Type="http://schemas.openxmlformats.org/officeDocument/2006/relationships/image" Target="../media/image105.png"/><Relationship Id="rId18" Type="http://schemas.openxmlformats.org/officeDocument/2006/relationships/image" Target="../media/image110.png"/><Relationship Id="rId3" Type="http://schemas.openxmlformats.org/officeDocument/2006/relationships/image" Target="../media/image95.png"/><Relationship Id="rId21" Type="http://schemas.openxmlformats.org/officeDocument/2006/relationships/image" Target="../media/image113.png"/><Relationship Id="rId7" Type="http://schemas.openxmlformats.org/officeDocument/2006/relationships/image" Target="../media/image99.png"/><Relationship Id="rId12" Type="http://schemas.openxmlformats.org/officeDocument/2006/relationships/image" Target="../media/image104.png"/><Relationship Id="rId17" Type="http://schemas.openxmlformats.org/officeDocument/2006/relationships/image" Target="../media/image109.png"/><Relationship Id="rId2" Type="http://schemas.openxmlformats.org/officeDocument/2006/relationships/notesSlide" Target="../notesSlides/notesSlide20.xml"/><Relationship Id="rId16" Type="http://schemas.openxmlformats.org/officeDocument/2006/relationships/image" Target="../media/image108.png"/><Relationship Id="rId20" Type="http://schemas.openxmlformats.org/officeDocument/2006/relationships/image" Target="../media/image112.png"/><Relationship Id="rId1" Type="http://schemas.openxmlformats.org/officeDocument/2006/relationships/slideLayout" Target="../slideLayouts/slideLayout70.xml"/><Relationship Id="rId6" Type="http://schemas.openxmlformats.org/officeDocument/2006/relationships/image" Target="../media/image98.png"/><Relationship Id="rId11" Type="http://schemas.openxmlformats.org/officeDocument/2006/relationships/image" Target="../media/image103.png"/><Relationship Id="rId5" Type="http://schemas.openxmlformats.org/officeDocument/2006/relationships/image" Target="../media/image97.png"/><Relationship Id="rId15" Type="http://schemas.openxmlformats.org/officeDocument/2006/relationships/image" Target="../media/image107.png"/><Relationship Id="rId10" Type="http://schemas.openxmlformats.org/officeDocument/2006/relationships/image" Target="../media/image102.png"/><Relationship Id="rId19" Type="http://schemas.openxmlformats.org/officeDocument/2006/relationships/image" Target="../media/image111.png"/><Relationship Id="rId4" Type="http://schemas.openxmlformats.org/officeDocument/2006/relationships/image" Target="../media/image96.png"/><Relationship Id="rId9" Type="http://schemas.openxmlformats.org/officeDocument/2006/relationships/image" Target="../media/image101.png"/><Relationship Id="rId14" Type="http://schemas.openxmlformats.org/officeDocument/2006/relationships/image" Target="../media/image106.png"/><Relationship Id="rId22" Type="http://schemas.openxmlformats.org/officeDocument/2006/relationships/image" Target="../media/image25.png"/></Relationships>
</file>

<file path=ppt/slides/_rels/slide21.xml.rels><?xml version="1.0" encoding="UTF-8" standalone="yes"?>
<Relationships xmlns="http://schemas.openxmlformats.org/package/2006/relationships"><Relationship Id="rId3" Type="http://schemas.openxmlformats.org/officeDocument/2006/relationships/image" Target="../media/image114.png"/><Relationship Id="rId7" Type="http://schemas.openxmlformats.org/officeDocument/2006/relationships/image" Target="../media/image118.png"/><Relationship Id="rId2" Type="http://schemas.openxmlformats.org/officeDocument/2006/relationships/notesSlide" Target="../notesSlides/notesSlide21.xml"/><Relationship Id="rId1" Type="http://schemas.openxmlformats.org/officeDocument/2006/relationships/slideLayout" Target="../slideLayouts/slideLayout71.xml"/><Relationship Id="rId6" Type="http://schemas.openxmlformats.org/officeDocument/2006/relationships/image" Target="../media/image117.png"/><Relationship Id="rId5" Type="http://schemas.openxmlformats.org/officeDocument/2006/relationships/image" Target="../media/image116.png"/><Relationship Id="rId4" Type="http://schemas.openxmlformats.org/officeDocument/2006/relationships/image" Target="../media/image115.png"/></Relationships>
</file>

<file path=ppt/slides/_rels/slide22.xml.rels><?xml version="1.0" encoding="UTF-8" standalone="yes"?>
<Relationships xmlns="http://schemas.openxmlformats.org/package/2006/relationships"><Relationship Id="rId13" Type="http://schemas.openxmlformats.org/officeDocument/2006/relationships/image" Target="../media/image97.png"/><Relationship Id="rId18" Type="http://schemas.openxmlformats.org/officeDocument/2006/relationships/image" Target="../media/image124.png"/><Relationship Id="rId26" Type="http://schemas.openxmlformats.org/officeDocument/2006/relationships/image" Target="../media/image130.png"/><Relationship Id="rId39" Type="http://schemas.openxmlformats.org/officeDocument/2006/relationships/image" Target="../media/image142.png"/><Relationship Id="rId21" Type="http://schemas.openxmlformats.org/officeDocument/2006/relationships/image" Target="../media/image101.png"/><Relationship Id="rId34" Type="http://schemas.openxmlformats.org/officeDocument/2006/relationships/image" Target="../media/image138.png"/><Relationship Id="rId7" Type="http://schemas.openxmlformats.org/officeDocument/2006/relationships/image" Target="../media/image102.png"/><Relationship Id="rId12" Type="http://schemas.openxmlformats.org/officeDocument/2006/relationships/image" Target="../media/image99.png"/><Relationship Id="rId17" Type="http://schemas.openxmlformats.org/officeDocument/2006/relationships/image" Target="../media/image104.png"/><Relationship Id="rId25" Type="http://schemas.openxmlformats.org/officeDocument/2006/relationships/image" Target="../media/image129.png"/><Relationship Id="rId33" Type="http://schemas.openxmlformats.org/officeDocument/2006/relationships/image" Target="../media/image137.png"/><Relationship Id="rId38" Type="http://schemas.openxmlformats.org/officeDocument/2006/relationships/image" Target="../media/image141.png"/><Relationship Id="rId2" Type="http://schemas.openxmlformats.org/officeDocument/2006/relationships/notesSlide" Target="../notesSlides/notesSlide22.xml"/><Relationship Id="rId16" Type="http://schemas.openxmlformats.org/officeDocument/2006/relationships/image" Target="../media/image100.png"/><Relationship Id="rId20" Type="http://schemas.openxmlformats.org/officeDocument/2006/relationships/image" Target="../media/image105.png"/><Relationship Id="rId29" Type="http://schemas.openxmlformats.org/officeDocument/2006/relationships/image" Target="../media/image133.png"/><Relationship Id="rId1" Type="http://schemas.openxmlformats.org/officeDocument/2006/relationships/slideLayout" Target="../slideLayouts/slideLayout70.xml"/><Relationship Id="rId6" Type="http://schemas.openxmlformats.org/officeDocument/2006/relationships/image" Target="../media/image121.png"/><Relationship Id="rId11" Type="http://schemas.openxmlformats.org/officeDocument/2006/relationships/image" Target="../media/image98.png"/><Relationship Id="rId24" Type="http://schemas.openxmlformats.org/officeDocument/2006/relationships/image" Target="../media/image128.png"/><Relationship Id="rId32" Type="http://schemas.openxmlformats.org/officeDocument/2006/relationships/image" Target="../media/image136.png"/><Relationship Id="rId37" Type="http://schemas.openxmlformats.org/officeDocument/2006/relationships/image" Target="../media/image112.png"/><Relationship Id="rId40" Type="http://schemas.openxmlformats.org/officeDocument/2006/relationships/image" Target="../media/image143.png"/><Relationship Id="rId5" Type="http://schemas.openxmlformats.org/officeDocument/2006/relationships/image" Target="../media/image120.png"/><Relationship Id="rId15" Type="http://schemas.openxmlformats.org/officeDocument/2006/relationships/image" Target="../media/image106.png"/><Relationship Id="rId23" Type="http://schemas.openxmlformats.org/officeDocument/2006/relationships/image" Target="../media/image127.png"/><Relationship Id="rId28" Type="http://schemas.openxmlformats.org/officeDocument/2006/relationships/image" Target="../media/image132.png"/><Relationship Id="rId36" Type="http://schemas.openxmlformats.org/officeDocument/2006/relationships/image" Target="../media/image140.png"/><Relationship Id="rId10" Type="http://schemas.openxmlformats.org/officeDocument/2006/relationships/image" Target="../media/image122.png"/><Relationship Id="rId19" Type="http://schemas.openxmlformats.org/officeDocument/2006/relationships/image" Target="../media/image125.png"/><Relationship Id="rId31" Type="http://schemas.openxmlformats.org/officeDocument/2006/relationships/image" Target="../media/image135.png"/><Relationship Id="rId4" Type="http://schemas.openxmlformats.org/officeDocument/2006/relationships/image" Target="../media/image119.png"/><Relationship Id="rId9" Type="http://schemas.openxmlformats.org/officeDocument/2006/relationships/image" Target="../media/image103.png"/><Relationship Id="rId14" Type="http://schemas.openxmlformats.org/officeDocument/2006/relationships/image" Target="../media/image123.png"/><Relationship Id="rId22" Type="http://schemas.openxmlformats.org/officeDocument/2006/relationships/image" Target="../media/image126.png"/><Relationship Id="rId27" Type="http://schemas.openxmlformats.org/officeDocument/2006/relationships/image" Target="../media/image131.png"/><Relationship Id="rId30" Type="http://schemas.openxmlformats.org/officeDocument/2006/relationships/image" Target="../media/image134.png"/><Relationship Id="rId35" Type="http://schemas.openxmlformats.org/officeDocument/2006/relationships/image" Target="../media/image139.png"/><Relationship Id="rId8" Type="http://schemas.openxmlformats.org/officeDocument/2006/relationships/image" Target="../media/image96.png"/><Relationship Id="rId3" Type="http://schemas.openxmlformats.org/officeDocument/2006/relationships/image" Target="../media/image117.png"/></Relationships>
</file>

<file path=ppt/slides/_rels/slide23.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notesSlide" Target="../notesSlides/notesSlide23.xml"/><Relationship Id="rId1" Type="http://schemas.openxmlformats.org/officeDocument/2006/relationships/slideLayout" Target="../slideLayouts/slideLayout71.xml"/><Relationship Id="rId4" Type="http://schemas.openxmlformats.org/officeDocument/2006/relationships/image" Target="../media/image145.png"/></Relationships>
</file>

<file path=ppt/slides/_rels/slide24.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notesSlide" Target="../notesSlides/notesSlide24.xml"/><Relationship Id="rId1" Type="http://schemas.openxmlformats.org/officeDocument/2006/relationships/slideLayout" Target="../slideLayouts/slideLayout70.xml"/><Relationship Id="rId4" Type="http://schemas.openxmlformats.org/officeDocument/2006/relationships/image" Target="../media/image144.png"/></Relationships>
</file>

<file path=ppt/slides/_rels/slide25.xml.rels><?xml version="1.0" encoding="UTF-8" standalone="yes"?>
<Relationships xmlns="http://schemas.openxmlformats.org/package/2006/relationships"><Relationship Id="rId13" Type="http://schemas.openxmlformats.org/officeDocument/2006/relationships/image" Target="../media/image98.png"/><Relationship Id="rId18" Type="http://schemas.openxmlformats.org/officeDocument/2006/relationships/image" Target="../media/image100.png"/><Relationship Id="rId26" Type="http://schemas.openxmlformats.org/officeDocument/2006/relationships/image" Target="../media/image129.png"/><Relationship Id="rId39" Type="http://schemas.openxmlformats.org/officeDocument/2006/relationships/image" Target="../media/image141.png"/><Relationship Id="rId21" Type="http://schemas.openxmlformats.org/officeDocument/2006/relationships/image" Target="../media/image105.png"/><Relationship Id="rId34" Type="http://schemas.openxmlformats.org/officeDocument/2006/relationships/image" Target="../media/image138.png"/><Relationship Id="rId42" Type="http://schemas.openxmlformats.org/officeDocument/2006/relationships/image" Target="../media/image152.png"/><Relationship Id="rId7" Type="http://schemas.openxmlformats.org/officeDocument/2006/relationships/image" Target="../media/image148.png"/><Relationship Id="rId2" Type="http://schemas.openxmlformats.org/officeDocument/2006/relationships/notesSlide" Target="../notesSlides/notesSlide25.xml"/><Relationship Id="rId16" Type="http://schemas.openxmlformats.org/officeDocument/2006/relationships/image" Target="../media/image123.png"/><Relationship Id="rId29" Type="http://schemas.openxmlformats.org/officeDocument/2006/relationships/image" Target="../media/image133.png"/><Relationship Id="rId1" Type="http://schemas.openxmlformats.org/officeDocument/2006/relationships/slideLayout" Target="../slideLayouts/slideLayout71.xml"/><Relationship Id="rId6" Type="http://schemas.openxmlformats.org/officeDocument/2006/relationships/image" Target="../media/image147.png"/><Relationship Id="rId11" Type="http://schemas.openxmlformats.org/officeDocument/2006/relationships/image" Target="../media/image103.png"/><Relationship Id="rId24" Type="http://schemas.openxmlformats.org/officeDocument/2006/relationships/image" Target="../media/image127.png"/><Relationship Id="rId32" Type="http://schemas.openxmlformats.org/officeDocument/2006/relationships/image" Target="../media/image136.png"/><Relationship Id="rId37" Type="http://schemas.openxmlformats.org/officeDocument/2006/relationships/image" Target="../media/image149.png"/><Relationship Id="rId40" Type="http://schemas.openxmlformats.org/officeDocument/2006/relationships/image" Target="../media/image150.png"/><Relationship Id="rId45" Type="http://schemas.openxmlformats.org/officeDocument/2006/relationships/image" Target="../media/image155.png"/><Relationship Id="rId5" Type="http://schemas.openxmlformats.org/officeDocument/2006/relationships/image" Target="../media/image146.png"/><Relationship Id="rId15" Type="http://schemas.openxmlformats.org/officeDocument/2006/relationships/image" Target="../media/image97.png"/><Relationship Id="rId23" Type="http://schemas.openxmlformats.org/officeDocument/2006/relationships/image" Target="../media/image126.png"/><Relationship Id="rId28" Type="http://schemas.openxmlformats.org/officeDocument/2006/relationships/image" Target="../media/image132.png"/><Relationship Id="rId36" Type="http://schemas.openxmlformats.org/officeDocument/2006/relationships/image" Target="../media/image110.png"/><Relationship Id="rId10" Type="http://schemas.openxmlformats.org/officeDocument/2006/relationships/image" Target="../media/image96.png"/><Relationship Id="rId19" Type="http://schemas.openxmlformats.org/officeDocument/2006/relationships/image" Target="../media/image104.png"/><Relationship Id="rId31" Type="http://schemas.openxmlformats.org/officeDocument/2006/relationships/image" Target="../media/image135.png"/><Relationship Id="rId44" Type="http://schemas.openxmlformats.org/officeDocument/2006/relationships/image" Target="../media/image154.png"/><Relationship Id="rId4" Type="http://schemas.openxmlformats.org/officeDocument/2006/relationships/hyperlink" Target="https://www.octopai.com/integrations/" TargetMode="External"/><Relationship Id="rId9" Type="http://schemas.openxmlformats.org/officeDocument/2006/relationships/image" Target="../media/image102.png"/><Relationship Id="rId14" Type="http://schemas.openxmlformats.org/officeDocument/2006/relationships/image" Target="../media/image99.png"/><Relationship Id="rId22" Type="http://schemas.openxmlformats.org/officeDocument/2006/relationships/image" Target="../media/image101.png"/><Relationship Id="rId27" Type="http://schemas.openxmlformats.org/officeDocument/2006/relationships/image" Target="../media/image131.png"/><Relationship Id="rId30" Type="http://schemas.openxmlformats.org/officeDocument/2006/relationships/image" Target="../media/image134.png"/><Relationship Id="rId35" Type="http://schemas.openxmlformats.org/officeDocument/2006/relationships/image" Target="../media/image139.png"/><Relationship Id="rId43" Type="http://schemas.openxmlformats.org/officeDocument/2006/relationships/image" Target="../media/image153.jpg"/><Relationship Id="rId8" Type="http://schemas.openxmlformats.org/officeDocument/2006/relationships/image" Target="../media/image121.png"/><Relationship Id="rId3" Type="http://schemas.openxmlformats.org/officeDocument/2006/relationships/hyperlink" Target="https://docs.google.com/spreadsheets/d/1sAA5120Ie7bnQiuYkRLom7IHTXYwOSMBmwk7aSnYKnY/edit?gid=225035977#gid=225035977" TargetMode="External"/><Relationship Id="rId12" Type="http://schemas.openxmlformats.org/officeDocument/2006/relationships/image" Target="../media/image122.png"/><Relationship Id="rId17" Type="http://schemas.openxmlformats.org/officeDocument/2006/relationships/image" Target="../media/image106.png"/><Relationship Id="rId25" Type="http://schemas.openxmlformats.org/officeDocument/2006/relationships/image" Target="../media/image128.png"/><Relationship Id="rId33" Type="http://schemas.openxmlformats.org/officeDocument/2006/relationships/image" Target="../media/image137.png"/><Relationship Id="rId38" Type="http://schemas.openxmlformats.org/officeDocument/2006/relationships/image" Target="../media/image112.png"/><Relationship Id="rId46" Type="http://schemas.openxmlformats.org/officeDocument/2006/relationships/image" Target="../media/image156.png"/><Relationship Id="rId20" Type="http://schemas.openxmlformats.org/officeDocument/2006/relationships/image" Target="../media/image124.png"/><Relationship Id="rId41" Type="http://schemas.openxmlformats.org/officeDocument/2006/relationships/image" Target="../media/image151.png"/></Relationships>
</file>

<file path=ppt/slides/_rels/slide26.xml.rels><?xml version="1.0" encoding="UTF-8" standalone="yes"?>
<Relationships xmlns="http://schemas.openxmlformats.org/package/2006/relationships"><Relationship Id="rId3" Type="http://schemas.openxmlformats.org/officeDocument/2006/relationships/image" Target="../media/image157.png"/><Relationship Id="rId2" Type="http://schemas.openxmlformats.org/officeDocument/2006/relationships/notesSlide" Target="../notesSlides/notesSlide26.xml"/><Relationship Id="rId1" Type="http://schemas.openxmlformats.org/officeDocument/2006/relationships/slideLayout" Target="../slideLayouts/slideLayout92.xml"/></Relationships>
</file>

<file path=ppt/slides/_rels/slide27.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notesSlide" Target="../notesSlides/notesSlide27.xml"/><Relationship Id="rId1" Type="http://schemas.openxmlformats.org/officeDocument/2006/relationships/slideLayout" Target="../slideLayouts/slideLayout142.xml"/></Relationships>
</file>

<file path=ppt/slides/_rels/slide28.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notesSlide" Target="../notesSlides/notesSlide28.xml"/><Relationship Id="rId1" Type="http://schemas.openxmlformats.org/officeDocument/2006/relationships/slideLayout" Target="../slideLayouts/slideLayout142.xml"/><Relationship Id="rId4" Type="http://schemas.openxmlformats.org/officeDocument/2006/relationships/image" Target="../media/image160.png"/></Relationships>
</file>

<file path=ppt/slides/_rels/slide29.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notesSlide" Target="../notesSlides/notesSlide29.xml"/><Relationship Id="rId1" Type="http://schemas.openxmlformats.org/officeDocument/2006/relationships/slideLayout" Target="../slideLayouts/slideLayout83.xml"/><Relationship Id="rId4" Type="http://schemas.openxmlformats.org/officeDocument/2006/relationships/image" Target="../media/image157.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12.xml"/></Relationships>
</file>

<file path=ppt/slides/_rels/slide31.xml.rels><?xml version="1.0" encoding="UTF-8" standalone="yes"?>
<Relationships xmlns="http://schemas.openxmlformats.org/package/2006/relationships"><Relationship Id="rId8" Type="http://schemas.openxmlformats.org/officeDocument/2006/relationships/image" Target="../media/image167.png"/><Relationship Id="rId13" Type="http://schemas.openxmlformats.org/officeDocument/2006/relationships/image" Target="../media/image172.png"/><Relationship Id="rId18" Type="http://schemas.openxmlformats.org/officeDocument/2006/relationships/image" Target="../media/image177.png"/><Relationship Id="rId3" Type="http://schemas.openxmlformats.org/officeDocument/2006/relationships/image" Target="../media/image162.png"/><Relationship Id="rId21" Type="http://schemas.openxmlformats.org/officeDocument/2006/relationships/image" Target="../media/image180.png"/><Relationship Id="rId7" Type="http://schemas.openxmlformats.org/officeDocument/2006/relationships/image" Target="../media/image166.png"/><Relationship Id="rId12" Type="http://schemas.openxmlformats.org/officeDocument/2006/relationships/image" Target="../media/image171.png"/><Relationship Id="rId17" Type="http://schemas.openxmlformats.org/officeDocument/2006/relationships/image" Target="../media/image176.png"/><Relationship Id="rId2" Type="http://schemas.openxmlformats.org/officeDocument/2006/relationships/notesSlide" Target="../notesSlides/notesSlide31.xml"/><Relationship Id="rId16" Type="http://schemas.openxmlformats.org/officeDocument/2006/relationships/image" Target="../media/image175.png"/><Relationship Id="rId20" Type="http://schemas.openxmlformats.org/officeDocument/2006/relationships/image" Target="../media/image179.png"/><Relationship Id="rId1" Type="http://schemas.openxmlformats.org/officeDocument/2006/relationships/slideLayout" Target="../slideLayouts/slideLayout143.xml"/><Relationship Id="rId6" Type="http://schemas.openxmlformats.org/officeDocument/2006/relationships/image" Target="../media/image165.png"/><Relationship Id="rId11" Type="http://schemas.openxmlformats.org/officeDocument/2006/relationships/image" Target="../media/image170.png"/><Relationship Id="rId24" Type="http://schemas.openxmlformats.org/officeDocument/2006/relationships/image" Target="../media/image183.png"/><Relationship Id="rId5" Type="http://schemas.openxmlformats.org/officeDocument/2006/relationships/image" Target="../media/image164.png"/><Relationship Id="rId15" Type="http://schemas.openxmlformats.org/officeDocument/2006/relationships/image" Target="../media/image174.png"/><Relationship Id="rId23" Type="http://schemas.openxmlformats.org/officeDocument/2006/relationships/image" Target="../media/image182.png"/><Relationship Id="rId10" Type="http://schemas.openxmlformats.org/officeDocument/2006/relationships/image" Target="../media/image169.png"/><Relationship Id="rId19" Type="http://schemas.openxmlformats.org/officeDocument/2006/relationships/image" Target="../media/image178.png"/><Relationship Id="rId4" Type="http://schemas.openxmlformats.org/officeDocument/2006/relationships/image" Target="../media/image163.png"/><Relationship Id="rId9" Type="http://schemas.openxmlformats.org/officeDocument/2006/relationships/image" Target="../media/image168.png"/><Relationship Id="rId14" Type="http://schemas.openxmlformats.org/officeDocument/2006/relationships/image" Target="../media/image173.png"/><Relationship Id="rId22" Type="http://schemas.openxmlformats.org/officeDocument/2006/relationships/image" Target="../media/image181.png"/></Relationships>
</file>

<file path=ppt/slides/_rels/slide32.xml.rels><?xml version="1.0" encoding="UTF-8" standalone="yes"?>
<Relationships xmlns="http://schemas.openxmlformats.org/package/2006/relationships"><Relationship Id="rId3" Type="http://schemas.openxmlformats.org/officeDocument/2006/relationships/image" Target="../media/image184.png"/><Relationship Id="rId2" Type="http://schemas.openxmlformats.org/officeDocument/2006/relationships/notesSlide" Target="../notesSlides/notesSlide32.xml"/><Relationship Id="rId1" Type="http://schemas.openxmlformats.org/officeDocument/2006/relationships/slideLayout" Target="../slideLayouts/slideLayout143.xml"/><Relationship Id="rId5" Type="http://schemas.openxmlformats.org/officeDocument/2006/relationships/image" Target="../media/image186.png"/><Relationship Id="rId4" Type="http://schemas.openxmlformats.org/officeDocument/2006/relationships/image" Target="../media/image185.png"/></Relationships>
</file>

<file path=ppt/slides/_rels/slide33.xml.rels><?xml version="1.0" encoding="UTF-8" standalone="yes"?>
<Relationships xmlns="http://schemas.openxmlformats.org/package/2006/relationships"><Relationship Id="rId3" Type="http://schemas.openxmlformats.org/officeDocument/2006/relationships/image" Target="../media/image157.png"/><Relationship Id="rId2" Type="http://schemas.openxmlformats.org/officeDocument/2006/relationships/notesSlide" Target="../notesSlides/notesSlide33.xml"/><Relationship Id="rId1" Type="http://schemas.openxmlformats.org/officeDocument/2006/relationships/slideLayout" Target="../slideLayouts/slideLayout8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35"/>
        <p:cNvGrpSpPr/>
        <p:nvPr/>
      </p:nvGrpSpPr>
      <p:grpSpPr>
        <a:xfrm>
          <a:off x="0" y="0"/>
          <a:ext cx="0" cy="0"/>
          <a:chOff x="0" y="0"/>
          <a:chExt cx="0" cy="0"/>
        </a:xfrm>
      </p:grpSpPr>
      <p:sp>
        <p:nvSpPr>
          <p:cNvPr id="1036" name="Google Shape;1036;p146"/>
          <p:cNvSpPr txBox="1">
            <a:spLocks noGrp="1"/>
          </p:cNvSpPr>
          <p:nvPr>
            <p:ph type="title"/>
          </p:nvPr>
        </p:nvSpPr>
        <p:spPr>
          <a:xfrm>
            <a:off x="3670625" y="2160475"/>
            <a:ext cx="4016100" cy="612900"/>
          </a:xfrm>
          <a:prstGeom prst="rect">
            <a:avLst/>
          </a:prstGeom>
        </p:spPr>
        <p:txBody>
          <a:bodyPr spcFirstLastPara="1" wrap="square" lIns="0" tIns="45700" rIns="91425" bIns="45700" anchor="b" anchorCtr="0">
            <a:noAutofit/>
          </a:bodyPr>
          <a:lstStyle/>
          <a:p>
            <a:pPr marL="0" lvl="0" indent="0" algn="l" rtl="0">
              <a:spcBef>
                <a:spcPts val="0"/>
              </a:spcBef>
              <a:spcAft>
                <a:spcPts val="0"/>
              </a:spcAft>
              <a:buNone/>
            </a:pPr>
            <a:r>
              <a:rPr lang="en"/>
              <a:t>Cloudera AI Overview</a:t>
            </a:r>
            <a:endParaRPr/>
          </a:p>
        </p:txBody>
      </p:sp>
      <p:sp>
        <p:nvSpPr>
          <p:cNvPr id="1037" name="Google Shape;1037;p146"/>
          <p:cNvSpPr txBox="1">
            <a:spLocks noGrp="1"/>
          </p:cNvSpPr>
          <p:nvPr>
            <p:ph type="body" idx="2"/>
          </p:nvPr>
        </p:nvSpPr>
        <p:spPr>
          <a:xfrm>
            <a:off x="3670625" y="2856575"/>
            <a:ext cx="5862600" cy="570000"/>
          </a:xfrm>
          <a:prstGeom prst="rect">
            <a:avLst/>
          </a:prstGeom>
        </p:spPr>
        <p:txBody>
          <a:bodyPr spcFirstLastPara="1" wrap="square" lIns="0" tIns="45700" rIns="91425" bIns="45700" anchor="t" anchorCtr="0">
            <a:noAutofit/>
          </a:bodyPr>
          <a:lstStyle/>
          <a:p>
            <a:pPr marL="0" lvl="0" indent="0" algn="l" rtl="0">
              <a:spcBef>
                <a:spcPts val="0"/>
              </a:spcBef>
              <a:spcAft>
                <a:spcPts val="0"/>
              </a:spcAft>
              <a:buNone/>
            </a:pPr>
            <a:r>
              <a:rPr lang="en"/>
              <a:t>July 2025</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42"/>
        <p:cNvGrpSpPr/>
        <p:nvPr/>
      </p:nvGrpSpPr>
      <p:grpSpPr>
        <a:xfrm>
          <a:off x="0" y="0"/>
          <a:ext cx="0" cy="0"/>
          <a:chOff x="0" y="0"/>
          <a:chExt cx="0" cy="0"/>
        </a:xfrm>
      </p:grpSpPr>
      <p:sp>
        <p:nvSpPr>
          <p:cNvPr id="1043" name="Google Shape;1043;p147"/>
          <p:cNvSpPr txBox="1">
            <a:spLocks noGrp="1"/>
          </p:cNvSpPr>
          <p:nvPr>
            <p:ph type="body" idx="1"/>
          </p:nvPr>
        </p:nvSpPr>
        <p:spPr>
          <a:xfrm>
            <a:off x="533400" y="1370000"/>
            <a:ext cx="8154900" cy="1506600"/>
          </a:xfrm>
          <a:prstGeom prst="rect">
            <a:avLst/>
          </a:prstGeom>
        </p:spPr>
        <p:txBody>
          <a:bodyPr spcFirstLastPara="1" wrap="square" lIns="91425" tIns="45700" rIns="91425" bIns="45700" anchor="t" anchorCtr="0">
            <a:noAutofit/>
          </a:bodyPr>
          <a:lstStyle/>
          <a:p>
            <a:pPr marL="457200" lvl="0" indent="-336550" algn="l" rtl="0">
              <a:spcBef>
                <a:spcPts val="0"/>
              </a:spcBef>
              <a:spcAft>
                <a:spcPts val="0"/>
              </a:spcAft>
              <a:buSzPts val="1700"/>
              <a:buChar char="●"/>
            </a:pPr>
            <a:r>
              <a:rPr lang="en" sz="1300"/>
              <a:t>Cloudera AI Overview</a:t>
            </a:r>
            <a:endParaRPr sz="1300"/>
          </a:p>
          <a:p>
            <a:pPr marL="457200" lvl="0" indent="-336550" algn="l" rtl="0">
              <a:spcBef>
                <a:spcPts val="1000"/>
              </a:spcBef>
              <a:spcAft>
                <a:spcPts val="0"/>
              </a:spcAft>
              <a:buSzPts val="1700"/>
              <a:buChar char="●"/>
            </a:pPr>
            <a:r>
              <a:rPr lang="en" sz="1300"/>
              <a:t>Why Cloudera AI</a:t>
            </a:r>
            <a:endParaRPr sz="1300"/>
          </a:p>
          <a:p>
            <a:pPr marL="457200" lvl="0" indent="-336550" algn="l" rtl="0">
              <a:spcBef>
                <a:spcPts val="1000"/>
              </a:spcBef>
              <a:spcAft>
                <a:spcPts val="0"/>
              </a:spcAft>
              <a:buSzPts val="1700"/>
              <a:buChar char="●"/>
            </a:pPr>
            <a:r>
              <a:rPr lang="en" sz="1300"/>
              <a:t>Key Cloudera AI Capabilities</a:t>
            </a:r>
            <a:endParaRPr sz="1300"/>
          </a:p>
          <a:p>
            <a:pPr marL="457200" lvl="0" indent="-336550" algn="l" rtl="0">
              <a:spcBef>
                <a:spcPts val="1000"/>
              </a:spcBef>
              <a:spcAft>
                <a:spcPts val="0"/>
              </a:spcAft>
              <a:buSzPts val="1700"/>
              <a:buChar char="●"/>
            </a:pPr>
            <a:r>
              <a:rPr lang="en" sz="1300"/>
              <a:t>Other Critical AI-Enabling Technologies from Cloudera</a:t>
            </a:r>
            <a:endParaRPr sz="1300"/>
          </a:p>
          <a:p>
            <a:pPr marL="457200" lvl="0" indent="-336550" algn="l" rtl="0">
              <a:spcBef>
                <a:spcPts val="1000"/>
              </a:spcBef>
              <a:spcAft>
                <a:spcPts val="1000"/>
              </a:spcAft>
              <a:buSzPts val="1700"/>
              <a:buChar char="●"/>
            </a:pPr>
            <a:r>
              <a:rPr lang="en" sz="1300"/>
              <a:t>Customer Success Stories</a:t>
            </a:r>
            <a:endParaRPr sz="1300"/>
          </a:p>
        </p:txBody>
      </p:sp>
      <p:sp>
        <p:nvSpPr>
          <p:cNvPr id="1044" name="Google Shape;1044;p147"/>
          <p:cNvSpPr txBox="1">
            <a:spLocks noGrp="1"/>
          </p:cNvSpPr>
          <p:nvPr>
            <p:ph type="title"/>
          </p:nvPr>
        </p:nvSpPr>
        <p:spPr>
          <a:xfrm>
            <a:off x="533400" y="284253"/>
            <a:ext cx="7620000" cy="612900"/>
          </a:xfrm>
          <a:prstGeom prst="rect">
            <a:avLst/>
          </a:prstGeom>
        </p:spPr>
        <p:txBody>
          <a:bodyPr spcFirstLastPara="1" wrap="square" lIns="91425" tIns="0" rIns="91425" bIns="45700" anchor="t" anchorCtr="0">
            <a:noAutofit/>
          </a:bodyPr>
          <a:lstStyle/>
          <a:p>
            <a:pPr marL="0" lvl="0" indent="0" algn="l" rtl="0">
              <a:spcBef>
                <a:spcPts val="0"/>
              </a:spcBef>
              <a:spcAft>
                <a:spcPts val="0"/>
              </a:spcAft>
              <a:buNone/>
            </a:pPr>
            <a:r>
              <a:rPr lang="en"/>
              <a:t>Table of contents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48"/>
        <p:cNvGrpSpPr/>
        <p:nvPr/>
      </p:nvGrpSpPr>
      <p:grpSpPr>
        <a:xfrm>
          <a:off x="0" y="0"/>
          <a:ext cx="0" cy="0"/>
          <a:chOff x="0" y="0"/>
          <a:chExt cx="0" cy="0"/>
        </a:xfrm>
      </p:grpSpPr>
      <p:sp>
        <p:nvSpPr>
          <p:cNvPr id="1049" name="Google Shape;1049;p148"/>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p>
            <a:pPr marL="0" lvl="0" indent="0" algn="l" rtl="0">
              <a:lnSpc>
                <a:spcPct val="100000"/>
              </a:lnSpc>
              <a:spcBef>
                <a:spcPts val="0"/>
              </a:spcBef>
              <a:spcAft>
                <a:spcPts val="0"/>
              </a:spcAft>
              <a:buSzPts val="2100"/>
              <a:buNone/>
            </a:pPr>
            <a:r>
              <a:rPr lang="en"/>
              <a:t>Cloudera’s Data and AI Maturity</a:t>
            </a:r>
            <a:endParaRPr/>
          </a:p>
        </p:txBody>
      </p:sp>
      <p:cxnSp>
        <p:nvCxnSpPr>
          <p:cNvPr id="1050" name="Google Shape;1050;p148"/>
          <p:cNvCxnSpPr>
            <a:stCxn id="1051" idx="3"/>
          </p:cNvCxnSpPr>
          <p:nvPr/>
        </p:nvCxnSpPr>
        <p:spPr>
          <a:xfrm rot="10800000">
            <a:off x="2959825" y="1791139"/>
            <a:ext cx="5413800" cy="0"/>
          </a:xfrm>
          <a:prstGeom prst="straightConnector1">
            <a:avLst/>
          </a:prstGeom>
          <a:noFill/>
          <a:ln w="19050" cap="flat" cmpd="sng">
            <a:solidFill>
              <a:srgbClr val="A8AFB9"/>
            </a:solidFill>
            <a:prstDash val="solid"/>
            <a:round/>
            <a:headEnd type="none" w="med" len="med"/>
            <a:tailEnd type="none" w="med" len="med"/>
          </a:ln>
        </p:spPr>
      </p:cxnSp>
      <p:sp>
        <p:nvSpPr>
          <p:cNvPr id="1052" name="Google Shape;1052;p148"/>
          <p:cNvSpPr/>
          <p:nvPr/>
        </p:nvSpPr>
        <p:spPr>
          <a:xfrm rot="10800000" flipH="1">
            <a:off x="7148250" y="1548875"/>
            <a:ext cx="849300" cy="443400"/>
          </a:xfrm>
          <a:prstGeom prst="roundRect">
            <a:avLst>
              <a:gd name="adj" fmla="val 16667"/>
            </a:avLst>
          </a:prstGeom>
          <a:solidFill>
            <a:srgbClr val="FFFFFF"/>
          </a:solidFill>
          <a:ln w="9525" cap="flat" cmpd="sng">
            <a:solidFill>
              <a:srgbClr val="FF550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lus Jakarta Sans"/>
              <a:ea typeface="Plus Jakarta Sans"/>
              <a:cs typeface="Plus Jakarta Sans"/>
              <a:sym typeface="Plus Jakarta Sans"/>
            </a:endParaRPr>
          </a:p>
        </p:txBody>
      </p:sp>
      <p:cxnSp>
        <p:nvCxnSpPr>
          <p:cNvPr id="1053" name="Google Shape;1053;p148"/>
          <p:cNvCxnSpPr/>
          <p:nvPr/>
        </p:nvCxnSpPr>
        <p:spPr>
          <a:xfrm rot="10800000">
            <a:off x="1865125" y="1791775"/>
            <a:ext cx="795600" cy="0"/>
          </a:xfrm>
          <a:prstGeom prst="straightConnector1">
            <a:avLst/>
          </a:prstGeom>
          <a:noFill/>
          <a:ln w="19050" cap="flat" cmpd="sng">
            <a:solidFill>
              <a:srgbClr val="A8AFB9"/>
            </a:solidFill>
            <a:prstDash val="dot"/>
            <a:round/>
            <a:headEnd type="none" w="med" len="med"/>
            <a:tailEnd type="none" w="med" len="med"/>
          </a:ln>
        </p:spPr>
      </p:cxnSp>
      <p:sp>
        <p:nvSpPr>
          <p:cNvPr id="1054" name="Google Shape;1054;p148"/>
          <p:cNvSpPr/>
          <p:nvPr/>
        </p:nvSpPr>
        <p:spPr>
          <a:xfrm rot="10800000" flipH="1">
            <a:off x="5938675" y="1548875"/>
            <a:ext cx="849300" cy="443400"/>
          </a:xfrm>
          <a:prstGeom prst="roundRect">
            <a:avLst>
              <a:gd name="adj" fmla="val 16667"/>
            </a:avLst>
          </a:prstGeom>
          <a:solidFill>
            <a:srgbClr val="FFFFFF"/>
          </a:solidFill>
          <a:ln w="9525" cap="flat" cmpd="sng">
            <a:solidFill>
              <a:srgbClr val="FF550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lus Jakarta Sans"/>
              <a:ea typeface="Plus Jakarta Sans"/>
              <a:cs typeface="Plus Jakarta Sans"/>
              <a:sym typeface="Plus Jakarta Sans"/>
            </a:endParaRPr>
          </a:p>
        </p:txBody>
      </p:sp>
      <p:sp>
        <p:nvSpPr>
          <p:cNvPr id="1055" name="Google Shape;1055;p148"/>
          <p:cNvSpPr/>
          <p:nvPr/>
        </p:nvSpPr>
        <p:spPr>
          <a:xfrm rot="10800000" flipH="1">
            <a:off x="4710913" y="1548875"/>
            <a:ext cx="849300" cy="443400"/>
          </a:xfrm>
          <a:prstGeom prst="roundRect">
            <a:avLst>
              <a:gd name="adj" fmla="val 16667"/>
            </a:avLst>
          </a:prstGeom>
          <a:solidFill>
            <a:srgbClr val="FFFFFF"/>
          </a:solidFill>
          <a:ln w="9525" cap="flat" cmpd="sng">
            <a:solidFill>
              <a:srgbClr val="FF550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lus Jakarta Sans"/>
              <a:ea typeface="Plus Jakarta Sans"/>
              <a:cs typeface="Plus Jakarta Sans"/>
              <a:sym typeface="Plus Jakarta Sans"/>
            </a:endParaRPr>
          </a:p>
        </p:txBody>
      </p:sp>
      <p:sp>
        <p:nvSpPr>
          <p:cNvPr id="1056" name="Google Shape;1056;p148"/>
          <p:cNvSpPr/>
          <p:nvPr/>
        </p:nvSpPr>
        <p:spPr>
          <a:xfrm rot="10800000" flipH="1">
            <a:off x="2273600" y="1548875"/>
            <a:ext cx="849300" cy="443400"/>
          </a:xfrm>
          <a:prstGeom prst="roundRect">
            <a:avLst>
              <a:gd name="adj" fmla="val 16667"/>
            </a:avLst>
          </a:prstGeom>
          <a:solidFill>
            <a:srgbClr val="FF550D"/>
          </a:solidFill>
          <a:ln w="9525" cap="flat" cmpd="sng">
            <a:solidFill>
              <a:srgbClr val="FF550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lus Jakarta Sans"/>
              <a:ea typeface="Plus Jakarta Sans"/>
              <a:cs typeface="Plus Jakarta Sans"/>
              <a:sym typeface="Plus Jakarta Sans"/>
            </a:endParaRPr>
          </a:p>
        </p:txBody>
      </p:sp>
      <p:sp>
        <p:nvSpPr>
          <p:cNvPr id="1051" name="Google Shape;1051;p148"/>
          <p:cNvSpPr/>
          <p:nvPr/>
        </p:nvSpPr>
        <p:spPr>
          <a:xfrm rot="5400000">
            <a:off x="8357125" y="1740277"/>
            <a:ext cx="137100" cy="104100"/>
          </a:xfrm>
          <a:prstGeom prst="triangle">
            <a:avLst>
              <a:gd name="adj" fmla="val 49134"/>
            </a:avLst>
          </a:prstGeom>
          <a:solidFill>
            <a:srgbClr val="A8AFB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lus Jakarta Sans"/>
              <a:ea typeface="Plus Jakarta Sans"/>
              <a:cs typeface="Plus Jakarta Sans"/>
              <a:sym typeface="Plus Jakarta Sans"/>
            </a:endParaRPr>
          </a:p>
        </p:txBody>
      </p:sp>
      <p:sp>
        <p:nvSpPr>
          <p:cNvPr id="1057" name="Google Shape;1057;p148"/>
          <p:cNvSpPr txBox="1"/>
          <p:nvPr/>
        </p:nvSpPr>
        <p:spPr>
          <a:xfrm>
            <a:off x="4726775" y="1624525"/>
            <a:ext cx="816900" cy="3078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1400" b="1" i="0" u="none" strike="noStrike" cap="none">
                <a:solidFill>
                  <a:srgbClr val="FF550D"/>
                </a:solidFill>
                <a:latin typeface="Plus Jakarta Sans"/>
                <a:ea typeface="Plus Jakarta Sans"/>
                <a:cs typeface="Plus Jakarta Sans"/>
                <a:sym typeface="Plus Jakarta Sans"/>
              </a:rPr>
              <a:t>20</a:t>
            </a:r>
            <a:r>
              <a:rPr lang="en" b="1">
                <a:solidFill>
                  <a:srgbClr val="FF550D"/>
                </a:solidFill>
                <a:latin typeface="Plus Jakarta Sans"/>
                <a:ea typeface="Plus Jakarta Sans"/>
                <a:cs typeface="Plus Jakarta Sans"/>
                <a:sym typeface="Plus Jakarta Sans"/>
              </a:rPr>
              <a:t>23</a:t>
            </a:r>
            <a:endParaRPr sz="1400" b="0" i="0" u="none" strike="noStrike" cap="none">
              <a:solidFill>
                <a:srgbClr val="FF550D"/>
              </a:solidFill>
              <a:latin typeface="Plus Jakarta Sans"/>
              <a:ea typeface="Plus Jakarta Sans"/>
              <a:cs typeface="Plus Jakarta Sans"/>
              <a:sym typeface="Plus Jakarta Sans"/>
            </a:endParaRPr>
          </a:p>
        </p:txBody>
      </p:sp>
      <p:sp>
        <p:nvSpPr>
          <p:cNvPr id="1058" name="Google Shape;1058;p148"/>
          <p:cNvSpPr/>
          <p:nvPr/>
        </p:nvSpPr>
        <p:spPr>
          <a:xfrm rot="10800000" flipH="1">
            <a:off x="611260" y="1548875"/>
            <a:ext cx="1253100" cy="443400"/>
          </a:xfrm>
          <a:prstGeom prst="roundRect">
            <a:avLst>
              <a:gd name="adj" fmla="val 16667"/>
            </a:avLst>
          </a:prstGeom>
          <a:solidFill>
            <a:srgbClr val="F8F2FE"/>
          </a:solidFill>
          <a:ln w="9525" cap="flat" cmpd="sng">
            <a:solidFill>
              <a:srgbClr val="5555F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5555F9"/>
              </a:solidFill>
              <a:latin typeface="Plus Jakarta Sans"/>
              <a:ea typeface="Plus Jakarta Sans"/>
              <a:cs typeface="Plus Jakarta Sans"/>
              <a:sym typeface="Plus Jakarta Sans"/>
            </a:endParaRPr>
          </a:p>
        </p:txBody>
      </p:sp>
      <p:sp>
        <p:nvSpPr>
          <p:cNvPr id="1059" name="Google Shape;1059;p148"/>
          <p:cNvSpPr txBox="1"/>
          <p:nvPr/>
        </p:nvSpPr>
        <p:spPr>
          <a:xfrm>
            <a:off x="603900" y="1624525"/>
            <a:ext cx="1258800" cy="3078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b="1">
                <a:solidFill>
                  <a:srgbClr val="5555F9"/>
                </a:solidFill>
                <a:latin typeface="Plus Jakarta Sans"/>
                <a:ea typeface="Plus Jakarta Sans"/>
                <a:cs typeface="Plus Jakarta Sans"/>
                <a:sym typeface="Plus Jakarta Sans"/>
              </a:rPr>
              <a:t>2008-2019</a:t>
            </a:r>
            <a:endParaRPr b="1">
              <a:solidFill>
                <a:srgbClr val="5555F9"/>
              </a:solidFill>
              <a:latin typeface="Plus Jakarta Sans"/>
              <a:ea typeface="Plus Jakarta Sans"/>
              <a:cs typeface="Plus Jakarta Sans"/>
              <a:sym typeface="Plus Jakarta Sans"/>
            </a:endParaRPr>
          </a:p>
        </p:txBody>
      </p:sp>
      <p:sp>
        <p:nvSpPr>
          <p:cNvPr id="1060" name="Google Shape;1060;p148"/>
          <p:cNvSpPr txBox="1"/>
          <p:nvPr/>
        </p:nvSpPr>
        <p:spPr>
          <a:xfrm flipH="1">
            <a:off x="837900" y="2205350"/>
            <a:ext cx="1253100" cy="22812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rgbClr val="000000"/>
              </a:buClr>
              <a:buSzPts val="800"/>
              <a:buFont typeface="Arial"/>
              <a:buNone/>
            </a:pPr>
            <a:r>
              <a:rPr lang="en" sz="700">
                <a:solidFill>
                  <a:srgbClr val="5555F9"/>
                </a:solidFill>
                <a:latin typeface="Plus Jakarta Sans"/>
                <a:ea typeface="Plus Jakarta Sans"/>
                <a:cs typeface="Plus Jakarta Sans"/>
                <a:sym typeface="Plus Jakarta Sans"/>
              </a:rPr>
              <a:t>Cloudera founded by former Google, Yahoo, and Oracle employees</a:t>
            </a:r>
            <a:endParaRPr sz="700">
              <a:solidFill>
                <a:srgbClr val="5555F9"/>
              </a:solidFill>
              <a:latin typeface="Plus Jakarta Sans"/>
              <a:ea typeface="Plus Jakarta Sans"/>
              <a:cs typeface="Plus Jakarta Sans"/>
              <a:sym typeface="Plus Jakarta Sans"/>
            </a:endParaRPr>
          </a:p>
          <a:p>
            <a:pPr marL="0" lvl="0" indent="0" algn="l" rtl="0">
              <a:spcBef>
                <a:spcPts val="0"/>
              </a:spcBef>
              <a:spcAft>
                <a:spcPts val="0"/>
              </a:spcAft>
              <a:buClr>
                <a:srgbClr val="000000"/>
              </a:buClr>
              <a:buSzPts val="800"/>
              <a:buFont typeface="Arial"/>
              <a:buNone/>
            </a:pPr>
            <a:endParaRPr sz="700">
              <a:solidFill>
                <a:srgbClr val="5555F9"/>
              </a:solidFill>
              <a:latin typeface="Plus Jakarta Sans"/>
              <a:ea typeface="Plus Jakarta Sans"/>
              <a:cs typeface="Plus Jakarta Sans"/>
              <a:sym typeface="Plus Jakarta Sans"/>
            </a:endParaRPr>
          </a:p>
          <a:p>
            <a:pPr marL="0" lvl="0" indent="0" algn="l" rtl="0">
              <a:spcBef>
                <a:spcPts val="0"/>
              </a:spcBef>
              <a:spcAft>
                <a:spcPts val="0"/>
              </a:spcAft>
              <a:buClr>
                <a:srgbClr val="000000"/>
              </a:buClr>
              <a:buSzPts val="800"/>
              <a:buFont typeface="Arial"/>
              <a:buNone/>
            </a:pPr>
            <a:r>
              <a:rPr lang="en" sz="700" b="1">
                <a:solidFill>
                  <a:srgbClr val="5555F9"/>
                </a:solidFill>
                <a:latin typeface="Plus Jakarta Sans"/>
                <a:ea typeface="Plus Jakarta Sans"/>
                <a:cs typeface="Plus Jakarta Sans"/>
                <a:sym typeface="Plus Jakarta Sans"/>
              </a:rPr>
              <a:t>Acquired Sense.io in 2017</a:t>
            </a:r>
            <a:r>
              <a:rPr lang="en" sz="700">
                <a:solidFill>
                  <a:srgbClr val="5555F9"/>
                </a:solidFill>
                <a:latin typeface="Plus Jakarta Sans"/>
                <a:ea typeface="Plus Jakarta Sans"/>
                <a:cs typeface="Plus Jakarta Sans"/>
                <a:sym typeface="Plus Jakarta Sans"/>
              </a:rPr>
              <a:t> to enter the Data Science and ML Platform market</a:t>
            </a:r>
            <a:endParaRPr sz="700">
              <a:solidFill>
                <a:srgbClr val="5555F9"/>
              </a:solidFill>
              <a:latin typeface="Plus Jakarta Sans"/>
              <a:ea typeface="Plus Jakarta Sans"/>
              <a:cs typeface="Plus Jakarta Sans"/>
              <a:sym typeface="Plus Jakarta Sans"/>
            </a:endParaRPr>
          </a:p>
          <a:p>
            <a:pPr marL="0" lvl="0" indent="0" algn="l" rtl="0">
              <a:spcBef>
                <a:spcPts val="0"/>
              </a:spcBef>
              <a:spcAft>
                <a:spcPts val="0"/>
              </a:spcAft>
              <a:buClr>
                <a:srgbClr val="000000"/>
              </a:buClr>
              <a:buSzPts val="800"/>
              <a:buFont typeface="Arial"/>
              <a:buNone/>
            </a:pPr>
            <a:endParaRPr sz="700">
              <a:solidFill>
                <a:srgbClr val="5555F9"/>
              </a:solidFill>
              <a:latin typeface="Plus Jakarta Sans"/>
              <a:ea typeface="Plus Jakarta Sans"/>
              <a:cs typeface="Plus Jakarta Sans"/>
              <a:sym typeface="Plus Jakarta Sans"/>
            </a:endParaRPr>
          </a:p>
          <a:p>
            <a:pPr marL="0" lvl="0" indent="0" algn="l" rtl="0">
              <a:spcBef>
                <a:spcPts val="0"/>
              </a:spcBef>
              <a:spcAft>
                <a:spcPts val="0"/>
              </a:spcAft>
              <a:buClr>
                <a:srgbClr val="000000"/>
              </a:buClr>
              <a:buSzPts val="800"/>
              <a:buFont typeface="Arial"/>
              <a:buNone/>
            </a:pPr>
            <a:r>
              <a:rPr lang="en" sz="700">
                <a:solidFill>
                  <a:srgbClr val="5555F9"/>
                </a:solidFill>
                <a:latin typeface="Plus Jakarta Sans"/>
                <a:ea typeface="Plus Jakarta Sans"/>
                <a:cs typeface="Plus Jakarta Sans"/>
                <a:sym typeface="Plus Jakarta Sans"/>
              </a:rPr>
              <a:t>Intel largest private </a:t>
            </a:r>
            <a:br>
              <a:rPr lang="en" sz="700">
                <a:solidFill>
                  <a:srgbClr val="5555F9"/>
                </a:solidFill>
                <a:latin typeface="Plus Jakarta Sans"/>
                <a:ea typeface="Plus Jakarta Sans"/>
                <a:cs typeface="Plus Jakarta Sans"/>
                <a:sym typeface="Plus Jakarta Sans"/>
              </a:rPr>
            </a:br>
            <a:r>
              <a:rPr lang="en" sz="700">
                <a:solidFill>
                  <a:srgbClr val="5555F9"/>
                </a:solidFill>
                <a:latin typeface="Plus Jakarta Sans"/>
                <a:ea typeface="Plus Jakarta Sans"/>
                <a:cs typeface="Plus Jakarta Sans"/>
                <a:sym typeface="Plus Jakarta Sans"/>
              </a:rPr>
              <a:t>Big Data technology investment — </a:t>
            </a:r>
            <a:r>
              <a:rPr lang="en" sz="700" b="1">
                <a:solidFill>
                  <a:srgbClr val="5555F9"/>
                </a:solidFill>
                <a:latin typeface="Plus Jakarta Sans"/>
                <a:ea typeface="Plus Jakarta Sans"/>
                <a:cs typeface="Plus Jakarta Sans"/>
                <a:sym typeface="Plus Jakarta Sans"/>
              </a:rPr>
              <a:t>$742M </a:t>
            </a:r>
            <a:br>
              <a:rPr lang="en" sz="700" b="1">
                <a:solidFill>
                  <a:srgbClr val="5555F9"/>
                </a:solidFill>
                <a:latin typeface="Plus Jakarta Sans"/>
                <a:ea typeface="Plus Jakarta Sans"/>
                <a:cs typeface="Plus Jakarta Sans"/>
                <a:sym typeface="Plus Jakarta Sans"/>
              </a:rPr>
            </a:br>
            <a:r>
              <a:rPr lang="en" sz="700" b="1">
                <a:solidFill>
                  <a:srgbClr val="5555F9"/>
                </a:solidFill>
                <a:latin typeface="Plus Jakarta Sans"/>
                <a:ea typeface="Plus Jakarta Sans"/>
                <a:cs typeface="Plus Jakarta Sans"/>
                <a:sym typeface="Plus Jakarta Sans"/>
              </a:rPr>
              <a:t>in Cloudera </a:t>
            </a:r>
            <a:endParaRPr sz="700" b="1">
              <a:solidFill>
                <a:srgbClr val="5555F9"/>
              </a:solidFill>
              <a:latin typeface="Plus Jakarta Sans"/>
              <a:ea typeface="Plus Jakarta Sans"/>
              <a:cs typeface="Plus Jakarta Sans"/>
              <a:sym typeface="Plus Jakarta Sans"/>
            </a:endParaRPr>
          </a:p>
          <a:p>
            <a:pPr marL="0" lvl="0" indent="0" algn="l" rtl="0">
              <a:spcBef>
                <a:spcPts val="0"/>
              </a:spcBef>
              <a:spcAft>
                <a:spcPts val="0"/>
              </a:spcAft>
              <a:buClr>
                <a:srgbClr val="000000"/>
              </a:buClr>
              <a:buSzPts val="800"/>
              <a:buFont typeface="Arial"/>
              <a:buNone/>
            </a:pPr>
            <a:endParaRPr sz="700" b="1">
              <a:solidFill>
                <a:srgbClr val="5555F9"/>
              </a:solidFill>
              <a:latin typeface="Plus Jakarta Sans"/>
              <a:ea typeface="Plus Jakarta Sans"/>
              <a:cs typeface="Plus Jakarta Sans"/>
              <a:sym typeface="Plus Jakarta Sans"/>
            </a:endParaRPr>
          </a:p>
          <a:p>
            <a:pPr marL="0" lvl="0" indent="0" algn="l" rtl="0">
              <a:spcBef>
                <a:spcPts val="0"/>
              </a:spcBef>
              <a:spcAft>
                <a:spcPts val="0"/>
              </a:spcAft>
              <a:buClr>
                <a:srgbClr val="000000"/>
              </a:buClr>
              <a:buSzPts val="800"/>
              <a:buFont typeface="Arial"/>
              <a:buNone/>
            </a:pPr>
            <a:r>
              <a:rPr lang="en" sz="700">
                <a:solidFill>
                  <a:srgbClr val="5555F9"/>
                </a:solidFill>
                <a:latin typeface="Plus Jakarta Sans"/>
                <a:ea typeface="Plus Jakarta Sans"/>
                <a:cs typeface="Plus Jakarta Sans"/>
                <a:sym typeface="Plus Jakarta Sans"/>
              </a:rPr>
              <a:t>Cloudera and Hortonworks combine to address hybrid and AI opportunity</a:t>
            </a:r>
            <a:endParaRPr sz="700">
              <a:solidFill>
                <a:srgbClr val="5555F9"/>
              </a:solidFill>
              <a:latin typeface="Plus Jakarta Sans"/>
              <a:ea typeface="Plus Jakarta Sans"/>
              <a:cs typeface="Plus Jakarta Sans"/>
              <a:sym typeface="Plus Jakarta Sans"/>
            </a:endParaRPr>
          </a:p>
        </p:txBody>
      </p:sp>
      <p:sp>
        <p:nvSpPr>
          <p:cNvPr id="1061" name="Google Shape;1061;p148"/>
          <p:cNvSpPr txBox="1"/>
          <p:nvPr/>
        </p:nvSpPr>
        <p:spPr>
          <a:xfrm>
            <a:off x="2269575" y="1624525"/>
            <a:ext cx="852000" cy="3078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1400" b="1" i="0" u="none" strike="noStrike" cap="none">
                <a:solidFill>
                  <a:srgbClr val="FFFFFF"/>
                </a:solidFill>
                <a:latin typeface="Plus Jakarta Sans"/>
                <a:ea typeface="Plus Jakarta Sans"/>
                <a:cs typeface="Plus Jakarta Sans"/>
                <a:sym typeface="Plus Jakarta Sans"/>
              </a:rPr>
              <a:t>20</a:t>
            </a:r>
            <a:r>
              <a:rPr lang="en" b="1">
                <a:solidFill>
                  <a:srgbClr val="FFFFFF"/>
                </a:solidFill>
                <a:latin typeface="Plus Jakarta Sans"/>
                <a:ea typeface="Plus Jakarta Sans"/>
                <a:cs typeface="Plus Jakarta Sans"/>
                <a:sym typeface="Plus Jakarta Sans"/>
              </a:rPr>
              <a:t>21</a:t>
            </a:r>
            <a:endParaRPr sz="1400" b="0" i="0" u="none" strike="noStrike" cap="none">
              <a:solidFill>
                <a:srgbClr val="FFFFFF"/>
              </a:solidFill>
              <a:latin typeface="Plus Jakarta Sans"/>
              <a:ea typeface="Plus Jakarta Sans"/>
              <a:cs typeface="Plus Jakarta Sans"/>
              <a:sym typeface="Plus Jakarta Sans"/>
            </a:endParaRPr>
          </a:p>
        </p:txBody>
      </p:sp>
      <p:sp>
        <p:nvSpPr>
          <p:cNvPr id="1062" name="Google Shape;1062;p148"/>
          <p:cNvSpPr/>
          <p:nvPr/>
        </p:nvSpPr>
        <p:spPr>
          <a:xfrm rot="10800000" flipH="1">
            <a:off x="3490225" y="1548875"/>
            <a:ext cx="849300" cy="443400"/>
          </a:xfrm>
          <a:prstGeom prst="roundRect">
            <a:avLst>
              <a:gd name="adj" fmla="val 16667"/>
            </a:avLst>
          </a:prstGeom>
          <a:solidFill>
            <a:srgbClr val="FFFFFF"/>
          </a:solidFill>
          <a:ln w="9525" cap="flat" cmpd="sng">
            <a:solidFill>
              <a:srgbClr val="FF550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lus Jakarta Sans"/>
              <a:ea typeface="Plus Jakarta Sans"/>
              <a:cs typeface="Plus Jakarta Sans"/>
              <a:sym typeface="Plus Jakarta Sans"/>
            </a:endParaRPr>
          </a:p>
        </p:txBody>
      </p:sp>
      <p:sp>
        <p:nvSpPr>
          <p:cNvPr id="1063" name="Google Shape;1063;p148"/>
          <p:cNvSpPr txBox="1"/>
          <p:nvPr/>
        </p:nvSpPr>
        <p:spPr>
          <a:xfrm>
            <a:off x="3487425" y="1624525"/>
            <a:ext cx="852000" cy="3078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1400" b="1" i="0" u="none" strike="noStrike" cap="none">
                <a:solidFill>
                  <a:srgbClr val="FF550D"/>
                </a:solidFill>
                <a:latin typeface="Plus Jakarta Sans"/>
                <a:ea typeface="Plus Jakarta Sans"/>
                <a:cs typeface="Plus Jakarta Sans"/>
                <a:sym typeface="Plus Jakarta Sans"/>
              </a:rPr>
              <a:t>20</a:t>
            </a:r>
            <a:r>
              <a:rPr lang="en" b="1">
                <a:solidFill>
                  <a:srgbClr val="FF550D"/>
                </a:solidFill>
                <a:latin typeface="Plus Jakarta Sans"/>
                <a:ea typeface="Plus Jakarta Sans"/>
                <a:cs typeface="Plus Jakarta Sans"/>
                <a:sym typeface="Plus Jakarta Sans"/>
              </a:rPr>
              <a:t>22</a:t>
            </a:r>
            <a:endParaRPr sz="1400" b="0" i="0" u="none" strike="noStrike" cap="none">
              <a:solidFill>
                <a:srgbClr val="FF550D"/>
              </a:solidFill>
              <a:latin typeface="Plus Jakarta Sans"/>
              <a:ea typeface="Plus Jakarta Sans"/>
              <a:cs typeface="Plus Jakarta Sans"/>
              <a:sym typeface="Plus Jakarta Sans"/>
            </a:endParaRPr>
          </a:p>
        </p:txBody>
      </p:sp>
      <p:sp>
        <p:nvSpPr>
          <p:cNvPr id="1064" name="Google Shape;1064;p148"/>
          <p:cNvSpPr txBox="1"/>
          <p:nvPr/>
        </p:nvSpPr>
        <p:spPr>
          <a:xfrm flipH="1">
            <a:off x="3715875" y="2205350"/>
            <a:ext cx="816900" cy="22362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rgbClr val="000000"/>
              </a:buClr>
              <a:buSzPts val="800"/>
              <a:buFont typeface="Arial"/>
              <a:buNone/>
            </a:pPr>
            <a:r>
              <a:rPr lang="en" sz="700">
                <a:latin typeface="Plus Jakarta Sans"/>
                <a:ea typeface="Plus Jakarta Sans"/>
                <a:cs typeface="Plus Jakarta Sans"/>
                <a:sym typeface="Plus Jakarta Sans"/>
              </a:rPr>
              <a:t>Delivered first true hybrid platform for data,analytics, </a:t>
            </a:r>
            <a:br>
              <a:rPr lang="en" sz="700">
                <a:latin typeface="Plus Jakarta Sans"/>
                <a:ea typeface="Plus Jakarta Sans"/>
                <a:cs typeface="Plus Jakarta Sans"/>
                <a:sym typeface="Plus Jakarta Sans"/>
              </a:rPr>
            </a:br>
            <a:r>
              <a:rPr lang="en" sz="700">
                <a:latin typeface="Plus Jakarta Sans"/>
                <a:ea typeface="Plus Jakarta Sans"/>
                <a:cs typeface="Plus Jakarta Sans"/>
                <a:sym typeface="Plus Jakarta Sans"/>
              </a:rPr>
              <a:t>and AI for scale, flexibility, and value </a:t>
            </a:r>
            <a:endParaRPr sz="700">
              <a:latin typeface="Plus Jakarta Sans"/>
              <a:ea typeface="Plus Jakarta Sans"/>
              <a:cs typeface="Plus Jakarta Sans"/>
              <a:sym typeface="Plus Jakarta Sans"/>
            </a:endParaRPr>
          </a:p>
          <a:p>
            <a:pPr marL="0" lvl="0" indent="0" algn="l" rtl="0">
              <a:spcBef>
                <a:spcPts val="0"/>
              </a:spcBef>
              <a:spcAft>
                <a:spcPts val="0"/>
              </a:spcAft>
              <a:buClr>
                <a:srgbClr val="000000"/>
              </a:buClr>
              <a:buSzPts val="800"/>
              <a:buFont typeface="Arial"/>
              <a:buNone/>
            </a:pPr>
            <a:endParaRPr sz="700">
              <a:latin typeface="Plus Jakarta Sans"/>
              <a:ea typeface="Plus Jakarta Sans"/>
              <a:cs typeface="Plus Jakarta Sans"/>
              <a:sym typeface="Plus Jakarta Sans"/>
            </a:endParaRPr>
          </a:p>
          <a:p>
            <a:pPr marL="0" lvl="0" indent="0" algn="l" rtl="0">
              <a:spcBef>
                <a:spcPts val="0"/>
              </a:spcBef>
              <a:spcAft>
                <a:spcPts val="0"/>
              </a:spcAft>
              <a:buClr>
                <a:srgbClr val="000000"/>
              </a:buClr>
              <a:buSzPts val="800"/>
              <a:buFont typeface="Arial"/>
              <a:buNone/>
            </a:pPr>
            <a:r>
              <a:rPr lang="en" sz="700">
                <a:latin typeface="Plus Jakarta Sans"/>
                <a:ea typeface="Plus Jakarta Sans"/>
                <a:cs typeface="Plus Jakarta Sans"/>
                <a:sym typeface="Plus Jakarta Sans"/>
              </a:rPr>
              <a:t>Key innovations &amp; support — multi- clouds, Apache Iceberg, Apache </a:t>
            </a:r>
            <a:br>
              <a:rPr lang="en" sz="700">
                <a:latin typeface="Plus Jakarta Sans"/>
                <a:ea typeface="Plus Jakarta Sans"/>
                <a:cs typeface="Plus Jakarta Sans"/>
                <a:sym typeface="Plus Jakarta Sans"/>
              </a:rPr>
            </a:br>
            <a:r>
              <a:rPr lang="en" sz="700">
                <a:latin typeface="Plus Jakarta Sans"/>
                <a:ea typeface="Plus Jakarta Sans"/>
                <a:cs typeface="Plus Jakarta Sans"/>
                <a:sym typeface="Plus Jakarta Sans"/>
              </a:rPr>
              <a:t>Ozone, Data  Observability, </a:t>
            </a:r>
            <a:br>
              <a:rPr lang="en" sz="700">
                <a:latin typeface="Plus Jakarta Sans"/>
                <a:ea typeface="Plus Jakarta Sans"/>
                <a:cs typeface="Plus Jakarta Sans"/>
                <a:sym typeface="Plus Jakarta Sans"/>
              </a:rPr>
            </a:br>
            <a:r>
              <a:rPr lang="en" sz="700">
                <a:latin typeface="Plus Jakarta Sans"/>
                <a:ea typeface="Plus Jakarta Sans"/>
                <a:cs typeface="Plus Jakarta Sans"/>
                <a:sym typeface="Plus Jakarta Sans"/>
              </a:rPr>
              <a:t>and more</a:t>
            </a:r>
            <a:endParaRPr sz="700">
              <a:latin typeface="Plus Jakarta Sans"/>
              <a:ea typeface="Plus Jakarta Sans"/>
              <a:cs typeface="Plus Jakarta Sans"/>
              <a:sym typeface="Plus Jakarta Sans"/>
            </a:endParaRPr>
          </a:p>
        </p:txBody>
      </p:sp>
      <p:sp>
        <p:nvSpPr>
          <p:cNvPr id="1065" name="Google Shape;1065;p148"/>
          <p:cNvSpPr txBox="1"/>
          <p:nvPr/>
        </p:nvSpPr>
        <p:spPr>
          <a:xfrm flipH="1">
            <a:off x="4942300" y="2205350"/>
            <a:ext cx="816900" cy="871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rgbClr val="000000"/>
              </a:buClr>
              <a:buSzPts val="800"/>
              <a:buFont typeface="Arial"/>
              <a:buNone/>
            </a:pPr>
            <a:r>
              <a:rPr lang="en" sz="700">
                <a:solidFill>
                  <a:srgbClr val="1C1C1A"/>
                </a:solidFill>
                <a:latin typeface="Plus Jakarta Sans"/>
                <a:ea typeface="Plus Jakarta Sans"/>
                <a:cs typeface="Plus Jakarta Sans"/>
                <a:sym typeface="Plus Jakarta Sans"/>
              </a:rPr>
              <a:t>Accelerated investment, with focus on hybrid platforms, open </a:t>
            </a:r>
            <a:br>
              <a:rPr lang="en" sz="700">
                <a:solidFill>
                  <a:srgbClr val="1C1C1A"/>
                </a:solidFill>
                <a:latin typeface="Plus Jakarta Sans"/>
                <a:ea typeface="Plus Jakarta Sans"/>
                <a:cs typeface="Plus Jakarta Sans"/>
                <a:sym typeface="Plus Jakarta Sans"/>
              </a:rPr>
            </a:br>
            <a:r>
              <a:rPr lang="en" sz="700">
                <a:solidFill>
                  <a:srgbClr val="1C1C1A"/>
                </a:solidFill>
                <a:latin typeface="Plus Jakarta Sans"/>
                <a:ea typeface="Plus Jakarta Sans"/>
                <a:cs typeface="Plus Jakarta Sans"/>
                <a:sym typeface="Plus Jakarta Sans"/>
              </a:rPr>
              <a:t>data lakehouse, </a:t>
            </a:r>
            <a:br>
              <a:rPr lang="en" sz="700">
                <a:solidFill>
                  <a:srgbClr val="1C1C1A"/>
                </a:solidFill>
                <a:latin typeface="Plus Jakarta Sans"/>
                <a:ea typeface="Plus Jakarta Sans"/>
                <a:cs typeface="Plus Jakarta Sans"/>
                <a:sym typeface="Plus Jakarta Sans"/>
              </a:rPr>
            </a:br>
            <a:r>
              <a:rPr lang="en" sz="700">
                <a:solidFill>
                  <a:srgbClr val="1C1C1A"/>
                </a:solidFill>
                <a:latin typeface="Plus Jakarta Sans"/>
                <a:ea typeface="Plus Jakarta Sans"/>
                <a:cs typeface="Plus Jakarta Sans"/>
                <a:sym typeface="Plus Jakarta Sans"/>
              </a:rPr>
              <a:t>&amp; enterprise</a:t>
            </a:r>
            <a:endParaRPr sz="700">
              <a:solidFill>
                <a:srgbClr val="000000"/>
              </a:solidFill>
              <a:latin typeface="Plus Jakarta Sans"/>
              <a:ea typeface="Plus Jakarta Sans"/>
              <a:cs typeface="Plus Jakarta Sans"/>
              <a:sym typeface="Plus Jakarta Sans"/>
            </a:endParaRPr>
          </a:p>
        </p:txBody>
      </p:sp>
      <p:sp>
        <p:nvSpPr>
          <p:cNvPr id="1066" name="Google Shape;1066;p148"/>
          <p:cNvSpPr/>
          <p:nvPr/>
        </p:nvSpPr>
        <p:spPr>
          <a:xfrm rot="10800000">
            <a:off x="2341749" y="1995200"/>
            <a:ext cx="160200" cy="50100"/>
          </a:xfrm>
          <a:prstGeom prst="triangle">
            <a:avLst>
              <a:gd name="adj" fmla="val 49134"/>
            </a:avLst>
          </a:prstGeom>
          <a:solidFill>
            <a:srgbClr val="FF550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lus Jakarta Sans"/>
              <a:ea typeface="Plus Jakarta Sans"/>
              <a:cs typeface="Plus Jakarta Sans"/>
              <a:sym typeface="Plus Jakarta Sans"/>
            </a:endParaRPr>
          </a:p>
        </p:txBody>
      </p:sp>
      <p:sp>
        <p:nvSpPr>
          <p:cNvPr id="1067" name="Google Shape;1067;p148"/>
          <p:cNvSpPr txBox="1"/>
          <p:nvPr/>
        </p:nvSpPr>
        <p:spPr>
          <a:xfrm flipH="1">
            <a:off x="2501950" y="2205350"/>
            <a:ext cx="795600" cy="710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rgbClr val="000000"/>
              </a:buClr>
              <a:buSzPts val="800"/>
              <a:buFont typeface="Arial"/>
              <a:buNone/>
            </a:pPr>
            <a:br>
              <a:rPr lang="en" sz="700">
                <a:solidFill>
                  <a:srgbClr val="FF550D"/>
                </a:solidFill>
                <a:latin typeface="Plus Jakarta Sans"/>
                <a:ea typeface="Plus Jakarta Sans"/>
                <a:cs typeface="Plus Jakarta Sans"/>
                <a:sym typeface="Plus Jakarta Sans"/>
              </a:rPr>
            </a:br>
            <a:endParaRPr sz="700">
              <a:solidFill>
                <a:srgbClr val="FF550D"/>
              </a:solidFill>
              <a:latin typeface="Plus Jakarta Sans"/>
              <a:ea typeface="Plus Jakarta Sans"/>
              <a:cs typeface="Plus Jakarta Sans"/>
              <a:sym typeface="Plus Jakarta Sans"/>
            </a:endParaRPr>
          </a:p>
          <a:p>
            <a:pPr marL="0" lvl="0" indent="0" algn="l" rtl="0">
              <a:spcBef>
                <a:spcPts val="0"/>
              </a:spcBef>
              <a:spcAft>
                <a:spcPts val="0"/>
              </a:spcAft>
              <a:buClr>
                <a:srgbClr val="000000"/>
              </a:buClr>
              <a:buSzPts val="800"/>
              <a:buFont typeface="Arial"/>
              <a:buNone/>
            </a:pPr>
            <a:r>
              <a:rPr lang="en" sz="700">
                <a:solidFill>
                  <a:srgbClr val="FF550D"/>
                </a:solidFill>
                <a:latin typeface="Plus Jakarta Sans"/>
                <a:ea typeface="Plus Jakarta Sans"/>
                <a:cs typeface="Plus Jakarta Sans"/>
                <a:sym typeface="Plus Jakarta Sans"/>
              </a:rPr>
              <a:t>Cloudera goes private in </a:t>
            </a:r>
            <a:r>
              <a:rPr lang="en" sz="700" b="1">
                <a:solidFill>
                  <a:srgbClr val="FF550D"/>
                </a:solidFill>
                <a:latin typeface="Plus Jakarta Sans"/>
                <a:ea typeface="Plus Jakarta Sans"/>
                <a:cs typeface="Plus Jakarta Sans"/>
                <a:sym typeface="Plus Jakarta Sans"/>
              </a:rPr>
              <a:t>$5.3B </a:t>
            </a:r>
            <a:br>
              <a:rPr lang="en" sz="700" b="1">
                <a:solidFill>
                  <a:srgbClr val="FF550D"/>
                </a:solidFill>
                <a:latin typeface="Plus Jakarta Sans"/>
                <a:ea typeface="Plus Jakarta Sans"/>
                <a:cs typeface="Plus Jakarta Sans"/>
                <a:sym typeface="Plus Jakarta Sans"/>
              </a:rPr>
            </a:br>
            <a:r>
              <a:rPr lang="en" sz="700" b="1">
                <a:solidFill>
                  <a:srgbClr val="FF550D"/>
                </a:solidFill>
                <a:latin typeface="Plus Jakarta Sans"/>
                <a:ea typeface="Plus Jakarta Sans"/>
                <a:cs typeface="Plus Jakarta Sans"/>
                <a:sym typeface="Plus Jakarta Sans"/>
              </a:rPr>
              <a:t>deal to </a:t>
            </a:r>
            <a:r>
              <a:rPr lang="en" sz="700">
                <a:solidFill>
                  <a:srgbClr val="FF550D"/>
                </a:solidFill>
                <a:latin typeface="Plus Jakarta Sans"/>
                <a:ea typeface="Plus Jakarta Sans"/>
                <a:cs typeface="Plus Jakarta Sans"/>
                <a:sym typeface="Plus Jakarta Sans"/>
              </a:rPr>
              <a:t>deliver </a:t>
            </a:r>
            <a:br>
              <a:rPr lang="en" sz="700">
                <a:solidFill>
                  <a:srgbClr val="FF550D"/>
                </a:solidFill>
                <a:latin typeface="Plus Jakarta Sans"/>
                <a:ea typeface="Plus Jakarta Sans"/>
                <a:cs typeface="Plus Jakarta Sans"/>
                <a:sym typeface="Plus Jakarta Sans"/>
              </a:rPr>
            </a:br>
            <a:r>
              <a:rPr lang="en" sz="700">
                <a:solidFill>
                  <a:srgbClr val="FF550D"/>
                </a:solidFill>
                <a:latin typeface="Plus Jakarta Sans"/>
                <a:ea typeface="Plus Jakarta Sans"/>
                <a:cs typeface="Plus Jakarta Sans"/>
                <a:sym typeface="Plus Jakarta Sans"/>
              </a:rPr>
              <a:t>hybrid cloud vision</a:t>
            </a:r>
            <a:endParaRPr sz="700">
              <a:solidFill>
                <a:srgbClr val="FF550D"/>
              </a:solidFill>
              <a:latin typeface="Plus Jakarta Sans"/>
              <a:ea typeface="Plus Jakarta Sans"/>
              <a:cs typeface="Plus Jakarta Sans"/>
              <a:sym typeface="Plus Jakarta Sans"/>
            </a:endParaRPr>
          </a:p>
        </p:txBody>
      </p:sp>
      <p:cxnSp>
        <p:nvCxnSpPr>
          <p:cNvPr id="1068" name="Google Shape;1068;p148"/>
          <p:cNvCxnSpPr/>
          <p:nvPr/>
        </p:nvCxnSpPr>
        <p:spPr>
          <a:xfrm>
            <a:off x="2421849" y="2022926"/>
            <a:ext cx="0" cy="818400"/>
          </a:xfrm>
          <a:prstGeom prst="straightConnector1">
            <a:avLst/>
          </a:prstGeom>
          <a:noFill/>
          <a:ln w="9525" cap="flat" cmpd="sng">
            <a:solidFill>
              <a:srgbClr val="FF550D"/>
            </a:solidFill>
            <a:prstDash val="solid"/>
            <a:round/>
            <a:headEnd type="none" w="sm" len="sm"/>
            <a:tailEnd type="none" w="sm" len="sm"/>
          </a:ln>
        </p:spPr>
      </p:cxnSp>
      <p:sp>
        <p:nvSpPr>
          <p:cNvPr id="1069" name="Google Shape;1069;p148"/>
          <p:cNvSpPr txBox="1"/>
          <p:nvPr/>
        </p:nvSpPr>
        <p:spPr>
          <a:xfrm>
            <a:off x="7170475" y="1624525"/>
            <a:ext cx="816900" cy="3078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b="1">
                <a:solidFill>
                  <a:srgbClr val="FF550D"/>
                </a:solidFill>
                <a:latin typeface="Plus Jakarta Sans"/>
                <a:ea typeface="Plus Jakarta Sans"/>
                <a:cs typeface="Plus Jakarta Sans"/>
                <a:sym typeface="Plus Jakarta Sans"/>
              </a:rPr>
              <a:t>Next</a:t>
            </a:r>
            <a:endParaRPr b="1">
              <a:solidFill>
                <a:srgbClr val="FF550D"/>
              </a:solidFill>
              <a:latin typeface="Plus Jakarta Sans"/>
              <a:ea typeface="Plus Jakarta Sans"/>
              <a:cs typeface="Plus Jakarta Sans"/>
              <a:sym typeface="Plus Jakarta Sans"/>
            </a:endParaRPr>
          </a:p>
        </p:txBody>
      </p:sp>
      <p:sp>
        <p:nvSpPr>
          <p:cNvPr id="1070" name="Google Shape;1070;p148"/>
          <p:cNvSpPr/>
          <p:nvPr/>
        </p:nvSpPr>
        <p:spPr>
          <a:xfrm rot="10800000">
            <a:off x="677749" y="1995200"/>
            <a:ext cx="160200" cy="50100"/>
          </a:xfrm>
          <a:prstGeom prst="triangle">
            <a:avLst>
              <a:gd name="adj" fmla="val 49134"/>
            </a:avLst>
          </a:prstGeom>
          <a:solidFill>
            <a:srgbClr val="5555F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lus Jakarta Sans"/>
              <a:ea typeface="Plus Jakarta Sans"/>
              <a:cs typeface="Plus Jakarta Sans"/>
              <a:sym typeface="Plus Jakarta Sans"/>
            </a:endParaRPr>
          </a:p>
        </p:txBody>
      </p:sp>
      <p:cxnSp>
        <p:nvCxnSpPr>
          <p:cNvPr id="1071" name="Google Shape;1071;p148"/>
          <p:cNvCxnSpPr/>
          <p:nvPr/>
        </p:nvCxnSpPr>
        <p:spPr>
          <a:xfrm>
            <a:off x="757849" y="2022926"/>
            <a:ext cx="0" cy="1880400"/>
          </a:xfrm>
          <a:prstGeom prst="straightConnector1">
            <a:avLst/>
          </a:prstGeom>
          <a:noFill/>
          <a:ln w="9525" cap="flat" cmpd="sng">
            <a:solidFill>
              <a:srgbClr val="5555F9"/>
            </a:solidFill>
            <a:prstDash val="solid"/>
            <a:round/>
            <a:headEnd type="none" w="sm" len="sm"/>
            <a:tailEnd type="none" w="sm" len="sm"/>
          </a:ln>
        </p:spPr>
      </p:cxnSp>
      <p:sp>
        <p:nvSpPr>
          <p:cNvPr id="1072" name="Google Shape;1072;p148"/>
          <p:cNvSpPr txBox="1"/>
          <p:nvPr/>
        </p:nvSpPr>
        <p:spPr>
          <a:xfrm>
            <a:off x="5949025" y="1624525"/>
            <a:ext cx="849300" cy="3078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1400" b="1" i="0" u="none" strike="noStrike" cap="none">
                <a:solidFill>
                  <a:srgbClr val="FF550D"/>
                </a:solidFill>
                <a:latin typeface="Plus Jakarta Sans"/>
                <a:ea typeface="Plus Jakarta Sans"/>
                <a:cs typeface="Plus Jakarta Sans"/>
                <a:sym typeface="Plus Jakarta Sans"/>
              </a:rPr>
              <a:t>20</a:t>
            </a:r>
            <a:r>
              <a:rPr lang="en" b="1">
                <a:solidFill>
                  <a:srgbClr val="FF550D"/>
                </a:solidFill>
                <a:latin typeface="Plus Jakarta Sans"/>
                <a:ea typeface="Plus Jakarta Sans"/>
                <a:cs typeface="Plus Jakarta Sans"/>
                <a:sym typeface="Plus Jakarta Sans"/>
              </a:rPr>
              <a:t>24</a:t>
            </a:r>
            <a:endParaRPr sz="1400" b="0" i="0" u="none" strike="noStrike" cap="none">
              <a:solidFill>
                <a:srgbClr val="FF550D"/>
              </a:solidFill>
              <a:latin typeface="Plus Jakarta Sans"/>
              <a:ea typeface="Plus Jakarta Sans"/>
              <a:cs typeface="Plus Jakarta Sans"/>
              <a:sym typeface="Plus Jakarta Sans"/>
            </a:endParaRPr>
          </a:p>
        </p:txBody>
      </p:sp>
      <p:sp>
        <p:nvSpPr>
          <p:cNvPr id="1073" name="Google Shape;1073;p148"/>
          <p:cNvSpPr txBox="1"/>
          <p:nvPr/>
        </p:nvSpPr>
        <p:spPr>
          <a:xfrm flipH="1">
            <a:off x="6162025" y="2205350"/>
            <a:ext cx="849300" cy="1678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rgbClr val="000000"/>
              </a:buClr>
              <a:buSzPts val="800"/>
              <a:buFont typeface="Arial"/>
              <a:buNone/>
            </a:pPr>
            <a:r>
              <a:rPr lang="en" sz="700">
                <a:latin typeface="Plus Jakarta Sans"/>
                <a:ea typeface="Plus Jakarta Sans"/>
                <a:cs typeface="Plus Jakarta Sans"/>
                <a:sym typeface="Plus Jakarta Sans"/>
              </a:rPr>
              <a:t>Launched industry’s first </a:t>
            </a:r>
            <a:r>
              <a:rPr lang="en" sz="700" b="1">
                <a:latin typeface="Plus Jakarta Sans"/>
                <a:ea typeface="Plus Jakarta Sans"/>
                <a:cs typeface="Plus Jakarta Sans"/>
                <a:sym typeface="Plus Jakarta Sans"/>
              </a:rPr>
              <a:t>Enterprise AI ecosystem</a:t>
            </a:r>
            <a:endParaRPr sz="700" b="1">
              <a:latin typeface="Plus Jakarta Sans"/>
              <a:ea typeface="Plus Jakarta Sans"/>
              <a:cs typeface="Plus Jakarta Sans"/>
              <a:sym typeface="Plus Jakarta Sans"/>
            </a:endParaRPr>
          </a:p>
          <a:p>
            <a:pPr marL="0" lvl="0" indent="0" algn="l" rtl="0">
              <a:spcBef>
                <a:spcPts val="0"/>
              </a:spcBef>
              <a:spcAft>
                <a:spcPts val="0"/>
              </a:spcAft>
              <a:buClr>
                <a:srgbClr val="000000"/>
              </a:buClr>
              <a:buSzPts val="800"/>
              <a:buFont typeface="Arial"/>
              <a:buNone/>
            </a:pPr>
            <a:endParaRPr sz="700">
              <a:latin typeface="Plus Jakarta Sans"/>
              <a:ea typeface="Plus Jakarta Sans"/>
              <a:cs typeface="Plus Jakarta Sans"/>
              <a:sym typeface="Plus Jakarta Sans"/>
            </a:endParaRPr>
          </a:p>
          <a:p>
            <a:pPr marL="0" lvl="0" indent="0" algn="l" rtl="0">
              <a:spcBef>
                <a:spcPts val="0"/>
              </a:spcBef>
              <a:spcAft>
                <a:spcPts val="0"/>
              </a:spcAft>
              <a:buClr>
                <a:srgbClr val="000000"/>
              </a:buClr>
              <a:buSzPts val="800"/>
              <a:buFont typeface="Arial"/>
              <a:buNone/>
            </a:pPr>
            <a:r>
              <a:rPr lang="en" sz="700">
                <a:solidFill>
                  <a:srgbClr val="1C1C1A"/>
                </a:solidFill>
                <a:latin typeface="Plus Jakarta Sans"/>
                <a:ea typeface="Plus Jakarta Sans"/>
                <a:cs typeface="Plus Jakarta Sans"/>
                <a:sym typeface="Plus Jakarta Sans"/>
              </a:rPr>
              <a:t>Acquired </a:t>
            </a:r>
            <a:r>
              <a:rPr lang="en" sz="700" b="1">
                <a:solidFill>
                  <a:srgbClr val="1C1C1A"/>
                </a:solidFill>
                <a:latin typeface="Plus Jakarta Sans"/>
                <a:ea typeface="Plus Jakarta Sans"/>
                <a:cs typeface="Plus Jakarta Sans"/>
                <a:sym typeface="Plus Jakarta Sans"/>
              </a:rPr>
              <a:t>Verta’s Operational AI</a:t>
            </a:r>
            <a:r>
              <a:rPr lang="en" sz="700">
                <a:solidFill>
                  <a:srgbClr val="1C1C1A"/>
                </a:solidFill>
                <a:latin typeface="Plus Jakarta Sans"/>
                <a:ea typeface="Plus Jakarta Sans"/>
                <a:cs typeface="Plus Jakarta Sans"/>
                <a:sym typeface="Plus Jakarta Sans"/>
              </a:rPr>
              <a:t> Platform and </a:t>
            </a:r>
            <a:r>
              <a:rPr lang="en" sz="700" b="1">
                <a:solidFill>
                  <a:srgbClr val="1C1C1A"/>
                </a:solidFill>
                <a:latin typeface="Plus Jakarta Sans"/>
                <a:ea typeface="Plus Jakarta Sans"/>
                <a:cs typeface="Plus Jakarta Sans"/>
                <a:sym typeface="Plus Jakarta Sans"/>
              </a:rPr>
              <a:t>Octopai</a:t>
            </a:r>
            <a:r>
              <a:rPr lang="en" sz="700">
                <a:solidFill>
                  <a:srgbClr val="1C1C1A"/>
                </a:solidFill>
                <a:latin typeface="Plus Jakarta Sans"/>
                <a:ea typeface="Plus Jakarta Sans"/>
                <a:cs typeface="Plus Jakarta Sans"/>
                <a:sym typeface="Plus Jakarta Sans"/>
              </a:rPr>
              <a:t>’s Data Intelligence Platform</a:t>
            </a:r>
            <a:endParaRPr sz="700">
              <a:solidFill>
                <a:srgbClr val="1C1C1A"/>
              </a:solidFill>
              <a:latin typeface="Plus Jakarta Sans"/>
              <a:ea typeface="Plus Jakarta Sans"/>
              <a:cs typeface="Plus Jakarta Sans"/>
              <a:sym typeface="Plus Jakarta Sans"/>
            </a:endParaRPr>
          </a:p>
          <a:p>
            <a:pPr marL="0" lvl="0" indent="0" algn="l" rtl="0">
              <a:spcBef>
                <a:spcPts val="0"/>
              </a:spcBef>
              <a:spcAft>
                <a:spcPts val="0"/>
              </a:spcAft>
              <a:buClr>
                <a:srgbClr val="000000"/>
              </a:buClr>
              <a:buSzPts val="800"/>
              <a:buFont typeface="Arial"/>
              <a:buNone/>
            </a:pPr>
            <a:endParaRPr sz="700">
              <a:latin typeface="Plus Jakarta Sans"/>
              <a:ea typeface="Plus Jakarta Sans"/>
              <a:cs typeface="Plus Jakarta Sans"/>
              <a:sym typeface="Plus Jakarta Sans"/>
            </a:endParaRPr>
          </a:p>
          <a:p>
            <a:pPr marL="0" lvl="0" indent="0" algn="l" rtl="0">
              <a:spcBef>
                <a:spcPts val="0"/>
              </a:spcBef>
              <a:spcAft>
                <a:spcPts val="0"/>
              </a:spcAft>
              <a:buClr>
                <a:srgbClr val="000000"/>
              </a:buClr>
              <a:buSzPts val="800"/>
              <a:buFont typeface="Arial"/>
              <a:buNone/>
            </a:pPr>
            <a:endParaRPr sz="700">
              <a:latin typeface="Plus Jakarta Sans"/>
              <a:ea typeface="Plus Jakarta Sans"/>
              <a:cs typeface="Plus Jakarta Sans"/>
              <a:sym typeface="Plus Jakarta Sans"/>
            </a:endParaRPr>
          </a:p>
          <a:p>
            <a:pPr marL="0" lvl="0" indent="0" algn="l" rtl="0">
              <a:spcBef>
                <a:spcPts val="0"/>
              </a:spcBef>
              <a:spcAft>
                <a:spcPts val="0"/>
              </a:spcAft>
              <a:buClr>
                <a:srgbClr val="000000"/>
              </a:buClr>
              <a:buSzPts val="800"/>
              <a:buFont typeface="Arial"/>
              <a:buNone/>
            </a:pPr>
            <a:endParaRPr sz="700">
              <a:latin typeface="Plus Jakarta Sans"/>
              <a:ea typeface="Plus Jakarta Sans"/>
              <a:cs typeface="Plus Jakarta Sans"/>
              <a:sym typeface="Plus Jakarta Sans"/>
            </a:endParaRPr>
          </a:p>
          <a:p>
            <a:pPr marL="0" lvl="0" indent="0" algn="l" rtl="0">
              <a:spcBef>
                <a:spcPts val="0"/>
              </a:spcBef>
              <a:spcAft>
                <a:spcPts val="0"/>
              </a:spcAft>
              <a:buClr>
                <a:srgbClr val="000000"/>
              </a:buClr>
              <a:buSzPts val="800"/>
              <a:buFont typeface="Arial"/>
              <a:buNone/>
            </a:pPr>
            <a:endParaRPr sz="700">
              <a:latin typeface="Plus Jakarta Sans"/>
              <a:ea typeface="Plus Jakarta Sans"/>
              <a:cs typeface="Plus Jakarta Sans"/>
              <a:sym typeface="Plus Jakarta Sans"/>
            </a:endParaRPr>
          </a:p>
        </p:txBody>
      </p:sp>
      <p:sp>
        <p:nvSpPr>
          <p:cNvPr id="1074" name="Google Shape;1074;p148"/>
          <p:cNvSpPr txBox="1"/>
          <p:nvPr/>
        </p:nvSpPr>
        <p:spPr>
          <a:xfrm flipH="1">
            <a:off x="7376600" y="2205350"/>
            <a:ext cx="1030500" cy="798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rgbClr val="000000"/>
              </a:buClr>
              <a:buSzPts val="800"/>
              <a:buFont typeface="Arial"/>
              <a:buNone/>
            </a:pPr>
            <a:r>
              <a:rPr lang="en" sz="700">
                <a:solidFill>
                  <a:srgbClr val="FF550D"/>
                </a:solidFill>
                <a:latin typeface="Plus Jakarta Sans"/>
                <a:ea typeface="Plus Jakarta Sans"/>
                <a:cs typeface="Plus Jakarta Sans"/>
                <a:sym typeface="Plus Jakarta Sans"/>
              </a:rPr>
              <a:t>The next wave  of Enterprise AI from Cloudera</a:t>
            </a:r>
            <a:endParaRPr sz="700">
              <a:solidFill>
                <a:srgbClr val="FF550D"/>
              </a:solidFill>
              <a:latin typeface="Plus Jakarta Sans"/>
              <a:ea typeface="Plus Jakarta Sans"/>
              <a:cs typeface="Plus Jakarta Sans"/>
              <a:sym typeface="Plus Jakarta Sans"/>
            </a:endParaRPr>
          </a:p>
          <a:p>
            <a:pPr marL="0" lvl="0" indent="0" algn="l" rtl="0">
              <a:spcBef>
                <a:spcPts val="0"/>
              </a:spcBef>
              <a:spcAft>
                <a:spcPts val="0"/>
              </a:spcAft>
              <a:buClr>
                <a:srgbClr val="000000"/>
              </a:buClr>
              <a:buSzPts val="800"/>
              <a:buFont typeface="Arial"/>
              <a:buNone/>
            </a:pPr>
            <a:endParaRPr sz="700">
              <a:solidFill>
                <a:srgbClr val="FF550D"/>
              </a:solidFill>
              <a:latin typeface="Plus Jakarta Sans"/>
              <a:ea typeface="Plus Jakarta Sans"/>
              <a:cs typeface="Plus Jakarta Sans"/>
              <a:sym typeface="Plus Jakarta Sans"/>
            </a:endParaRPr>
          </a:p>
        </p:txBody>
      </p:sp>
      <p:sp>
        <p:nvSpPr>
          <p:cNvPr id="1075" name="Google Shape;1075;p148"/>
          <p:cNvSpPr/>
          <p:nvPr/>
        </p:nvSpPr>
        <p:spPr>
          <a:xfrm rot="10800000">
            <a:off x="3555799" y="1995200"/>
            <a:ext cx="160200" cy="50100"/>
          </a:xfrm>
          <a:prstGeom prst="triangle">
            <a:avLst>
              <a:gd name="adj" fmla="val 49134"/>
            </a:avLst>
          </a:prstGeom>
          <a:solidFill>
            <a:srgbClr val="FF550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lus Jakarta Sans"/>
              <a:ea typeface="Plus Jakarta Sans"/>
              <a:cs typeface="Plus Jakarta Sans"/>
              <a:sym typeface="Plus Jakarta Sans"/>
            </a:endParaRPr>
          </a:p>
        </p:txBody>
      </p:sp>
      <p:cxnSp>
        <p:nvCxnSpPr>
          <p:cNvPr id="1076" name="Google Shape;1076;p148"/>
          <p:cNvCxnSpPr/>
          <p:nvPr/>
        </p:nvCxnSpPr>
        <p:spPr>
          <a:xfrm>
            <a:off x="3635899" y="2022926"/>
            <a:ext cx="0" cy="1555800"/>
          </a:xfrm>
          <a:prstGeom prst="straightConnector1">
            <a:avLst/>
          </a:prstGeom>
          <a:noFill/>
          <a:ln w="9525" cap="flat" cmpd="sng">
            <a:solidFill>
              <a:srgbClr val="FF550D"/>
            </a:solidFill>
            <a:prstDash val="solid"/>
            <a:round/>
            <a:headEnd type="none" w="sm" len="sm"/>
            <a:tailEnd type="none" w="sm" len="sm"/>
          </a:ln>
        </p:spPr>
      </p:cxnSp>
      <p:sp>
        <p:nvSpPr>
          <p:cNvPr id="1077" name="Google Shape;1077;p148"/>
          <p:cNvSpPr/>
          <p:nvPr/>
        </p:nvSpPr>
        <p:spPr>
          <a:xfrm rot="10800000">
            <a:off x="4781874" y="1995200"/>
            <a:ext cx="160200" cy="50100"/>
          </a:xfrm>
          <a:prstGeom prst="triangle">
            <a:avLst>
              <a:gd name="adj" fmla="val 49134"/>
            </a:avLst>
          </a:prstGeom>
          <a:solidFill>
            <a:srgbClr val="FF550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lus Jakarta Sans"/>
              <a:ea typeface="Plus Jakarta Sans"/>
              <a:cs typeface="Plus Jakarta Sans"/>
              <a:sym typeface="Plus Jakarta Sans"/>
            </a:endParaRPr>
          </a:p>
        </p:txBody>
      </p:sp>
      <p:cxnSp>
        <p:nvCxnSpPr>
          <p:cNvPr id="1078" name="Google Shape;1078;p148"/>
          <p:cNvCxnSpPr/>
          <p:nvPr/>
        </p:nvCxnSpPr>
        <p:spPr>
          <a:xfrm>
            <a:off x="4861974" y="2022926"/>
            <a:ext cx="0" cy="813300"/>
          </a:xfrm>
          <a:prstGeom prst="straightConnector1">
            <a:avLst/>
          </a:prstGeom>
          <a:noFill/>
          <a:ln w="9525" cap="flat" cmpd="sng">
            <a:solidFill>
              <a:srgbClr val="FF550D"/>
            </a:solidFill>
            <a:prstDash val="solid"/>
            <a:round/>
            <a:headEnd type="none" w="sm" len="sm"/>
            <a:tailEnd type="none" w="sm" len="sm"/>
          </a:ln>
        </p:spPr>
      </p:cxnSp>
      <p:sp>
        <p:nvSpPr>
          <p:cNvPr id="1079" name="Google Shape;1079;p148"/>
          <p:cNvSpPr/>
          <p:nvPr/>
        </p:nvSpPr>
        <p:spPr>
          <a:xfrm rot="10800000">
            <a:off x="6001936" y="1995200"/>
            <a:ext cx="160200" cy="50100"/>
          </a:xfrm>
          <a:prstGeom prst="triangle">
            <a:avLst>
              <a:gd name="adj" fmla="val 49134"/>
            </a:avLst>
          </a:prstGeom>
          <a:solidFill>
            <a:srgbClr val="FF550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lus Jakarta Sans"/>
              <a:ea typeface="Plus Jakarta Sans"/>
              <a:cs typeface="Plus Jakarta Sans"/>
              <a:sym typeface="Plus Jakarta Sans"/>
            </a:endParaRPr>
          </a:p>
        </p:txBody>
      </p:sp>
      <p:cxnSp>
        <p:nvCxnSpPr>
          <p:cNvPr id="1080" name="Google Shape;1080;p148"/>
          <p:cNvCxnSpPr/>
          <p:nvPr/>
        </p:nvCxnSpPr>
        <p:spPr>
          <a:xfrm>
            <a:off x="6082036" y="2022926"/>
            <a:ext cx="0" cy="1255800"/>
          </a:xfrm>
          <a:prstGeom prst="straightConnector1">
            <a:avLst/>
          </a:prstGeom>
          <a:noFill/>
          <a:ln w="9525" cap="flat" cmpd="sng">
            <a:solidFill>
              <a:srgbClr val="FF550D"/>
            </a:solidFill>
            <a:prstDash val="solid"/>
            <a:round/>
            <a:headEnd type="none" w="sm" len="sm"/>
            <a:tailEnd type="none" w="sm" len="sm"/>
          </a:ln>
        </p:spPr>
      </p:cxnSp>
      <p:pic>
        <p:nvPicPr>
          <p:cNvPr id="1081" name="Google Shape;1081;p148" descr=" "/>
          <p:cNvPicPr preferRelativeResize="0"/>
          <p:nvPr/>
        </p:nvPicPr>
        <p:blipFill rotWithShape="1">
          <a:blip r:embed="rId3">
            <a:alphaModFix/>
          </a:blip>
          <a:srcRect/>
          <a:stretch/>
        </p:blipFill>
        <p:spPr>
          <a:xfrm>
            <a:off x="2506000" y="2205350"/>
            <a:ext cx="858000" cy="108119"/>
          </a:xfrm>
          <a:prstGeom prst="rect">
            <a:avLst/>
          </a:prstGeom>
          <a:noFill/>
          <a:ln>
            <a:noFill/>
          </a:ln>
        </p:spPr>
      </p:pic>
      <p:sp>
        <p:nvSpPr>
          <p:cNvPr id="1082" name="Google Shape;1082;p148"/>
          <p:cNvSpPr/>
          <p:nvPr/>
        </p:nvSpPr>
        <p:spPr>
          <a:xfrm rot="10800000">
            <a:off x="7216361" y="1995200"/>
            <a:ext cx="160200" cy="50100"/>
          </a:xfrm>
          <a:prstGeom prst="triangle">
            <a:avLst>
              <a:gd name="adj" fmla="val 49134"/>
            </a:avLst>
          </a:prstGeom>
          <a:solidFill>
            <a:srgbClr val="FF550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Plus Jakarta Sans"/>
              <a:ea typeface="Plus Jakarta Sans"/>
              <a:cs typeface="Plus Jakarta Sans"/>
              <a:sym typeface="Plus Jakarta Sans"/>
            </a:endParaRPr>
          </a:p>
        </p:txBody>
      </p:sp>
      <p:cxnSp>
        <p:nvCxnSpPr>
          <p:cNvPr id="1083" name="Google Shape;1083;p148"/>
          <p:cNvCxnSpPr/>
          <p:nvPr/>
        </p:nvCxnSpPr>
        <p:spPr>
          <a:xfrm>
            <a:off x="7296500" y="2048225"/>
            <a:ext cx="0" cy="475800"/>
          </a:xfrm>
          <a:prstGeom prst="straightConnector1">
            <a:avLst/>
          </a:prstGeom>
          <a:noFill/>
          <a:ln w="9525" cap="flat" cmpd="sng">
            <a:solidFill>
              <a:srgbClr val="FF550D"/>
            </a:solidFill>
            <a:prstDash val="solid"/>
            <a:round/>
            <a:headEnd type="none" w="sm" len="sm"/>
            <a:tailEnd type="none" w="sm" len="sm"/>
          </a:ln>
        </p:spPr>
      </p:cxnSp>
      <p:sp>
        <p:nvSpPr>
          <p:cNvPr id="1084" name="Google Shape;1084;p148"/>
          <p:cNvSpPr txBox="1"/>
          <p:nvPr/>
        </p:nvSpPr>
        <p:spPr>
          <a:xfrm>
            <a:off x="533400" y="734285"/>
            <a:ext cx="5029200" cy="324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sz="1100">
                <a:solidFill>
                  <a:schemeClr val="accent2"/>
                </a:solidFill>
                <a:latin typeface="Plus Jakarta Sans SemiBold"/>
                <a:ea typeface="Plus Jakarta Sans SemiBold"/>
                <a:cs typeface="Plus Jakarta Sans SemiBold"/>
                <a:sym typeface="Plus Jakarta Sans SemiBold"/>
              </a:rPr>
              <a:t>Where we were, where we are, where we’re going</a:t>
            </a:r>
            <a:endParaRPr sz="1100">
              <a:solidFill>
                <a:schemeClr val="accent2"/>
              </a:solidFill>
              <a:latin typeface="Plus Jakarta Sans SemiBold"/>
              <a:ea typeface="Plus Jakarta Sans SemiBold"/>
              <a:cs typeface="Plus Jakarta Sans SemiBold"/>
              <a:sym typeface="Plus Jakarta Sans SemiBold"/>
            </a:endParaRPr>
          </a:p>
          <a:p>
            <a:pPr marL="457200" lvl="0" indent="-228600" algn="l" rtl="0">
              <a:spcBef>
                <a:spcPts val="0"/>
              </a:spcBef>
              <a:spcAft>
                <a:spcPts val="0"/>
              </a:spcAft>
              <a:buNone/>
            </a:pPr>
            <a:endParaRPr sz="1100">
              <a:solidFill>
                <a:srgbClr val="5555F9"/>
              </a:solidFill>
              <a:latin typeface="Plus Jakarta Sans SemiBold"/>
              <a:ea typeface="Plus Jakarta Sans SemiBold"/>
              <a:cs typeface="Plus Jakarta Sans SemiBold"/>
              <a:sym typeface="Plus Jakarta Sans SemiBold"/>
            </a:endParaRPr>
          </a:p>
        </p:txBody>
      </p:sp>
      <p:sp>
        <p:nvSpPr>
          <p:cNvPr id="1085" name="Google Shape;1085;p148"/>
          <p:cNvSpPr/>
          <p:nvPr/>
        </p:nvSpPr>
        <p:spPr>
          <a:xfrm>
            <a:off x="0" y="0"/>
            <a:ext cx="2710800" cy="228600"/>
          </a:xfrm>
          <a:prstGeom prst="rect">
            <a:avLst/>
          </a:prstGeom>
          <a:solidFill>
            <a:srgbClr val="5555F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i="1">
                <a:solidFill>
                  <a:srgbClr val="FFFFFF"/>
                </a:solidFill>
                <a:latin typeface="Plus Jakarta Sans Bold"/>
                <a:ea typeface="Plus Jakarta Sans Bold"/>
                <a:cs typeface="Plus Jakarta Sans Bold"/>
                <a:sym typeface="Plus Jakarta Sans"/>
              </a:rPr>
              <a:t>Cloudera AI Overview</a:t>
            </a:r>
            <a:endParaRPr b="1" i="1">
              <a:solidFill>
                <a:srgbClr val="FFFFFF"/>
              </a:solidFill>
              <a:latin typeface="Plus Jakarta Sans Bold"/>
              <a:ea typeface="Plus Jakarta Sans Bold"/>
              <a:cs typeface="Plus Jakarta Sans Bold"/>
              <a:sym typeface="Plus Jakarta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89"/>
        <p:cNvGrpSpPr/>
        <p:nvPr/>
      </p:nvGrpSpPr>
      <p:grpSpPr>
        <a:xfrm>
          <a:off x="0" y="0"/>
          <a:ext cx="0" cy="0"/>
          <a:chOff x="0" y="0"/>
          <a:chExt cx="0" cy="0"/>
        </a:xfrm>
      </p:grpSpPr>
      <p:sp>
        <p:nvSpPr>
          <p:cNvPr id="1090" name="Google Shape;1090;p149"/>
          <p:cNvSpPr txBox="1">
            <a:spLocks noGrp="1"/>
          </p:cNvSpPr>
          <p:nvPr>
            <p:ph type="body" idx="1"/>
          </p:nvPr>
        </p:nvSpPr>
        <p:spPr>
          <a:xfrm>
            <a:off x="533400" y="1217600"/>
            <a:ext cx="3760200" cy="30825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 sz="4800" b="1">
                <a:solidFill>
                  <a:schemeClr val="accent1"/>
                </a:solidFill>
              </a:rPr>
              <a:t>270+</a:t>
            </a:r>
            <a:r>
              <a:rPr lang="en" sz="4800"/>
              <a:t> </a:t>
            </a:r>
            <a:endParaRPr sz="4800"/>
          </a:p>
          <a:p>
            <a:pPr marL="0" lvl="0" indent="0" algn="l" rtl="0">
              <a:spcBef>
                <a:spcPts val="0"/>
              </a:spcBef>
              <a:spcAft>
                <a:spcPts val="0"/>
              </a:spcAft>
              <a:buNone/>
            </a:pPr>
            <a:r>
              <a:rPr lang="en" i="1"/>
              <a:t>Enterprise-grade customers using Cloudera AI</a:t>
            </a:r>
            <a:endParaRPr i="1"/>
          </a:p>
          <a:p>
            <a:pPr marL="0" lvl="0" indent="0" algn="l" rtl="0">
              <a:spcBef>
                <a:spcPts val="0"/>
              </a:spcBef>
              <a:spcAft>
                <a:spcPts val="0"/>
              </a:spcAft>
              <a:buNone/>
            </a:pPr>
            <a:endParaRPr i="1"/>
          </a:p>
          <a:p>
            <a:pPr marL="0" lvl="0" indent="0" algn="l" rtl="0">
              <a:spcBef>
                <a:spcPts val="0"/>
              </a:spcBef>
              <a:spcAft>
                <a:spcPts val="0"/>
              </a:spcAft>
              <a:buNone/>
            </a:pPr>
            <a:endParaRPr/>
          </a:p>
        </p:txBody>
      </p:sp>
      <p:sp>
        <p:nvSpPr>
          <p:cNvPr id="1091" name="Google Shape;1091;p149"/>
          <p:cNvSpPr txBox="1">
            <a:spLocks noGrp="1"/>
          </p:cNvSpPr>
          <p:nvPr>
            <p:ph type="title"/>
          </p:nvPr>
        </p:nvSpPr>
        <p:spPr>
          <a:xfrm>
            <a:off x="533400" y="284253"/>
            <a:ext cx="7620000" cy="612900"/>
          </a:xfrm>
          <a:prstGeom prst="rect">
            <a:avLst/>
          </a:prstGeom>
        </p:spPr>
        <p:txBody>
          <a:bodyPr spcFirstLastPara="1" wrap="square" lIns="91425" tIns="0" rIns="91425" bIns="45700" anchor="t" anchorCtr="0">
            <a:noAutofit/>
          </a:bodyPr>
          <a:lstStyle/>
          <a:p>
            <a:pPr marL="0" lvl="0" indent="0" algn="l" rtl="0">
              <a:spcBef>
                <a:spcPts val="0"/>
              </a:spcBef>
              <a:spcAft>
                <a:spcPts val="0"/>
              </a:spcAft>
              <a:buNone/>
            </a:pPr>
            <a:r>
              <a:rPr lang="en" b="1">
                <a:latin typeface="Plus Jakarta Sans"/>
                <a:ea typeface="Plus Jakarta Sans"/>
                <a:cs typeface="Plus Jakarta Sans"/>
                <a:sym typeface="Plus Jakarta Sans"/>
              </a:rPr>
              <a:t>Cloudera AI:</a:t>
            </a:r>
            <a:r>
              <a:rPr lang="en"/>
              <a:t> The Flexible, Enterprise-Grade AI / ML Platform – On Prem &amp; in the Cloud</a:t>
            </a:r>
            <a:endParaRPr/>
          </a:p>
        </p:txBody>
      </p:sp>
      <p:sp>
        <p:nvSpPr>
          <p:cNvPr id="1092" name="Google Shape;1092;p149"/>
          <p:cNvSpPr/>
          <p:nvPr/>
        </p:nvSpPr>
        <p:spPr>
          <a:xfrm>
            <a:off x="0" y="0"/>
            <a:ext cx="2710800" cy="228600"/>
          </a:xfrm>
          <a:prstGeom prst="rect">
            <a:avLst/>
          </a:prstGeom>
          <a:solidFill>
            <a:srgbClr val="5555F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i="1">
                <a:solidFill>
                  <a:srgbClr val="FFFFFF"/>
                </a:solidFill>
                <a:latin typeface="Plus Jakarta Sans Bold"/>
                <a:ea typeface="Plus Jakarta Sans Bold"/>
                <a:cs typeface="Plus Jakarta Sans Bold"/>
                <a:sym typeface="Plus Jakarta Sans"/>
              </a:rPr>
              <a:t>Cloudera AI Overview</a:t>
            </a:r>
            <a:endParaRPr b="1" i="1">
              <a:solidFill>
                <a:srgbClr val="FFFFFF"/>
              </a:solidFill>
              <a:latin typeface="Plus Jakarta Sans Bold"/>
              <a:ea typeface="Plus Jakarta Sans Bold"/>
              <a:cs typeface="Plus Jakarta Sans Bold"/>
              <a:sym typeface="Plus Jakarta Sans"/>
            </a:endParaRPr>
          </a:p>
        </p:txBody>
      </p:sp>
      <p:pic>
        <p:nvPicPr>
          <p:cNvPr id="1093" name="Google Shape;1093;p149"/>
          <p:cNvPicPr preferRelativeResize="0"/>
          <p:nvPr/>
        </p:nvPicPr>
        <p:blipFill>
          <a:blip r:embed="rId3">
            <a:alphaModFix/>
          </a:blip>
          <a:stretch>
            <a:fillRect/>
          </a:stretch>
        </p:blipFill>
        <p:spPr>
          <a:xfrm>
            <a:off x="2558475" y="3945875"/>
            <a:ext cx="1286312" cy="672200"/>
          </a:xfrm>
          <a:prstGeom prst="rect">
            <a:avLst/>
          </a:prstGeom>
          <a:noFill/>
          <a:ln>
            <a:noFill/>
          </a:ln>
        </p:spPr>
      </p:pic>
      <p:pic>
        <p:nvPicPr>
          <p:cNvPr id="1094" name="Google Shape;1094;p149"/>
          <p:cNvPicPr preferRelativeResize="0"/>
          <p:nvPr/>
        </p:nvPicPr>
        <p:blipFill>
          <a:blip r:embed="rId4">
            <a:alphaModFix/>
          </a:blip>
          <a:stretch>
            <a:fillRect/>
          </a:stretch>
        </p:blipFill>
        <p:spPr>
          <a:xfrm>
            <a:off x="2558475" y="3218827"/>
            <a:ext cx="1410850" cy="496394"/>
          </a:xfrm>
          <a:prstGeom prst="rect">
            <a:avLst/>
          </a:prstGeom>
          <a:noFill/>
          <a:ln>
            <a:noFill/>
          </a:ln>
        </p:spPr>
      </p:pic>
      <p:pic>
        <p:nvPicPr>
          <p:cNvPr id="1095" name="Google Shape;1095;p149"/>
          <p:cNvPicPr preferRelativeResize="0"/>
          <p:nvPr/>
        </p:nvPicPr>
        <p:blipFill>
          <a:blip r:embed="rId5">
            <a:alphaModFix/>
          </a:blip>
          <a:stretch>
            <a:fillRect/>
          </a:stretch>
        </p:blipFill>
        <p:spPr>
          <a:xfrm>
            <a:off x="605548" y="3247350"/>
            <a:ext cx="1410850" cy="467875"/>
          </a:xfrm>
          <a:prstGeom prst="rect">
            <a:avLst/>
          </a:prstGeom>
          <a:noFill/>
          <a:ln>
            <a:noFill/>
          </a:ln>
        </p:spPr>
      </p:pic>
      <p:pic>
        <p:nvPicPr>
          <p:cNvPr id="1096" name="Google Shape;1096;p149"/>
          <p:cNvPicPr preferRelativeResize="0"/>
          <p:nvPr/>
        </p:nvPicPr>
        <p:blipFill>
          <a:blip r:embed="rId6">
            <a:alphaModFix/>
          </a:blip>
          <a:stretch>
            <a:fillRect/>
          </a:stretch>
        </p:blipFill>
        <p:spPr>
          <a:xfrm>
            <a:off x="2558473" y="2513823"/>
            <a:ext cx="1202300" cy="339850"/>
          </a:xfrm>
          <a:prstGeom prst="rect">
            <a:avLst/>
          </a:prstGeom>
          <a:noFill/>
          <a:ln>
            <a:noFill/>
          </a:ln>
        </p:spPr>
      </p:pic>
      <p:pic>
        <p:nvPicPr>
          <p:cNvPr id="1097" name="Google Shape;1097;p149"/>
          <p:cNvPicPr preferRelativeResize="0"/>
          <p:nvPr/>
        </p:nvPicPr>
        <p:blipFill>
          <a:blip r:embed="rId7">
            <a:alphaModFix/>
          </a:blip>
          <a:stretch>
            <a:fillRect/>
          </a:stretch>
        </p:blipFill>
        <p:spPr>
          <a:xfrm>
            <a:off x="621870" y="3794045"/>
            <a:ext cx="1571300" cy="975850"/>
          </a:xfrm>
          <a:prstGeom prst="rect">
            <a:avLst/>
          </a:prstGeom>
          <a:noFill/>
          <a:ln>
            <a:noFill/>
          </a:ln>
        </p:spPr>
      </p:pic>
      <p:pic>
        <p:nvPicPr>
          <p:cNvPr id="1098" name="Google Shape;1098;p149"/>
          <p:cNvPicPr preferRelativeResize="0"/>
          <p:nvPr/>
        </p:nvPicPr>
        <p:blipFill rotWithShape="1">
          <a:blip r:embed="rId8">
            <a:alphaModFix/>
          </a:blip>
          <a:srcRect t="24785" b="30224"/>
          <a:stretch/>
        </p:blipFill>
        <p:spPr>
          <a:xfrm>
            <a:off x="621873" y="2677312"/>
            <a:ext cx="1711444" cy="467875"/>
          </a:xfrm>
          <a:prstGeom prst="rect">
            <a:avLst/>
          </a:prstGeom>
          <a:noFill/>
          <a:ln>
            <a:noFill/>
          </a:ln>
        </p:spPr>
      </p:pic>
      <p:sp>
        <p:nvSpPr>
          <p:cNvPr id="1099" name="Google Shape;1099;p149"/>
          <p:cNvSpPr txBox="1"/>
          <p:nvPr/>
        </p:nvSpPr>
        <p:spPr>
          <a:xfrm>
            <a:off x="4377050" y="1947725"/>
            <a:ext cx="4485300" cy="1108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i="1">
                <a:latin typeface="Plus Jakarta Sans"/>
                <a:ea typeface="Plus Jakarta Sans"/>
                <a:cs typeface="Plus Jakarta Sans"/>
                <a:sym typeface="Plus Jakarta Sans"/>
              </a:rPr>
              <a:t>“We prioritize using </a:t>
            </a:r>
            <a:r>
              <a:rPr lang="en" sz="1000" b="1" i="1">
                <a:solidFill>
                  <a:schemeClr val="accent1"/>
                </a:solidFill>
                <a:latin typeface="Plus Jakarta Sans Bold"/>
                <a:ea typeface="Plus Jakarta Sans Bold"/>
                <a:cs typeface="Plus Jakarta Sans Bold"/>
                <a:sym typeface="Plus Jakarta Sans"/>
              </a:rPr>
              <a:t>Cloudera AI for scenarios involving GPU-intensive tasks where execution speed and cost efficiency are critical on the cloud and on premise. </a:t>
            </a:r>
            <a:r>
              <a:rPr lang="en" sz="1000" i="1">
                <a:latin typeface="Plus Jakarta Sans"/>
                <a:ea typeface="Plus Jakarta Sans"/>
                <a:cs typeface="Plus Jakarta Sans"/>
                <a:sym typeface="Plus Jakarta Sans"/>
              </a:rPr>
              <a:t>Cloudera's platform excels in providing a secure, well-governed data management system, making it the preferred choice for organizations</a:t>
            </a:r>
            <a:r>
              <a:rPr lang="en" sz="1000" b="1" i="1">
                <a:latin typeface="Plus Jakarta Sans Bold"/>
                <a:ea typeface="Plus Jakarta Sans Bold"/>
                <a:cs typeface="Plus Jakarta Sans Bold"/>
                <a:sym typeface="Plus Jakarta Sans"/>
              </a:rPr>
              <a:t> </a:t>
            </a:r>
            <a:r>
              <a:rPr lang="en" sz="1000" b="1" i="1">
                <a:solidFill>
                  <a:schemeClr val="accent1"/>
                </a:solidFill>
                <a:latin typeface="Plus Jakarta Sans Bold"/>
                <a:ea typeface="Plus Jakarta Sans Bold"/>
                <a:cs typeface="Plus Jakarta Sans Bold"/>
                <a:sym typeface="Plus Jakarta Sans"/>
              </a:rPr>
              <a:t>looking to optimize performance and cost.</a:t>
            </a:r>
            <a:r>
              <a:rPr lang="en" sz="1000" i="1">
                <a:latin typeface="Plus Jakarta Sans"/>
                <a:ea typeface="Plus Jakarta Sans"/>
                <a:cs typeface="Plus Jakarta Sans"/>
                <a:sym typeface="Plus Jakarta Sans"/>
              </a:rPr>
              <a:t>– Director of Architecture, Global Research &amp; Consulting Co.</a:t>
            </a:r>
            <a:endParaRPr sz="1300" i="1">
              <a:latin typeface="Plus Jakarta Sans"/>
              <a:ea typeface="Plus Jakarta Sans"/>
              <a:cs typeface="Plus Jakarta Sans"/>
              <a:sym typeface="Plus Jakarta Sans"/>
            </a:endParaRPr>
          </a:p>
        </p:txBody>
      </p:sp>
      <p:sp>
        <p:nvSpPr>
          <p:cNvPr id="1100" name="Google Shape;1100;p149"/>
          <p:cNvSpPr txBox="1"/>
          <p:nvPr/>
        </p:nvSpPr>
        <p:spPr>
          <a:xfrm>
            <a:off x="4377050" y="3080950"/>
            <a:ext cx="4485300" cy="1416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i="1">
                <a:latin typeface="Plus Jakarta Sans"/>
                <a:ea typeface="Plus Jakarta Sans"/>
                <a:cs typeface="Plus Jakarta Sans"/>
                <a:sym typeface="Plus Jakarta Sans"/>
              </a:rPr>
              <a:t>“A high school-aged intern delivered a complex AI/ML model in 10 weeks on Cloudera AI. With the </a:t>
            </a:r>
            <a:r>
              <a:rPr lang="en" sz="1000" b="1" i="1">
                <a:solidFill>
                  <a:schemeClr val="accent1"/>
                </a:solidFill>
                <a:latin typeface="Plus Jakarta Sans Bold"/>
                <a:ea typeface="Plus Jakarta Sans Bold"/>
                <a:cs typeface="Plus Jakarta Sans Bold"/>
                <a:sym typeface="Plus Jakarta Sans"/>
              </a:rPr>
              <a:t>speed of onboarding on Cloudera AI, we see tangible and immediate value</a:t>
            </a:r>
            <a:r>
              <a:rPr lang="en" sz="1000" b="1" i="1">
                <a:latin typeface="Plus Jakarta Sans Bold"/>
                <a:ea typeface="Plus Jakarta Sans Bold"/>
                <a:cs typeface="Plus Jakarta Sans Bold"/>
                <a:sym typeface="Plus Jakarta Sans"/>
              </a:rPr>
              <a:t>.</a:t>
            </a:r>
            <a:r>
              <a:rPr lang="en" sz="1000" i="1">
                <a:latin typeface="Plus Jakarta Sans"/>
                <a:ea typeface="Plus Jakarta Sans"/>
                <a:cs typeface="Plus Jakarta Sans"/>
                <a:sym typeface="Plus Jakarta Sans"/>
              </a:rPr>
              <a:t>” - Head of AI, Global Pharma Co.</a:t>
            </a:r>
            <a:endParaRPr sz="1000" i="1">
              <a:latin typeface="Plus Jakarta Sans"/>
              <a:ea typeface="Plus Jakarta Sans"/>
              <a:cs typeface="Plus Jakarta Sans"/>
              <a:sym typeface="Plus Jakarta Sans"/>
            </a:endParaRPr>
          </a:p>
          <a:p>
            <a:pPr marL="0" lvl="0" indent="0" algn="l" rtl="0">
              <a:spcBef>
                <a:spcPts val="0"/>
              </a:spcBef>
              <a:spcAft>
                <a:spcPts val="0"/>
              </a:spcAft>
              <a:buNone/>
            </a:pPr>
            <a:endParaRPr sz="1000" i="1">
              <a:latin typeface="Plus Jakarta Sans"/>
              <a:ea typeface="Plus Jakarta Sans"/>
              <a:cs typeface="Plus Jakarta Sans"/>
              <a:sym typeface="Plus Jakarta Sans"/>
            </a:endParaRPr>
          </a:p>
          <a:p>
            <a:pPr marL="0" lvl="0" indent="0" algn="l" rtl="0">
              <a:spcBef>
                <a:spcPts val="0"/>
              </a:spcBef>
              <a:spcAft>
                <a:spcPts val="0"/>
              </a:spcAft>
              <a:buNone/>
            </a:pPr>
            <a:r>
              <a:rPr lang="en" sz="1000" i="1">
                <a:latin typeface="Plus Jakarta Sans"/>
                <a:ea typeface="Plus Jakarta Sans"/>
                <a:cs typeface="Plus Jakarta Sans"/>
                <a:sym typeface="Plus Jakarta Sans"/>
              </a:rPr>
              <a:t>“We realized early on that what we were trying to achieve was going to push the limits of the technology we had. </a:t>
            </a:r>
            <a:r>
              <a:rPr lang="en" sz="1000" b="1" i="1">
                <a:solidFill>
                  <a:schemeClr val="accent1"/>
                </a:solidFill>
                <a:latin typeface="Plus Jakarta Sans Bold"/>
                <a:ea typeface="Plus Jakarta Sans Bold"/>
                <a:cs typeface="Plus Jakarta Sans Bold"/>
                <a:sym typeface="Plus Jakarta Sans"/>
              </a:rPr>
              <a:t>And Cloudera is with us in the trenches every day … with a commitment to see this through and make it successful.</a:t>
            </a:r>
            <a:r>
              <a:rPr lang="en" sz="1000" i="1">
                <a:latin typeface="Plus Jakarta Sans"/>
                <a:ea typeface="Plus Jakarta Sans"/>
                <a:cs typeface="Plus Jakarta Sans"/>
                <a:sym typeface="Plus Jakarta Sans"/>
              </a:rPr>
              <a:t>” - Platform Program Lead, Global Pharma Co.</a:t>
            </a:r>
            <a:endParaRPr sz="1000" i="1">
              <a:latin typeface="Plus Jakarta Sans"/>
              <a:ea typeface="Plus Jakarta Sans"/>
              <a:cs typeface="Plus Jakarta Sans"/>
              <a:sym typeface="Plus Jakarta Sans"/>
            </a:endParaRPr>
          </a:p>
        </p:txBody>
      </p:sp>
      <p:sp>
        <p:nvSpPr>
          <p:cNvPr id="1101" name="Google Shape;1101;p149"/>
          <p:cNvSpPr txBox="1"/>
          <p:nvPr/>
        </p:nvSpPr>
        <p:spPr>
          <a:xfrm>
            <a:off x="4377050" y="1217600"/>
            <a:ext cx="4346100" cy="468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1000"/>
              </a:spcAft>
              <a:buNone/>
            </a:pPr>
            <a:r>
              <a:rPr lang="en" sz="1600" b="1" i="1">
                <a:latin typeface="Plus Jakarta Sans Bold"/>
                <a:ea typeface="Plus Jakarta Sans Bold"/>
                <a:cs typeface="Plus Jakarta Sans Bold"/>
                <a:sym typeface="Plus Jakarta Sans"/>
              </a:rPr>
              <a:t>Customer validation: </a:t>
            </a:r>
            <a:r>
              <a:rPr lang="en" sz="1600" i="1">
                <a:latin typeface="Plus Jakarta Sans"/>
                <a:ea typeface="Plus Jakarta Sans"/>
                <a:cs typeface="Plus Jakarta Sans"/>
                <a:sym typeface="Plus Jakarta Sans"/>
              </a:rPr>
              <a:t>Cost savings, performance, flexibility, enterprise scale</a:t>
            </a:r>
            <a:endParaRPr sz="1600" i="1">
              <a:latin typeface="Plus Jakarta Sans"/>
              <a:ea typeface="Plus Jakarta Sans"/>
              <a:cs typeface="Plus Jakarta Sans"/>
              <a:sym typeface="Plus Jakarta Sa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05"/>
        <p:cNvGrpSpPr/>
        <p:nvPr/>
      </p:nvGrpSpPr>
      <p:grpSpPr>
        <a:xfrm>
          <a:off x="0" y="0"/>
          <a:ext cx="0" cy="0"/>
          <a:chOff x="0" y="0"/>
          <a:chExt cx="0" cy="0"/>
        </a:xfrm>
      </p:grpSpPr>
      <p:sp>
        <p:nvSpPr>
          <p:cNvPr id="1106" name="Google Shape;1106;p150"/>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p>
            <a:pPr marL="0" lvl="0" indent="0" algn="l" rtl="0">
              <a:lnSpc>
                <a:spcPct val="100000"/>
              </a:lnSpc>
              <a:spcBef>
                <a:spcPts val="0"/>
              </a:spcBef>
              <a:spcAft>
                <a:spcPts val="0"/>
              </a:spcAft>
              <a:buSzPts val="2100"/>
              <a:buNone/>
            </a:pPr>
            <a:r>
              <a:rPr lang="en"/>
              <a:t>Critical use cases powered by Cloudera AI in Financial Services (non-exhaustive)</a:t>
            </a:r>
            <a:endParaRPr/>
          </a:p>
        </p:txBody>
      </p:sp>
      <p:sp>
        <p:nvSpPr>
          <p:cNvPr id="1107" name="Google Shape;1107;p150"/>
          <p:cNvSpPr txBox="1"/>
          <p:nvPr/>
        </p:nvSpPr>
        <p:spPr>
          <a:xfrm>
            <a:off x="716275" y="4795500"/>
            <a:ext cx="4961400" cy="2745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600"/>
              <a:buFont typeface="Arial"/>
              <a:buNone/>
            </a:pPr>
            <a:r>
              <a:rPr lang="en" sz="600" b="0" i="0" u="none" strike="noStrike" cap="none">
                <a:solidFill>
                  <a:srgbClr val="FFFFFF"/>
                </a:solidFill>
                <a:latin typeface="Plus Jakarta Sans"/>
                <a:ea typeface="Plus Jakarta Sans"/>
                <a:cs typeface="Plus Jakarta Sans"/>
                <a:sym typeface="Plus Jakarta Sans"/>
              </a:rPr>
              <a:t>©2025 Cloudera, Inc. All Rights Reserved.</a:t>
            </a:r>
            <a:endParaRPr sz="600" b="0" i="0" u="none" strike="noStrike" cap="none">
              <a:solidFill>
                <a:srgbClr val="FFFFFF"/>
              </a:solidFill>
              <a:latin typeface="Plus Jakarta Sans"/>
              <a:ea typeface="Plus Jakarta Sans"/>
              <a:cs typeface="Plus Jakarta Sans"/>
              <a:sym typeface="Plus Jakarta Sans"/>
            </a:endParaRPr>
          </a:p>
        </p:txBody>
      </p:sp>
      <p:grpSp>
        <p:nvGrpSpPr>
          <p:cNvPr id="1108" name="Google Shape;1108;p150"/>
          <p:cNvGrpSpPr/>
          <p:nvPr/>
        </p:nvGrpSpPr>
        <p:grpSpPr>
          <a:xfrm>
            <a:off x="2486778" y="1364314"/>
            <a:ext cx="1168800" cy="1168800"/>
            <a:chOff x="1610044" y="1381851"/>
            <a:chExt cx="1168800" cy="1168800"/>
          </a:xfrm>
        </p:grpSpPr>
        <p:sp>
          <p:nvSpPr>
            <p:cNvPr id="1109" name="Google Shape;1109;p150"/>
            <p:cNvSpPr/>
            <p:nvPr/>
          </p:nvSpPr>
          <p:spPr>
            <a:xfrm>
              <a:off x="1610044" y="1381851"/>
              <a:ext cx="1168800" cy="1168800"/>
            </a:xfrm>
            <a:prstGeom prst="ellipse">
              <a:avLst/>
            </a:prstGeom>
            <a:solidFill>
              <a:srgbClr val="FFFFFF"/>
            </a:solidFill>
            <a:ln w="38100" cap="flat" cmpd="sng">
              <a:solidFill>
                <a:srgbClr val="5555F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lus Jakarta Sans"/>
                <a:ea typeface="Plus Jakarta Sans"/>
                <a:cs typeface="Plus Jakarta Sans"/>
                <a:sym typeface="Plus Jakarta Sans"/>
              </a:endParaRPr>
            </a:p>
          </p:txBody>
        </p:sp>
        <p:sp>
          <p:nvSpPr>
            <p:cNvPr id="1110" name="Google Shape;1110;p150"/>
            <p:cNvSpPr txBox="1"/>
            <p:nvPr/>
          </p:nvSpPr>
          <p:spPr>
            <a:xfrm>
              <a:off x="1721219" y="1779738"/>
              <a:ext cx="946500" cy="174300"/>
            </a:xfrm>
            <a:prstGeom prst="rect">
              <a:avLst/>
            </a:prstGeom>
            <a:noFill/>
            <a:ln>
              <a:noFill/>
            </a:ln>
          </p:spPr>
          <p:txBody>
            <a:bodyPr spcFirstLastPara="1" wrap="square" lIns="68550" tIns="34275" rIns="68550" bIns="34275" anchor="t" anchorCtr="0">
              <a:noAutofit/>
            </a:bodyPr>
            <a:lstStyle/>
            <a:p>
              <a:pPr marL="0" marR="0" lvl="0" indent="0" algn="ctr" rtl="0">
                <a:lnSpc>
                  <a:spcPct val="100000"/>
                </a:lnSpc>
                <a:spcBef>
                  <a:spcPts val="0"/>
                </a:spcBef>
                <a:spcAft>
                  <a:spcPts val="0"/>
                </a:spcAft>
                <a:buClr>
                  <a:srgbClr val="000000"/>
                </a:buClr>
                <a:buSzPts val="900"/>
                <a:buFont typeface="Arial"/>
                <a:buNone/>
              </a:pPr>
              <a:r>
                <a:rPr lang="en" sz="900" b="0" i="0" u="none" strike="noStrike" cap="none">
                  <a:solidFill>
                    <a:schemeClr val="dk1"/>
                  </a:solidFill>
                  <a:latin typeface="Plus Jakarta Sans"/>
                  <a:ea typeface="Plus Jakarta Sans"/>
                  <a:cs typeface="Plus Jakarta Sans"/>
                  <a:sym typeface="Plus Jakarta Sans"/>
                </a:rPr>
                <a:t>Fraud and scam detection (Real Time)</a:t>
              </a:r>
              <a:endParaRPr sz="900" b="0" i="0" u="none" strike="noStrike" cap="none">
                <a:solidFill>
                  <a:schemeClr val="dk1"/>
                </a:solidFill>
                <a:latin typeface="Plus Jakarta Sans"/>
                <a:ea typeface="Plus Jakarta Sans"/>
                <a:cs typeface="Plus Jakarta Sans"/>
                <a:sym typeface="Plus Jakarta Sans"/>
              </a:endParaRPr>
            </a:p>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rgbClr val="100045"/>
                </a:solidFill>
                <a:latin typeface="Plus Jakarta Sans"/>
                <a:ea typeface="Plus Jakarta Sans"/>
                <a:cs typeface="Plus Jakarta Sans"/>
                <a:sym typeface="Plus Jakarta Sans"/>
              </a:endParaRPr>
            </a:p>
          </p:txBody>
        </p:sp>
        <p:pic>
          <p:nvPicPr>
            <p:cNvPr id="1111" name="Google Shape;1111;p150"/>
            <p:cNvPicPr preferRelativeResize="0"/>
            <p:nvPr/>
          </p:nvPicPr>
          <p:blipFill rotWithShape="1">
            <a:blip r:embed="rId3">
              <a:alphaModFix/>
            </a:blip>
            <a:srcRect/>
            <a:stretch/>
          </p:blipFill>
          <p:spPr>
            <a:xfrm>
              <a:off x="2028738" y="1433527"/>
              <a:ext cx="331412" cy="331415"/>
            </a:xfrm>
            <a:prstGeom prst="rect">
              <a:avLst/>
            </a:prstGeom>
            <a:noFill/>
            <a:ln>
              <a:noFill/>
            </a:ln>
          </p:spPr>
        </p:pic>
      </p:grpSp>
      <p:grpSp>
        <p:nvGrpSpPr>
          <p:cNvPr id="1112" name="Google Shape;1112;p150"/>
          <p:cNvGrpSpPr/>
          <p:nvPr/>
        </p:nvGrpSpPr>
        <p:grpSpPr>
          <a:xfrm>
            <a:off x="2486789" y="2898975"/>
            <a:ext cx="1168800" cy="1168800"/>
            <a:chOff x="1610064" y="2898975"/>
            <a:chExt cx="1168800" cy="1168800"/>
          </a:xfrm>
        </p:grpSpPr>
        <p:sp>
          <p:nvSpPr>
            <p:cNvPr id="1113" name="Google Shape;1113;p150"/>
            <p:cNvSpPr/>
            <p:nvPr/>
          </p:nvSpPr>
          <p:spPr>
            <a:xfrm>
              <a:off x="1610064" y="2898975"/>
              <a:ext cx="1168800" cy="1168800"/>
            </a:xfrm>
            <a:prstGeom prst="ellipse">
              <a:avLst/>
            </a:prstGeom>
            <a:solidFill>
              <a:srgbClr val="FFFFFF"/>
            </a:solidFill>
            <a:ln w="38100" cap="flat" cmpd="sng">
              <a:solidFill>
                <a:srgbClr val="5555F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lus Jakarta Sans"/>
                <a:ea typeface="Plus Jakarta Sans"/>
                <a:cs typeface="Plus Jakarta Sans"/>
                <a:sym typeface="Plus Jakarta Sans"/>
              </a:endParaRPr>
            </a:p>
          </p:txBody>
        </p:sp>
        <p:sp>
          <p:nvSpPr>
            <p:cNvPr id="1114" name="Google Shape;1114;p150"/>
            <p:cNvSpPr txBox="1"/>
            <p:nvPr/>
          </p:nvSpPr>
          <p:spPr>
            <a:xfrm>
              <a:off x="1721189" y="3296875"/>
              <a:ext cx="946500" cy="174300"/>
            </a:xfrm>
            <a:prstGeom prst="rect">
              <a:avLst/>
            </a:prstGeom>
            <a:noFill/>
            <a:ln>
              <a:noFill/>
            </a:ln>
          </p:spPr>
          <p:txBody>
            <a:bodyPr spcFirstLastPara="1" wrap="square" lIns="68550" tIns="34275" rIns="68550" bIns="34275" anchor="t" anchorCtr="0">
              <a:noAutofit/>
            </a:bodyPr>
            <a:lstStyle/>
            <a:p>
              <a:pPr marL="0" marR="0" lvl="0" indent="0" algn="ctr" rtl="0">
                <a:lnSpc>
                  <a:spcPct val="100000"/>
                </a:lnSpc>
                <a:spcBef>
                  <a:spcPts val="0"/>
                </a:spcBef>
                <a:spcAft>
                  <a:spcPts val="0"/>
                </a:spcAft>
                <a:buClr>
                  <a:srgbClr val="000000"/>
                </a:buClr>
                <a:buSzPts val="900"/>
                <a:buFont typeface="Arial"/>
                <a:buNone/>
              </a:pPr>
              <a:r>
                <a:rPr lang="en" sz="900" b="0" i="0" u="none" strike="noStrike" cap="none">
                  <a:solidFill>
                    <a:schemeClr val="dk1"/>
                  </a:solidFill>
                  <a:latin typeface="Plus Jakarta Sans"/>
                  <a:ea typeface="Plus Jakarta Sans"/>
                  <a:cs typeface="Plus Jakarta Sans"/>
                  <a:sym typeface="Plus Jakarta Sans"/>
                </a:rPr>
                <a:t>Real time push notification engine</a:t>
              </a:r>
              <a:endParaRPr sz="900" b="0" i="0" u="none" strike="noStrike" cap="none">
                <a:solidFill>
                  <a:schemeClr val="dk1"/>
                </a:solidFill>
                <a:latin typeface="Plus Jakarta Sans"/>
                <a:ea typeface="Plus Jakarta Sans"/>
                <a:cs typeface="Plus Jakarta Sans"/>
                <a:sym typeface="Plus Jakarta Sans"/>
              </a:endParaRPr>
            </a:p>
          </p:txBody>
        </p:sp>
        <p:pic>
          <p:nvPicPr>
            <p:cNvPr id="1115" name="Google Shape;1115;p150"/>
            <p:cNvPicPr preferRelativeResize="0"/>
            <p:nvPr/>
          </p:nvPicPr>
          <p:blipFill rotWithShape="1">
            <a:blip r:embed="rId4">
              <a:alphaModFix/>
            </a:blip>
            <a:srcRect/>
            <a:stretch/>
          </p:blipFill>
          <p:spPr>
            <a:xfrm>
              <a:off x="2028758" y="2965456"/>
              <a:ext cx="331412" cy="331415"/>
            </a:xfrm>
            <a:prstGeom prst="rect">
              <a:avLst/>
            </a:prstGeom>
            <a:noFill/>
            <a:ln>
              <a:noFill/>
            </a:ln>
          </p:spPr>
        </p:pic>
      </p:grpSp>
      <p:grpSp>
        <p:nvGrpSpPr>
          <p:cNvPr id="1116" name="Google Shape;1116;p150"/>
          <p:cNvGrpSpPr/>
          <p:nvPr/>
        </p:nvGrpSpPr>
        <p:grpSpPr>
          <a:xfrm>
            <a:off x="6974713" y="2898975"/>
            <a:ext cx="1168800" cy="1168800"/>
            <a:chOff x="6365113" y="2898976"/>
            <a:chExt cx="1168800" cy="1168800"/>
          </a:xfrm>
        </p:grpSpPr>
        <p:sp>
          <p:nvSpPr>
            <p:cNvPr id="1117" name="Google Shape;1117;p150"/>
            <p:cNvSpPr/>
            <p:nvPr/>
          </p:nvSpPr>
          <p:spPr>
            <a:xfrm>
              <a:off x="6365113" y="2898976"/>
              <a:ext cx="1168800" cy="1168800"/>
            </a:xfrm>
            <a:prstGeom prst="ellipse">
              <a:avLst/>
            </a:prstGeom>
            <a:solidFill>
              <a:srgbClr val="FFFFFF"/>
            </a:solidFill>
            <a:ln w="38100" cap="flat" cmpd="sng">
              <a:solidFill>
                <a:srgbClr val="5555F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lus Jakarta Sans"/>
                <a:ea typeface="Plus Jakarta Sans"/>
                <a:cs typeface="Plus Jakarta Sans"/>
                <a:sym typeface="Plus Jakarta Sans"/>
              </a:endParaRPr>
            </a:p>
          </p:txBody>
        </p:sp>
        <p:sp>
          <p:nvSpPr>
            <p:cNvPr id="1118" name="Google Shape;1118;p150"/>
            <p:cNvSpPr txBox="1"/>
            <p:nvPr/>
          </p:nvSpPr>
          <p:spPr>
            <a:xfrm>
              <a:off x="6476263" y="3282076"/>
              <a:ext cx="946500" cy="174300"/>
            </a:xfrm>
            <a:prstGeom prst="rect">
              <a:avLst/>
            </a:prstGeom>
            <a:noFill/>
            <a:ln>
              <a:noFill/>
            </a:ln>
          </p:spPr>
          <p:txBody>
            <a:bodyPr spcFirstLastPara="1" wrap="square" lIns="68550" tIns="34275" rIns="68550" bIns="34275" anchor="t" anchorCtr="0">
              <a:noAutofit/>
            </a:bodyPr>
            <a:lstStyle/>
            <a:p>
              <a:pPr marL="0" marR="0" lvl="0" indent="0" algn="ctr" rtl="0">
                <a:lnSpc>
                  <a:spcPct val="100000"/>
                </a:lnSpc>
                <a:spcBef>
                  <a:spcPts val="0"/>
                </a:spcBef>
                <a:spcAft>
                  <a:spcPts val="0"/>
                </a:spcAft>
                <a:buClr>
                  <a:srgbClr val="000000"/>
                </a:buClr>
                <a:buSzPts val="900"/>
                <a:buFont typeface="Arial"/>
                <a:buNone/>
              </a:pPr>
              <a:r>
                <a:rPr lang="en" sz="900" b="0" i="0" u="none" strike="noStrike" cap="none">
                  <a:solidFill>
                    <a:srgbClr val="100045"/>
                  </a:solidFill>
                  <a:latin typeface="Plus Jakarta Sans"/>
                  <a:ea typeface="Plus Jakarta Sans"/>
                  <a:cs typeface="Plus Jakarta Sans"/>
                  <a:sym typeface="Plus Jakarta Sans"/>
                </a:rPr>
                <a:t>Churn prediction</a:t>
              </a:r>
              <a:endParaRPr sz="900" b="0" i="0" u="none" strike="noStrike" cap="none">
                <a:solidFill>
                  <a:srgbClr val="100045"/>
                </a:solidFill>
                <a:latin typeface="Plus Jakarta Sans"/>
                <a:ea typeface="Plus Jakarta Sans"/>
                <a:cs typeface="Plus Jakarta Sans"/>
                <a:sym typeface="Plus Jakarta Sans"/>
              </a:endParaRPr>
            </a:p>
          </p:txBody>
        </p:sp>
        <p:pic>
          <p:nvPicPr>
            <p:cNvPr id="1119" name="Google Shape;1119;p150"/>
            <p:cNvPicPr preferRelativeResize="0"/>
            <p:nvPr/>
          </p:nvPicPr>
          <p:blipFill rotWithShape="1">
            <a:blip r:embed="rId5">
              <a:alphaModFix/>
            </a:blip>
            <a:srcRect/>
            <a:stretch/>
          </p:blipFill>
          <p:spPr>
            <a:xfrm>
              <a:off x="6783807" y="2950652"/>
              <a:ext cx="331412" cy="331415"/>
            </a:xfrm>
            <a:prstGeom prst="rect">
              <a:avLst/>
            </a:prstGeom>
            <a:noFill/>
            <a:ln>
              <a:noFill/>
            </a:ln>
          </p:spPr>
        </p:pic>
      </p:grpSp>
      <p:grpSp>
        <p:nvGrpSpPr>
          <p:cNvPr id="1120" name="Google Shape;1120;p150"/>
          <p:cNvGrpSpPr/>
          <p:nvPr/>
        </p:nvGrpSpPr>
        <p:grpSpPr>
          <a:xfrm>
            <a:off x="3982764" y="2898975"/>
            <a:ext cx="1168800" cy="1168800"/>
            <a:chOff x="3195088" y="2898976"/>
            <a:chExt cx="1168800" cy="1168800"/>
          </a:xfrm>
        </p:grpSpPr>
        <p:sp>
          <p:nvSpPr>
            <p:cNvPr id="1121" name="Google Shape;1121;p150"/>
            <p:cNvSpPr/>
            <p:nvPr/>
          </p:nvSpPr>
          <p:spPr>
            <a:xfrm>
              <a:off x="3195088" y="2898976"/>
              <a:ext cx="1168800" cy="1168800"/>
            </a:xfrm>
            <a:prstGeom prst="ellipse">
              <a:avLst/>
            </a:prstGeom>
            <a:solidFill>
              <a:srgbClr val="FFFFFF"/>
            </a:solidFill>
            <a:ln w="38100" cap="flat" cmpd="sng">
              <a:solidFill>
                <a:srgbClr val="5555F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lus Jakarta Sans"/>
                <a:ea typeface="Plus Jakarta Sans"/>
                <a:cs typeface="Plus Jakarta Sans"/>
                <a:sym typeface="Plus Jakarta Sans"/>
              </a:endParaRPr>
            </a:p>
          </p:txBody>
        </p:sp>
        <p:sp>
          <p:nvSpPr>
            <p:cNvPr id="1122" name="Google Shape;1122;p150"/>
            <p:cNvSpPr txBox="1"/>
            <p:nvPr/>
          </p:nvSpPr>
          <p:spPr>
            <a:xfrm>
              <a:off x="3306213" y="3282076"/>
              <a:ext cx="946500" cy="174300"/>
            </a:xfrm>
            <a:prstGeom prst="rect">
              <a:avLst/>
            </a:prstGeom>
            <a:noFill/>
            <a:ln>
              <a:noFill/>
            </a:ln>
          </p:spPr>
          <p:txBody>
            <a:bodyPr spcFirstLastPara="1" wrap="square" lIns="68550" tIns="34275" rIns="68550" bIns="34275" anchor="t" anchorCtr="0">
              <a:noAutofit/>
            </a:bodyPr>
            <a:lstStyle/>
            <a:p>
              <a:pPr marL="0" marR="0" lvl="0" indent="0" algn="ctr" rtl="0">
                <a:lnSpc>
                  <a:spcPct val="100000"/>
                </a:lnSpc>
                <a:spcBef>
                  <a:spcPts val="0"/>
                </a:spcBef>
                <a:spcAft>
                  <a:spcPts val="0"/>
                </a:spcAft>
                <a:buClr>
                  <a:srgbClr val="000000"/>
                </a:buClr>
                <a:buSzPts val="900"/>
                <a:buFont typeface="Arial"/>
                <a:buNone/>
              </a:pPr>
              <a:r>
                <a:rPr lang="en" sz="900" b="0" i="0" u="none" strike="noStrike" cap="none">
                  <a:solidFill>
                    <a:schemeClr val="dk1"/>
                  </a:solidFill>
                  <a:latin typeface="Plus Jakarta Sans"/>
                  <a:ea typeface="Plus Jakarta Sans"/>
                  <a:cs typeface="Plus Jakarta Sans"/>
                  <a:sym typeface="Plus Jakarta Sans"/>
                </a:rPr>
                <a:t>Credit risk modeling and scorecard for RT decisioning</a:t>
              </a:r>
              <a:endParaRPr sz="900" b="0" i="0" u="none" strike="noStrike" cap="none">
                <a:solidFill>
                  <a:schemeClr val="dk1"/>
                </a:solidFill>
                <a:latin typeface="Plus Jakarta Sans"/>
                <a:ea typeface="Plus Jakarta Sans"/>
                <a:cs typeface="Plus Jakarta Sans"/>
                <a:sym typeface="Plus Jakarta Sans"/>
              </a:endParaRPr>
            </a:p>
          </p:txBody>
        </p:sp>
        <p:pic>
          <p:nvPicPr>
            <p:cNvPr id="1123" name="Google Shape;1123;p150"/>
            <p:cNvPicPr preferRelativeResize="0"/>
            <p:nvPr/>
          </p:nvPicPr>
          <p:blipFill rotWithShape="1">
            <a:blip r:embed="rId6">
              <a:alphaModFix/>
            </a:blip>
            <a:srcRect/>
            <a:stretch/>
          </p:blipFill>
          <p:spPr>
            <a:xfrm>
              <a:off x="3613782" y="2950652"/>
              <a:ext cx="331412" cy="331415"/>
            </a:xfrm>
            <a:prstGeom prst="rect">
              <a:avLst/>
            </a:prstGeom>
            <a:noFill/>
            <a:ln>
              <a:noFill/>
            </a:ln>
          </p:spPr>
        </p:pic>
      </p:grpSp>
      <p:grpSp>
        <p:nvGrpSpPr>
          <p:cNvPr id="1124" name="Google Shape;1124;p150"/>
          <p:cNvGrpSpPr/>
          <p:nvPr/>
        </p:nvGrpSpPr>
        <p:grpSpPr>
          <a:xfrm>
            <a:off x="5478738" y="2898975"/>
            <a:ext cx="1168800" cy="1168800"/>
            <a:chOff x="4780101" y="2898975"/>
            <a:chExt cx="1168800" cy="1168800"/>
          </a:xfrm>
        </p:grpSpPr>
        <p:sp>
          <p:nvSpPr>
            <p:cNvPr id="1125" name="Google Shape;1125;p150"/>
            <p:cNvSpPr/>
            <p:nvPr/>
          </p:nvSpPr>
          <p:spPr>
            <a:xfrm>
              <a:off x="4780101" y="2898975"/>
              <a:ext cx="1168800" cy="1168800"/>
            </a:xfrm>
            <a:prstGeom prst="ellipse">
              <a:avLst/>
            </a:prstGeom>
            <a:solidFill>
              <a:srgbClr val="FFFFFF"/>
            </a:solidFill>
            <a:ln w="38100" cap="flat" cmpd="sng">
              <a:solidFill>
                <a:srgbClr val="5555F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lus Jakarta Sans"/>
                <a:ea typeface="Plus Jakarta Sans"/>
                <a:cs typeface="Plus Jakarta Sans"/>
                <a:sym typeface="Plus Jakarta Sans"/>
              </a:endParaRPr>
            </a:p>
          </p:txBody>
        </p:sp>
        <p:sp>
          <p:nvSpPr>
            <p:cNvPr id="1126" name="Google Shape;1126;p150"/>
            <p:cNvSpPr txBox="1"/>
            <p:nvPr/>
          </p:nvSpPr>
          <p:spPr>
            <a:xfrm>
              <a:off x="4891264" y="3296875"/>
              <a:ext cx="946500" cy="174300"/>
            </a:xfrm>
            <a:prstGeom prst="rect">
              <a:avLst/>
            </a:prstGeom>
            <a:noFill/>
            <a:ln>
              <a:noFill/>
            </a:ln>
          </p:spPr>
          <p:txBody>
            <a:bodyPr spcFirstLastPara="1" wrap="square" lIns="68550" tIns="34275" rIns="68550" bIns="34275" anchor="t" anchorCtr="0">
              <a:noAutofit/>
            </a:bodyPr>
            <a:lstStyle/>
            <a:p>
              <a:pPr marL="0" marR="0" lvl="0" indent="0" algn="ctr" rtl="0">
                <a:lnSpc>
                  <a:spcPct val="100000"/>
                </a:lnSpc>
                <a:spcBef>
                  <a:spcPts val="0"/>
                </a:spcBef>
                <a:spcAft>
                  <a:spcPts val="0"/>
                </a:spcAft>
                <a:buClr>
                  <a:srgbClr val="000000"/>
                </a:buClr>
                <a:buSzPts val="900"/>
                <a:buFont typeface="Arial"/>
                <a:buNone/>
              </a:pPr>
              <a:r>
                <a:rPr lang="en" sz="900" b="0" i="0" u="none" strike="noStrike" cap="none">
                  <a:solidFill>
                    <a:srgbClr val="100045"/>
                  </a:solidFill>
                  <a:latin typeface="Plus Jakarta Sans"/>
                  <a:ea typeface="Plus Jakarta Sans"/>
                  <a:cs typeface="Plus Jakarta Sans"/>
                  <a:sym typeface="Plus Jakarta Sans"/>
                </a:rPr>
                <a:t>News monitoring in real time</a:t>
              </a:r>
              <a:endParaRPr sz="900" b="0" i="0" u="none" strike="noStrike" cap="none">
                <a:solidFill>
                  <a:srgbClr val="100045"/>
                </a:solidFill>
                <a:latin typeface="Plus Jakarta Sans"/>
                <a:ea typeface="Plus Jakarta Sans"/>
                <a:cs typeface="Plus Jakarta Sans"/>
                <a:sym typeface="Plus Jakarta Sans"/>
              </a:endParaRPr>
            </a:p>
          </p:txBody>
        </p:sp>
        <p:pic>
          <p:nvPicPr>
            <p:cNvPr id="1127" name="Google Shape;1127;p150"/>
            <p:cNvPicPr preferRelativeResize="0"/>
            <p:nvPr/>
          </p:nvPicPr>
          <p:blipFill rotWithShape="1">
            <a:blip r:embed="rId7">
              <a:alphaModFix/>
            </a:blip>
            <a:srcRect/>
            <a:stretch/>
          </p:blipFill>
          <p:spPr>
            <a:xfrm>
              <a:off x="5198795" y="2965456"/>
              <a:ext cx="331412" cy="331415"/>
            </a:xfrm>
            <a:prstGeom prst="rect">
              <a:avLst/>
            </a:prstGeom>
            <a:noFill/>
            <a:ln>
              <a:noFill/>
            </a:ln>
          </p:spPr>
        </p:pic>
      </p:grpSp>
      <p:grpSp>
        <p:nvGrpSpPr>
          <p:cNvPr id="1128" name="Google Shape;1128;p150"/>
          <p:cNvGrpSpPr/>
          <p:nvPr/>
        </p:nvGrpSpPr>
        <p:grpSpPr>
          <a:xfrm>
            <a:off x="3982762" y="1364314"/>
            <a:ext cx="1168800" cy="1168800"/>
            <a:chOff x="3195082" y="1381851"/>
            <a:chExt cx="1168800" cy="1168800"/>
          </a:xfrm>
        </p:grpSpPr>
        <p:sp>
          <p:nvSpPr>
            <p:cNvPr id="1129" name="Google Shape;1129;p150"/>
            <p:cNvSpPr/>
            <p:nvPr/>
          </p:nvSpPr>
          <p:spPr>
            <a:xfrm>
              <a:off x="3195082" y="1381851"/>
              <a:ext cx="1168800" cy="1168800"/>
            </a:xfrm>
            <a:prstGeom prst="ellipse">
              <a:avLst/>
            </a:prstGeom>
            <a:solidFill>
              <a:srgbClr val="FFFFFF"/>
            </a:solidFill>
            <a:ln w="38100" cap="flat" cmpd="sng">
              <a:solidFill>
                <a:srgbClr val="5555F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lus Jakarta Sans"/>
                <a:ea typeface="Plus Jakarta Sans"/>
                <a:cs typeface="Plus Jakarta Sans"/>
                <a:sym typeface="Plus Jakarta Sans"/>
              </a:endParaRPr>
            </a:p>
          </p:txBody>
        </p:sp>
        <p:sp>
          <p:nvSpPr>
            <p:cNvPr id="1130" name="Google Shape;1130;p150"/>
            <p:cNvSpPr txBox="1"/>
            <p:nvPr/>
          </p:nvSpPr>
          <p:spPr>
            <a:xfrm>
              <a:off x="3306232" y="1776901"/>
              <a:ext cx="946500" cy="174300"/>
            </a:xfrm>
            <a:prstGeom prst="rect">
              <a:avLst/>
            </a:prstGeom>
            <a:noFill/>
            <a:ln>
              <a:noFill/>
            </a:ln>
          </p:spPr>
          <p:txBody>
            <a:bodyPr spcFirstLastPara="1" wrap="square" lIns="68550" tIns="34275" rIns="68550" bIns="34275" anchor="t" anchorCtr="0">
              <a:noAutofit/>
            </a:bodyPr>
            <a:lstStyle/>
            <a:p>
              <a:pPr marL="0" marR="0" lvl="0" indent="0" algn="ctr" rtl="0">
                <a:lnSpc>
                  <a:spcPct val="100000"/>
                </a:lnSpc>
                <a:spcBef>
                  <a:spcPts val="0"/>
                </a:spcBef>
                <a:spcAft>
                  <a:spcPts val="0"/>
                </a:spcAft>
                <a:buClr>
                  <a:srgbClr val="000000"/>
                </a:buClr>
                <a:buSzPts val="900"/>
                <a:buFont typeface="Arial"/>
                <a:buNone/>
              </a:pPr>
              <a:r>
                <a:rPr lang="en" sz="900" b="0" i="0" u="none" strike="noStrike" cap="none">
                  <a:solidFill>
                    <a:schemeClr val="dk1"/>
                  </a:solidFill>
                  <a:latin typeface="Plus Jakarta Sans"/>
                  <a:ea typeface="Plus Jakarta Sans"/>
                  <a:cs typeface="Plus Jakarta Sans"/>
                  <a:sym typeface="Plus Jakarta Sans"/>
                </a:rPr>
                <a:t>Fulfillment bots </a:t>
              </a:r>
              <a:endParaRPr sz="900" b="0" i="0" u="none" strike="noStrike" cap="none">
                <a:solidFill>
                  <a:schemeClr val="dk1"/>
                </a:solidFill>
                <a:latin typeface="Plus Jakarta Sans"/>
                <a:ea typeface="Plus Jakarta Sans"/>
                <a:cs typeface="Plus Jakarta Sans"/>
                <a:sym typeface="Plus Jakarta Sans"/>
              </a:endParaRPr>
            </a:p>
            <a:p>
              <a:pPr marL="0" marR="0" lvl="0" indent="0" algn="ctr" rtl="0">
                <a:lnSpc>
                  <a:spcPct val="100000"/>
                </a:lnSpc>
                <a:spcBef>
                  <a:spcPts val="0"/>
                </a:spcBef>
                <a:spcAft>
                  <a:spcPts val="0"/>
                </a:spcAft>
                <a:buClr>
                  <a:srgbClr val="000000"/>
                </a:buClr>
                <a:buSzPts val="900"/>
                <a:buFont typeface="Arial"/>
                <a:buNone/>
              </a:pPr>
              <a:r>
                <a:rPr lang="en" sz="900" b="0" i="0" u="none" strike="noStrike" cap="none">
                  <a:solidFill>
                    <a:schemeClr val="dk1"/>
                  </a:solidFill>
                  <a:latin typeface="Plus Jakarta Sans"/>
                  <a:ea typeface="Plus Jakarta Sans"/>
                  <a:cs typeface="Plus Jakarta Sans"/>
                  <a:sym typeface="Plus Jakarta Sans"/>
                </a:rPr>
                <a:t>(RAG Intent fulfillment)</a:t>
              </a:r>
              <a:endParaRPr sz="900" b="0" i="0" u="none" strike="noStrike" cap="none">
                <a:solidFill>
                  <a:schemeClr val="dk1"/>
                </a:solidFill>
                <a:latin typeface="Plus Jakarta Sans"/>
                <a:ea typeface="Plus Jakarta Sans"/>
                <a:cs typeface="Plus Jakarta Sans"/>
                <a:sym typeface="Plus Jakarta Sans"/>
              </a:endParaRPr>
            </a:p>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chemeClr val="dk1"/>
                </a:solidFill>
                <a:latin typeface="Plus Jakarta Sans"/>
                <a:ea typeface="Plus Jakarta Sans"/>
                <a:cs typeface="Plus Jakarta Sans"/>
                <a:sym typeface="Plus Jakarta Sans"/>
              </a:endParaRPr>
            </a:p>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100045"/>
                </a:solidFill>
                <a:latin typeface="Plus Jakarta Sans"/>
                <a:ea typeface="Plus Jakarta Sans"/>
                <a:cs typeface="Plus Jakarta Sans"/>
                <a:sym typeface="Plus Jakarta Sans"/>
              </a:endParaRPr>
            </a:p>
          </p:txBody>
        </p:sp>
        <p:pic>
          <p:nvPicPr>
            <p:cNvPr id="1131" name="Google Shape;1131;p150"/>
            <p:cNvPicPr preferRelativeResize="0"/>
            <p:nvPr/>
          </p:nvPicPr>
          <p:blipFill rotWithShape="1">
            <a:blip r:embed="rId8">
              <a:alphaModFix/>
            </a:blip>
            <a:srcRect/>
            <a:stretch/>
          </p:blipFill>
          <p:spPr>
            <a:xfrm>
              <a:off x="3613774" y="1448331"/>
              <a:ext cx="331412" cy="331415"/>
            </a:xfrm>
            <a:prstGeom prst="rect">
              <a:avLst/>
            </a:prstGeom>
            <a:noFill/>
            <a:ln>
              <a:noFill/>
            </a:ln>
          </p:spPr>
        </p:pic>
      </p:grpSp>
      <p:grpSp>
        <p:nvGrpSpPr>
          <p:cNvPr id="1132" name="Google Shape;1132;p150"/>
          <p:cNvGrpSpPr/>
          <p:nvPr/>
        </p:nvGrpSpPr>
        <p:grpSpPr>
          <a:xfrm>
            <a:off x="5478745" y="1364314"/>
            <a:ext cx="1168800" cy="1168800"/>
            <a:chOff x="4780107" y="1381851"/>
            <a:chExt cx="1168800" cy="1168800"/>
          </a:xfrm>
        </p:grpSpPr>
        <p:sp>
          <p:nvSpPr>
            <p:cNvPr id="1133" name="Google Shape;1133;p150"/>
            <p:cNvSpPr/>
            <p:nvPr/>
          </p:nvSpPr>
          <p:spPr>
            <a:xfrm>
              <a:off x="4780107" y="1381851"/>
              <a:ext cx="1168800" cy="1168800"/>
            </a:xfrm>
            <a:prstGeom prst="ellipse">
              <a:avLst/>
            </a:prstGeom>
            <a:solidFill>
              <a:srgbClr val="FFFFFF"/>
            </a:solidFill>
            <a:ln w="38100" cap="flat" cmpd="sng">
              <a:solidFill>
                <a:srgbClr val="5555F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lus Jakarta Sans"/>
                <a:ea typeface="Plus Jakarta Sans"/>
                <a:cs typeface="Plus Jakarta Sans"/>
                <a:sym typeface="Plus Jakarta Sans"/>
              </a:endParaRPr>
            </a:p>
          </p:txBody>
        </p:sp>
        <p:sp>
          <p:nvSpPr>
            <p:cNvPr id="1134" name="Google Shape;1134;p150"/>
            <p:cNvSpPr txBox="1"/>
            <p:nvPr/>
          </p:nvSpPr>
          <p:spPr>
            <a:xfrm>
              <a:off x="4891257" y="1776901"/>
              <a:ext cx="946500" cy="174300"/>
            </a:xfrm>
            <a:prstGeom prst="rect">
              <a:avLst/>
            </a:prstGeom>
            <a:noFill/>
            <a:ln>
              <a:noFill/>
            </a:ln>
          </p:spPr>
          <p:txBody>
            <a:bodyPr spcFirstLastPara="1" wrap="square" lIns="68550" tIns="34275" rIns="68550" bIns="34275" anchor="t" anchorCtr="0">
              <a:noAutofit/>
            </a:bodyPr>
            <a:lstStyle/>
            <a:p>
              <a:pPr marL="0" marR="0" lvl="0" indent="0" algn="ctr" rtl="0">
                <a:lnSpc>
                  <a:spcPct val="100000"/>
                </a:lnSpc>
                <a:spcBef>
                  <a:spcPts val="0"/>
                </a:spcBef>
                <a:spcAft>
                  <a:spcPts val="0"/>
                </a:spcAft>
                <a:buClr>
                  <a:srgbClr val="000000"/>
                </a:buClr>
                <a:buSzPts val="900"/>
                <a:buFont typeface="Arial"/>
                <a:buNone/>
              </a:pPr>
              <a:r>
                <a:rPr lang="en" sz="900" b="0" i="0" u="none" strike="noStrike" cap="none">
                  <a:solidFill>
                    <a:schemeClr val="dk1"/>
                  </a:solidFill>
                  <a:latin typeface="Plus Jakarta Sans"/>
                  <a:ea typeface="Plus Jakarta Sans"/>
                  <a:cs typeface="Plus Jakarta Sans"/>
                  <a:sym typeface="Plus Jakarta Sans"/>
                </a:rPr>
                <a:t>Enhanced 360 customer overview</a:t>
              </a:r>
              <a:endParaRPr sz="900" b="0" i="0" u="none" strike="noStrike" cap="none">
                <a:solidFill>
                  <a:schemeClr val="dk1"/>
                </a:solidFill>
                <a:latin typeface="Plus Jakarta Sans"/>
                <a:ea typeface="Plus Jakarta Sans"/>
                <a:cs typeface="Plus Jakarta Sans"/>
                <a:sym typeface="Plus Jakarta Sans"/>
              </a:endParaRPr>
            </a:p>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100045"/>
                </a:solidFill>
                <a:latin typeface="Plus Jakarta Sans"/>
                <a:ea typeface="Plus Jakarta Sans"/>
                <a:cs typeface="Plus Jakarta Sans"/>
                <a:sym typeface="Plus Jakarta Sans"/>
              </a:endParaRPr>
            </a:p>
          </p:txBody>
        </p:sp>
        <p:pic>
          <p:nvPicPr>
            <p:cNvPr id="1135" name="Google Shape;1135;p150"/>
            <p:cNvPicPr preferRelativeResize="0"/>
            <p:nvPr/>
          </p:nvPicPr>
          <p:blipFill rotWithShape="1">
            <a:blip r:embed="rId9">
              <a:alphaModFix/>
            </a:blip>
            <a:srcRect/>
            <a:stretch/>
          </p:blipFill>
          <p:spPr>
            <a:xfrm>
              <a:off x="5198791" y="1448331"/>
              <a:ext cx="331412" cy="331415"/>
            </a:xfrm>
            <a:prstGeom prst="rect">
              <a:avLst/>
            </a:prstGeom>
            <a:noFill/>
            <a:ln>
              <a:noFill/>
            </a:ln>
          </p:spPr>
        </p:pic>
      </p:grpSp>
      <p:grpSp>
        <p:nvGrpSpPr>
          <p:cNvPr id="1136" name="Google Shape;1136;p150"/>
          <p:cNvGrpSpPr/>
          <p:nvPr/>
        </p:nvGrpSpPr>
        <p:grpSpPr>
          <a:xfrm>
            <a:off x="6974729" y="1364314"/>
            <a:ext cx="1168800" cy="1168800"/>
            <a:chOff x="6365129" y="1364314"/>
            <a:chExt cx="1168800" cy="1168800"/>
          </a:xfrm>
        </p:grpSpPr>
        <p:sp>
          <p:nvSpPr>
            <p:cNvPr id="1137" name="Google Shape;1137;p150"/>
            <p:cNvSpPr/>
            <p:nvPr/>
          </p:nvSpPr>
          <p:spPr>
            <a:xfrm>
              <a:off x="6365129" y="1364314"/>
              <a:ext cx="1168800" cy="1168800"/>
            </a:xfrm>
            <a:prstGeom prst="ellipse">
              <a:avLst/>
            </a:prstGeom>
            <a:solidFill>
              <a:srgbClr val="FFFFFF"/>
            </a:solidFill>
            <a:ln w="38100" cap="flat" cmpd="sng">
              <a:solidFill>
                <a:srgbClr val="5555F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lus Jakarta Sans"/>
                <a:ea typeface="Plus Jakarta Sans"/>
                <a:cs typeface="Plus Jakarta Sans"/>
                <a:sym typeface="Plus Jakarta Sans"/>
              </a:endParaRPr>
            </a:p>
          </p:txBody>
        </p:sp>
        <p:pic>
          <p:nvPicPr>
            <p:cNvPr id="1138" name="Google Shape;1138;p150"/>
            <p:cNvPicPr preferRelativeResize="0"/>
            <p:nvPr/>
          </p:nvPicPr>
          <p:blipFill rotWithShape="1">
            <a:blip r:embed="rId10">
              <a:alphaModFix/>
            </a:blip>
            <a:srcRect/>
            <a:stretch/>
          </p:blipFill>
          <p:spPr>
            <a:xfrm>
              <a:off x="6783823" y="1415990"/>
              <a:ext cx="331412" cy="331415"/>
            </a:xfrm>
            <a:prstGeom prst="rect">
              <a:avLst/>
            </a:prstGeom>
            <a:noFill/>
            <a:ln>
              <a:noFill/>
            </a:ln>
          </p:spPr>
        </p:pic>
        <p:sp>
          <p:nvSpPr>
            <p:cNvPr id="1139" name="Google Shape;1139;p150"/>
            <p:cNvSpPr txBox="1"/>
            <p:nvPr/>
          </p:nvSpPr>
          <p:spPr>
            <a:xfrm>
              <a:off x="6476279" y="1779739"/>
              <a:ext cx="946500" cy="174300"/>
            </a:xfrm>
            <a:prstGeom prst="rect">
              <a:avLst/>
            </a:prstGeom>
            <a:noFill/>
            <a:ln>
              <a:noFill/>
            </a:ln>
          </p:spPr>
          <p:txBody>
            <a:bodyPr spcFirstLastPara="1" wrap="square" lIns="68550" tIns="34275" rIns="68550" bIns="34275" anchor="t" anchorCtr="0">
              <a:noAutofit/>
            </a:bodyPr>
            <a:lstStyle/>
            <a:p>
              <a:pPr marL="0" marR="0" lvl="0" indent="0" algn="ctr" rtl="0">
                <a:lnSpc>
                  <a:spcPct val="100000"/>
                </a:lnSpc>
                <a:spcBef>
                  <a:spcPts val="0"/>
                </a:spcBef>
                <a:spcAft>
                  <a:spcPts val="0"/>
                </a:spcAft>
                <a:buClr>
                  <a:srgbClr val="000000"/>
                </a:buClr>
                <a:buSzPts val="900"/>
                <a:buFont typeface="Arial"/>
                <a:buNone/>
              </a:pPr>
              <a:r>
                <a:rPr lang="en" sz="900" b="0" i="0" u="none" strike="noStrike" cap="none">
                  <a:solidFill>
                    <a:schemeClr val="dk1"/>
                  </a:solidFill>
                  <a:latin typeface="Plus Jakarta Sans"/>
                  <a:ea typeface="Plus Jakarta Sans"/>
                  <a:cs typeface="Plus Jakarta Sans"/>
                  <a:sym typeface="Plus Jakarta Sans"/>
                </a:rPr>
                <a:t>Financial analysis for credit risk offer</a:t>
              </a:r>
              <a:endParaRPr sz="900" b="0" i="0" u="none" strike="noStrike" cap="none">
                <a:solidFill>
                  <a:schemeClr val="dk1"/>
                </a:solidFill>
                <a:latin typeface="Plus Jakarta Sans"/>
                <a:ea typeface="Plus Jakarta Sans"/>
                <a:cs typeface="Plus Jakarta Sans"/>
                <a:sym typeface="Plus Jakarta Sans"/>
              </a:endParaRPr>
            </a:p>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chemeClr val="dk1"/>
                </a:solidFill>
                <a:latin typeface="Plus Jakarta Sans"/>
                <a:ea typeface="Plus Jakarta Sans"/>
                <a:cs typeface="Plus Jakarta Sans"/>
                <a:sym typeface="Plus Jakarta Sans"/>
              </a:endParaRPr>
            </a:p>
            <a:p>
              <a:pPr marL="0" marR="0" lvl="0" indent="0" algn="ctr" rtl="0">
                <a:lnSpc>
                  <a:spcPct val="100000"/>
                </a:lnSpc>
                <a:spcBef>
                  <a:spcPts val="0"/>
                </a:spcBef>
                <a:spcAft>
                  <a:spcPts val="0"/>
                </a:spcAft>
                <a:buClr>
                  <a:srgbClr val="000000"/>
                </a:buClr>
                <a:buSzPts val="900"/>
                <a:buFont typeface="Arial"/>
                <a:buNone/>
              </a:pPr>
              <a:endParaRPr sz="900" b="0" i="0" u="none" strike="noStrike" cap="none">
                <a:solidFill>
                  <a:srgbClr val="100045"/>
                </a:solidFill>
                <a:latin typeface="Plus Jakarta Sans"/>
                <a:ea typeface="Plus Jakarta Sans"/>
                <a:cs typeface="Plus Jakarta Sans"/>
                <a:sym typeface="Plus Jakarta Sans"/>
              </a:endParaRPr>
            </a:p>
          </p:txBody>
        </p:sp>
      </p:grpSp>
      <p:grpSp>
        <p:nvGrpSpPr>
          <p:cNvPr id="1140" name="Google Shape;1140;p150"/>
          <p:cNvGrpSpPr/>
          <p:nvPr/>
        </p:nvGrpSpPr>
        <p:grpSpPr>
          <a:xfrm>
            <a:off x="990794" y="1364314"/>
            <a:ext cx="1168800" cy="1168800"/>
            <a:chOff x="228794" y="1381851"/>
            <a:chExt cx="1168800" cy="1168800"/>
          </a:xfrm>
        </p:grpSpPr>
        <p:sp>
          <p:nvSpPr>
            <p:cNvPr id="1141" name="Google Shape;1141;p150"/>
            <p:cNvSpPr/>
            <p:nvPr/>
          </p:nvSpPr>
          <p:spPr>
            <a:xfrm>
              <a:off x="228794" y="1381851"/>
              <a:ext cx="1168800" cy="1168800"/>
            </a:xfrm>
            <a:prstGeom prst="ellipse">
              <a:avLst/>
            </a:prstGeom>
            <a:solidFill>
              <a:srgbClr val="FFFFFF"/>
            </a:solidFill>
            <a:ln w="38100" cap="flat" cmpd="sng">
              <a:solidFill>
                <a:srgbClr val="5555F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lus Jakarta Sans"/>
                <a:ea typeface="Plus Jakarta Sans"/>
                <a:cs typeface="Plus Jakarta Sans"/>
                <a:sym typeface="Plus Jakarta Sans"/>
              </a:endParaRPr>
            </a:p>
          </p:txBody>
        </p:sp>
        <p:sp>
          <p:nvSpPr>
            <p:cNvPr id="1142" name="Google Shape;1142;p150"/>
            <p:cNvSpPr txBox="1"/>
            <p:nvPr/>
          </p:nvSpPr>
          <p:spPr>
            <a:xfrm>
              <a:off x="339969" y="1779738"/>
              <a:ext cx="946500" cy="174300"/>
            </a:xfrm>
            <a:prstGeom prst="rect">
              <a:avLst/>
            </a:prstGeom>
            <a:noFill/>
            <a:ln>
              <a:noFill/>
            </a:ln>
          </p:spPr>
          <p:txBody>
            <a:bodyPr spcFirstLastPara="1" wrap="square" lIns="68550" tIns="34275" rIns="68550" bIns="34275" anchor="t" anchorCtr="0">
              <a:noAutofit/>
            </a:bodyPr>
            <a:lstStyle/>
            <a:p>
              <a:pPr marL="0" marR="0" lvl="0" indent="0" algn="ctr" rtl="0">
                <a:lnSpc>
                  <a:spcPct val="100000"/>
                </a:lnSpc>
                <a:spcBef>
                  <a:spcPts val="0"/>
                </a:spcBef>
                <a:spcAft>
                  <a:spcPts val="0"/>
                </a:spcAft>
                <a:buClr>
                  <a:srgbClr val="000000"/>
                </a:buClr>
                <a:buSzPts val="900"/>
                <a:buFont typeface="Arial"/>
                <a:buNone/>
              </a:pPr>
              <a:r>
                <a:rPr lang="en" sz="900" b="0" i="0" u="none" strike="noStrike" cap="none">
                  <a:solidFill>
                    <a:srgbClr val="100045"/>
                  </a:solidFill>
                  <a:latin typeface="Plus Jakarta Sans"/>
                  <a:ea typeface="Plus Jakarta Sans"/>
                  <a:cs typeface="Plus Jakarta Sans"/>
                  <a:sym typeface="Plus Jakarta Sans"/>
                </a:rPr>
                <a:t>KYC onboarding and assistant (agent)</a:t>
              </a:r>
              <a:endParaRPr sz="900" b="0" i="0" u="none" strike="noStrike" cap="none">
                <a:solidFill>
                  <a:srgbClr val="100045"/>
                </a:solidFill>
                <a:latin typeface="Plus Jakarta Sans"/>
                <a:ea typeface="Plus Jakarta Sans"/>
                <a:cs typeface="Plus Jakarta Sans"/>
                <a:sym typeface="Plus Jakarta Sans"/>
              </a:endParaRPr>
            </a:p>
          </p:txBody>
        </p:sp>
        <p:pic>
          <p:nvPicPr>
            <p:cNvPr id="1143" name="Google Shape;1143;p150"/>
            <p:cNvPicPr preferRelativeResize="0"/>
            <p:nvPr/>
          </p:nvPicPr>
          <p:blipFill rotWithShape="1">
            <a:blip r:embed="rId3">
              <a:alphaModFix/>
            </a:blip>
            <a:srcRect/>
            <a:stretch/>
          </p:blipFill>
          <p:spPr>
            <a:xfrm>
              <a:off x="647488" y="1433527"/>
              <a:ext cx="331412" cy="331415"/>
            </a:xfrm>
            <a:prstGeom prst="rect">
              <a:avLst/>
            </a:prstGeom>
            <a:noFill/>
            <a:ln>
              <a:noFill/>
            </a:ln>
          </p:spPr>
        </p:pic>
      </p:grpSp>
      <p:grpSp>
        <p:nvGrpSpPr>
          <p:cNvPr id="1144" name="Google Shape;1144;p150"/>
          <p:cNvGrpSpPr/>
          <p:nvPr/>
        </p:nvGrpSpPr>
        <p:grpSpPr>
          <a:xfrm>
            <a:off x="990814" y="2898975"/>
            <a:ext cx="1168800" cy="1168800"/>
            <a:chOff x="228814" y="2898975"/>
            <a:chExt cx="1168800" cy="1168800"/>
          </a:xfrm>
        </p:grpSpPr>
        <p:sp>
          <p:nvSpPr>
            <p:cNvPr id="1145" name="Google Shape;1145;p150"/>
            <p:cNvSpPr/>
            <p:nvPr/>
          </p:nvSpPr>
          <p:spPr>
            <a:xfrm>
              <a:off x="228814" y="2898975"/>
              <a:ext cx="1168800" cy="1168800"/>
            </a:xfrm>
            <a:prstGeom prst="ellipse">
              <a:avLst/>
            </a:prstGeom>
            <a:solidFill>
              <a:srgbClr val="FFFFFF"/>
            </a:solidFill>
            <a:ln w="38100" cap="flat" cmpd="sng">
              <a:solidFill>
                <a:srgbClr val="5555F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lus Jakarta Sans"/>
                <a:ea typeface="Plus Jakarta Sans"/>
                <a:cs typeface="Plus Jakarta Sans"/>
                <a:sym typeface="Plus Jakarta Sans"/>
              </a:endParaRPr>
            </a:p>
          </p:txBody>
        </p:sp>
        <p:sp>
          <p:nvSpPr>
            <p:cNvPr id="1146" name="Google Shape;1146;p150"/>
            <p:cNvSpPr txBox="1"/>
            <p:nvPr/>
          </p:nvSpPr>
          <p:spPr>
            <a:xfrm>
              <a:off x="339939" y="3296875"/>
              <a:ext cx="946500" cy="174300"/>
            </a:xfrm>
            <a:prstGeom prst="rect">
              <a:avLst/>
            </a:prstGeom>
            <a:noFill/>
            <a:ln>
              <a:noFill/>
            </a:ln>
          </p:spPr>
          <p:txBody>
            <a:bodyPr spcFirstLastPara="1" wrap="square" lIns="68550" tIns="34275" rIns="68550" bIns="34275" anchor="t" anchorCtr="0">
              <a:noAutofit/>
            </a:bodyPr>
            <a:lstStyle/>
            <a:p>
              <a:pPr marL="0" marR="0" lvl="0" indent="0" algn="ctr" rtl="0">
                <a:lnSpc>
                  <a:spcPct val="100000"/>
                </a:lnSpc>
                <a:spcBef>
                  <a:spcPts val="0"/>
                </a:spcBef>
                <a:spcAft>
                  <a:spcPts val="0"/>
                </a:spcAft>
                <a:buClr>
                  <a:srgbClr val="000000"/>
                </a:buClr>
                <a:buSzPts val="900"/>
                <a:buFont typeface="Arial"/>
                <a:buNone/>
              </a:pPr>
              <a:r>
                <a:rPr lang="en" sz="900" b="0" i="0" u="none" strike="noStrike" cap="none">
                  <a:solidFill>
                    <a:schemeClr val="dk1"/>
                  </a:solidFill>
                  <a:latin typeface="Plus Jakarta Sans"/>
                  <a:ea typeface="Plus Jakarta Sans"/>
                  <a:cs typeface="Plus Jakarta Sans"/>
                  <a:sym typeface="Plus Jakarta Sans"/>
                </a:rPr>
                <a:t>Wealth advisor stock selector</a:t>
              </a:r>
              <a:endParaRPr sz="900" b="0" i="0" u="none" strike="noStrike" cap="none">
                <a:solidFill>
                  <a:schemeClr val="dk1"/>
                </a:solidFill>
                <a:latin typeface="Plus Jakarta Sans"/>
                <a:ea typeface="Plus Jakarta Sans"/>
                <a:cs typeface="Plus Jakarta Sans"/>
                <a:sym typeface="Plus Jakarta Sans"/>
              </a:endParaRPr>
            </a:p>
          </p:txBody>
        </p:sp>
        <p:pic>
          <p:nvPicPr>
            <p:cNvPr id="1147" name="Google Shape;1147;p150"/>
            <p:cNvPicPr preferRelativeResize="0"/>
            <p:nvPr/>
          </p:nvPicPr>
          <p:blipFill rotWithShape="1">
            <a:blip r:embed="rId4">
              <a:alphaModFix/>
            </a:blip>
            <a:srcRect/>
            <a:stretch/>
          </p:blipFill>
          <p:spPr>
            <a:xfrm>
              <a:off x="647508" y="2965456"/>
              <a:ext cx="331412" cy="331415"/>
            </a:xfrm>
            <a:prstGeom prst="rect">
              <a:avLst/>
            </a:prstGeom>
            <a:noFill/>
            <a:ln>
              <a:noFill/>
            </a:ln>
          </p:spPr>
        </p:pic>
      </p:grpSp>
      <p:sp>
        <p:nvSpPr>
          <p:cNvPr id="1148" name="Google Shape;1148;p150"/>
          <p:cNvSpPr/>
          <p:nvPr/>
        </p:nvSpPr>
        <p:spPr>
          <a:xfrm>
            <a:off x="0" y="0"/>
            <a:ext cx="2710800" cy="228600"/>
          </a:xfrm>
          <a:prstGeom prst="rect">
            <a:avLst/>
          </a:prstGeom>
          <a:solidFill>
            <a:srgbClr val="5555F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i="1">
                <a:solidFill>
                  <a:srgbClr val="FFFFFF"/>
                </a:solidFill>
                <a:latin typeface="Plus Jakarta Sans Bold"/>
                <a:ea typeface="Plus Jakarta Sans Bold"/>
                <a:cs typeface="Plus Jakarta Sans Bold"/>
                <a:sym typeface="Plus Jakarta Sans"/>
              </a:rPr>
              <a:t>Cloudera AI Overview</a:t>
            </a:r>
            <a:endParaRPr b="1" i="1">
              <a:solidFill>
                <a:srgbClr val="FFFFFF"/>
              </a:solidFill>
              <a:latin typeface="Plus Jakarta Sans Bold"/>
              <a:ea typeface="Plus Jakarta Sans Bold"/>
              <a:cs typeface="Plus Jakarta Sans Bold"/>
              <a:sym typeface="Plus Jakarta Sa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52"/>
        <p:cNvGrpSpPr/>
        <p:nvPr/>
      </p:nvGrpSpPr>
      <p:grpSpPr>
        <a:xfrm>
          <a:off x="0" y="0"/>
          <a:ext cx="0" cy="0"/>
          <a:chOff x="0" y="0"/>
          <a:chExt cx="0" cy="0"/>
        </a:xfrm>
      </p:grpSpPr>
      <p:sp>
        <p:nvSpPr>
          <p:cNvPr id="1153" name="Google Shape;1153;p151"/>
          <p:cNvSpPr txBox="1"/>
          <p:nvPr/>
        </p:nvSpPr>
        <p:spPr>
          <a:xfrm>
            <a:off x="533400" y="284250"/>
            <a:ext cx="8610600" cy="612900"/>
          </a:xfrm>
          <a:prstGeom prst="rect">
            <a:avLst/>
          </a:prstGeom>
          <a:noFill/>
          <a:ln>
            <a:noFill/>
          </a:ln>
        </p:spPr>
        <p:txBody>
          <a:bodyPr spcFirstLastPara="1" wrap="square" lIns="91425" tIns="0" rIns="91425" bIns="45700" anchor="t" anchorCtr="0">
            <a:noAutofit/>
          </a:bodyPr>
          <a:lstStyle/>
          <a:p>
            <a:pPr marL="0" lvl="0" indent="0" algn="l" rtl="0">
              <a:spcBef>
                <a:spcPts val="0"/>
              </a:spcBef>
              <a:spcAft>
                <a:spcPts val="0"/>
              </a:spcAft>
              <a:buClr>
                <a:schemeClr val="dk1"/>
              </a:buClr>
              <a:buSzPts val="1100"/>
              <a:buFont typeface="Arial"/>
              <a:buNone/>
            </a:pPr>
            <a:r>
              <a:rPr lang="en" sz="2300">
                <a:solidFill>
                  <a:schemeClr val="dk1"/>
                </a:solidFill>
                <a:latin typeface="Plus Jakarta Sans Medium"/>
                <a:ea typeface="Plus Jakarta Sans Medium"/>
                <a:cs typeface="Plus Jakarta Sans Medium"/>
                <a:sym typeface="Plus Jakarta Sans Medium"/>
              </a:rPr>
              <a:t>Cloudera AI: Accelerating World-Class AI Apps &amp; Agents</a:t>
            </a:r>
            <a:endParaRPr sz="2300">
              <a:solidFill>
                <a:schemeClr val="dk1"/>
              </a:solidFill>
              <a:latin typeface="Plus Jakarta Sans Medium"/>
              <a:ea typeface="Plus Jakarta Sans Medium"/>
              <a:cs typeface="Plus Jakarta Sans Medium"/>
              <a:sym typeface="Plus Jakarta Sans Medium"/>
            </a:endParaRPr>
          </a:p>
        </p:txBody>
      </p:sp>
      <p:sp>
        <p:nvSpPr>
          <p:cNvPr id="1154" name="Google Shape;1154;p151"/>
          <p:cNvSpPr/>
          <p:nvPr/>
        </p:nvSpPr>
        <p:spPr>
          <a:xfrm>
            <a:off x="621604" y="3930235"/>
            <a:ext cx="8130600" cy="354900"/>
          </a:xfrm>
          <a:prstGeom prst="roundRect">
            <a:avLst>
              <a:gd name="adj" fmla="val 22681"/>
            </a:avLst>
          </a:prstGeom>
          <a:solidFill>
            <a:srgbClr val="FFFFFF"/>
          </a:solidFill>
          <a:ln w="19050" cap="flat" cmpd="sng">
            <a:solidFill>
              <a:srgbClr val="12004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000">
              <a:solidFill>
                <a:srgbClr val="120046"/>
              </a:solidFill>
              <a:latin typeface="Plus Jakarta Sans"/>
              <a:ea typeface="Plus Jakarta Sans"/>
              <a:cs typeface="Plus Jakarta Sans"/>
              <a:sym typeface="Plus Jakarta Sans"/>
            </a:endParaRPr>
          </a:p>
        </p:txBody>
      </p:sp>
      <p:sp>
        <p:nvSpPr>
          <p:cNvPr id="1155" name="Google Shape;1155;p151"/>
          <p:cNvSpPr/>
          <p:nvPr/>
        </p:nvSpPr>
        <p:spPr>
          <a:xfrm>
            <a:off x="621604" y="1412372"/>
            <a:ext cx="3906600" cy="2413800"/>
          </a:xfrm>
          <a:prstGeom prst="roundRect">
            <a:avLst>
              <a:gd name="adj" fmla="val 3439"/>
            </a:avLst>
          </a:prstGeom>
          <a:solidFill>
            <a:srgbClr val="FFFFFF"/>
          </a:solidFill>
          <a:ln w="19050" cap="flat" cmpd="sng">
            <a:solidFill>
              <a:srgbClr val="FF550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000">
              <a:latin typeface="Plus Jakarta Sans"/>
              <a:ea typeface="Plus Jakarta Sans"/>
              <a:cs typeface="Plus Jakarta Sans"/>
              <a:sym typeface="Plus Jakarta Sans"/>
            </a:endParaRPr>
          </a:p>
        </p:txBody>
      </p:sp>
      <p:sp>
        <p:nvSpPr>
          <p:cNvPr id="1156" name="Google Shape;1156;p151"/>
          <p:cNvSpPr txBox="1"/>
          <p:nvPr/>
        </p:nvSpPr>
        <p:spPr>
          <a:xfrm>
            <a:off x="1414915" y="1436922"/>
            <a:ext cx="2320200" cy="354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00" b="1">
                <a:latin typeface="Plus Jakarta Sans"/>
                <a:ea typeface="Plus Jakarta Sans"/>
                <a:cs typeface="Plus Jakarta Sans"/>
                <a:sym typeface="Plus Jakarta Sans"/>
              </a:rPr>
              <a:t>Cloudera AI Workbench</a:t>
            </a:r>
            <a:endParaRPr sz="1100" b="1">
              <a:latin typeface="Plus Jakarta Sans"/>
              <a:ea typeface="Plus Jakarta Sans"/>
              <a:cs typeface="Plus Jakarta Sans"/>
              <a:sym typeface="Plus Jakarta Sans"/>
            </a:endParaRPr>
          </a:p>
        </p:txBody>
      </p:sp>
      <p:sp>
        <p:nvSpPr>
          <p:cNvPr id="1157" name="Google Shape;1157;p151"/>
          <p:cNvSpPr/>
          <p:nvPr/>
        </p:nvSpPr>
        <p:spPr>
          <a:xfrm>
            <a:off x="769254" y="3380943"/>
            <a:ext cx="3611400" cy="373500"/>
          </a:xfrm>
          <a:prstGeom prst="roundRect">
            <a:avLst>
              <a:gd name="adj" fmla="val 20286"/>
            </a:avLst>
          </a:prstGeom>
          <a:noFill/>
          <a:ln w="19050" cap="flat" cmpd="sng">
            <a:solidFill>
              <a:srgbClr val="FF550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Plus Jakarta Sans"/>
                <a:ea typeface="Plus Jakarta Sans"/>
                <a:cs typeface="Plus Jakarta Sans"/>
                <a:sym typeface="Plus Jakarta Sans"/>
              </a:rPr>
              <a:t>Model Training and Fine Tuning</a:t>
            </a:r>
            <a:endParaRPr sz="1000">
              <a:latin typeface="Plus Jakarta Sans"/>
              <a:ea typeface="Plus Jakarta Sans"/>
              <a:cs typeface="Plus Jakarta Sans"/>
              <a:sym typeface="Plus Jakarta Sans"/>
            </a:endParaRPr>
          </a:p>
        </p:txBody>
      </p:sp>
      <p:sp>
        <p:nvSpPr>
          <p:cNvPr id="1158" name="Google Shape;1158;p151"/>
          <p:cNvSpPr/>
          <p:nvPr/>
        </p:nvSpPr>
        <p:spPr>
          <a:xfrm>
            <a:off x="769250" y="1740500"/>
            <a:ext cx="3611400" cy="466500"/>
          </a:xfrm>
          <a:prstGeom prst="roundRect">
            <a:avLst>
              <a:gd name="adj" fmla="val 20286"/>
            </a:avLst>
          </a:prstGeom>
          <a:noFill/>
          <a:ln w="19050" cap="flat" cmpd="sng">
            <a:solidFill>
              <a:srgbClr val="FF550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Plus Jakarta Sans"/>
                <a:ea typeface="Plus Jakarta Sans"/>
                <a:cs typeface="Plus Jakarta Sans"/>
                <a:sym typeface="Plus Jakarta Sans"/>
              </a:rPr>
              <a:t>Applications and Agents</a:t>
            </a:r>
            <a:endParaRPr sz="1000">
              <a:latin typeface="Plus Jakarta Sans"/>
              <a:ea typeface="Plus Jakarta Sans"/>
              <a:cs typeface="Plus Jakarta Sans"/>
              <a:sym typeface="Plus Jakarta Sans"/>
            </a:endParaRPr>
          </a:p>
        </p:txBody>
      </p:sp>
      <p:sp>
        <p:nvSpPr>
          <p:cNvPr id="1159" name="Google Shape;1159;p151"/>
          <p:cNvSpPr txBox="1"/>
          <p:nvPr/>
        </p:nvSpPr>
        <p:spPr>
          <a:xfrm>
            <a:off x="1758445" y="1017575"/>
            <a:ext cx="1632900" cy="431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600" b="1">
                <a:latin typeface="Plus Jakarta Sans"/>
                <a:ea typeface="Plus Jakarta Sans"/>
                <a:cs typeface="Plus Jakarta Sans"/>
                <a:sym typeface="Plus Jakarta Sans"/>
              </a:rPr>
              <a:t>Development</a:t>
            </a:r>
            <a:endParaRPr sz="1600" b="1">
              <a:latin typeface="Plus Jakarta Sans"/>
              <a:ea typeface="Plus Jakarta Sans"/>
              <a:cs typeface="Plus Jakarta Sans"/>
              <a:sym typeface="Plus Jakarta Sans"/>
            </a:endParaRPr>
          </a:p>
        </p:txBody>
      </p:sp>
      <p:grpSp>
        <p:nvGrpSpPr>
          <p:cNvPr id="1160" name="Google Shape;1160;p151"/>
          <p:cNvGrpSpPr/>
          <p:nvPr/>
        </p:nvGrpSpPr>
        <p:grpSpPr>
          <a:xfrm>
            <a:off x="3641569" y="3941346"/>
            <a:ext cx="2504237" cy="338486"/>
            <a:chOff x="3093817" y="4099315"/>
            <a:chExt cx="2592377" cy="350400"/>
          </a:xfrm>
        </p:grpSpPr>
        <p:sp>
          <p:nvSpPr>
            <p:cNvPr id="1161" name="Google Shape;1161;p151"/>
            <p:cNvSpPr txBox="1"/>
            <p:nvPr/>
          </p:nvSpPr>
          <p:spPr>
            <a:xfrm>
              <a:off x="3348894" y="4099315"/>
              <a:ext cx="2337300" cy="35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b="1">
                  <a:latin typeface="Plus Jakarta Sans"/>
                  <a:ea typeface="Plus Jakarta Sans"/>
                  <a:cs typeface="Plus Jakarta Sans"/>
                  <a:sym typeface="Plus Jakarta Sans"/>
                </a:rPr>
                <a:t>On Premises &amp; On Cloud</a:t>
              </a:r>
              <a:endParaRPr sz="1000" b="1">
                <a:latin typeface="Plus Jakarta Sans"/>
                <a:ea typeface="Plus Jakarta Sans"/>
                <a:cs typeface="Plus Jakarta Sans"/>
                <a:sym typeface="Plus Jakarta Sans"/>
              </a:endParaRPr>
            </a:p>
          </p:txBody>
        </p:sp>
        <p:pic>
          <p:nvPicPr>
            <p:cNvPr id="1162" name="Google Shape;1162;p151"/>
            <p:cNvPicPr preferRelativeResize="0"/>
            <p:nvPr/>
          </p:nvPicPr>
          <p:blipFill rotWithShape="1">
            <a:blip r:embed="rId3">
              <a:alphaModFix/>
            </a:blip>
            <a:srcRect/>
            <a:stretch/>
          </p:blipFill>
          <p:spPr>
            <a:xfrm>
              <a:off x="3093817" y="4118214"/>
              <a:ext cx="306878" cy="306878"/>
            </a:xfrm>
            <a:prstGeom prst="rect">
              <a:avLst/>
            </a:prstGeom>
            <a:noFill/>
            <a:ln>
              <a:noFill/>
            </a:ln>
          </p:spPr>
        </p:pic>
      </p:grpSp>
      <p:cxnSp>
        <p:nvCxnSpPr>
          <p:cNvPr id="1163" name="Google Shape;1163;p151"/>
          <p:cNvCxnSpPr>
            <a:stCxn id="1155" idx="3"/>
          </p:cNvCxnSpPr>
          <p:nvPr/>
        </p:nvCxnSpPr>
        <p:spPr>
          <a:xfrm>
            <a:off x="4528204" y="2619272"/>
            <a:ext cx="281700" cy="0"/>
          </a:xfrm>
          <a:prstGeom prst="straightConnector1">
            <a:avLst/>
          </a:prstGeom>
          <a:noFill/>
          <a:ln w="28575" cap="flat" cmpd="sng">
            <a:solidFill>
              <a:srgbClr val="FF550D"/>
            </a:solidFill>
            <a:prstDash val="solid"/>
            <a:round/>
            <a:headEnd type="none" w="med" len="med"/>
            <a:tailEnd type="triangle" w="med" len="med"/>
          </a:ln>
        </p:spPr>
      </p:cxnSp>
      <p:sp>
        <p:nvSpPr>
          <p:cNvPr id="1164" name="Google Shape;1164;p151"/>
          <p:cNvSpPr/>
          <p:nvPr/>
        </p:nvSpPr>
        <p:spPr>
          <a:xfrm>
            <a:off x="4809993" y="1412386"/>
            <a:ext cx="3906600" cy="2413800"/>
          </a:xfrm>
          <a:prstGeom prst="roundRect">
            <a:avLst>
              <a:gd name="adj" fmla="val 3439"/>
            </a:avLst>
          </a:prstGeom>
          <a:solidFill>
            <a:srgbClr val="FFFFFF"/>
          </a:solidFill>
          <a:ln w="19050" cap="flat" cmpd="sng">
            <a:solidFill>
              <a:srgbClr val="FF550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000">
              <a:latin typeface="Plus Jakarta Sans"/>
              <a:ea typeface="Plus Jakarta Sans"/>
              <a:cs typeface="Plus Jakarta Sans"/>
              <a:sym typeface="Plus Jakarta Sans"/>
            </a:endParaRPr>
          </a:p>
        </p:txBody>
      </p:sp>
      <p:sp>
        <p:nvSpPr>
          <p:cNvPr id="1165" name="Google Shape;1165;p151"/>
          <p:cNvSpPr txBox="1"/>
          <p:nvPr/>
        </p:nvSpPr>
        <p:spPr>
          <a:xfrm>
            <a:off x="5450350" y="1410663"/>
            <a:ext cx="2625900" cy="354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00" b="1">
                <a:latin typeface="Plus Jakarta Sans"/>
                <a:ea typeface="Plus Jakarta Sans"/>
                <a:cs typeface="Plus Jakarta Sans"/>
                <a:sym typeface="Plus Jakarta Sans"/>
              </a:rPr>
              <a:t>Cloudera AI Inference Service</a:t>
            </a:r>
            <a:endParaRPr sz="1100" b="1">
              <a:latin typeface="Plus Jakarta Sans"/>
              <a:ea typeface="Plus Jakarta Sans"/>
              <a:cs typeface="Plus Jakarta Sans"/>
              <a:sym typeface="Plus Jakarta Sans"/>
            </a:endParaRPr>
          </a:p>
        </p:txBody>
      </p:sp>
      <p:sp>
        <p:nvSpPr>
          <p:cNvPr id="1166" name="Google Shape;1166;p151"/>
          <p:cNvSpPr/>
          <p:nvPr/>
        </p:nvSpPr>
        <p:spPr>
          <a:xfrm>
            <a:off x="4957643" y="3134171"/>
            <a:ext cx="3611400" cy="591900"/>
          </a:xfrm>
          <a:prstGeom prst="roundRect">
            <a:avLst>
              <a:gd name="adj" fmla="val 12241"/>
            </a:avLst>
          </a:prstGeom>
          <a:noFill/>
          <a:ln w="19050" cap="flat" cmpd="sng">
            <a:solidFill>
              <a:schemeClr val="accent4"/>
            </a:solidFill>
            <a:prstDash val="solid"/>
            <a:round/>
            <a:headEnd type="none" w="sm" len="sm"/>
            <a:tailEnd type="none" w="sm" len="sm"/>
          </a:ln>
        </p:spPr>
        <p:txBody>
          <a:bodyPr spcFirstLastPara="1" wrap="square" lIns="91425" tIns="45700" rIns="91425" bIns="91425" anchor="t" anchorCtr="0">
            <a:noAutofit/>
          </a:bodyPr>
          <a:lstStyle/>
          <a:p>
            <a:pPr marL="0" lvl="0" indent="0" algn="ctr" rtl="0">
              <a:spcBef>
                <a:spcPts val="0"/>
              </a:spcBef>
              <a:spcAft>
                <a:spcPts val="0"/>
              </a:spcAft>
              <a:buNone/>
            </a:pPr>
            <a:r>
              <a:rPr lang="en" sz="1000">
                <a:solidFill>
                  <a:srgbClr val="100045"/>
                </a:solidFill>
                <a:latin typeface="Plus Jakarta Sans"/>
                <a:ea typeface="Plus Jakarta Sans"/>
                <a:cs typeface="Plus Jakarta Sans"/>
                <a:sym typeface="Plus Jakarta Sans"/>
              </a:rPr>
              <a:t>Cloudera AI Registry</a:t>
            </a:r>
            <a:endParaRPr sz="1000">
              <a:solidFill>
                <a:srgbClr val="100045"/>
              </a:solidFill>
              <a:latin typeface="Plus Jakarta Sans"/>
              <a:ea typeface="Plus Jakarta Sans"/>
              <a:cs typeface="Plus Jakarta Sans"/>
              <a:sym typeface="Plus Jakarta Sans"/>
            </a:endParaRPr>
          </a:p>
        </p:txBody>
      </p:sp>
      <p:sp>
        <p:nvSpPr>
          <p:cNvPr id="1167" name="Google Shape;1167;p151"/>
          <p:cNvSpPr/>
          <p:nvPr/>
        </p:nvSpPr>
        <p:spPr>
          <a:xfrm>
            <a:off x="4957643" y="2784559"/>
            <a:ext cx="3611400" cy="272100"/>
          </a:xfrm>
          <a:prstGeom prst="roundRect">
            <a:avLst>
              <a:gd name="adj" fmla="val 20286"/>
            </a:avLst>
          </a:prstGeom>
          <a:noFill/>
          <a:ln w="19050" cap="flat" cmpd="sng">
            <a:solidFill>
              <a:srgbClr val="FF550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Plus Jakarta Sans"/>
                <a:ea typeface="Plus Jakarta Sans"/>
                <a:cs typeface="Plus Jakarta Sans"/>
                <a:sym typeface="Plus Jakarta Sans"/>
              </a:rPr>
              <a:t>Enterprise Security &amp; Governance</a:t>
            </a:r>
            <a:endParaRPr sz="1000">
              <a:latin typeface="Plus Jakarta Sans"/>
              <a:ea typeface="Plus Jakarta Sans"/>
              <a:cs typeface="Plus Jakarta Sans"/>
              <a:sym typeface="Plus Jakarta Sans"/>
            </a:endParaRPr>
          </a:p>
        </p:txBody>
      </p:sp>
      <p:sp>
        <p:nvSpPr>
          <p:cNvPr id="1168" name="Google Shape;1168;p151"/>
          <p:cNvSpPr/>
          <p:nvPr/>
        </p:nvSpPr>
        <p:spPr>
          <a:xfrm>
            <a:off x="4957643" y="1715943"/>
            <a:ext cx="1016100" cy="995700"/>
          </a:xfrm>
          <a:prstGeom prst="roundRect">
            <a:avLst>
              <a:gd name="adj" fmla="val 10082"/>
            </a:avLst>
          </a:prstGeom>
          <a:noFill/>
          <a:ln w="19050" cap="flat" cmpd="sng">
            <a:solidFill>
              <a:srgbClr val="FF550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Plus Jakarta Sans"/>
                <a:ea typeface="Plus Jakarta Sans"/>
                <a:cs typeface="Plus Jakarta Sans"/>
                <a:sym typeface="Plus Jakarta Sans"/>
              </a:rPr>
              <a:t>Autoscaling</a:t>
            </a:r>
            <a:endParaRPr sz="1000">
              <a:latin typeface="Plus Jakarta Sans"/>
              <a:ea typeface="Plus Jakarta Sans"/>
              <a:cs typeface="Plus Jakarta Sans"/>
              <a:sym typeface="Plus Jakarta Sans"/>
            </a:endParaRPr>
          </a:p>
          <a:p>
            <a:pPr marL="0" lvl="0" indent="0" algn="ctr" rtl="0">
              <a:spcBef>
                <a:spcPts val="0"/>
              </a:spcBef>
              <a:spcAft>
                <a:spcPts val="0"/>
              </a:spcAft>
              <a:buNone/>
            </a:pPr>
            <a:r>
              <a:rPr lang="en" sz="1000">
                <a:latin typeface="Plus Jakarta Sans"/>
                <a:ea typeface="Plus Jakarta Sans"/>
                <a:cs typeface="Plus Jakarta Sans"/>
                <a:sym typeface="Plus Jakarta Sans"/>
              </a:rPr>
              <a:t>&amp; High </a:t>
            </a:r>
            <a:endParaRPr sz="1000">
              <a:latin typeface="Plus Jakarta Sans"/>
              <a:ea typeface="Plus Jakarta Sans"/>
              <a:cs typeface="Plus Jakarta Sans"/>
              <a:sym typeface="Plus Jakarta Sans"/>
            </a:endParaRPr>
          </a:p>
          <a:p>
            <a:pPr marL="0" lvl="0" indent="0" algn="ctr" rtl="0">
              <a:spcBef>
                <a:spcPts val="0"/>
              </a:spcBef>
              <a:spcAft>
                <a:spcPts val="0"/>
              </a:spcAft>
              <a:buNone/>
            </a:pPr>
            <a:r>
              <a:rPr lang="en" sz="1000">
                <a:latin typeface="Plus Jakarta Sans"/>
                <a:ea typeface="Plus Jakarta Sans"/>
                <a:cs typeface="Plus Jakarta Sans"/>
                <a:sym typeface="Plus Jakarta Sans"/>
              </a:rPr>
              <a:t>Availability</a:t>
            </a:r>
            <a:endParaRPr sz="1000">
              <a:latin typeface="Plus Jakarta Sans"/>
              <a:ea typeface="Plus Jakarta Sans"/>
              <a:cs typeface="Plus Jakarta Sans"/>
              <a:sym typeface="Plus Jakarta Sans"/>
            </a:endParaRPr>
          </a:p>
        </p:txBody>
      </p:sp>
      <p:sp>
        <p:nvSpPr>
          <p:cNvPr id="1169" name="Google Shape;1169;p151"/>
          <p:cNvSpPr txBox="1"/>
          <p:nvPr/>
        </p:nvSpPr>
        <p:spPr>
          <a:xfrm>
            <a:off x="5946850" y="1002275"/>
            <a:ext cx="1632900" cy="431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600" b="1">
                <a:latin typeface="Plus Jakarta Sans"/>
                <a:ea typeface="Plus Jakarta Sans"/>
                <a:cs typeface="Plus Jakarta Sans"/>
                <a:sym typeface="Plus Jakarta Sans"/>
              </a:rPr>
              <a:t>Production</a:t>
            </a:r>
            <a:endParaRPr sz="1600" b="1">
              <a:latin typeface="Plus Jakarta Sans"/>
              <a:ea typeface="Plus Jakarta Sans"/>
              <a:cs typeface="Plus Jakarta Sans"/>
              <a:sym typeface="Plus Jakarta Sans"/>
            </a:endParaRPr>
          </a:p>
        </p:txBody>
      </p:sp>
      <p:sp>
        <p:nvSpPr>
          <p:cNvPr id="1170" name="Google Shape;1170;p151"/>
          <p:cNvSpPr/>
          <p:nvPr/>
        </p:nvSpPr>
        <p:spPr>
          <a:xfrm>
            <a:off x="7553108" y="1715943"/>
            <a:ext cx="1016100" cy="995700"/>
          </a:xfrm>
          <a:prstGeom prst="roundRect">
            <a:avLst>
              <a:gd name="adj" fmla="val 10082"/>
            </a:avLst>
          </a:prstGeom>
          <a:noFill/>
          <a:ln w="19050" cap="flat" cmpd="sng">
            <a:solidFill>
              <a:srgbClr val="FF550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Plus Jakarta Sans"/>
                <a:ea typeface="Plus Jakarta Sans"/>
                <a:cs typeface="Plus Jakarta Sans"/>
                <a:sym typeface="Plus Jakarta Sans"/>
              </a:rPr>
              <a:t>Monitoring</a:t>
            </a:r>
            <a:endParaRPr sz="1000">
              <a:latin typeface="Plus Jakarta Sans"/>
              <a:ea typeface="Plus Jakarta Sans"/>
              <a:cs typeface="Plus Jakarta Sans"/>
              <a:sym typeface="Plus Jakarta Sans"/>
            </a:endParaRPr>
          </a:p>
        </p:txBody>
      </p:sp>
      <p:sp>
        <p:nvSpPr>
          <p:cNvPr id="1171" name="Google Shape;1171;p151"/>
          <p:cNvSpPr/>
          <p:nvPr/>
        </p:nvSpPr>
        <p:spPr>
          <a:xfrm>
            <a:off x="6043575" y="1711331"/>
            <a:ext cx="1439700" cy="995700"/>
          </a:xfrm>
          <a:prstGeom prst="roundRect">
            <a:avLst>
              <a:gd name="adj" fmla="val 10082"/>
            </a:avLst>
          </a:prstGeom>
          <a:noFill/>
          <a:ln w="19050" cap="flat" cmpd="sng">
            <a:solidFill>
              <a:srgbClr val="76B9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000">
              <a:solidFill>
                <a:srgbClr val="76B900"/>
              </a:solidFill>
              <a:latin typeface="Plus Jakarta Sans"/>
              <a:ea typeface="Plus Jakarta Sans"/>
              <a:cs typeface="Plus Jakarta Sans"/>
              <a:sym typeface="Plus Jakarta Sans"/>
            </a:endParaRPr>
          </a:p>
        </p:txBody>
      </p:sp>
      <p:pic>
        <p:nvPicPr>
          <p:cNvPr id="1172" name="Google Shape;1172;p151"/>
          <p:cNvPicPr preferRelativeResize="0"/>
          <p:nvPr/>
        </p:nvPicPr>
        <p:blipFill>
          <a:blip r:embed="rId4">
            <a:alphaModFix/>
          </a:blip>
          <a:stretch>
            <a:fillRect/>
          </a:stretch>
        </p:blipFill>
        <p:spPr>
          <a:xfrm>
            <a:off x="6568779" y="1764099"/>
            <a:ext cx="389139" cy="525856"/>
          </a:xfrm>
          <a:prstGeom prst="rect">
            <a:avLst/>
          </a:prstGeom>
          <a:noFill/>
          <a:ln>
            <a:noFill/>
          </a:ln>
        </p:spPr>
      </p:pic>
      <p:pic>
        <p:nvPicPr>
          <p:cNvPr id="1173" name="Google Shape;1173;p151"/>
          <p:cNvPicPr preferRelativeResize="0"/>
          <p:nvPr/>
        </p:nvPicPr>
        <p:blipFill rotWithShape="1">
          <a:blip r:embed="rId5">
            <a:alphaModFix/>
          </a:blip>
          <a:srcRect t="31039" b="32187"/>
          <a:stretch/>
        </p:blipFill>
        <p:spPr>
          <a:xfrm>
            <a:off x="7791582" y="3410771"/>
            <a:ext cx="670310" cy="246475"/>
          </a:xfrm>
          <a:prstGeom prst="rect">
            <a:avLst/>
          </a:prstGeom>
          <a:noFill/>
          <a:ln>
            <a:noFill/>
          </a:ln>
        </p:spPr>
      </p:pic>
      <p:pic>
        <p:nvPicPr>
          <p:cNvPr id="1174" name="Google Shape;1174;p151"/>
          <p:cNvPicPr preferRelativeResize="0"/>
          <p:nvPr/>
        </p:nvPicPr>
        <p:blipFill>
          <a:blip r:embed="rId6">
            <a:alphaModFix/>
          </a:blip>
          <a:stretch>
            <a:fillRect/>
          </a:stretch>
        </p:blipFill>
        <p:spPr>
          <a:xfrm>
            <a:off x="5150067" y="3414330"/>
            <a:ext cx="542699" cy="211258"/>
          </a:xfrm>
          <a:prstGeom prst="rect">
            <a:avLst/>
          </a:prstGeom>
          <a:noFill/>
          <a:ln>
            <a:noFill/>
          </a:ln>
        </p:spPr>
      </p:pic>
      <p:pic>
        <p:nvPicPr>
          <p:cNvPr id="1175" name="Google Shape;1175;p151"/>
          <p:cNvPicPr preferRelativeResize="0"/>
          <p:nvPr/>
        </p:nvPicPr>
        <p:blipFill>
          <a:blip r:embed="rId7">
            <a:alphaModFix/>
          </a:blip>
          <a:stretch>
            <a:fillRect/>
          </a:stretch>
        </p:blipFill>
        <p:spPr>
          <a:xfrm>
            <a:off x="5884200" y="3481875"/>
            <a:ext cx="765351" cy="176875"/>
          </a:xfrm>
          <a:prstGeom prst="rect">
            <a:avLst/>
          </a:prstGeom>
          <a:noFill/>
          <a:ln>
            <a:noFill/>
          </a:ln>
        </p:spPr>
      </p:pic>
      <p:sp>
        <p:nvSpPr>
          <p:cNvPr id="1176" name="Google Shape;1176;p151"/>
          <p:cNvSpPr txBox="1"/>
          <p:nvPr/>
        </p:nvSpPr>
        <p:spPr>
          <a:xfrm>
            <a:off x="6508928" y="2312868"/>
            <a:ext cx="950400" cy="373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Plus Jakarta Sans"/>
                <a:ea typeface="Plus Jakarta Sans"/>
                <a:cs typeface="Plus Jakarta Sans"/>
                <a:sym typeface="Plus Jakarta Sans"/>
              </a:rPr>
              <a:t>NVIDIA NIM Microservices</a:t>
            </a:r>
            <a:endParaRPr sz="900">
              <a:latin typeface="Plus Jakarta Sans"/>
              <a:ea typeface="Plus Jakarta Sans"/>
              <a:cs typeface="Plus Jakarta Sans"/>
              <a:sym typeface="Plus Jakarta Sans"/>
            </a:endParaRPr>
          </a:p>
        </p:txBody>
      </p:sp>
      <p:pic>
        <p:nvPicPr>
          <p:cNvPr id="1177" name="Google Shape;1177;p151"/>
          <p:cNvPicPr preferRelativeResize="0"/>
          <p:nvPr/>
        </p:nvPicPr>
        <p:blipFill>
          <a:blip r:embed="rId8">
            <a:alphaModFix/>
          </a:blip>
          <a:stretch>
            <a:fillRect/>
          </a:stretch>
        </p:blipFill>
        <p:spPr>
          <a:xfrm>
            <a:off x="5994413" y="2293467"/>
            <a:ext cx="670325" cy="377722"/>
          </a:xfrm>
          <a:prstGeom prst="rect">
            <a:avLst/>
          </a:prstGeom>
          <a:noFill/>
          <a:ln>
            <a:noFill/>
          </a:ln>
        </p:spPr>
      </p:pic>
      <p:sp>
        <p:nvSpPr>
          <p:cNvPr id="1178" name="Google Shape;1178;p151"/>
          <p:cNvSpPr/>
          <p:nvPr/>
        </p:nvSpPr>
        <p:spPr>
          <a:xfrm>
            <a:off x="2826950" y="2865700"/>
            <a:ext cx="765300" cy="386700"/>
          </a:xfrm>
          <a:prstGeom prst="roundRect">
            <a:avLst>
              <a:gd name="adj" fmla="val 20286"/>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latin typeface="Plus Jakarta Sans"/>
                <a:ea typeface="Plus Jakarta Sans"/>
                <a:cs typeface="Plus Jakarta Sans"/>
                <a:sym typeface="Plus Jakarta Sans"/>
              </a:rPr>
              <a:t>RAG Studio</a:t>
            </a:r>
            <a:endParaRPr sz="1000">
              <a:solidFill>
                <a:schemeClr val="dk1"/>
              </a:solidFill>
              <a:latin typeface="Plus Jakarta Sans"/>
              <a:ea typeface="Plus Jakarta Sans"/>
              <a:cs typeface="Plus Jakarta Sans"/>
              <a:sym typeface="Plus Jakarta Sans"/>
            </a:endParaRPr>
          </a:p>
        </p:txBody>
      </p:sp>
      <p:sp>
        <p:nvSpPr>
          <p:cNvPr id="1179" name="Google Shape;1179;p151"/>
          <p:cNvSpPr/>
          <p:nvPr/>
        </p:nvSpPr>
        <p:spPr>
          <a:xfrm>
            <a:off x="1798100" y="2865700"/>
            <a:ext cx="960000" cy="386700"/>
          </a:xfrm>
          <a:prstGeom prst="roundRect">
            <a:avLst>
              <a:gd name="adj" fmla="val 20286"/>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latin typeface="Plus Jakarta Sans"/>
                <a:ea typeface="Plus Jakarta Sans"/>
                <a:cs typeface="Plus Jakarta Sans"/>
                <a:sym typeface="Plus Jakarta Sans"/>
              </a:rPr>
              <a:t>Fine Tuning Studio</a:t>
            </a:r>
            <a:endParaRPr sz="1000">
              <a:solidFill>
                <a:schemeClr val="dk1"/>
              </a:solidFill>
              <a:latin typeface="Plus Jakarta Sans"/>
              <a:ea typeface="Plus Jakarta Sans"/>
              <a:cs typeface="Plus Jakarta Sans"/>
              <a:sym typeface="Plus Jakarta Sans"/>
            </a:endParaRPr>
          </a:p>
        </p:txBody>
      </p:sp>
      <p:sp>
        <p:nvSpPr>
          <p:cNvPr id="1180" name="Google Shape;1180;p151"/>
          <p:cNvSpPr/>
          <p:nvPr/>
        </p:nvSpPr>
        <p:spPr>
          <a:xfrm>
            <a:off x="3637950" y="2865713"/>
            <a:ext cx="742500" cy="386700"/>
          </a:xfrm>
          <a:prstGeom prst="roundRect">
            <a:avLst>
              <a:gd name="adj" fmla="val 20286"/>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latin typeface="Plus Jakarta Sans"/>
                <a:ea typeface="Plus Jakarta Sans"/>
                <a:cs typeface="Plus Jakarta Sans"/>
                <a:sym typeface="Plus Jakarta Sans"/>
              </a:rPr>
              <a:t>Agent Studio</a:t>
            </a:r>
            <a:endParaRPr sz="1000">
              <a:solidFill>
                <a:schemeClr val="dk1"/>
              </a:solidFill>
              <a:latin typeface="Plus Jakarta Sans"/>
              <a:ea typeface="Plus Jakarta Sans"/>
              <a:cs typeface="Plus Jakarta Sans"/>
              <a:sym typeface="Plus Jakarta Sans"/>
            </a:endParaRPr>
          </a:p>
        </p:txBody>
      </p:sp>
      <p:sp>
        <p:nvSpPr>
          <p:cNvPr id="1181" name="Google Shape;1181;p151"/>
          <p:cNvSpPr/>
          <p:nvPr/>
        </p:nvSpPr>
        <p:spPr>
          <a:xfrm>
            <a:off x="769250" y="2865700"/>
            <a:ext cx="960000" cy="386700"/>
          </a:xfrm>
          <a:prstGeom prst="roundRect">
            <a:avLst>
              <a:gd name="adj" fmla="val 20286"/>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latin typeface="Plus Jakarta Sans"/>
                <a:ea typeface="Plus Jakarta Sans"/>
                <a:cs typeface="Plus Jakarta Sans"/>
                <a:sym typeface="Plus Jakarta Sans"/>
              </a:rPr>
              <a:t>Synthetic Data Studio</a:t>
            </a:r>
            <a:endParaRPr sz="1000">
              <a:solidFill>
                <a:schemeClr val="dk1"/>
              </a:solidFill>
              <a:latin typeface="Plus Jakarta Sans"/>
              <a:ea typeface="Plus Jakarta Sans"/>
              <a:cs typeface="Plus Jakarta Sans"/>
              <a:sym typeface="Plus Jakarta Sans"/>
            </a:endParaRPr>
          </a:p>
        </p:txBody>
      </p:sp>
      <p:sp>
        <p:nvSpPr>
          <p:cNvPr id="1182" name="Google Shape;1182;p151"/>
          <p:cNvSpPr/>
          <p:nvPr/>
        </p:nvSpPr>
        <p:spPr>
          <a:xfrm>
            <a:off x="769025" y="2363650"/>
            <a:ext cx="1763700" cy="373500"/>
          </a:xfrm>
          <a:prstGeom prst="roundRect">
            <a:avLst>
              <a:gd name="adj" fmla="val 20286"/>
            </a:avLst>
          </a:prstGeom>
          <a:noFill/>
          <a:ln w="19050" cap="flat" cmpd="sng">
            <a:solidFill>
              <a:srgbClr val="FF550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Plus Jakarta Sans"/>
                <a:ea typeface="Plus Jakarta Sans"/>
                <a:cs typeface="Plus Jakarta Sans"/>
                <a:sym typeface="Plus Jakarta Sans"/>
              </a:rPr>
              <a:t>Notebooks</a:t>
            </a:r>
            <a:endParaRPr sz="1000">
              <a:latin typeface="Plus Jakarta Sans"/>
              <a:ea typeface="Plus Jakarta Sans"/>
              <a:cs typeface="Plus Jakarta Sans"/>
              <a:sym typeface="Plus Jakarta Sans"/>
            </a:endParaRPr>
          </a:p>
        </p:txBody>
      </p:sp>
      <p:sp>
        <p:nvSpPr>
          <p:cNvPr id="1183" name="Google Shape;1183;p151"/>
          <p:cNvSpPr/>
          <p:nvPr/>
        </p:nvSpPr>
        <p:spPr>
          <a:xfrm>
            <a:off x="2616750" y="2363675"/>
            <a:ext cx="1763700" cy="373500"/>
          </a:xfrm>
          <a:prstGeom prst="roundRect">
            <a:avLst>
              <a:gd name="adj" fmla="val 20286"/>
            </a:avLst>
          </a:prstGeom>
          <a:noFill/>
          <a:ln w="19050" cap="flat" cmpd="sng">
            <a:solidFill>
              <a:srgbClr val="FF550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Plus Jakarta Sans"/>
                <a:ea typeface="Plus Jakarta Sans"/>
                <a:cs typeface="Plus Jakarta Sans"/>
                <a:sym typeface="Plus Jakarta Sans"/>
              </a:rPr>
              <a:t>AMPs</a:t>
            </a:r>
            <a:endParaRPr sz="1000">
              <a:latin typeface="Plus Jakarta Sans"/>
              <a:ea typeface="Plus Jakarta Sans"/>
              <a:cs typeface="Plus Jakarta Sans"/>
              <a:sym typeface="Plus Jakarta Sans"/>
            </a:endParaRPr>
          </a:p>
        </p:txBody>
      </p:sp>
      <p:pic>
        <p:nvPicPr>
          <p:cNvPr id="1184" name="Google Shape;1184;p151" title="Screenshot 2025-06-04 at 6.55.13 PM.png"/>
          <p:cNvPicPr preferRelativeResize="0"/>
          <p:nvPr/>
        </p:nvPicPr>
        <p:blipFill>
          <a:blip r:embed="rId9">
            <a:alphaModFix/>
          </a:blip>
          <a:stretch>
            <a:fillRect/>
          </a:stretch>
        </p:blipFill>
        <p:spPr>
          <a:xfrm>
            <a:off x="6998613" y="3479250"/>
            <a:ext cx="596304" cy="176875"/>
          </a:xfrm>
          <a:prstGeom prst="rect">
            <a:avLst/>
          </a:prstGeom>
          <a:noFill/>
          <a:ln>
            <a:noFill/>
          </a:ln>
        </p:spPr>
      </p:pic>
      <p:pic>
        <p:nvPicPr>
          <p:cNvPr id="1185" name="Google Shape;1185;p151" title="Screenshot 2025-06-04 at 6.56.04 PM.png"/>
          <p:cNvPicPr preferRelativeResize="0"/>
          <p:nvPr/>
        </p:nvPicPr>
        <p:blipFill>
          <a:blip r:embed="rId10">
            <a:alphaModFix/>
          </a:blip>
          <a:stretch>
            <a:fillRect/>
          </a:stretch>
        </p:blipFill>
        <p:spPr>
          <a:xfrm>
            <a:off x="6797214" y="3468287"/>
            <a:ext cx="201410" cy="198825"/>
          </a:xfrm>
          <a:prstGeom prst="rect">
            <a:avLst/>
          </a:prstGeom>
          <a:noFill/>
          <a:ln>
            <a:noFill/>
          </a:ln>
        </p:spPr>
      </p:pic>
      <p:sp>
        <p:nvSpPr>
          <p:cNvPr id="1186" name="Google Shape;1186;p151"/>
          <p:cNvSpPr/>
          <p:nvPr/>
        </p:nvSpPr>
        <p:spPr>
          <a:xfrm>
            <a:off x="0" y="0"/>
            <a:ext cx="2710800" cy="228600"/>
          </a:xfrm>
          <a:prstGeom prst="rect">
            <a:avLst/>
          </a:prstGeom>
          <a:solidFill>
            <a:srgbClr val="5555F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i="1">
                <a:solidFill>
                  <a:srgbClr val="FFFFFF"/>
                </a:solidFill>
                <a:latin typeface="Plus Jakarta Sans Bold"/>
                <a:ea typeface="Plus Jakarta Sans Bold"/>
                <a:cs typeface="Plus Jakarta Sans Bold"/>
                <a:sym typeface="Plus Jakarta Sans"/>
              </a:rPr>
              <a:t>Cloudera AI Overview</a:t>
            </a:r>
            <a:endParaRPr b="1" i="1">
              <a:solidFill>
                <a:srgbClr val="FFFFFF"/>
              </a:solidFill>
              <a:latin typeface="Plus Jakarta Sans Bold"/>
              <a:ea typeface="Plus Jakarta Sans Bold"/>
              <a:cs typeface="Plus Jakarta Sans Bold"/>
              <a:sym typeface="Plus Jakarta Sa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90"/>
        <p:cNvGrpSpPr/>
        <p:nvPr/>
      </p:nvGrpSpPr>
      <p:grpSpPr>
        <a:xfrm>
          <a:off x="0" y="0"/>
          <a:ext cx="0" cy="0"/>
          <a:chOff x="0" y="0"/>
          <a:chExt cx="0" cy="0"/>
        </a:xfrm>
      </p:grpSpPr>
      <p:sp>
        <p:nvSpPr>
          <p:cNvPr id="1191" name="Google Shape;1191;p152"/>
          <p:cNvSpPr txBox="1">
            <a:spLocks noGrp="1"/>
          </p:cNvSpPr>
          <p:nvPr>
            <p:ph type="title"/>
          </p:nvPr>
        </p:nvSpPr>
        <p:spPr>
          <a:xfrm>
            <a:off x="533400" y="284250"/>
            <a:ext cx="8398200" cy="612900"/>
          </a:xfrm>
          <a:prstGeom prst="rect">
            <a:avLst/>
          </a:prstGeom>
          <a:solidFill>
            <a:srgbClr val="FFFFFF"/>
          </a:solidFill>
        </p:spPr>
        <p:txBody>
          <a:bodyPr spcFirstLastPara="1" wrap="square" lIns="91425" tIns="0" rIns="91425" bIns="45700" anchor="t" anchorCtr="0">
            <a:noAutofit/>
          </a:bodyPr>
          <a:lstStyle/>
          <a:p>
            <a:pPr marL="0" lvl="0" indent="0" algn="l" rtl="0">
              <a:spcBef>
                <a:spcPts val="0"/>
              </a:spcBef>
              <a:spcAft>
                <a:spcPts val="0"/>
              </a:spcAft>
              <a:buNone/>
            </a:pPr>
            <a:r>
              <a:rPr lang="en" sz="2100"/>
              <a:t>Cloudera AI - Enabling every stage of the Generative AI Lifecycle</a:t>
            </a:r>
            <a:endParaRPr sz="2100"/>
          </a:p>
        </p:txBody>
      </p:sp>
      <p:pic>
        <p:nvPicPr>
          <p:cNvPr id="1192" name="Google Shape;1192;p152" title="Screenshot 2025-05-30 at 3.27.18 PM.png"/>
          <p:cNvPicPr preferRelativeResize="0"/>
          <p:nvPr/>
        </p:nvPicPr>
        <p:blipFill>
          <a:blip r:embed="rId3">
            <a:alphaModFix/>
          </a:blip>
          <a:stretch>
            <a:fillRect/>
          </a:stretch>
        </p:blipFill>
        <p:spPr>
          <a:xfrm>
            <a:off x="157325" y="742960"/>
            <a:ext cx="8829358" cy="4207741"/>
          </a:xfrm>
          <a:prstGeom prst="rect">
            <a:avLst/>
          </a:prstGeom>
          <a:noFill/>
          <a:ln>
            <a:noFill/>
          </a:ln>
        </p:spPr>
      </p:pic>
      <p:sp>
        <p:nvSpPr>
          <p:cNvPr id="1193" name="Google Shape;1193;p152"/>
          <p:cNvSpPr/>
          <p:nvPr/>
        </p:nvSpPr>
        <p:spPr>
          <a:xfrm>
            <a:off x="0" y="0"/>
            <a:ext cx="2710800" cy="228600"/>
          </a:xfrm>
          <a:prstGeom prst="rect">
            <a:avLst/>
          </a:prstGeom>
          <a:solidFill>
            <a:srgbClr val="5555F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i="1">
                <a:solidFill>
                  <a:srgbClr val="FFFFFF"/>
                </a:solidFill>
                <a:latin typeface="Plus Jakarta Sans Bold"/>
                <a:ea typeface="Plus Jakarta Sans Bold"/>
                <a:cs typeface="Plus Jakarta Sans Bold"/>
                <a:sym typeface="Plus Jakarta Sans"/>
              </a:rPr>
              <a:t>Cloudera AI Overview</a:t>
            </a:r>
            <a:endParaRPr b="1" i="1">
              <a:solidFill>
                <a:srgbClr val="FFFFFF"/>
              </a:solidFill>
              <a:latin typeface="Plus Jakarta Sans Bold"/>
              <a:ea typeface="Plus Jakarta Sans Bold"/>
              <a:cs typeface="Plus Jakarta Sans Bold"/>
              <a:sym typeface="Plus Jakarta Sans"/>
            </a:endParaRPr>
          </a:p>
        </p:txBody>
      </p:sp>
    </p:spTree>
  </p:cSld>
  <p:clrMapOvr>
    <a:masterClrMapping/>
  </p:clrMapOvr>
  <p:transition spd="slow">
    <p:push/>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97"/>
        <p:cNvGrpSpPr/>
        <p:nvPr/>
      </p:nvGrpSpPr>
      <p:grpSpPr>
        <a:xfrm>
          <a:off x="0" y="0"/>
          <a:ext cx="0" cy="0"/>
          <a:chOff x="0" y="0"/>
          <a:chExt cx="0" cy="0"/>
        </a:xfrm>
      </p:grpSpPr>
      <p:pic>
        <p:nvPicPr>
          <p:cNvPr id="1198" name="Google Shape;1198;p153"/>
          <p:cNvPicPr preferRelativeResize="0"/>
          <p:nvPr/>
        </p:nvPicPr>
        <p:blipFill>
          <a:blip r:embed="rId3">
            <a:alphaModFix/>
          </a:blip>
          <a:stretch>
            <a:fillRect/>
          </a:stretch>
        </p:blipFill>
        <p:spPr>
          <a:xfrm>
            <a:off x="698538" y="774978"/>
            <a:ext cx="7746934" cy="3593548"/>
          </a:xfrm>
          <a:prstGeom prst="rect">
            <a:avLst/>
          </a:prstGeom>
          <a:noFill/>
          <a:ln>
            <a:noFill/>
          </a:ln>
        </p:spPr>
      </p:pic>
      <p:sp>
        <p:nvSpPr>
          <p:cNvPr id="1199" name="Google Shape;1199;p153"/>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p>
            <a:pPr marL="0" lvl="0" indent="0" algn="l" rtl="0">
              <a:spcBef>
                <a:spcPts val="0"/>
              </a:spcBef>
              <a:spcAft>
                <a:spcPts val="0"/>
              </a:spcAft>
              <a:buClr>
                <a:srgbClr val="120046"/>
              </a:buClr>
              <a:buSzPts val="2000"/>
              <a:buFont typeface="Plus Jakarta Sans Medium"/>
              <a:buNone/>
            </a:pPr>
            <a:r>
              <a:rPr lang="en" sz="2300">
                <a:latin typeface="Plus Jakarta Sans Medium"/>
                <a:ea typeface="Plus Jakarta Sans Medium"/>
                <a:cs typeface="Plus Jakarta Sans Medium"/>
                <a:sym typeface="Plus Jakarta Sans Medium"/>
              </a:rPr>
              <a:t>Cloudera AI Ecosystem</a:t>
            </a:r>
            <a:endParaRPr sz="2300">
              <a:latin typeface="Plus Jakarta Sans Medium"/>
              <a:ea typeface="Plus Jakarta Sans Medium"/>
              <a:cs typeface="Plus Jakarta Sans Medium"/>
              <a:sym typeface="Plus Jakarta Sans Medium"/>
            </a:endParaRPr>
          </a:p>
        </p:txBody>
      </p:sp>
      <p:sp>
        <p:nvSpPr>
          <p:cNvPr id="1200" name="Google Shape;1200;p153"/>
          <p:cNvSpPr txBox="1"/>
          <p:nvPr/>
        </p:nvSpPr>
        <p:spPr>
          <a:xfrm>
            <a:off x="7492325" y="1175850"/>
            <a:ext cx="604500" cy="303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chemeClr val="lt1"/>
                </a:solidFill>
                <a:latin typeface="Calibri"/>
                <a:ea typeface="Calibri"/>
                <a:cs typeface="Calibri"/>
                <a:sym typeface="Calibri"/>
              </a:rPr>
              <a:t>VLLM</a:t>
            </a:r>
            <a:endParaRPr sz="1200" b="1">
              <a:solidFill>
                <a:schemeClr val="lt1"/>
              </a:solidFill>
              <a:latin typeface="Calibri"/>
              <a:ea typeface="Calibri"/>
              <a:cs typeface="Calibri"/>
              <a:sym typeface="Calibri"/>
            </a:endParaRPr>
          </a:p>
        </p:txBody>
      </p:sp>
      <p:sp>
        <p:nvSpPr>
          <p:cNvPr id="1201" name="Google Shape;1201;p153"/>
          <p:cNvSpPr/>
          <p:nvPr/>
        </p:nvSpPr>
        <p:spPr>
          <a:xfrm>
            <a:off x="0" y="0"/>
            <a:ext cx="2710800" cy="228600"/>
          </a:xfrm>
          <a:prstGeom prst="rect">
            <a:avLst/>
          </a:prstGeom>
          <a:solidFill>
            <a:srgbClr val="5555F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i="1">
                <a:solidFill>
                  <a:srgbClr val="FFFFFF"/>
                </a:solidFill>
                <a:latin typeface="Plus Jakarta Sans Bold"/>
                <a:ea typeface="Plus Jakarta Sans Bold"/>
                <a:cs typeface="Plus Jakarta Sans Bold"/>
                <a:sym typeface="Plus Jakarta Sans"/>
              </a:rPr>
              <a:t>Cloudera AI Overview</a:t>
            </a:r>
            <a:endParaRPr b="1" i="1">
              <a:solidFill>
                <a:srgbClr val="FFFFFF"/>
              </a:solidFill>
              <a:latin typeface="Plus Jakarta Sans Bold"/>
              <a:ea typeface="Plus Jakarta Sans Bold"/>
              <a:cs typeface="Plus Jakarta Sans Bold"/>
              <a:sym typeface="Plus Jakarta Sans"/>
            </a:endParaRPr>
          </a:p>
        </p:txBody>
      </p:sp>
      <p:sp>
        <p:nvSpPr>
          <p:cNvPr id="1202" name="Google Shape;1202;p153"/>
          <p:cNvSpPr/>
          <p:nvPr/>
        </p:nvSpPr>
        <p:spPr>
          <a:xfrm>
            <a:off x="7286650" y="3986850"/>
            <a:ext cx="689400" cy="249900"/>
          </a:xfrm>
          <a:prstGeom prst="rect">
            <a:avLst/>
          </a:prstGeom>
          <a:solidFill>
            <a:srgbClr val="F3F3F3"/>
          </a:solid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sz="700" b="1">
              <a:latin typeface="Plus Jakarta Sans"/>
              <a:ea typeface="Plus Jakarta Sans"/>
              <a:cs typeface="Plus Jakarta Sans"/>
              <a:sym typeface="Plus Jakarta Sa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06"/>
        <p:cNvGrpSpPr/>
        <p:nvPr/>
      </p:nvGrpSpPr>
      <p:grpSpPr>
        <a:xfrm>
          <a:off x="0" y="0"/>
          <a:ext cx="0" cy="0"/>
          <a:chOff x="0" y="0"/>
          <a:chExt cx="0" cy="0"/>
        </a:xfrm>
      </p:grpSpPr>
      <p:sp>
        <p:nvSpPr>
          <p:cNvPr id="1207" name="Google Shape;1207;p154"/>
          <p:cNvSpPr txBox="1">
            <a:spLocks noGrp="1"/>
          </p:cNvSpPr>
          <p:nvPr>
            <p:ph type="title"/>
          </p:nvPr>
        </p:nvSpPr>
        <p:spPr>
          <a:xfrm>
            <a:off x="533400" y="284250"/>
            <a:ext cx="8154600" cy="612900"/>
          </a:xfrm>
          <a:prstGeom prst="rect">
            <a:avLst/>
          </a:prstGeom>
          <a:noFill/>
          <a:ln>
            <a:noFill/>
          </a:ln>
        </p:spPr>
        <p:txBody>
          <a:bodyPr spcFirstLastPara="1" wrap="square" lIns="91425" tIns="0" rIns="91425" bIns="45700" anchor="t" anchorCtr="0">
            <a:noAutofit/>
          </a:bodyPr>
          <a:lstStyle/>
          <a:p>
            <a:pPr marL="0" lvl="0" indent="0" algn="l" rtl="0">
              <a:spcBef>
                <a:spcPts val="0"/>
              </a:spcBef>
              <a:spcAft>
                <a:spcPts val="0"/>
              </a:spcAft>
              <a:buClr>
                <a:srgbClr val="120046"/>
              </a:buClr>
              <a:buSzPts val="2000"/>
              <a:buFont typeface="Plus Jakarta Sans Medium"/>
              <a:buNone/>
            </a:pPr>
            <a:r>
              <a:rPr lang="en" b="1">
                <a:latin typeface="Plus Jakarta Sans"/>
                <a:ea typeface="Plus Jakarta Sans"/>
                <a:cs typeface="Plus Jakarta Sans"/>
                <a:sym typeface="Plus Jakarta Sans"/>
              </a:rPr>
              <a:t>Enterprise AI Strategy Pillars: </a:t>
            </a:r>
            <a:r>
              <a:rPr lang="en"/>
              <a:t>Cloudera AI expands possible use cases &amp; enables optimal execution</a:t>
            </a:r>
            <a:endParaRPr/>
          </a:p>
        </p:txBody>
      </p:sp>
      <p:sp>
        <p:nvSpPr>
          <p:cNvPr id="1208" name="Google Shape;1208;p154"/>
          <p:cNvSpPr/>
          <p:nvPr/>
        </p:nvSpPr>
        <p:spPr>
          <a:xfrm>
            <a:off x="198062" y="1483500"/>
            <a:ext cx="1607700" cy="2412900"/>
          </a:xfrm>
          <a:prstGeom prst="roundRect">
            <a:avLst>
              <a:gd name="adj" fmla="val 3784"/>
            </a:avLst>
          </a:prstGeom>
          <a:solidFill>
            <a:srgbClr val="CEDBE4">
              <a:alpha val="4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lus Jakarta Sans"/>
              <a:ea typeface="Plus Jakarta Sans"/>
              <a:cs typeface="Plus Jakarta Sans"/>
              <a:sym typeface="Plus Jakarta Sans"/>
            </a:endParaRPr>
          </a:p>
        </p:txBody>
      </p:sp>
      <p:sp>
        <p:nvSpPr>
          <p:cNvPr id="1209" name="Google Shape;1209;p154"/>
          <p:cNvSpPr txBox="1"/>
          <p:nvPr/>
        </p:nvSpPr>
        <p:spPr>
          <a:xfrm>
            <a:off x="198062" y="2575775"/>
            <a:ext cx="1607700" cy="325200"/>
          </a:xfrm>
          <a:prstGeom prst="rect">
            <a:avLst/>
          </a:prstGeom>
          <a:noFill/>
          <a:ln>
            <a:noFill/>
          </a:ln>
        </p:spPr>
        <p:txBody>
          <a:bodyPr spcFirstLastPara="1" wrap="square" lIns="91425" tIns="45700" rIns="91425" bIns="91425" anchor="t" anchorCtr="0">
            <a:noAutofit/>
          </a:bodyPr>
          <a:lstStyle/>
          <a:p>
            <a:pPr marL="0" lvl="0" indent="0" algn="ctr" rtl="0">
              <a:spcBef>
                <a:spcPts val="0"/>
              </a:spcBef>
              <a:spcAft>
                <a:spcPts val="0"/>
              </a:spcAft>
              <a:buNone/>
            </a:pPr>
            <a:r>
              <a:rPr lang="en" sz="1100" b="1">
                <a:solidFill>
                  <a:srgbClr val="100045"/>
                </a:solidFill>
                <a:latin typeface="Plus Jakarta Sans"/>
                <a:ea typeface="Plus Jakarta Sans"/>
                <a:cs typeface="Plus Jakarta Sans"/>
                <a:sym typeface="Plus Jakarta Sans"/>
              </a:rPr>
              <a:t>Private AI</a:t>
            </a:r>
            <a:endParaRPr sz="1100" b="1">
              <a:solidFill>
                <a:srgbClr val="100045"/>
              </a:solidFill>
              <a:latin typeface="Plus Jakarta Sans"/>
              <a:ea typeface="Plus Jakarta Sans"/>
              <a:cs typeface="Plus Jakarta Sans"/>
              <a:sym typeface="Plus Jakarta Sans"/>
            </a:endParaRPr>
          </a:p>
        </p:txBody>
      </p:sp>
      <p:sp>
        <p:nvSpPr>
          <p:cNvPr id="1210" name="Google Shape;1210;p154"/>
          <p:cNvSpPr/>
          <p:nvPr/>
        </p:nvSpPr>
        <p:spPr>
          <a:xfrm>
            <a:off x="3756988" y="1483500"/>
            <a:ext cx="1607700" cy="2412900"/>
          </a:xfrm>
          <a:prstGeom prst="roundRect">
            <a:avLst>
              <a:gd name="adj" fmla="val 3784"/>
            </a:avLst>
          </a:prstGeom>
          <a:solidFill>
            <a:srgbClr val="CEDBE4">
              <a:alpha val="4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lus Jakarta Sans"/>
              <a:ea typeface="Plus Jakarta Sans"/>
              <a:cs typeface="Plus Jakarta Sans"/>
              <a:sym typeface="Plus Jakarta Sans"/>
            </a:endParaRPr>
          </a:p>
        </p:txBody>
      </p:sp>
      <p:sp>
        <p:nvSpPr>
          <p:cNvPr id="1211" name="Google Shape;1211;p154"/>
          <p:cNvSpPr txBox="1"/>
          <p:nvPr/>
        </p:nvSpPr>
        <p:spPr>
          <a:xfrm>
            <a:off x="3756989" y="2575775"/>
            <a:ext cx="1555500" cy="325200"/>
          </a:xfrm>
          <a:prstGeom prst="rect">
            <a:avLst/>
          </a:prstGeom>
          <a:noFill/>
          <a:ln>
            <a:noFill/>
          </a:ln>
        </p:spPr>
        <p:txBody>
          <a:bodyPr spcFirstLastPara="1" wrap="square" lIns="91425" tIns="45700" rIns="91425" bIns="91425" anchor="t" anchorCtr="0">
            <a:noAutofit/>
          </a:bodyPr>
          <a:lstStyle/>
          <a:p>
            <a:pPr marL="0" lvl="0" indent="0" algn="ctr" rtl="0">
              <a:spcBef>
                <a:spcPts val="0"/>
              </a:spcBef>
              <a:spcAft>
                <a:spcPts val="0"/>
              </a:spcAft>
              <a:buNone/>
            </a:pPr>
            <a:r>
              <a:rPr lang="en" sz="1100" b="1">
                <a:solidFill>
                  <a:srgbClr val="100045"/>
                </a:solidFill>
                <a:latin typeface="Plus Jakarta Sans"/>
                <a:ea typeface="Plus Jakarta Sans"/>
                <a:cs typeface="Plus Jakarta Sans"/>
                <a:sym typeface="Plus Jakarta Sans"/>
              </a:rPr>
              <a:t>Any  Model</a:t>
            </a:r>
            <a:endParaRPr sz="1100" b="1">
              <a:solidFill>
                <a:srgbClr val="100045"/>
              </a:solidFill>
              <a:latin typeface="Plus Jakarta Sans"/>
              <a:ea typeface="Plus Jakarta Sans"/>
              <a:cs typeface="Plus Jakarta Sans"/>
              <a:sym typeface="Plus Jakarta Sans"/>
            </a:endParaRPr>
          </a:p>
        </p:txBody>
      </p:sp>
      <p:sp>
        <p:nvSpPr>
          <p:cNvPr id="1212" name="Google Shape;1212;p154"/>
          <p:cNvSpPr txBox="1"/>
          <p:nvPr/>
        </p:nvSpPr>
        <p:spPr>
          <a:xfrm>
            <a:off x="197938" y="2987150"/>
            <a:ext cx="1607700" cy="800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latin typeface="Plus Jakarta Sans"/>
                <a:ea typeface="Plus Jakarta Sans"/>
                <a:cs typeface="Plus Jakarta Sans"/>
                <a:sym typeface="Plus Jakarta Sans"/>
              </a:rPr>
              <a:t>Deploy Apps &amp; Model on Public Cloud and On Prem securely within your environment​</a:t>
            </a:r>
            <a:endParaRPr sz="1000">
              <a:latin typeface="Plus Jakarta Sans"/>
              <a:ea typeface="Plus Jakarta Sans"/>
              <a:cs typeface="Plus Jakarta Sans"/>
              <a:sym typeface="Plus Jakarta Sans"/>
            </a:endParaRPr>
          </a:p>
        </p:txBody>
      </p:sp>
      <p:sp>
        <p:nvSpPr>
          <p:cNvPr id="1213" name="Google Shape;1213;p154"/>
          <p:cNvSpPr txBox="1"/>
          <p:nvPr/>
        </p:nvSpPr>
        <p:spPr>
          <a:xfrm>
            <a:off x="3756989" y="2987150"/>
            <a:ext cx="1607700" cy="800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latin typeface="Plus Jakarta Sans"/>
                <a:ea typeface="Plus Jakarta Sans"/>
                <a:cs typeface="Plus Jakarta Sans"/>
                <a:sym typeface="Plus Jakarta Sans"/>
              </a:rPr>
              <a:t>Enterprise context for any foundational model, LLM, transformer library​</a:t>
            </a:r>
            <a:endParaRPr sz="1000" b="1">
              <a:solidFill>
                <a:srgbClr val="5555F9"/>
              </a:solidFill>
              <a:latin typeface="Plus Jakarta Sans"/>
              <a:ea typeface="Plus Jakarta Sans"/>
              <a:cs typeface="Plus Jakarta Sans"/>
              <a:sym typeface="Plus Jakarta Sans"/>
            </a:endParaRPr>
          </a:p>
        </p:txBody>
      </p:sp>
      <p:sp>
        <p:nvSpPr>
          <p:cNvPr id="1214" name="Google Shape;1214;p154"/>
          <p:cNvSpPr/>
          <p:nvPr/>
        </p:nvSpPr>
        <p:spPr>
          <a:xfrm>
            <a:off x="5563288" y="1483500"/>
            <a:ext cx="1607700" cy="2412900"/>
          </a:xfrm>
          <a:prstGeom prst="roundRect">
            <a:avLst>
              <a:gd name="adj" fmla="val 3784"/>
            </a:avLst>
          </a:prstGeom>
          <a:solidFill>
            <a:srgbClr val="CEDBE4">
              <a:alpha val="4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lus Jakarta Sans"/>
              <a:ea typeface="Plus Jakarta Sans"/>
              <a:cs typeface="Plus Jakarta Sans"/>
              <a:sym typeface="Plus Jakarta Sans"/>
            </a:endParaRPr>
          </a:p>
        </p:txBody>
      </p:sp>
      <p:sp>
        <p:nvSpPr>
          <p:cNvPr id="1215" name="Google Shape;1215;p154"/>
          <p:cNvSpPr txBox="1"/>
          <p:nvPr/>
        </p:nvSpPr>
        <p:spPr>
          <a:xfrm>
            <a:off x="5563289" y="2575775"/>
            <a:ext cx="1607700" cy="325200"/>
          </a:xfrm>
          <a:prstGeom prst="rect">
            <a:avLst/>
          </a:prstGeom>
          <a:noFill/>
          <a:ln>
            <a:noFill/>
          </a:ln>
        </p:spPr>
        <p:txBody>
          <a:bodyPr spcFirstLastPara="1" wrap="square" lIns="91425" tIns="45700" rIns="91425" bIns="91425" anchor="t" anchorCtr="0">
            <a:noAutofit/>
          </a:bodyPr>
          <a:lstStyle/>
          <a:p>
            <a:pPr marL="0" lvl="0" indent="0" algn="ctr" rtl="0">
              <a:spcBef>
                <a:spcPts val="0"/>
              </a:spcBef>
              <a:spcAft>
                <a:spcPts val="0"/>
              </a:spcAft>
              <a:buNone/>
            </a:pPr>
            <a:r>
              <a:rPr lang="en" sz="1100" b="1">
                <a:solidFill>
                  <a:srgbClr val="100045"/>
                </a:solidFill>
                <a:latin typeface="Plus Jakarta Sans"/>
                <a:ea typeface="Plus Jakarta Sans"/>
                <a:cs typeface="Plus Jakarta Sans"/>
                <a:sym typeface="Plus Jakarta Sans"/>
              </a:rPr>
              <a:t>Applications &amp; Agents</a:t>
            </a:r>
            <a:endParaRPr sz="1100" b="1">
              <a:solidFill>
                <a:srgbClr val="100045"/>
              </a:solidFill>
              <a:latin typeface="Plus Jakarta Sans"/>
              <a:ea typeface="Plus Jakarta Sans"/>
              <a:cs typeface="Plus Jakarta Sans"/>
              <a:sym typeface="Plus Jakarta Sans"/>
            </a:endParaRPr>
          </a:p>
        </p:txBody>
      </p:sp>
      <p:sp>
        <p:nvSpPr>
          <p:cNvPr id="1216" name="Google Shape;1216;p154"/>
          <p:cNvSpPr txBox="1"/>
          <p:nvPr/>
        </p:nvSpPr>
        <p:spPr>
          <a:xfrm>
            <a:off x="5563289" y="2987150"/>
            <a:ext cx="1607700" cy="800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latin typeface="Plus Jakarta Sans"/>
                <a:ea typeface="Plus Jakarta Sans"/>
                <a:cs typeface="Plus Jakarta Sans"/>
                <a:sym typeface="Plus Jakarta Sans"/>
              </a:rPr>
              <a:t>Build agentic apps with Cloudera AI Workbench, </a:t>
            </a:r>
            <a:br>
              <a:rPr lang="en" sz="1000">
                <a:latin typeface="Plus Jakarta Sans"/>
                <a:ea typeface="Plus Jakarta Sans"/>
                <a:cs typeface="Plus Jakarta Sans"/>
                <a:sym typeface="Plus Jakarta Sans"/>
              </a:rPr>
            </a:br>
            <a:r>
              <a:rPr lang="en" sz="1000">
                <a:latin typeface="Plus Jakarta Sans"/>
                <a:ea typeface="Plus Jakarta Sans"/>
                <a:cs typeface="Plus Jakarta Sans"/>
                <a:sym typeface="Plus Jakarta Sans"/>
              </a:rPr>
              <a:t>and the AI Ecosystem</a:t>
            </a:r>
            <a:endParaRPr sz="1000" b="1">
              <a:solidFill>
                <a:srgbClr val="5555F9"/>
              </a:solidFill>
              <a:latin typeface="Plus Jakarta Sans"/>
              <a:ea typeface="Plus Jakarta Sans"/>
              <a:cs typeface="Plus Jakarta Sans"/>
              <a:sym typeface="Plus Jakarta Sans"/>
            </a:endParaRPr>
          </a:p>
        </p:txBody>
      </p:sp>
      <p:pic>
        <p:nvPicPr>
          <p:cNvPr id="1217" name="Google Shape;1217;p154"/>
          <p:cNvPicPr preferRelativeResize="0"/>
          <p:nvPr/>
        </p:nvPicPr>
        <p:blipFill rotWithShape="1">
          <a:blip r:embed="rId3">
            <a:alphaModFix/>
          </a:blip>
          <a:srcRect/>
          <a:stretch/>
        </p:blipFill>
        <p:spPr>
          <a:xfrm>
            <a:off x="6043729" y="1897850"/>
            <a:ext cx="646510" cy="646500"/>
          </a:xfrm>
          <a:prstGeom prst="rect">
            <a:avLst/>
          </a:prstGeom>
          <a:noFill/>
          <a:ln>
            <a:noFill/>
          </a:ln>
        </p:spPr>
      </p:pic>
      <p:pic>
        <p:nvPicPr>
          <p:cNvPr id="1218" name="Google Shape;1218;p154"/>
          <p:cNvPicPr preferRelativeResize="0"/>
          <p:nvPr/>
        </p:nvPicPr>
        <p:blipFill rotWithShape="1">
          <a:blip r:embed="rId4">
            <a:alphaModFix/>
          </a:blip>
          <a:srcRect/>
          <a:stretch/>
        </p:blipFill>
        <p:spPr>
          <a:xfrm>
            <a:off x="4237421" y="1897850"/>
            <a:ext cx="646510" cy="646500"/>
          </a:xfrm>
          <a:prstGeom prst="rect">
            <a:avLst/>
          </a:prstGeom>
          <a:noFill/>
          <a:ln>
            <a:noFill/>
          </a:ln>
        </p:spPr>
      </p:pic>
      <p:sp>
        <p:nvSpPr>
          <p:cNvPr id="1219" name="Google Shape;1219;p154"/>
          <p:cNvSpPr/>
          <p:nvPr/>
        </p:nvSpPr>
        <p:spPr>
          <a:xfrm>
            <a:off x="777078" y="1252200"/>
            <a:ext cx="449400" cy="449400"/>
          </a:xfrm>
          <a:prstGeom prst="ellipse">
            <a:avLst/>
          </a:prstGeom>
          <a:solidFill>
            <a:srgbClr val="FF550D"/>
          </a:solidFill>
          <a:ln w="9525" cap="flat" cmpd="sng">
            <a:solidFill>
              <a:srgbClr val="FF550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FFFFFF"/>
                </a:solidFill>
                <a:latin typeface="Plus Jakarta Sans"/>
                <a:ea typeface="Plus Jakarta Sans"/>
                <a:cs typeface="Plus Jakarta Sans"/>
                <a:sym typeface="Plus Jakarta Sans"/>
              </a:rPr>
              <a:t>1</a:t>
            </a:r>
            <a:endParaRPr b="1">
              <a:solidFill>
                <a:srgbClr val="FFFFFF"/>
              </a:solidFill>
              <a:latin typeface="Plus Jakarta Sans"/>
              <a:ea typeface="Plus Jakarta Sans"/>
              <a:cs typeface="Plus Jakarta Sans"/>
              <a:sym typeface="Plus Jakarta Sans"/>
            </a:endParaRPr>
          </a:p>
        </p:txBody>
      </p:sp>
      <p:sp>
        <p:nvSpPr>
          <p:cNvPr id="1220" name="Google Shape;1220;p154"/>
          <p:cNvSpPr/>
          <p:nvPr/>
        </p:nvSpPr>
        <p:spPr>
          <a:xfrm>
            <a:off x="4335966" y="1252200"/>
            <a:ext cx="449400" cy="449400"/>
          </a:xfrm>
          <a:prstGeom prst="ellipse">
            <a:avLst/>
          </a:prstGeom>
          <a:solidFill>
            <a:srgbClr val="FF550D"/>
          </a:solidFill>
          <a:ln w="9525" cap="flat" cmpd="sng">
            <a:solidFill>
              <a:srgbClr val="FF550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FFFFFF"/>
                </a:solidFill>
                <a:latin typeface="Plus Jakarta Sans"/>
                <a:ea typeface="Plus Jakarta Sans"/>
                <a:cs typeface="Plus Jakarta Sans"/>
                <a:sym typeface="Plus Jakarta Sans"/>
              </a:rPr>
              <a:t>3</a:t>
            </a:r>
            <a:endParaRPr b="1">
              <a:solidFill>
                <a:srgbClr val="FFFFFF"/>
              </a:solidFill>
              <a:latin typeface="Plus Jakarta Sans"/>
              <a:ea typeface="Plus Jakarta Sans"/>
              <a:cs typeface="Plus Jakarta Sans"/>
              <a:sym typeface="Plus Jakarta Sans"/>
            </a:endParaRPr>
          </a:p>
        </p:txBody>
      </p:sp>
      <p:sp>
        <p:nvSpPr>
          <p:cNvPr id="1221" name="Google Shape;1221;p154"/>
          <p:cNvSpPr/>
          <p:nvPr/>
        </p:nvSpPr>
        <p:spPr>
          <a:xfrm>
            <a:off x="6142291" y="1252200"/>
            <a:ext cx="449400" cy="449400"/>
          </a:xfrm>
          <a:prstGeom prst="ellipse">
            <a:avLst/>
          </a:prstGeom>
          <a:solidFill>
            <a:srgbClr val="FF550D"/>
          </a:solidFill>
          <a:ln w="9525" cap="flat" cmpd="sng">
            <a:solidFill>
              <a:srgbClr val="FF550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FFFFFF"/>
                </a:solidFill>
                <a:latin typeface="Plus Jakarta Sans"/>
                <a:ea typeface="Plus Jakarta Sans"/>
                <a:cs typeface="Plus Jakarta Sans"/>
                <a:sym typeface="Plus Jakarta Sans"/>
              </a:rPr>
              <a:t>4</a:t>
            </a:r>
            <a:endParaRPr b="1">
              <a:solidFill>
                <a:srgbClr val="FFFFFF"/>
              </a:solidFill>
              <a:latin typeface="Plus Jakarta Sans"/>
              <a:ea typeface="Plus Jakarta Sans"/>
              <a:cs typeface="Plus Jakarta Sans"/>
              <a:sym typeface="Plus Jakarta Sans"/>
            </a:endParaRPr>
          </a:p>
        </p:txBody>
      </p:sp>
      <p:pic>
        <p:nvPicPr>
          <p:cNvPr id="1222" name="Google Shape;1222;p154"/>
          <p:cNvPicPr preferRelativeResize="0"/>
          <p:nvPr/>
        </p:nvPicPr>
        <p:blipFill>
          <a:blip r:embed="rId5">
            <a:alphaModFix/>
          </a:blip>
          <a:stretch>
            <a:fillRect/>
          </a:stretch>
        </p:blipFill>
        <p:spPr>
          <a:xfrm>
            <a:off x="738064" y="1980723"/>
            <a:ext cx="507550" cy="493576"/>
          </a:xfrm>
          <a:prstGeom prst="rect">
            <a:avLst/>
          </a:prstGeom>
          <a:noFill/>
          <a:ln>
            <a:noFill/>
          </a:ln>
        </p:spPr>
      </p:pic>
      <p:sp>
        <p:nvSpPr>
          <p:cNvPr id="1223" name="Google Shape;1223;p154"/>
          <p:cNvSpPr/>
          <p:nvPr/>
        </p:nvSpPr>
        <p:spPr>
          <a:xfrm>
            <a:off x="1937663" y="1480950"/>
            <a:ext cx="1607700" cy="2412900"/>
          </a:xfrm>
          <a:prstGeom prst="roundRect">
            <a:avLst>
              <a:gd name="adj" fmla="val 3784"/>
            </a:avLst>
          </a:prstGeom>
          <a:solidFill>
            <a:srgbClr val="CEDBE4">
              <a:alpha val="4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lus Jakarta Sans"/>
              <a:ea typeface="Plus Jakarta Sans"/>
              <a:cs typeface="Plus Jakarta Sans"/>
              <a:sym typeface="Plus Jakarta Sans"/>
            </a:endParaRPr>
          </a:p>
        </p:txBody>
      </p:sp>
      <p:sp>
        <p:nvSpPr>
          <p:cNvPr id="1224" name="Google Shape;1224;p154"/>
          <p:cNvSpPr txBox="1"/>
          <p:nvPr/>
        </p:nvSpPr>
        <p:spPr>
          <a:xfrm>
            <a:off x="1937664" y="2573225"/>
            <a:ext cx="1607700" cy="325200"/>
          </a:xfrm>
          <a:prstGeom prst="rect">
            <a:avLst/>
          </a:prstGeom>
          <a:noFill/>
          <a:ln>
            <a:noFill/>
          </a:ln>
        </p:spPr>
        <p:txBody>
          <a:bodyPr spcFirstLastPara="1" wrap="square" lIns="91425" tIns="45700" rIns="91425" bIns="91425" anchor="t" anchorCtr="0">
            <a:noAutofit/>
          </a:bodyPr>
          <a:lstStyle/>
          <a:p>
            <a:pPr marL="0" lvl="0" indent="0" algn="ctr" rtl="0">
              <a:spcBef>
                <a:spcPts val="0"/>
              </a:spcBef>
              <a:spcAft>
                <a:spcPts val="0"/>
              </a:spcAft>
              <a:buNone/>
            </a:pPr>
            <a:r>
              <a:rPr lang="en" sz="1100" b="1">
                <a:solidFill>
                  <a:srgbClr val="100045"/>
                </a:solidFill>
                <a:latin typeface="Plus Jakarta Sans"/>
                <a:ea typeface="Plus Jakarta Sans"/>
                <a:cs typeface="Plus Jakarta Sans"/>
                <a:sym typeface="Plus Jakarta Sans"/>
              </a:rPr>
              <a:t>Trusted data</a:t>
            </a:r>
            <a:endParaRPr sz="1100" b="1">
              <a:solidFill>
                <a:srgbClr val="100045"/>
              </a:solidFill>
              <a:latin typeface="Plus Jakarta Sans"/>
              <a:ea typeface="Plus Jakarta Sans"/>
              <a:cs typeface="Plus Jakarta Sans"/>
              <a:sym typeface="Plus Jakarta Sans"/>
            </a:endParaRPr>
          </a:p>
        </p:txBody>
      </p:sp>
      <p:sp>
        <p:nvSpPr>
          <p:cNvPr id="1225" name="Google Shape;1225;p154"/>
          <p:cNvSpPr txBox="1"/>
          <p:nvPr/>
        </p:nvSpPr>
        <p:spPr>
          <a:xfrm>
            <a:off x="1937664" y="2984600"/>
            <a:ext cx="1607700" cy="954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latin typeface="Plus Jakarta Sans"/>
                <a:ea typeface="Plus Jakarta Sans"/>
                <a:cs typeface="Plus Jakarta Sans"/>
                <a:sym typeface="Plus Jakarta Sans"/>
              </a:rPr>
              <a:t>Bring your models to the data &amp; leverage industry-leading data lineage and metadata management</a:t>
            </a:r>
            <a:endParaRPr sz="1000" b="1">
              <a:solidFill>
                <a:srgbClr val="5555F9"/>
              </a:solidFill>
              <a:latin typeface="Plus Jakarta Sans"/>
              <a:ea typeface="Plus Jakarta Sans"/>
              <a:cs typeface="Plus Jakarta Sans"/>
              <a:sym typeface="Plus Jakarta Sans"/>
            </a:endParaRPr>
          </a:p>
        </p:txBody>
      </p:sp>
      <p:pic>
        <p:nvPicPr>
          <p:cNvPr id="1226" name="Google Shape;1226;p154"/>
          <p:cNvPicPr preferRelativeResize="0"/>
          <p:nvPr/>
        </p:nvPicPr>
        <p:blipFill rotWithShape="1">
          <a:blip r:embed="rId3">
            <a:alphaModFix/>
          </a:blip>
          <a:srcRect/>
          <a:stretch/>
        </p:blipFill>
        <p:spPr>
          <a:xfrm>
            <a:off x="2418104" y="1895300"/>
            <a:ext cx="646510" cy="646500"/>
          </a:xfrm>
          <a:prstGeom prst="rect">
            <a:avLst/>
          </a:prstGeom>
          <a:noFill/>
          <a:ln>
            <a:noFill/>
          </a:ln>
        </p:spPr>
      </p:pic>
      <p:sp>
        <p:nvSpPr>
          <p:cNvPr id="1227" name="Google Shape;1227;p154"/>
          <p:cNvSpPr/>
          <p:nvPr/>
        </p:nvSpPr>
        <p:spPr>
          <a:xfrm>
            <a:off x="2516666" y="1249650"/>
            <a:ext cx="449400" cy="449400"/>
          </a:xfrm>
          <a:prstGeom prst="ellipse">
            <a:avLst/>
          </a:prstGeom>
          <a:solidFill>
            <a:srgbClr val="FF550D"/>
          </a:solidFill>
          <a:ln w="9525" cap="flat" cmpd="sng">
            <a:solidFill>
              <a:srgbClr val="FF550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FFFFFF"/>
                </a:solidFill>
                <a:latin typeface="Plus Jakarta Sans"/>
                <a:ea typeface="Plus Jakarta Sans"/>
                <a:cs typeface="Plus Jakarta Sans"/>
                <a:sym typeface="Plus Jakarta Sans"/>
              </a:rPr>
              <a:t>2</a:t>
            </a:r>
            <a:endParaRPr b="1">
              <a:solidFill>
                <a:srgbClr val="FFFFFF"/>
              </a:solidFill>
              <a:latin typeface="Plus Jakarta Sans"/>
              <a:ea typeface="Plus Jakarta Sans"/>
              <a:cs typeface="Plus Jakarta Sans"/>
              <a:sym typeface="Plus Jakarta Sans"/>
            </a:endParaRPr>
          </a:p>
        </p:txBody>
      </p:sp>
      <p:sp>
        <p:nvSpPr>
          <p:cNvPr id="1228" name="Google Shape;1228;p154"/>
          <p:cNvSpPr/>
          <p:nvPr/>
        </p:nvSpPr>
        <p:spPr>
          <a:xfrm>
            <a:off x="164550" y="4051275"/>
            <a:ext cx="3393900" cy="402900"/>
          </a:xfrm>
          <a:prstGeom prst="rect">
            <a:avLst/>
          </a:prstGeom>
          <a:solidFill>
            <a:schemeClr val="lt2"/>
          </a:solid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300" b="1" i="1">
                <a:latin typeface="Plus Jakarta Sans Bold"/>
                <a:ea typeface="Plus Jakarta Sans Bold"/>
                <a:cs typeface="Plus Jakarta Sans Bold"/>
                <a:sym typeface="Plus Jakarta Sans"/>
              </a:rPr>
              <a:t>More use cases</a:t>
            </a:r>
            <a:r>
              <a:rPr lang="en" sz="1300">
                <a:latin typeface="Plus Jakarta Sans"/>
                <a:ea typeface="Plus Jakarta Sans"/>
                <a:cs typeface="Plus Jakarta Sans"/>
                <a:sym typeface="Plus Jakarta Sans"/>
              </a:rPr>
              <a:t> with trusted data</a:t>
            </a:r>
            <a:endParaRPr sz="1300">
              <a:latin typeface="Plus Jakarta Sans"/>
              <a:ea typeface="Plus Jakarta Sans"/>
              <a:cs typeface="Plus Jakarta Sans"/>
              <a:sym typeface="Plus Jakarta Sans"/>
            </a:endParaRPr>
          </a:p>
        </p:txBody>
      </p:sp>
      <p:sp>
        <p:nvSpPr>
          <p:cNvPr id="1229" name="Google Shape;1229;p154"/>
          <p:cNvSpPr/>
          <p:nvPr/>
        </p:nvSpPr>
        <p:spPr>
          <a:xfrm>
            <a:off x="3757000" y="4051275"/>
            <a:ext cx="5242800" cy="402900"/>
          </a:xfrm>
          <a:prstGeom prst="rect">
            <a:avLst/>
          </a:prstGeom>
          <a:solidFill>
            <a:schemeClr val="lt2"/>
          </a:solid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300" b="1" i="1">
                <a:latin typeface="Plus Jakarta Sans Bold"/>
                <a:ea typeface="Plus Jakarta Sans Bold"/>
                <a:cs typeface="Plus Jakarta Sans Bold"/>
                <a:sym typeface="Plus Jakarta Sans"/>
              </a:rPr>
              <a:t>Optimal execution</a:t>
            </a:r>
            <a:r>
              <a:rPr lang="en" sz="1300" b="1">
                <a:latin typeface="Plus Jakarta Sans"/>
                <a:ea typeface="Plus Jakarta Sans"/>
                <a:cs typeface="Plus Jakarta Sans"/>
                <a:sym typeface="Plus Jakarta Sans"/>
              </a:rPr>
              <a:t> </a:t>
            </a:r>
            <a:r>
              <a:rPr lang="en" sz="1300">
                <a:latin typeface="Plus Jakarta Sans"/>
                <a:ea typeface="Plus Jakarta Sans"/>
                <a:cs typeface="Plus Jakarta Sans"/>
                <a:sym typeface="Plus Jakarta Sans"/>
              </a:rPr>
              <a:t>with unparalleled tool &amp; deployment flexibility</a:t>
            </a:r>
            <a:endParaRPr sz="1300">
              <a:latin typeface="Plus Jakarta Sans"/>
              <a:ea typeface="Plus Jakarta Sans"/>
              <a:cs typeface="Plus Jakarta Sans"/>
              <a:sym typeface="Plus Jakarta Sans"/>
            </a:endParaRPr>
          </a:p>
        </p:txBody>
      </p:sp>
      <p:sp>
        <p:nvSpPr>
          <p:cNvPr id="1230" name="Google Shape;1230;p154"/>
          <p:cNvSpPr/>
          <p:nvPr/>
        </p:nvSpPr>
        <p:spPr>
          <a:xfrm>
            <a:off x="7383213" y="1483500"/>
            <a:ext cx="1607700" cy="2412900"/>
          </a:xfrm>
          <a:prstGeom prst="roundRect">
            <a:avLst>
              <a:gd name="adj" fmla="val 3784"/>
            </a:avLst>
          </a:prstGeom>
          <a:solidFill>
            <a:srgbClr val="CEDBE4">
              <a:alpha val="4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lus Jakarta Sans"/>
              <a:ea typeface="Plus Jakarta Sans"/>
              <a:cs typeface="Plus Jakarta Sans"/>
              <a:sym typeface="Plus Jakarta Sans"/>
            </a:endParaRPr>
          </a:p>
        </p:txBody>
      </p:sp>
      <p:sp>
        <p:nvSpPr>
          <p:cNvPr id="1231" name="Google Shape;1231;p154"/>
          <p:cNvSpPr txBox="1"/>
          <p:nvPr/>
        </p:nvSpPr>
        <p:spPr>
          <a:xfrm>
            <a:off x="7383363" y="2575775"/>
            <a:ext cx="1607700" cy="402900"/>
          </a:xfrm>
          <a:prstGeom prst="rect">
            <a:avLst/>
          </a:prstGeom>
          <a:noFill/>
          <a:ln>
            <a:noFill/>
          </a:ln>
        </p:spPr>
        <p:txBody>
          <a:bodyPr spcFirstLastPara="1" wrap="square" lIns="91425" tIns="45700" rIns="91425" bIns="91425" anchor="t" anchorCtr="0">
            <a:noAutofit/>
          </a:bodyPr>
          <a:lstStyle/>
          <a:p>
            <a:pPr marL="0" lvl="0" indent="0" algn="ctr" rtl="0">
              <a:spcBef>
                <a:spcPts val="0"/>
              </a:spcBef>
              <a:spcAft>
                <a:spcPts val="0"/>
              </a:spcAft>
              <a:buNone/>
            </a:pPr>
            <a:r>
              <a:rPr lang="en" sz="1100" b="1">
                <a:solidFill>
                  <a:srgbClr val="100045"/>
                </a:solidFill>
                <a:latin typeface="Plus Jakarta Sans"/>
                <a:ea typeface="Plus Jakarta Sans"/>
                <a:cs typeface="Plus Jakarta Sans"/>
                <a:sym typeface="Plus Jakarta Sans"/>
              </a:rPr>
              <a:t>Accelerated</a:t>
            </a:r>
            <a:endParaRPr sz="1100" b="1">
              <a:solidFill>
                <a:srgbClr val="100045"/>
              </a:solidFill>
              <a:latin typeface="Plus Jakarta Sans"/>
              <a:ea typeface="Plus Jakarta Sans"/>
              <a:cs typeface="Plus Jakarta Sans"/>
              <a:sym typeface="Plus Jakarta Sans"/>
            </a:endParaRPr>
          </a:p>
          <a:p>
            <a:pPr marL="0" lvl="0" indent="0" algn="ctr" rtl="0">
              <a:spcBef>
                <a:spcPts val="0"/>
              </a:spcBef>
              <a:spcAft>
                <a:spcPts val="0"/>
              </a:spcAft>
              <a:buNone/>
            </a:pPr>
            <a:r>
              <a:rPr lang="en" sz="1100" b="1">
                <a:solidFill>
                  <a:srgbClr val="100045"/>
                </a:solidFill>
                <a:latin typeface="Plus Jakarta Sans"/>
                <a:ea typeface="Plus Jakarta Sans"/>
                <a:cs typeface="Plus Jakarta Sans"/>
                <a:sym typeface="Plus Jakarta Sans"/>
              </a:rPr>
              <a:t>Compute Anywhere</a:t>
            </a:r>
            <a:endParaRPr sz="1100" b="1">
              <a:solidFill>
                <a:srgbClr val="100045"/>
              </a:solidFill>
              <a:latin typeface="Plus Jakarta Sans"/>
              <a:ea typeface="Plus Jakarta Sans"/>
              <a:cs typeface="Plus Jakarta Sans"/>
              <a:sym typeface="Plus Jakarta Sans"/>
            </a:endParaRPr>
          </a:p>
        </p:txBody>
      </p:sp>
      <p:sp>
        <p:nvSpPr>
          <p:cNvPr id="1232" name="Google Shape;1232;p154"/>
          <p:cNvSpPr txBox="1"/>
          <p:nvPr/>
        </p:nvSpPr>
        <p:spPr>
          <a:xfrm>
            <a:off x="7383213" y="2987150"/>
            <a:ext cx="1607700" cy="800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latin typeface="Plus Jakarta Sans"/>
                <a:ea typeface="Plus Jakarta Sans"/>
                <a:cs typeface="Plus Jakarta Sans"/>
                <a:sym typeface="Plus Jakarta Sans"/>
              </a:rPr>
              <a:t>Access to GPU’s anywhere - Scaled AI workloads on GPUs with a better TCO​</a:t>
            </a:r>
            <a:endParaRPr sz="1000">
              <a:latin typeface="Plus Jakarta Sans"/>
              <a:ea typeface="Plus Jakarta Sans"/>
              <a:cs typeface="Plus Jakarta Sans"/>
              <a:sym typeface="Plus Jakarta Sans"/>
            </a:endParaRPr>
          </a:p>
        </p:txBody>
      </p:sp>
      <p:pic>
        <p:nvPicPr>
          <p:cNvPr id="1233" name="Google Shape;1233;p154"/>
          <p:cNvPicPr preferRelativeResize="0"/>
          <p:nvPr/>
        </p:nvPicPr>
        <p:blipFill rotWithShape="1">
          <a:blip r:embed="rId6">
            <a:alphaModFix/>
          </a:blip>
          <a:srcRect/>
          <a:stretch/>
        </p:blipFill>
        <p:spPr>
          <a:xfrm>
            <a:off x="7863807" y="1897850"/>
            <a:ext cx="646510" cy="646500"/>
          </a:xfrm>
          <a:prstGeom prst="rect">
            <a:avLst/>
          </a:prstGeom>
          <a:noFill/>
          <a:ln>
            <a:noFill/>
          </a:ln>
        </p:spPr>
      </p:pic>
      <p:sp>
        <p:nvSpPr>
          <p:cNvPr id="1234" name="Google Shape;1234;p154"/>
          <p:cNvSpPr/>
          <p:nvPr/>
        </p:nvSpPr>
        <p:spPr>
          <a:xfrm>
            <a:off x="7962363" y="1252200"/>
            <a:ext cx="449400" cy="449400"/>
          </a:xfrm>
          <a:prstGeom prst="ellipse">
            <a:avLst/>
          </a:prstGeom>
          <a:solidFill>
            <a:srgbClr val="FF550D"/>
          </a:solidFill>
          <a:ln w="9525" cap="flat" cmpd="sng">
            <a:solidFill>
              <a:srgbClr val="FF550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FFFFFF"/>
                </a:solidFill>
                <a:latin typeface="Plus Jakarta Sans"/>
                <a:ea typeface="Plus Jakarta Sans"/>
                <a:cs typeface="Plus Jakarta Sans"/>
                <a:sym typeface="Plus Jakarta Sans"/>
              </a:rPr>
              <a:t>5</a:t>
            </a:r>
            <a:endParaRPr b="1">
              <a:solidFill>
                <a:srgbClr val="FFFFFF"/>
              </a:solidFill>
              <a:latin typeface="Plus Jakarta Sans"/>
              <a:ea typeface="Plus Jakarta Sans"/>
              <a:cs typeface="Plus Jakarta Sans"/>
              <a:sym typeface="Plus Jakarta Sans"/>
            </a:endParaRPr>
          </a:p>
        </p:txBody>
      </p:sp>
      <p:sp>
        <p:nvSpPr>
          <p:cNvPr id="1235" name="Google Shape;1235;p154"/>
          <p:cNvSpPr/>
          <p:nvPr/>
        </p:nvSpPr>
        <p:spPr>
          <a:xfrm>
            <a:off x="0" y="0"/>
            <a:ext cx="2710800" cy="228600"/>
          </a:xfrm>
          <a:prstGeom prst="rect">
            <a:avLst/>
          </a:prstGeom>
          <a:solidFill>
            <a:srgbClr val="5555F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i="1">
                <a:solidFill>
                  <a:srgbClr val="FFFFFF"/>
                </a:solidFill>
                <a:latin typeface="Plus Jakarta Sans Bold"/>
                <a:ea typeface="Plus Jakarta Sans Bold"/>
                <a:cs typeface="Plus Jakarta Sans Bold"/>
                <a:sym typeface="Plus Jakarta Sans"/>
              </a:rPr>
              <a:t>Why Cloudera AI</a:t>
            </a:r>
            <a:endParaRPr b="1" i="1">
              <a:solidFill>
                <a:srgbClr val="FFFFFF"/>
              </a:solidFill>
              <a:latin typeface="Plus Jakarta Sans Bold"/>
              <a:ea typeface="Plus Jakarta Sans Bold"/>
              <a:cs typeface="Plus Jakarta Sans Bold"/>
              <a:sym typeface="Plus Jakarta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39"/>
        <p:cNvGrpSpPr/>
        <p:nvPr/>
      </p:nvGrpSpPr>
      <p:grpSpPr>
        <a:xfrm>
          <a:off x="0" y="0"/>
          <a:ext cx="0" cy="0"/>
          <a:chOff x="0" y="0"/>
          <a:chExt cx="0" cy="0"/>
        </a:xfrm>
      </p:grpSpPr>
      <p:sp>
        <p:nvSpPr>
          <p:cNvPr id="1240" name="Google Shape;1240;p155"/>
          <p:cNvSpPr txBox="1">
            <a:spLocks noGrp="1"/>
          </p:cNvSpPr>
          <p:nvPr>
            <p:ph type="title"/>
          </p:nvPr>
        </p:nvSpPr>
        <p:spPr>
          <a:xfrm>
            <a:off x="533400" y="284250"/>
            <a:ext cx="8143200" cy="612900"/>
          </a:xfrm>
          <a:prstGeom prst="rect">
            <a:avLst/>
          </a:prstGeom>
        </p:spPr>
        <p:txBody>
          <a:bodyPr spcFirstLastPara="1" wrap="square" lIns="91425" tIns="0" rIns="91425" bIns="45700" anchor="t" anchorCtr="0">
            <a:noAutofit/>
          </a:bodyPr>
          <a:lstStyle/>
          <a:p>
            <a:pPr marL="0" lvl="0" indent="0" algn="l" rtl="0">
              <a:spcBef>
                <a:spcPts val="0"/>
              </a:spcBef>
              <a:spcAft>
                <a:spcPts val="0"/>
              </a:spcAft>
              <a:buNone/>
            </a:pPr>
            <a:r>
              <a:rPr lang="en" sz="2200" b="1">
                <a:latin typeface="Plus Jakarta Sans"/>
                <a:ea typeface="Plus Jakarta Sans"/>
                <a:cs typeface="Plus Jakarta Sans"/>
                <a:sym typeface="Plus Jakarta Sans"/>
              </a:rPr>
              <a:t>Why Cloudera AI</a:t>
            </a:r>
            <a:r>
              <a:rPr lang="en" sz="2200"/>
              <a:t>: Cloudera provides the enterprise-grade capabilities &amp; flexibility large banks need</a:t>
            </a:r>
            <a:endParaRPr sz="2200"/>
          </a:p>
          <a:p>
            <a:pPr marL="0" lvl="0" indent="0" algn="l" rtl="0">
              <a:spcBef>
                <a:spcPts val="0"/>
              </a:spcBef>
              <a:spcAft>
                <a:spcPts val="0"/>
              </a:spcAft>
              <a:buNone/>
            </a:pPr>
            <a:endParaRPr/>
          </a:p>
        </p:txBody>
      </p:sp>
      <p:cxnSp>
        <p:nvCxnSpPr>
          <p:cNvPr id="1241" name="Google Shape;1241;p155"/>
          <p:cNvCxnSpPr/>
          <p:nvPr/>
        </p:nvCxnSpPr>
        <p:spPr>
          <a:xfrm rot="10800000" flipH="1">
            <a:off x="3005575" y="1199925"/>
            <a:ext cx="17700" cy="2882700"/>
          </a:xfrm>
          <a:prstGeom prst="straightConnector1">
            <a:avLst/>
          </a:prstGeom>
          <a:noFill/>
          <a:ln w="28575" cap="flat" cmpd="sng">
            <a:solidFill>
              <a:schemeClr val="dk1"/>
            </a:solidFill>
            <a:prstDash val="solid"/>
            <a:round/>
            <a:headEnd type="none" w="med" len="med"/>
            <a:tailEnd type="triangle" w="med" len="med"/>
          </a:ln>
        </p:spPr>
      </p:cxnSp>
      <p:cxnSp>
        <p:nvCxnSpPr>
          <p:cNvPr id="1242" name="Google Shape;1242;p155"/>
          <p:cNvCxnSpPr/>
          <p:nvPr/>
        </p:nvCxnSpPr>
        <p:spPr>
          <a:xfrm rot="-5400000" flipH="1">
            <a:off x="4581625" y="2488875"/>
            <a:ext cx="17700" cy="3169800"/>
          </a:xfrm>
          <a:prstGeom prst="straightConnector1">
            <a:avLst/>
          </a:prstGeom>
          <a:noFill/>
          <a:ln w="28575" cap="flat" cmpd="sng">
            <a:solidFill>
              <a:schemeClr val="dk1"/>
            </a:solidFill>
            <a:prstDash val="solid"/>
            <a:round/>
            <a:headEnd type="none" w="med" len="med"/>
            <a:tailEnd type="triangle" w="med" len="med"/>
          </a:ln>
        </p:spPr>
      </p:cxnSp>
      <p:sp>
        <p:nvSpPr>
          <p:cNvPr id="1243" name="Google Shape;1243;p155"/>
          <p:cNvSpPr txBox="1"/>
          <p:nvPr/>
        </p:nvSpPr>
        <p:spPr>
          <a:xfrm>
            <a:off x="478250" y="1199925"/>
            <a:ext cx="2373600" cy="2350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i="1">
                <a:solidFill>
                  <a:schemeClr val="accent1"/>
                </a:solidFill>
                <a:latin typeface="Plus Jakarta Sans Bold"/>
                <a:ea typeface="Plus Jakarta Sans Bold"/>
                <a:cs typeface="Plus Jakarta Sans Bold"/>
                <a:sym typeface="Plus Jakarta Sans"/>
              </a:rPr>
              <a:t>Enterprise scale</a:t>
            </a:r>
            <a:br>
              <a:rPr lang="en" b="1" i="1">
                <a:solidFill>
                  <a:schemeClr val="accent1"/>
                </a:solidFill>
                <a:latin typeface="Plus Jakarta Sans Bold"/>
                <a:ea typeface="Plus Jakarta Sans Bold"/>
                <a:cs typeface="Plus Jakarta Sans Bold"/>
                <a:sym typeface="Plus Jakarta Sans"/>
              </a:rPr>
            </a:br>
            <a:br>
              <a:rPr lang="en" sz="1200" b="1" i="1">
                <a:solidFill>
                  <a:schemeClr val="dk1"/>
                </a:solidFill>
                <a:latin typeface="Plus Jakarta Sans Bold"/>
                <a:ea typeface="Plus Jakarta Sans Bold"/>
                <a:cs typeface="Plus Jakarta Sans Bold"/>
                <a:sym typeface="Plus Jakarta Sans"/>
              </a:rPr>
            </a:br>
            <a:r>
              <a:rPr lang="en" sz="1200" b="1" i="1">
                <a:solidFill>
                  <a:schemeClr val="dk1"/>
                </a:solidFill>
                <a:latin typeface="Plus Jakarta Sans Bold"/>
                <a:ea typeface="Plus Jakarta Sans Bold"/>
                <a:cs typeface="Plus Jakarta Sans Bold"/>
                <a:sym typeface="Plus Jakarta Sans"/>
              </a:rPr>
              <a:t>“How effective &amp; performant it will be when you do it”</a:t>
            </a:r>
            <a:endParaRPr sz="1200" b="1" i="1">
              <a:solidFill>
                <a:schemeClr val="dk1"/>
              </a:solidFill>
              <a:latin typeface="Plus Jakarta Sans Bold"/>
              <a:ea typeface="Plus Jakarta Sans Bold"/>
              <a:cs typeface="Plus Jakarta Sans Bold"/>
              <a:sym typeface="Plus Jakarta Sans"/>
            </a:endParaRPr>
          </a:p>
          <a:p>
            <a:pPr marL="0" lvl="0" indent="0" algn="l" rtl="0">
              <a:spcBef>
                <a:spcPts val="0"/>
              </a:spcBef>
              <a:spcAft>
                <a:spcPts val="0"/>
              </a:spcAft>
              <a:buNone/>
            </a:pPr>
            <a:endParaRPr b="1" i="1">
              <a:latin typeface="Plus Jakarta Sans Bold"/>
              <a:ea typeface="Plus Jakarta Sans Bold"/>
              <a:cs typeface="Plus Jakarta Sans Bold"/>
              <a:sym typeface="Plus Jakarta Sans"/>
            </a:endParaRPr>
          </a:p>
          <a:p>
            <a:pPr marL="457200" lvl="0" indent="-292100" algn="l" rtl="0">
              <a:spcBef>
                <a:spcPts val="0"/>
              </a:spcBef>
              <a:spcAft>
                <a:spcPts val="0"/>
              </a:spcAft>
              <a:buSzPts val="1000"/>
              <a:buFont typeface="Plus Jakarta Sans"/>
              <a:buChar char="●"/>
            </a:pPr>
            <a:r>
              <a:rPr lang="en" sz="1000" b="1" i="1">
                <a:latin typeface="Plus Jakarta Sans Bold"/>
                <a:ea typeface="Plus Jakarta Sans Bold"/>
                <a:cs typeface="Plus Jakarta Sans Bold"/>
                <a:sym typeface="Plus Jakarta Sans"/>
              </a:rPr>
              <a:t>Private AI</a:t>
            </a:r>
            <a:endParaRPr sz="1000" b="1" i="1">
              <a:latin typeface="Plus Jakarta Sans Bold"/>
              <a:ea typeface="Plus Jakarta Sans Bold"/>
              <a:cs typeface="Plus Jakarta Sans Bold"/>
              <a:sym typeface="Plus Jakarta Sans"/>
            </a:endParaRPr>
          </a:p>
          <a:p>
            <a:pPr marL="457200" lvl="0" indent="-292100" algn="l" rtl="0">
              <a:spcBef>
                <a:spcPts val="1000"/>
              </a:spcBef>
              <a:spcAft>
                <a:spcPts val="0"/>
              </a:spcAft>
              <a:buSzPts val="1000"/>
              <a:buFont typeface="Plus Jakarta Sans"/>
              <a:buChar char="●"/>
            </a:pPr>
            <a:r>
              <a:rPr lang="en" sz="1000" b="1" i="1">
                <a:latin typeface="Plus Jakarta Sans Bold"/>
                <a:ea typeface="Plus Jakarta Sans Bold"/>
                <a:cs typeface="Plus Jakarta Sans Bold"/>
                <a:sym typeface="Plus Jakarta Sans"/>
              </a:rPr>
              <a:t>Cost &amp; performance at scale</a:t>
            </a:r>
            <a:endParaRPr sz="1000" b="1" i="1">
              <a:latin typeface="Plus Jakarta Sans Bold"/>
              <a:ea typeface="Plus Jakarta Sans Bold"/>
              <a:cs typeface="Plus Jakarta Sans Bold"/>
              <a:sym typeface="Plus Jakarta Sans"/>
            </a:endParaRPr>
          </a:p>
          <a:p>
            <a:pPr marL="457200" lvl="0" indent="-292100" algn="l" rtl="0">
              <a:spcBef>
                <a:spcPts val="1000"/>
              </a:spcBef>
              <a:spcAft>
                <a:spcPts val="1000"/>
              </a:spcAft>
              <a:buSzPts val="1000"/>
              <a:buFont typeface="Plus Jakarta Sans"/>
              <a:buChar char="●"/>
            </a:pPr>
            <a:r>
              <a:rPr lang="en" sz="1000" b="1" i="1">
                <a:latin typeface="Plus Jakarta Sans Bold"/>
                <a:ea typeface="Plus Jakarta Sans Bold"/>
                <a:cs typeface="Plus Jakarta Sans Bold"/>
                <a:sym typeface="Plus Jakarta Sans"/>
              </a:rPr>
              <a:t>Unified end-to-end architecture</a:t>
            </a:r>
            <a:endParaRPr sz="1000" b="1" i="1">
              <a:latin typeface="Plus Jakarta Sans Bold"/>
              <a:ea typeface="Plus Jakarta Sans Bold"/>
              <a:cs typeface="Plus Jakarta Sans Bold"/>
              <a:sym typeface="Plus Jakarta Sans"/>
            </a:endParaRPr>
          </a:p>
        </p:txBody>
      </p:sp>
      <p:sp>
        <p:nvSpPr>
          <p:cNvPr id="1244" name="Google Shape;1244;p155"/>
          <p:cNvSpPr txBox="1"/>
          <p:nvPr/>
        </p:nvSpPr>
        <p:spPr>
          <a:xfrm>
            <a:off x="4725825" y="4158350"/>
            <a:ext cx="1650600" cy="500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i="1">
                <a:solidFill>
                  <a:schemeClr val="accent1"/>
                </a:solidFill>
                <a:latin typeface="Plus Jakarta Sans Bold"/>
                <a:ea typeface="Plus Jakarta Sans Bold"/>
                <a:cs typeface="Plus Jakarta Sans Bold"/>
                <a:sym typeface="Plus Jakarta Sans"/>
              </a:rPr>
              <a:t>Enterprise scope</a:t>
            </a:r>
            <a:br>
              <a:rPr lang="en" b="1" i="1">
                <a:solidFill>
                  <a:schemeClr val="accent1"/>
                </a:solidFill>
                <a:latin typeface="Plus Jakarta Sans Bold"/>
                <a:ea typeface="Plus Jakarta Sans Bold"/>
                <a:cs typeface="Plus Jakarta Sans Bold"/>
                <a:sym typeface="Plus Jakarta Sans"/>
              </a:rPr>
            </a:br>
            <a:br>
              <a:rPr lang="en" sz="1200" b="1" i="1">
                <a:solidFill>
                  <a:schemeClr val="dk1"/>
                </a:solidFill>
                <a:latin typeface="Plus Jakarta Sans Bold"/>
                <a:ea typeface="Plus Jakarta Sans Bold"/>
                <a:cs typeface="Plus Jakarta Sans Bold"/>
                <a:sym typeface="Plus Jakarta Sans"/>
              </a:rPr>
            </a:br>
            <a:r>
              <a:rPr lang="en" sz="1200" b="1" i="1">
                <a:solidFill>
                  <a:schemeClr val="dk1"/>
                </a:solidFill>
                <a:latin typeface="Plus Jakarta Sans Bold"/>
                <a:ea typeface="Plus Jakarta Sans Bold"/>
                <a:cs typeface="Plus Jakarta Sans Bold"/>
                <a:sym typeface="Plus Jakarta Sans"/>
              </a:rPr>
              <a:t>“What you can do”</a:t>
            </a:r>
            <a:endParaRPr sz="1200" b="1" i="1">
              <a:solidFill>
                <a:schemeClr val="dk1"/>
              </a:solidFill>
              <a:latin typeface="Plus Jakarta Sans Bold"/>
              <a:ea typeface="Plus Jakarta Sans Bold"/>
              <a:cs typeface="Plus Jakarta Sans Bold"/>
              <a:sym typeface="Plus Jakarta Sans"/>
            </a:endParaRPr>
          </a:p>
        </p:txBody>
      </p:sp>
      <p:pic>
        <p:nvPicPr>
          <p:cNvPr id="1245" name="Google Shape;1245;p155"/>
          <p:cNvPicPr preferRelativeResize="0"/>
          <p:nvPr/>
        </p:nvPicPr>
        <p:blipFill>
          <a:blip r:embed="rId3">
            <a:alphaModFix/>
          </a:blip>
          <a:stretch>
            <a:fillRect/>
          </a:stretch>
        </p:blipFill>
        <p:spPr>
          <a:xfrm>
            <a:off x="4913750" y="1641700"/>
            <a:ext cx="1650600" cy="200827"/>
          </a:xfrm>
          <a:prstGeom prst="rect">
            <a:avLst/>
          </a:prstGeom>
          <a:noFill/>
          <a:ln>
            <a:noFill/>
          </a:ln>
        </p:spPr>
      </p:pic>
      <p:cxnSp>
        <p:nvCxnSpPr>
          <p:cNvPr id="1246" name="Google Shape;1246;p155"/>
          <p:cNvCxnSpPr/>
          <p:nvPr/>
        </p:nvCxnSpPr>
        <p:spPr>
          <a:xfrm>
            <a:off x="3020500" y="2674075"/>
            <a:ext cx="3010800" cy="11700"/>
          </a:xfrm>
          <a:prstGeom prst="straightConnector1">
            <a:avLst/>
          </a:prstGeom>
          <a:noFill/>
          <a:ln w="19050" cap="flat" cmpd="sng">
            <a:solidFill>
              <a:schemeClr val="dk2"/>
            </a:solidFill>
            <a:prstDash val="dot"/>
            <a:round/>
            <a:headEnd type="none" w="med" len="med"/>
            <a:tailEnd type="none" w="med" len="med"/>
          </a:ln>
        </p:spPr>
      </p:cxnSp>
      <p:cxnSp>
        <p:nvCxnSpPr>
          <p:cNvPr id="1247" name="Google Shape;1247;p155"/>
          <p:cNvCxnSpPr/>
          <p:nvPr/>
        </p:nvCxnSpPr>
        <p:spPr>
          <a:xfrm>
            <a:off x="4587700" y="1387494"/>
            <a:ext cx="2700" cy="2694900"/>
          </a:xfrm>
          <a:prstGeom prst="straightConnector1">
            <a:avLst/>
          </a:prstGeom>
          <a:noFill/>
          <a:ln w="19050" cap="flat" cmpd="sng">
            <a:solidFill>
              <a:schemeClr val="dk2"/>
            </a:solidFill>
            <a:prstDash val="dot"/>
            <a:round/>
            <a:headEnd type="none" w="med" len="med"/>
            <a:tailEnd type="none" w="med" len="med"/>
          </a:ln>
        </p:spPr>
      </p:cxnSp>
      <p:sp>
        <p:nvSpPr>
          <p:cNvPr id="1248" name="Google Shape;1248;p155"/>
          <p:cNvSpPr txBox="1"/>
          <p:nvPr/>
        </p:nvSpPr>
        <p:spPr>
          <a:xfrm>
            <a:off x="6286550" y="4036525"/>
            <a:ext cx="2321700" cy="500700"/>
          </a:xfrm>
          <a:prstGeom prst="rect">
            <a:avLst/>
          </a:prstGeom>
          <a:noFill/>
          <a:ln>
            <a:noFill/>
          </a:ln>
        </p:spPr>
        <p:txBody>
          <a:bodyPr spcFirstLastPara="1" wrap="square" lIns="91425" tIns="91425" rIns="91425" bIns="91425" anchor="t" anchorCtr="0">
            <a:noAutofit/>
          </a:bodyPr>
          <a:lstStyle/>
          <a:p>
            <a:pPr marL="457200" lvl="0" indent="-292100" algn="l" rtl="0">
              <a:spcBef>
                <a:spcPts val="0"/>
              </a:spcBef>
              <a:spcAft>
                <a:spcPts val="0"/>
              </a:spcAft>
              <a:buSzPts val="1000"/>
              <a:buFont typeface="Plus Jakarta Sans"/>
              <a:buChar char="●"/>
            </a:pPr>
            <a:r>
              <a:rPr lang="en" sz="1000" b="1" i="1">
                <a:latin typeface="Plus Jakarta Sans Bold"/>
                <a:ea typeface="Plus Jakarta Sans Bold"/>
                <a:cs typeface="Plus Jakarta Sans Bold"/>
                <a:sym typeface="Plus Jakarta Sans"/>
              </a:rPr>
              <a:t>Flexibility</a:t>
            </a:r>
            <a:endParaRPr sz="1000" b="1" i="1">
              <a:latin typeface="Plus Jakarta Sans Bold"/>
              <a:ea typeface="Plus Jakarta Sans Bold"/>
              <a:cs typeface="Plus Jakarta Sans Bold"/>
              <a:sym typeface="Plus Jakarta Sans"/>
            </a:endParaRPr>
          </a:p>
          <a:p>
            <a:pPr marL="457200" lvl="0" indent="-292100" algn="l" rtl="0">
              <a:spcBef>
                <a:spcPts val="1000"/>
              </a:spcBef>
              <a:spcAft>
                <a:spcPts val="1000"/>
              </a:spcAft>
              <a:buSzPts val="1000"/>
              <a:buFont typeface="Plus Jakarta Sans"/>
              <a:buChar char="●"/>
            </a:pPr>
            <a:r>
              <a:rPr lang="en" sz="1000" b="1" i="1">
                <a:latin typeface="Plus Jakarta Sans Bold"/>
                <a:ea typeface="Plus Jakarta Sans Bold"/>
                <a:cs typeface="Plus Jakarta Sans Bold"/>
                <a:sym typeface="Plus Jakarta Sans"/>
              </a:rPr>
              <a:t>Accelerated Time to Value</a:t>
            </a:r>
            <a:endParaRPr sz="1000" b="1" i="1">
              <a:latin typeface="Plus Jakarta Sans Bold"/>
              <a:ea typeface="Plus Jakarta Sans Bold"/>
              <a:cs typeface="Plus Jakarta Sans Bold"/>
              <a:sym typeface="Plus Jakarta Sans"/>
            </a:endParaRPr>
          </a:p>
        </p:txBody>
      </p:sp>
      <p:sp>
        <p:nvSpPr>
          <p:cNvPr id="1249" name="Google Shape;1249;p155"/>
          <p:cNvSpPr/>
          <p:nvPr/>
        </p:nvSpPr>
        <p:spPr>
          <a:xfrm>
            <a:off x="0" y="0"/>
            <a:ext cx="2710800" cy="228600"/>
          </a:xfrm>
          <a:prstGeom prst="rect">
            <a:avLst/>
          </a:prstGeom>
          <a:solidFill>
            <a:srgbClr val="5555F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i="1">
                <a:solidFill>
                  <a:srgbClr val="FFFFFF"/>
                </a:solidFill>
                <a:latin typeface="Plus Jakarta Sans Bold"/>
                <a:ea typeface="Plus Jakarta Sans Bold"/>
                <a:cs typeface="Plus Jakarta Sans Bold"/>
                <a:sym typeface="Plus Jakarta Sans"/>
              </a:rPr>
              <a:t>Why Cloudera AI</a:t>
            </a:r>
            <a:endParaRPr b="1" i="1">
              <a:solidFill>
                <a:srgbClr val="FFFFFF"/>
              </a:solidFill>
              <a:latin typeface="Plus Jakarta Sans Bold"/>
              <a:ea typeface="Plus Jakarta Sans Bold"/>
              <a:cs typeface="Plus Jakarta Sans Bold"/>
              <a:sym typeface="Plus Jakarta Sans"/>
            </a:endParaRPr>
          </a:p>
        </p:txBody>
      </p:sp>
      <p:sp>
        <p:nvSpPr>
          <p:cNvPr id="1250" name="Google Shape;1250;p155"/>
          <p:cNvSpPr/>
          <p:nvPr/>
        </p:nvSpPr>
        <p:spPr>
          <a:xfrm>
            <a:off x="4404900" y="4192925"/>
            <a:ext cx="334200" cy="309600"/>
          </a:xfrm>
          <a:prstGeom prst="ellipse">
            <a:avLst/>
          </a:prstGeom>
          <a:solidFill>
            <a:srgbClr val="FF550C"/>
          </a:solidFill>
          <a:ln>
            <a:noFill/>
          </a:ln>
        </p:spPr>
        <p:txBody>
          <a:bodyPr spcFirstLastPara="1" wrap="square" lIns="0" tIns="0" rIns="0" bIns="0" anchor="ctr" anchorCtr="0">
            <a:noAutofit/>
          </a:bodyPr>
          <a:lstStyle/>
          <a:p>
            <a:pPr marL="0" lvl="0" indent="0" algn="ctr" rtl="0">
              <a:spcBef>
                <a:spcPts val="0"/>
              </a:spcBef>
              <a:spcAft>
                <a:spcPts val="0"/>
              </a:spcAft>
              <a:buNone/>
            </a:pPr>
            <a:r>
              <a:rPr lang="en" b="1">
                <a:solidFill>
                  <a:srgbClr val="FFFFFF"/>
                </a:solidFill>
                <a:latin typeface="Plus Jakarta Sans"/>
                <a:ea typeface="Plus Jakarta Sans"/>
                <a:cs typeface="Plus Jakarta Sans"/>
                <a:sym typeface="Plus Jakarta Sans"/>
              </a:rPr>
              <a:t>1</a:t>
            </a:r>
            <a:endParaRPr b="1">
              <a:solidFill>
                <a:srgbClr val="FFFFFF"/>
              </a:solidFill>
              <a:latin typeface="Plus Jakarta Sans"/>
              <a:ea typeface="Plus Jakarta Sans"/>
              <a:cs typeface="Plus Jakarta Sans"/>
              <a:sym typeface="Plus Jakarta Sans"/>
            </a:endParaRPr>
          </a:p>
        </p:txBody>
      </p:sp>
      <p:sp>
        <p:nvSpPr>
          <p:cNvPr id="1251" name="Google Shape;1251;p155"/>
          <p:cNvSpPr/>
          <p:nvPr/>
        </p:nvSpPr>
        <p:spPr>
          <a:xfrm>
            <a:off x="144050" y="1242575"/>
            <a:ext cx="334200" cy="309600"/>
          </a:xfrm>
          <a:prstGeom prst="ellipse">
            <a:avLst/>
          </a:prstGeom>
          <a:solidFill>
            <a:srgbClr val="FF550C"/>
          </a:solidFill>
          <a:ln>
            <a:noFill/>
          </a:ln>
        </p:spPr>
        <p:txBody>
          <a:bodyPr spcFirstLastPara="1" wrap="square" lIns="0" tIns="0" rIns="0" bIns="0" anchor="ctr" anchorCtr="0">
            <a:noAutofit/>
          </a:bodyPr>
          <a:lstStyle/>
          <a:p>
            <a:pPr marL="0" lvl="0" indent="0" algn="ctr" rtl="0">
              <a:spcBef>
                <a:spcPts val="0"/>
              </a:spcBef>
              <a:spcAft>
                <a:spcPts val="0"/>
              </a:spcAft>
              <a:buNone/>
            </a:pPr>
            <a:r>
              <a:rPr lang="en" b="1">
                <a:solidFill>
                  <a:srgbClr val="FFFFFF"/>
                </a:solidFill>
                <a:latin typeface="Plus Jakarta Sans"/>
                <a:ea typeface="Plus Jakarta Sans"/>
                <a:cs typeface="Plus Jakarta Sans"/>
                <a:sym typeface="Plus Jakarta Sans"/>
              </a:rPr>
              <a:t>2</a:t>
            </a:r>
            <a:endParaRPr b="1">
              <a:solidFill>
                <a:srgbClr val="FFFFFF"/>
              </a:solidFill>
              <a:latin typeface="Plus Jakarta Sans"/>
              <a:ea typeface="Plus Jakarta Sans"/>
              <a:cs typeface="Plus Jakarta Sans"/>
              <a:sym typeface="Plus Jakarta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55"/>
        <p:cNvGrpSpPr/>
        <p:nvPr/>
      </p:nvGrpSpPr>
      <p:grpSpPr>
        <a:xfrm>
          <a:off x="0" y="0"/>
          <a:ext cx="0" cy="0"/>
          <a:chOff x="0" y="0"/>
          <a:chExt cx="0" cy="0"/>
        </a:xfrm>
      </p:grpSpPr>
      <p:sp>
        <p:nvSpPr>
          <p:cNvPr id="1256" name="Google Shape;1256;p156"/>
          <p:cNvSpPr txBox="1">
            <a:spLocks noGrp="1"/>
          </p:cNvSpPr>
          <p:nvPr>
            <p:ph type="title"/>
          </p:nvPr>
        </p:nvSpPr>
        <p:spPr>
          <a:xfrm>
            <a:off x="533400" y="284250"/>
            <a:ext cx="8207400" cy="612900"/>
          </a:xfrm>
          <a:prstGeom prst="rect">
            <a:avLst/>
          </a:prstGeom>
        </p:spPr>
        <p:txBody>
          <a:bodyPr spcFirstLastPara="1" wrap="square" lIns="91425" tIns="0" rIns="91425" bIns="45700" anchor="t" anchorCtr="0">
            <a:noAutofit/>
          </a:bodyPr>
          <a:lstStyle/>
          <a:p>
            <a:pPr marL="0" lvl="0" indent="0" algn="l" rtl="0">
              <a:spcBef>
                <a:spcPts val="0"/>
              </a:spcBef>
              <a:spcAft>
                <a:spcPts val="0"/>
              </a:spcAft>
              <a:buNone/>
            </a:pPr>
            <a:r>
              <a:rPr lang="en" sz="2200" b="1">
                <a:latin typeface="Plus Jakarta Sans"/>
                <a:ea typeface="Plus Jakarta Sans"/>
                <a:cs typeface="Plus Jakarta Sans"/>
                <a:sym typeface="Plus Jakarta Sans"/>
              </a:rPr>
              <a:t>Why Cloudera AI</a:t>
            </a:r>
            <a:r>
              <a:rPr lang="en" sz="2200"/>
              <a:t>: Enterprise scope &amp; scale</a:t>
            </a:r>
            <a:endParaRPr sz="2200"/>
          </a:p>
        </p:txBody>
      </p:sp>
      <p:sp>
        <p:nvSpPr>
          <p:cNvPr id="1257" name="Google Shape;1257;p156"/>
          <p:cNvSpPr/>
          <p:nvPr/>
        </p:nvSpPr>
        <p:spPr>
          <a:xfrm>
            <a:off x="469113" y="1982796"/>
            <a:ext cx="1371600" cy="650100"/>
          </a:xfrm>
          <a:prstGeom prst="rect">
            <a:avLst/>
          </a:prstGeom>
          <a:solidFill>
            <a:srgbClr val="FFFFFF"/>
          </a:solidFill>
          <a:ln w="19050" cap="flat" cmpd="sng">
            <a:solidFill>
              <a:schemeClr val="accent1"/>
            </a:solidFill>
            <a:prstDash val="solid"/>
            <a:round/>
            <a:headEnd type="none" w="sm" len="sm"/>
            <a:tailEnd type="none" w="sm" len="sm"/>
          </a:ln>
        </p:spPr>
        <p:txBody>
          <a:bodyPr spcFirstLastPara="1" wrap="square" lIns="68575" tIns="68575" rIns="68575" bIns="68575" anchor="ctr" anchorCtr="0">
            <a:noAutofit/>
          </a:bodyPr>
          <a:lstStyle/>
          <a:p>
            <a:pPr marL="0" lvl="0" indent="0" algn="ctr" rtl="0">
              <a:spcBef>
                <a:spcPts val="0"/>
              </a:spcBef>
              <a:spcAft>
                <a:spcPts val="0"/>
              </a:spcAft>
              <a:buNone/>
            </a:pPr>
            <a:r>
              <a:rPr lang="en" sz="1100" b="1">
                <a:solidFill>
                  <a:srgbClr val="FF550C"/>
                </a:solidFill>
                <a:latin typeface="Plus Jakarta Sans"/>
                <a:ea typeface="Plus Jakarta Sans"/>
                <a:cs typeface="Plus Jakarta Sans"/>
                <a:sym typeface="Plus Jakarta Sans"/>
              </a:rPr>
              <a:t>FLEXIBILITY</a:t>
            </a:r>
            <a:endParaRPr sz="1100" b="1">
              <a:solidFill>
                <a:srgbClr val="FF550C"/>
              </a:solidFill>
              <a:latin typeface="Plus Jakarta Sans"/>
              <a:ea typeface="Plus Jakarta Sans"/>
              <a:cs typeface="Plus Jakarta Sans"/>
              <a:sym typeface="Plus Jakarta Sans"/>
            </a:endParaRPr>
          </a:p>
        </p:txBody>
      </p:sp>
      <p:sp>
        <p:nvSpPr>
          <p:cNvPr id="1258" name="Google Shape;1258;p156"/>
          <p:cNvSpPr/>
          <p:nvPr/>
        </p:nvSpPr>
        <p:spPr>
          <a:xfrm>
            <a:off x="469113" y="2744799"/>
            <a:ext cx="1371600" cy="554100"/>
          </a:xfrm>
          <a:prstGeom prst="rect">
            <a:avLst/>
          </a:prstGeom>
          <a:solidFill>
            <a:srgbClr val="FFFFFF"/>
          </a:solidFill>
          <a:ln w="9525" cap="flat" cmpd="sng">
            <a:solidFill>
              <a:srgbClr val="000000"/>
            </a:solidFill>
            <a:prstDash val="dash"/>
            <a:round/>
            <a:headEnd type="none" w="sm" len="sm"/>
            <a:tailEnd type="none" w="sm" len="sm"/>
          </a:ln>
        </p:spPr>
        <p:txBody>
          <a:bodyPr spcFirstLastPara="1" wrap="square" lIns="68575" tIns="68575" rIns="68575" bIns="68575" anchor="ctr" anchorCtr="0">
            <a:noAutofit/>
          </a:bodyPr>
          <a:lstStyle/>
          <a:p>
            <a:pPr marL="0" lvl="0" indent="0" algn="ctr" rtl="0">
              <a:spcBef>
                <a:spcPts val="0"/>
              </a:spcBef>
              <a:spcAft>
                <a:spcPts val="0"/>
              </a:spcAft>
              <a:buNone/>
            </a:pPr>
            <a:r>
              <a:rPr lang="en" sz="900" b="1">
                <a:latin typeface="Plus Jakarta Sans"/>
                <a:ea typeface="Plus Jakarta Sans"/>
                <a:cs typeface="Plus Jakarta Sans"/>
                <a:sym typeface="Plus Jakarta Sans"/>
              </a:rPr>
              <a:t>“Right tool for the job”</a:t>
            </a:r>
            <a:r>
              <a:rPr lang="en" sz="900">
                <a:latin typeface="Plus Jakarta Sans"/>
                <a:ea typeface="Plus Jakarta Sans"/>
                <a:cs typeface="Plus Jakarta Sans"/>
                <a:sym typeface="Plus Jakarta Sans"/>
              </a:rPr>
              <a:t> - any library, any model, etc.</a:t>
            </a:r>
            <a:endParaRPr sz="900">
              <a:latin typeface="Plus Jakarta Sans"/>
              <a:ea typeface="Plus Jakarta Sans"/>
              <a:cs typeface="Plus Jakarta Sans"/>
              <a:sym typeface="Plus Jakarta Sans"/>
            </a:endParaRPr>
          </a:p>
        </p:txBody>
      </p:sp>
      <p:sp>
        <p:nvSpPr>
          <p:cNvPr id="1259" name="Google Shape;1259;p156"/>
          <p:cNvSpPr/>
          <p:nvPr/>
        </p:nvSpPr>
        <p:spPr>
          <a:xfrm>
            <a:off x="469113" y="3430599"/>
            <a:ext cx="1371600" cy="554100"/>
          </a:xfrm>
          <a:prstGeom prst="rect">
            <a:avLst/>
          </a:prstGeom>
          <a:solidFill>
            <a:srgbClr val="FFFFFF"/>
          </a:solidFill>
          <a:ln w="9525" cap="flat" cmpd="sng">
            <a:solidFill>
              <a:srgbClr val="000000"/>
            </a:solidFill>
            <a:prstDash val="dash"/>
            <a:round/>
            <a:headEnd type="none" w="sm" len="sm"/>
            <a:tailEnd type="none" w="sm" len="sm"/>
          </a:ln>
        </p:spPr>
        <p:txBody>
          <a:bodyPr spcFirstLastPara="1" wrap="square" lIns="68575" tIns="68575" rIns="68575" bIns="68575" anchor="ctr" anchorCtr="0">
            <a:noAutofit/>
          </a:bodyPr>
          <a:lstStyle/>
          <a:p>
            <a:pPr marL="0" lvl="0" indent="0" algn="ctr" rtl="0">
              <a:spcBef>
                <a:spcPts val="0"/>
              </a:spcBef>
              <a:spcAft>
                <a:spcPts val="0"/>
              </a:spcAft>
              <a:buNone/>
            </a:pPr>
            <a:r>
              <a:rPr lang="en" sz="900" b="1">
                <a:latin typeface="Plus Jakarta Sans"/>
                <a:ea typeface="Plus Jakarta Sans"/>
                <a:cs typeface="Plus Jakarta Sans"/>
                <a:sym typeface="Plus Jakarta Sans"/>
              </a:rPr>
              <a:t>Interoperability </a:t>
            </a:r>
            <a:r>
              <a:rPr lang="en" sz="900">
                <a:latin typeface="Plus Jakarta Sans"/>
                <a:ea typeface="Plus Jakarta Sans"/>
                <a:cs typeface="Plus Jakarta Sans"/>
                <a:sym typeface="Plus Jakarta Sans"/>
              </a:rPr>
              <a:t>with CSPs via Notebooks, Python, etc.</a:t>
            </a:r>
            <a:endParaRPr sz="900" b="1">
              <a:latin typeface="Plus Jakarta Sans"/>
              <a:ea typeface="Plus Jakarta Sans"/>
              <a:cs typeface="Plus Jakarta Sans"/>
              <a:sym typeface="Plus Jakarta Sans"/>
            </a:endParaRPr>
          </a:p>
        </p:txBody>
      </p:sp>
      <p:sp>
        <p:nvSpPr>
          <p:cNvPr id="1260" name="Google Shape;1260;p156"/>
          <p:cNvSpPr/>
          <p:nvPr/>
        </p:nvSpPr>
        <p:spPr>
          <a:xfrm>
            <a:off x="469113" y="4116399"/>
            <a:ext cx="1371600" cy="554100"/>
          </a:xfrm>
          <a:prstGeom prst="rect">
            <a:avLst/>
          </a:prstGeom>
          <a:solidFill>
            <a:srgbClr val="FFFFFF"/>
          </a:solidFill>
          <a:ln w="9525" cap="flat" cmpd="sng">
            <a:solidFill>
              <a:srgbClr val="000000"/>
            </a:solidFill>
            <a:prstDash val="dash"/>
            <a:round/>
            <a:headEnd type="none" w="sm" len="sm"/>
            <a:tailEnd type="none" w="sm" len="sm"/>
          </a:ln>
        </p:spPr>
        <p:txBody>
          <a:bodyPr spcFirstLastPara="1" wrap="square" lIns="68575" tIns="68575" rIns="68575" bIns="68575" anchor="ctr" anchorCtr="0">
            <a:noAutofit/>
          </a:bodyPr>
          <a:lstStyle/>
          <a:p>
            <a:pPr marL="0" lvl="0" indent="0" algn="ctr" rtl="0">
              <a:spcBef>
                <a:spcPts val="0"/>
              </a:spcBef>
              <a:spcAft>
                <a:spcPts val="0"/>
              </a:spcAft>
              <a:buNone/>
            </a:pPr>
            <a:r>
              <a:rPr lang="en" sz="900" b="1">
                <a:latin typeface="Plus Jakarta Sans"/>
                <a:ea typeface="Plus Jakarta Sans"/>
                <a:cs typeface="Plus Jakarta Sans"/>
                <a:sym typeface="Plus Jakarta Sans"/>
              </a:rPr>
              <a:t>No vendor lock-in; </a:t>
            </a:r>
            <a:r>
              <a:rPr lang="en" sz="900">
                <a:latin typeface="Plus Jakarta Sans"/>
                <a:ea typeface="Plus Jakarta Sans"/>
                <a:cs typeface="Plus Jakarta Sans"/>
                <a:sym typeface="Plus Jakarta Sans"/>
              </a:rPr>
              <a:t>hybrid &amp; multi-cloud workload portability</a:t>
            </a:r>
            <a:endParaRPr sz="900">
              <a:latin typeface="Plus Jakarta Sans"/>
              <a:ea typeface="Plus Jakarta Sans"/>
              <a:cs typeface="Plus Jakarta Sans"/>
              <a:sym typeface="Plus Jakarta Sans"/>
            </a:endParaRPr>
          </a:p>
        </p:txBody>
      </p:sp>
      <p:sp>
        <p:nvSpPr>
          <p:cNvPr id="1261" name="Google Shape;1261;p156"/>
          <p:cNvSpPr/>
          <p:nvPr/>
        </p:nvSpPr>
        <p:spPr>
          <a:xfrm>
            <a:off x="851278" y="1290493"/>
            <a:ext cx="607295" cy="545077"/>
          </a:xfrm>
          <a:custGeom>
            <a:avLst/>
            <a:gdLst/>
            <a:ahLst/>
            <a:cxnLst/>
            <a:rect l="l" t="t" r="r" b="b"/>
            <a:pathLst>
              <a:path w="541020" h="541019" extrusionOk="0">
                <a:moveTo>
                  <a:pt x="507365" y="230505"/>
                </a:moveTo>
                <a:lnTo>
                  <a:pt x="507365" y="80645"/>
                </a:lnTo>
                <a:cubicBezTo>
                  <a:pt x="526415" y="77470"/>
                  <a:pt x="541020" y="60960"/>
                  <a:pt x="541020" y="40640"/>
                </a:cubicBezTo>
                <a:cubicBezTo>
                  <a:pt x="541020" y="18415"/>
                  <a:pt x="522605" y="0"/>
                  <a:pt x="500380" y="0"/>
                </a:cubicBezTo>
                <a:cubicBezTo>
                  <a:pt x="480060" y="0"/>
                  <a:pt x="463550" y="14605"/>
                  <a:pt x="460375" y="33655"/>
                </a:cubicBezTo>
                <a:lnTo>
                  <a:pt x="310515" y="33655"/>
                </a:lnTo>
                <a:cubicBezTo>
                  <a:pt x="307340" y="14605"/>
                  <a:pt x="290830" y="0"/>
                  <a:pt x="270510" y="0"/>
                </a:cubicBezTo>
                <a:cubicBezTo>
                  <a:pt x="248285" y="0"/>
                  <a:pt x="229870" y="18415"/>
                  <a:pt x="229870" y="40640"/>
                </a:cubicBezTo>
                <a:cubicBezTo>
                  <a:pt x="229870" y="60960"/>
                  <a:pt x="244475" y="77470"/>
                  <a:pt x="263525" y="80645"/>
                </a:cubicBezTo>
                <a:lnTo>
                  <a:pt x="263525" y="230505"/>
                </a:lnTo>
                <a:cubicBezTo>
                  <a:pt x="246380" y="233045"/>
                  <a:pt x="233045" y="247015"/>
                  <a:pt x="230505" y="263525"/>
                </a:cubicBezTo>
                <a:lnTo>
                  <a:pt x="80645" y="263525"/>
                </a:lnTo>
                <a:cubicBezTo>
                  <a:pt x="77470" y="244475"/>
                  <a:pt x="60960" y="229870"/>
                  <a:pt x="40640" y="229870"/>
                </a:cubicBezTo>
                <a:cubicBezTo>
                  <a:pt x="18415" y="229870"/>
                  <a:pt x="0" y="248285"/>
                  <a:pt x="0" y="270510"/>
                </a:cubicBezTo>
                <a:cubicBezTo>
                  <a:pt x="0" y="290830"/>
                  <a:pt x="14605" y="307340"/>
                  <a:pt x="33655" y="310515"/>
                </a:cubicBezTo>
                <a:lnTo>
                  <a:pt x="33655" y="460375"/>
                </a:lnTo>
                <a:cubicBezTo>
                  <a:pt x="14605" y="463550"/>
                  <a:pt x="0" y="480060"/>
                  <a:pt x="0" y="500380"/>
                </a:cubicBezTo>
                <a:cubicBezTo>
                  <a:pt x="0" y="522605"/>
                  <a:pt x="18415" y="541020"/>
                  <a:pt x="40640" y="541020"/>
                </a:cubicBezTo>
                <a:cubicBezTo>
                  <a:pt x="60960" y="541020"/>
                  <a:pt x="77470" y="526415"/>
                  <a:pt x="80645" y="507365"/>
                </a:cubicBezTo>
                <a:lnTo>
                  <a:pt x="230505" y="507365"/>
                </a:lnTo>
                <a:cubicBezTo>
                  <a:pt x="233680" y="526415"/>
                  <a:pt x="250190" y="541020"/>
                  <a:pt x="270510" y="541020"/>
                </a:cubicBezTo>
                <a:cubicBezTo>
                  <a:pt x="292735" y="541020"/>
                  <a:pt x="311150" y="522605"/>
                  <a:pt x="311150" y="500380"/>
                </a:cubicBezTo>
                <a:cubicBezTo>
                  <a:pt x="311150" y="480060"/>
                  <a:pt x="296545" y="463550"/>
                  <a:pt x="277495" y="460375"/>
                </a:cubicBezTo>
                <a:lnTo>
                  <a:pt x="277495" y="310515"/>
                </a:lnTo>
                <a:cubicBezTo>
                  <a:pt x="294640" y="307975"/>
                  <a:pt x="307975" y="294005"/>
                  <a:pt x="310515" y="277495"/>
                </a:cubicBezTo>
                <a:lnTo>
                  <a:pt x="460375" y="277495"/>
                </a:lnTo>
                <a:cubicBezTo>
                  <a:pt x="463550" y="296545"/>
                  <a:pt x="480060" y="311150"/>
                  <a:pt x="500380" y="311150"/>
                </a:cubicBezTo>
                <a:cubicBezTo>
                  <a:pt x="522605" y="311150"/>
                  <a:pt x="541020" y="292735"/>
                  <a:pt x="541020" y="270510"/>
                </a:cubicBezTo>
                <a:cubicBezTo>
                  <a:pt x="541020" y="250825"/>
                  <a:pt x="526415" y="233680"/>
                  <a:pt x="507365" y="230505"/>
                </a:cubicBezTo>
                <a:close/>
                <a:moveTo>
                  <a:pt x="243840" y="40640"/>
                </a:moveTo>
                <a:cubicBezTo>
                  <a:pt x="243840" y="26035"/>
                  <a:pt x="255905" y="13335"/>
                  <a:pt x="271145" y="13335"/>
                </a:cubicBezTo>
                <a:cubicBezTo>
                  <a:pt x="285750" y="13335"/>
                  <a:pt x="298450" y="25400"/>
                  <a:pt x="298450" y="40640"/>
                </a:cubicBezTo>
                <a:cubicBezTo>
                  <a:pt x="298450" y="55245"/>
                  <a:pt x="286385" y="67945"/>
                  <a:pt x="271145" y="67945"/>
                </a:cubicBezTo>
                <a:cubicBezTo>
                  <a:pt x="255905" y="67945"/>
                  <a:pt x="243840" y="55880"/>
                  <a:pt x="243840" y="40640"/>
                </a:cubicBezTo>
                <a:close/>
                <a:moveTo>
                  <a:pt x="13970" y="270510"/>
                </a:moveTo>
                <a:cubicBezTo>
                  <a:pt x="13970" y="255905"/>
                  <a:pt x="26035" y="243205"/>
                  <a:pt x="41275" y="243205"/>
                </a:cubicBezTo>
                <a:cubicBezTo>
                  <a:pt x="56515" y="243205"/>
                  <a:pt x="68580" y="255270"/>
                  <a:pt x="68580" y="270510"/>
                </a:cubicBezTo>
                <a:cubicBezTo>
                  <a:pt x="68580" y="285115"/>
                  <a:pt x="56515" y="297815"/>
                  <a:pt x="41275" y="297815"/>
                </a:cubicBezTo>
                <a:cubicBezTo>
                  <a:pt x="26035" y="297815"/>
                  <a:pt x="13970" y="285750"/>
                  <a:pt x="13970" y="270510"/>
                </a:cubicBezTo>
                <a:close/>
                <a:moveTo>
                  <a:pt x="230505" y="494030"/>
                </a:moveTo>
                <a:lnTo>
                  <a:pt x="80645" y="494030"/>
                </a:lnTo>
                <a:cubicBezTo>
                  <a:pt x="78105" y="476885"/>
                  <a:pt x="64135" y="463550"/>
                  <a:pt x="47625" y="461010"/>
                </a:cubicBezTo>
                <a:lnTo>
                  <a:pt x="47625" y="311150"/>
                </a:lnTo>
                <a:cubicBezTo>
                  <a:pt x="64770" y="308610"/>
                  <a:pt x="78105" y="294640"/>
                  <a:pt x="80645" y="278130"/>
                </a:cubicBezTo>
                <a:lnTo>
                  <a:pt x="230505" y="278130"/>
                </a:lnTo>
                <a:cubicBezTo>
                  <a:pt x="233045" y="295275"/>
                  <a:pt x="247015" y="308610"/>
                  <a:pt x="263525" y="311150"/>
                </a:cubicBezTo>
                <a:lnTo>
                  <a:pt x="263525" y="461010"/>
                </a:lnTo>
                <a:cubicBezTo>
                  <a:pt x="247015" y="463550"/>
                  <a:pt x="233680" y="476885"/>
                  <a:pt x="230505" y="494030"/>
                </a:cubicBezTo>
                <a:close/>
                <a:moveTo>
                  <a:pt x="297815" y="500380"/>
                </a:moveTo>
                <a:cubicBezTo>
                  <a:pt x="297815" y="514985"/>
                  <a:pt x="285750" y="527685"/>
                  <a:pt x="270510" y="527685"/>
                </a:cubicBezTo>
                <a:cubicBezTo>
                  <a:pt x="255905" y="527685"/>
                  <a:pt x="243205" y="515620"/>
                  <a:pt x="243205" y="500380"/>
                </a:cubicBezTo>
                <a:cubicBezTo>
                  <a:pt x="243205" y="485140"/>
                  <a:pt x="255270" y="473075"/>
                  <a:pt x="270510" y="473075"/>
                </a:cubicBezTo>
                <a:cubicBezTo>
                  <a:pt x="285750" y="473710"/>
                  <a:pt x="297815" y="485775"/>
                  <a:pt x="297815" y="500380"/>
                </a:cubicBezTo>
                <a:close/>
                <a:moveTo>
                  <a:pt x="460375" y="264160"/>
                </a:moveTo>
                <a:lnTo>
                  <a:pt x="310515" y="264160"/>
                </a:lnTo>
                <a:cubicBezTo>
                  <a:pt x="307975" y="247015"/>
                  <a:pt x="294005" y="233680"/>
                  <a:pt x="277495" y="231140"/>
                </a:cubicBezTo>
                <a:lnTo>
                  <a:pt x="277495" y="80645"/>
                </a:lnTo>
                <a:cubicBezTo>
                  <a:pt x="294640" y="78105"/>
                  <a:pt x="307975" y="64135"/>
                  <a:pt x="310515" y="47625"/>
                </a:cubicBezTo>
                <a:lnTo>
                  <a:pt x="460375" y="47625"/>
                </a:lnTo>
                <a:cubicBezTo>
                  <a:pt x="462915" y="64770"/>
                  <a:pt x="476885" y="78105"/>
                  <a:pt x="493395" y="80645"/>
                </a:cubicBezTo>
                <a:lnTo>
                  <a:pt x="493395" y="230505"/>
                </a:lnTo>
                <a:cubicBezTo>
                  <a:pt x="476885" y="233680"/>
                  <a:pt x="463550" y="247015"/>
                  <a:pt x="460375" y="264160"/>
                </a:cubicBezTo>
                <a:close/>
                <a:moveTo>
                  <a:pt x="500380" y="297815"/>
                </a:moveTo>
                <a:cubicBezTo>
                  <a:pt x="485775" y="297815"/>
                  <a:pt x="473075" y="285750"/>
                  <a:pt x="473075" y="270510"/>
                </a:cubicBezTo>
                <a:cubicBezTo>
                  <a:pt x="473075" y="255905"/>
                  <a:pt x="485140" y="243205"/>
                  <a:pt x="500380" y="243205"/>
                </a:cubicBezTo>
                <a:cubicBezTo>
                  <a:pt x="514985" y="243205"/>
                  <a:pt x="527685" y="255270"/>
                  <a:pt x="527685" y="270510"/>
                </a:cubicBezTo>
                <a:cubicBezTo>
                  <a:pt x="527685" y="285750"/>
                  <a:pt x="515620" y="297815"/>
                  <a:pt x="500380" y="297815"/>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262" name="Google Shape;1262;p156"/>
          <p:cNvSpPr/>
          <p:nvPr/>
        </p:nvSpPr>
        <p:spPr>
          <a:xfrm>
            <a:off x="2187625" y="1982796"/>
            <a:ext cx="1371600" cy="650100"/>
          </a:xfrm>
          <a:prstGeom prst="rect">
            <a:avLst/>
          </a:prstGeom>
          <a:solidFill>
            <a:srgbClr val="FFFFFF"/>
          </a:solidFill>
          <a:ln w="19050" cap="flat" cmpd="sng">
            <a:solidFill>
              <a:schemeClr val="accent1"/>
            </a:solidFill>
            <a:prstDash val="solid"/>
            <a:round/>
            <a:headEnd type="none" w="sm" len="sm"/>
            <a:tailEnd type="none" w="sm" len="sm"/>
          </a:ln>
        </p:spPr>
        <p:txBody>
          <a:bodyPr spcFirstLastPara="1" wrap="square" lIns="68575" tIns="68575" rIns="68575" bIns="68575" anchor="ctr" anchorCtr="0">
            <a:noAutofit/>
          </a:bodyPr>
          <a:lstStyle/>
          <a:p>
            <a:pPr marL="0" lvl="0" indent="0" algn="ctr" rtl="0">
              <a:spcBef>
                <a:spcPts val="0"/>
              </a:spcBef>
              <a:spcAft>
                <a:spcPts val="0"/>
              </a:spcAft>
              <a:buNone/>
            </a:pPr>
            <a:r>
              <a:rPr lang="en" sz="1100" b="1">
                <a:solidFill>
                  <a:srgbClr val="FF550C"/>
                </a:solidFill>
                <a:latin typeface="Plus Jakarta Sans"/>
                <a:ea typeface="Plus Jakarta Sans"/>
                <a:cs typeface="Plus Jakarta Sans"/>
                <a:sym typeface="Plus Jakarta Sans"/>
              </a:rPr>
              <a:t>ACCELERATED TIME TO VALUE</a:t>
            </a:r>
            <a:endParaRPr sz="1100" b="1">
              <a:solidFill>
                <a:srgbClr val="FF550C"/>
              </a:solidFill>
              <a:latin typeface="Plus Jakarta Sans"/>
              <a:ea typeface="Plus Jakarta Sans"/>
              <a:cs typeface="Plus Jakarta Sans"/>
              <a:sym typeface="Plus Jakarta Sans"/>
            </a:endParaRPr>
          </a:p>
        </p:txBody>
      </p:sp>
      <p:sp>
        <p:nvSpPr>
          <p:cNvPr id="1263" name="Google Shape;1263;p156"/>
          <p:cNvSpPr/>
          <p:nvPr/>
        </p:nvSpPr>
        <p:spPr>
          <a:xfrm>
            <a:off x="2187625" y="2744799"/>
            <a:ext cx="1371600" cy="554100"/>
          </a:xfrm>
          <a:prstGeom prst="rect">
            <a:avLst/>
          </a:prstGeom>
          <a:noFill/>
          <a:ln w="9525" cap="flat" cmpd="sng">
            <a:solidFill>
              <a:srgbClr val="000000"/>
            </a:solidFill>
            <a:prstDash val="dash"/>
            <a:round/>
            <a:headEnd type="none" w="sm" len="sm"/>
            <a:tailEnd type="none" w="sm" len="sm"/>
          </a:ln>
        </p:spPr>
        <p:txBody>
          <a:bodyPr spcFirstLastPara="1" wrap="square" lIns="68575" tIns="68575" rIns="68575" bIns="68575" anchor="ctr" anchorCtr="0">
            <a:noAutofit/>
          </a:bodyPr>
          <a:lstStyle/>
          <a:p>
            <a:pPr marL="0" lvl="0" indent="0" algn="ctr" rtl="0">
              <a:spcBef>
                <a:spcPts val="0"/>
              </a:spcBef>
              <a:spcAft>
                <a:spcPts val="0"/>
              </a:spcAft>
              <a:buNone/>
            </a:pPr>
            <a:r>
              <a:rPr lang="en" sz="900">
                <a:latin typeface="Plus Jakarta Sans"/>
                <a:ea typeface="Plus Jakarta Sans"/>
                <a:cs typeface="Plus Jakarta Sans"/>
                <a:sym typeface="Plus Jakarta Sans"/>
              </a:rPr>
              <a:t>Pre-built </a:t>
            </a:r>
            <a:r>
              <a:rPr lang="en" sz="900" b="1">
                <a:latin typeface="Plus Jakarta Sans"/>
                <a:ea typeface="Plus Jakarta Sans"/>
                <a:cs typeface="Plus Jakarta Sans"/>
                <a:sym typeface="Plus Jakarta Sans"/>
              </a:rPr>
              <a:t>model templates, </a:t>
            </a:r>
            <a:r>
              <a:rPr lang="en" sz="900">
                <a:latin typeface="Plus Jakarta Sans"/>
                <a:ea typeface="Plus Jakarta Sans"/>
                <a:cs typeface="Plus Jakarta Sans"/>
                <a:sym typeface="Plus Jakarta Sans"/>
              </a:rPr>
              <a:t>i.e., AMPs, Studios, libraries, etc.</a:t>
            </a:r>
            <a:endParaRPr sz="900" b="1">
              <a:latin typeface="Plus Jakarta Sans"/>
              <a:ea typeface="Plus Jakarta Sans"/>
              <a:cs typeface="Plus Jakarta Sans"/>
              <a:sym typeface="Plus Jakarta Sans"/>
            </a:endParaRPr>
          </a:p>
        </p:txBody>
      </p:sp>
      <p:sp>
        <p:nvSpPr>
          <p:cNvPr id="1264" name="Google Shape;1264;p156"/>
          <p:cNvSpPr/>
          <p:nvPr/>
        </p:nvSpPr>
        <p:spPr>
          <a:xfrm>
            <a:off x="2187625" y="3430599"/>
            <a:ext cx="1371600" cy="554100"/>
          </a:xfrm>
          <a:prstGeom prst="rect">
            <a:avLst/>
          </a:prstGeom>
          <a:solidFill>
            <a:srgbClr val="FFFFFF"/>
          </a:solidFill>
          <a:ln w="9525" cap="flat" cmpd="sng">
            <a:solidFill>
              <a:srgbClr val="000000"/>
            </a:solidFill>
            <a:prstDash val="dash"/>
            <a:round/>
            <a:headEnd type="none" w="sm" len="sm"/>
            <a:tailEnd type="none" w="sm" len="sm"/>
          </a:ln>
        </p:spPr>
        <p:txBody>
          <a:bodyPr spcFirstLastPara="1" wrap="square" lIns="68575" tIns="68575" rIns="68575" bIns="68575" anchor="ctr" anchorCtr="0">
            <a:noAutofit/>
          </a:bodyPr>
          <a:lstStyle/>
          <a:p>
            <a:pPr marL="0" lvl="0" indent="0" algn="ctr" rtl="0">
              <a:spcBef>
                <a:spcPts val="0"/>
              </a:spcBef>
              <a:spcAft>
                <a:spcPts val="0"/>
              </a:spcAft>
              <a:buNone/>
            </a:pPr>
            <a:r>
              <a:rPr lang="en" sz="900" b="1">
                <a:latin typeface="Plus Jakarta Sans"/>
                <a:ea typeface="Plus Jakarta Sans"/>
                <a:cs typeface="Plus Jakarta Sans"/>
                <a:sym typeface="Plus Jakarta Sans"/>
              </a:rPr>
              <a:t>Accelerated inference service, </a:t>
            </a:r>
            <a:r>
              <a:rPr lang="en" sz="900">
                <a:latin typeface="Plus Jakarta Sans"/>
                <a:ea typeface="Plus Jakarta Sans"/>
                <a:cs typeface="Plus Jakarta Sans"/>
                <a:sym typeface="Plus Jakarta Sans"/>
              </a:rPr>
              <a:t>including NVIDIA NIMs</a:t>
            </a:r>
            <a:endParaRPr sz="900">
              <a:latin typeface="Plus Jakarta Sans"/>
              <a:ea typeface="Plus Jakarta Sans"/>
              <a:cs typeface="Plus Jakarta Sans"/>
              <a:sym typeface="Plus Jakarta Sans"/>
            </a:endParaRPr>
          </a:p>
        </p:txBody>
      </p:sp>
      <p:sp>
        <p:nvSpPr>
          <p:cNvPr id="1265" name="Google Shape;1265;p156"/>
          <p:cNvSpPr/>
          <p:nvPr/>
        </p:nvSpPr>
        <p:spPr>
          <a:xfrm>
            <a:off x="2187625" y="4116399"/>
            <a:ext cx="1371600" cy="554100"/>
          </a:xfrm>
          <a:prstGeom prst="rect">
            <a:avLst/>
          </a:prstGeom>
          <a:solidFill>
            <a:srgbClr val="FFFFFF"/>
          </a:solidFill>
          <a:ln w="9525" cap="flat" cmpd="sng">
            <a:solidFill>
              <a:srgbClr val="000000"/>
            </a:solidFill>
            <a:prstDash val="dash"/>
            <a:round/>
            <a:headEnd type="none" w="sm" len="sm"/>
            <a:tailEnd type="none" w="sm" len="sm"/>
          </a:ln>
        </p:spPr>
        <p:txBody>
          <a:bodyPr spcFirstLastPara="1" wrap="square" lIns="68575" tIns="68575" rIns="68575" bIns="68575" anchor="ctr" anchorCtr="0">
            <a:noAutofit/>
          </a:bodyPr>
          <a:lstStyle/>
          <a:p>
            <a:pPr marL="0" lvl="0" indent="0" algn="ctr" rtl="0">
              <a:spcBef>
                <a:spcPts val="0"/>
              </a:spcBef>
              <a:spcAft>
                <a:spcPts val="0"/>
              </a:spcAft>
              <a:buNone/>
            </a:pPr>
            <a:r>
              <a:rPr lang="en" sz="900" b="1">
                <a:latin typeface="Plus Jakarta Sans"/>
                <a:ea typeface="Plus Jakarta Sans"/>
                <a:cs typeface="Plus Jakarta Sans"/>
                <a:sym typeface="Plus Jakarta Sans"/>
              </a:rPr>
              <a:t>Avoid integration delays </a:t>
            </a:r>
            <a:r>
              <a:rPr lang="en" sz="900">
                <a:latin typeface="Plus Jakarta Sans"/>
                <a:ea typeface="Plus Jakarta Sans"/>
                <a:cs typeface="Plus Jakarta Sans"/>
                <a:sym typeface="Plus Jakarta Sans"/>
              </a:rPr>
              <a:t>with pre-built Cloudera integrations</a:t>
            </a:r>
            <a:endParaRPr sz="900">
              <a:latin typeface="Plus Jakarta Sans"/>
              <a:ea typeface="Plus Jakarta Sans"/>
              <a:cs typeface="Plus Jakarta Sans"/>
              <a:sym typeface="Plus Jakarta Sans"/>
            </a:endParaRPr>
          </a:p>
        </p:txBody>
      </p:sp>
      <p:grpSp>
        <p:nvGrpSpPr>
          <p:cNvPr id="1266" name="Google Shape;1266;p156"/>
          <p:cNvGrpSpPr/>
          <p:nvPr/>
        </p:nvGrpSpPr>
        <p:grpSpPr>
          <a:xfrm>
            <a:off x="2570007" y="1285972"/>
            <a:ext cx="606844" cy="554118"/>
            <a:chOff x="1506855" y="4075429"/>
            <a:chExt cx="486409" cy="486410"/>
          </a:xfrm>
        </p:grpSpPr>
        <p:sp>
          <p:nvSpPr>
            <p:cNvPr id="1267" name="Google Shape;1267;p156"/>
            <p:cNvSpPr/>
            <p:nvPr/>
          </p:nvSpPr>
          <p:spPr>
            <a:xfrm>
              <a:off x="1668145" y="4088765"/>
              <a:ext cx="162559" cy="459739"/>
            </a:xfrm>
            <a:custGeom>
              <a:avLst/>
              <a:gdLst/>
              <a:ahLst/>
              <a:cxnLst/>
              <a:rect l="l" t="t" r="r" b="b"/>
              <a:pathLst>
                <a:path w="162559" h="459739" extrusionOk="0">
                  <a:moveTo>
                    <a:pt x="110490" y="390525"/>
                  </a:moveTo>
                  <a:cubicBezTo>
                    <a:pt x="104140" y="384175"/>
                    <a:pt x="96520" y="380365"/>
                    <a:pt x="88265" y="379095"/>
                  </a:cubicBezTo>
                  <a:lnTo>
                    <a:pt x="88265" y="182245"/>
                  </a:lnTo>
                  <a:cubicBezTo>
                    <a:pt x="91440" y="182245"/>
                    <a:pt x="93980" y="182880"/>
                    <a:pt x="97155" y="182880"/>
                  </a:cubicBezTo>
                  <a:lnTo>
                    <a:pt x="98425" y="169545"/>
                  </a:lnTo>
                  <a:cubicBezTo>
                    <a:pt x="95250" y="168910"/>
                    <a:pt x="91440" y="168910"/>
                    <a:pt x="88265" y="168910"/>
                  </a:cubicBezTo>
                  <a:lnTo>
                    <a:pt x="88265" y="26035"/>
                  </a:lnTo>
                  <a:lnTo>
                    <a:pt x="153035" y="90805"/>
                  </a:lnTo>
                  <a:lnTo>
                    <a:pt x="162560" y="81280"/>
                  </a:lnTo>
                  <a:lnTo>
                    <a:pt x="81280" y="0"/>
                  </a:lnTo>
                  <a:lnTo>
                    <a:pt x="0" y="81280"/>
                  </a:lnTo>
                  <a:lnTo>
                    <a:pt x="9525" y="90805"/>
                  </a:lnTo>
                  <a:lnTo>
                    <a:pt x="74295" y="26035"/>
                  </a:lnTo>
                  <a:lnTo>
                    <a:pt x="74295" y="168910"/>
                  </a:lnTo>
                  <a:cubicBezTo>
                    <a:pt x="70485" y="168910"/>
                    <a:pt x="66675" y="169545"/>
                    <a:pt x="62865" y="169545"/>
                  </a:cubicBezTo>
                  <a:lnTo>
                    <a:pt x="64770" y="182880"/>
                  </a:lnTo>
                  <a:cubicBezTo>
                    <a:pt x="67945" y="182245"/>
                    <a:pt x="71755" y="182245"/>
                    <a:pt x="74930" y="182245"/>
                  </a:cubicBezTo>
                  <a:lnTo>
                    <a:pt x="74930" y="379095"/>
                  </a:lnTo>
                  <a:cubicBezTo>
                    <a:pt x="66675" y="380365"/>
                    <a:pt x="59055" y="384175"/>
                    <a:pt x="52705" y="390525"/>
                  </a:cubicBezTo>
                  <a:cubicBezTo>
                    <a:pt x="36830" y="406400"/>
                    <a:pt x="36830" y="431800"/>
                    <a:pt x="52705" y="447675"/>
                  </a:cubicBezTo>
                  <a:cubicBezTo>
                    <a:pt x="60325" y="455295"/>
                    <a:pt x="71120" y="459740"/>
                    <a:pt x="81280" y="459740"/>
                  </a:cubicBezTo>
                  <a:cubicBezTo>
                    <a:pt x="91440" y="459740"/>
                    <a:pt x="102235" y="455930"/>
                    <a:pt x="109855" y="447675"/>
                  </a:cubicBezTo>
                  <a:cubicBezTo>
                    <a:pt x="126365" y="432435"/>
                    <a:pt x="126365" y="406400"/>
                    <a:pt x="110490" y="390525"/>
                  </a:cubicBezTo>
                  <a:close/>
                  <a:moveTo>
                    <a:pt x="81915" y="19685"/>
                  </a:moveTo>
                  <a:lnTo>
                    <a:pt x="82550" y="20320"/>
                  </a:lnTo>
                  <a:lnTo>
                    <a:pt x="81280" y="20320"/>
                  </a:lnTo>
                  <a:lnTo>
                    <a:pt x="81915" y="19685"/>
                  </a:lnTo>
                  <a:close/>
                  <a:moveTo>
                    <a:pt x="100965" y="438150"/>
                  </a:moveTo>
                  <a:cubicBezTo>
                    <a:pt x="95885" y="443230"/>
                    <a:pt x="88900" y="445770"/>
                    <a:pt x="81915" y="445770"/>
                  </a:cubicBezTo>
                  <a:cubicBezTo>
                    <a:pt x="74930" y="445770"/>
                    <a:pt x="67945" y="443230"/>
                    <a:pt x="62865" y="438150"/>
                  </a:cubicBezTo>
                  <a:cubicBezTo>
                    <a:pt x="57785" y="433070"/>
                    <a:pt x="55245" y="426085"/>
                    <a:pt x="55245" y="419100"/>
                  </a:cubicBezTo>
                  <a:cubicBezTo>
                    <a:pt x="55245" y="412115"/>
                    <a:pt x="57785" y="405130"/>
                    <a:pt x="62865" y="400050"/>
                  </a:cubicBezTo>
                  <a:cubicBezTo>
                    <a:pt x="67945" y="394970"/>
                    <a:pt x="74930" y="392430"/>
                    <a:pt x="81915" y="392430"/>
                  </a:cubicBezTo>
                  <a:cubicBezTo>
                    <a:pt x="88900" y="392430"/>
                    <a:pt x="95885" y="394970"/>
                    <a:pt x="100965" y="400050"/>
                  </a:cubicBezTo>
                  <a:cubicBezTo>
                    <a:pt x="106045" y="405130"/>
                    <a:pt x="108585" y="412115"/>
                    <a:pt x="108585" y="419100"/>
                  </a:cubicBezTo>
                  <a:cubicBezTo>
                    <a:pt x="108585" y="426085"/>
                    <a:pt x="106045" y="433070"/>
                    <a:pt x="100965" y="438150"/>
                  </a:cubicBezTo>
                  <a:close/>
                </a:path>
              </a:pathLst>
            </a:custGeom>
            <a:solidFill>
              <a:srgbClr val="FF550C"/>
            </a:solidFill>
            <a:ln>
              <a:noFill/>
            </a:ln>
          </p:spPr>
          <p:txBody>
            <a:bodyPr spcFirstLastPara="1" wrap="square" lIns="51425" tIns="25700" rIns="51425" bIns="25700"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305868"/>
                </a:solidFill>
                <a:latin typeface="Calibri"/>
                <a:ea typeface="Calibri"/>
                <a:cs typeface="Calibri"/>
                <a:sym typeface="Calibri"/>
              </a:endParaRPr>
            </a:p>
          </p:txBody>
        </p:sp>
        <p:sp>
          <p:nvSpPr>
            <p:cNvPr id="1268" name="Google Shape;1268;p156"/>
            <p:cNvSpPr/>
            <p:nvPr/>
          </p:nvSpPr>
          <p:spPr>
            <a:xfrm>
              <a:off x="1506855" y="4075429"/>
              <a:ext cx="486409" cy="486410"/>
            </a:xfrm>
            <a:custGeom>
              <a:avLst/>
              <a:gdLst/>
              <a:ahLst/>
              <a:cxnLst/>
              <a:rect l="l" t="t" r="r" b="b"/>
              <a:pathLst>
                <a:path w="486409" h="486410" extrusionOk="0">
                  <a:moveTo>
                    <a:pt x="243205" y="0"/>
                  </a:moveTo>
                  <a:cubicBezTo>
                    <a:pt x="108585" y="0"/>
                    <a:pt x="0" y="109220"/>
                    <a:pt x="0" y="243205"/>
                  </a:cubicBezTo>
                  <a:cubicBezTo>
                    <a:pt x="0" y="377190"/>
                    <a:pt x="109220" y="486410"/>
                    <a:pt x="243205" y="486410"/>
                  </a:cubicBezTo>
                  <a:cubicBezTo>
                    <a:pt x="377825" y="486410"/>
                    <a:pt x="486410" y="377190"/>
                    <a:pt x="486410" y="243205"/>
                  </a:cubicBezTo>
                  <a:cubicBezTo>
                    <a:pt x="486410" y="109220"/>
                    <a:pt x="377825" y="0"/>
                    <a:pt x="243205" y="0"/>
                  </a:cubicBezTo>
                  <a:close/>
                  <a:moveTo>
                    <a:pt x="351155" y="446405"/>
                  </a:moveTo>
                  <a:lnTo>
                    <a:pt x="343535" y="438785"/>
                  </a:lnTo>
                  <a:cubicBezTo>
                    <a:pt x="333375" y="448945"/>
                    <a:pt x="322580" y="457200"/>
                    <a:pt x="311150" y="463550"/>
                  </a:cubicBezTo>
                  <a:cubicBezTo>
                    <a:pt x="289560" y="470535"/>
                    <a:pt x="266700" y="473710"/>
                    <a:pt x="242570" y="473710"/>
                  </a:cubicBezTo>
                  <a:cubicBezTo>
                    <a:pt x="219075" y="473710"/>
                    <a:pt x="195580" y="469900"/>
                    <a:pt x="173990" y="463550"/>
                  </a:cubicBezTo>
                  <a:cubicBezTo>
                    <a:pt x="162560" y="457200"/>
                    <a:pt x="152400" y="449580"/>
                    <a:pt x="141605" y="438785"/>
                  </a:cubicBezTo>
                  <a:lnTo>
                    <a:pt x="133985" y="446405"/>
                  </a:lnTo>
                  <a:cubicBezTo>
                    <a:pt x="61595" y="407670"/>
                    <a:pt x="12065" y="331470"/>
                    <a:pt x="12065" y="243840"/>
                  </a:cubicBezTo>
                  <a:cubicBezTo>
                    <a:pt x="12065" y="116840"/>
                    <a:pt x="114935" y="13970"/>
                    <a:pt x="241935" y="13970"/>
                  </a:cubicBezTo>
                  <a:cubicBezTo>
                    <a:pt x="368935" y="13970"/>
                    <a:pt x="471805" y="116840"/>
                    <a:pt x="471805" y="243840"/>
                  </a:cubicBezTo>
                  <a:cubicBezTo>
                    <a:pt x="473075" y="330835"/>
                    <a:pt x="423545" y="407035"/>
                    <a:pt x="351155" y="446405"/>
                  </a:cubicBezTo>
                  <a:close/>
                </a:path>
              </a:pathLst>
            </a:custGeom>
            <a:solidFill>
              <a:srgbClr val="FF550C"/>
            </a:solidFill>
            <a:ln>
              <a:noFill/>
            </a:ln>
          </p:spPr>
          <p:txBody>
            <a:bodyPr spcFirstLastPara="1" wrap="square" lIns="51425" tIns="25700" rIns="51425" bIns="25700"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305868"/>
                </a:solidFill>
                <a:latin typeface="Calibri"/>
                <a:ea typeface="Calibri"/>
                <a:cs typeface="Calibri"/>
                <a:sym typeface="Calibri"/>
              </a:endParaRPr>
            </a:p>
          </p:txBody>
        </p:sp>
        <p:sp>
          <p:nvSpPr>
            <p:cNvPr id="1269" name="Google Shape;1269;p156"/>
            <p:cNvSpPr/>
            <p:nvPr/>
          </p:nvSpPr>
          <p:spPr>
            <a:xfrm>
              <a:off x="1597660" y="4345304"/>
              <a:ext cx="24129" cy="36829"/>
            </a:xfrm>
            <a:custGeom>
              <a:avLst/>
              <a:gdLst/>
              <a:ahLst/>
              <a:cxnLst/>
              <a:rect l="l" t="t" r="r" b="b"/>
              <a:pathLst>
                <a:path w="24129" h="36829" extrusionOk="0">
                  <a:moveTo>
                    <a:pt x="20320" y="14605"/>
                  </a:moveTo>
                  <a:cubicBezTo>
                    <a:pt x="21590" y="11430"/>
                    <a:pt x="22860" y="8890"/>
                    <a:pt x="24130" y="5715"/>
                  </a:cubicBezTo>
                  <a:lnTo>
                    <a:pt x="12065" y="0"/>
                  </a:lnTo>
                  <a:cubicBezTo>
                    <a:pt x="10795" y="3175"/>
                    <a:pt x="8890" y="6350"/>
                    <a:pt x="7620" y="9525"/>
                  </a:cubicBezTo>
                  <a:cubicBezTo>
                    <a:pt x="4445" y="17145"/>
                    <a:pt x="1905" y="25400"/>
                    <a:pt x="0" y="33655"/>
                  </a:cubicBezTo>
                  <a:lnTo>
                    <a:pt x="13335" y="36830"/>
                  </a:lnTo>
                  <a:cubicBezTo>
                    <a:pt x="15240" y="29210"/>
                    <a:pt x="17780" y="21590"/>
                    <a:pt x="20320" y="14605"/>
                  </a:cubicBezTo>
                  <a:close/>
                </a:path>
              </a:pathLst>
            </a:custGeom>
            <a:solidFill>
              <a:srgbClr val="FF550C"/>
            </a:solidFill>
            <a:ln>
              <a:noFill/>
            </a:ln>
          </p:spPr>
          <p:txBody>
            <a:bodyPr spcFirstLastPara="1" wrap="square" lIns="51425" tIns="25700" rIns="51425" bIns="25700"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305868"/>
                </a:solidFill>
                <a:latin typeface="Calibri"/>
                <a:ea typeface="Calibri"/>
                <a:cs typeface="Calibri"/>
                <a:sym typeface="Calibri"/>
              </a:endParaRPr>
            </a:p>
          </p:txBody>
        </p:sp>
        <p:sp>
          <p:nvSpPr>
            <p:cNvPr id="1270" name="Google Shape;1270;p156"/>
            <p:cNvSpPr/>
            <p:nvPr/>
          </p:nvSpPr>
          <p:spPr>
            <a:xfrm>
              <a:off x="1671954" y="4265295"/>
              <a:ext cx="36195" cy="25400"/>
            </a:xfrm>
            <a:custGeom>
              <a:avLst/>
              <a:gdLst/>
              <a:ahLst/>
              <a:cxnLst/>
              <a:rect l="l" t="t" r="r" b="b"/>
              <a:pathLst>
                <a:path w="36195" h="25400" extrusionOk="0">
                  <a:moveTo>
                    <a:pt x="24765" y="16510"/>
                  </a:moveTo>
                  <a:cubicBezTo>
                    <a:pt x="28575" y="15240"/>
                    <a:pt x="32385" y="13335"/>
                    <a:pt x="36195" y="12700"/>
                  </a:cubicBezTo>
                  <a:lnTo>
                    <a:pt x="32385" y="0"/>
                  </a:lnTo>
                  <a:cubicBezTo>
                    <a:pt x="27940" y="1270"/>
                    <a:pt x="24130" y="2540"/>
                    <a:pt x="19685" y="4445"/>
                  </a:cubicBezTo>
                  <a:cubicBezTo>
                    <a:pt x="12700" y="6985"/>
                    <a:pt x="6350" y="10795"/>
                    <a:pt x="0" y="13970"/>
                  </a:cubicBezTo>
                  <a:lnTo>
                    <a:pt x="6985" y="25400"/>
                  </a:lnTo>
                  <a:cubicBezTo>
                    <a:pt x="12065" y="22225"/>
                    <a:pt x="18415" y="19050"/>
                    <a:pt x="24765" y="16510"/>
                  </a:cubicBezTo>
                  <a:close/>
                </a:path>
              </a:pathLst>
            </a:custGeom>
            <a:solidFill>
              <a:srgbClr val="FF550C"/>
            </a:solidFill>
            <a:ln>
              <a:noFill/>
            </a:ln>
          </p:spPr>
          <p:txBody>
            <a:bodyPr spcFirstLastPara="1" wrap="square" lIns="51425" tIns="25700" rIns="51425" bIns="25700"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305868"/>
                </a:solidFill>
                <a:latin typeface="Calibri"/>
                <a:ea typeface="Calibri"/>
                <a:cs typeface="Calibri"/>
                <a:sym typeface="Calibri"/>
              </a:endParaRPr>
            </a:p>
          </p:txBody>
        </p:sp>
        <p:sp>
          <p:nvSpPr>
            <p:cNvPr id="1271" name="Google Shape;1271;p156"/>
            <p:cNvSpPr/>
            <p:nvPr/>
          </p:nvSpPr>
          <p:spPr>
            <a:xfrm>
              <a:off x="1594485" y="4406265"/>
              <a:ext cx="15875" cy="34925"/>
            </a:xfrm>
            <a:custGeom>
              <a:avLst/>
              <a:gdLst/>
              <a:ahLst/>
              <a:cxnLst/>
              <a:rect l="l" t="t" r="r" b="b"/>
              <a:pathLst>
                <a:path w="15875" h="34925" extrusionOk="0">
                  <a:moveTo>
                    <a:pt x="13335" y="6985"/>
                  </a:moveTo>
                  <a:cubicBezTo>
                    <a:pt x="13335" y="5080"/>
                    <a:pt x="13335" y="3175"/>
                    <a:pt x="13335" y="635"/>
                  </a:cubicBezTo>
                  <a:lnTo>
                    <a:pt x="0" y="0"/>
                  </a:lnTo>
                  <a:cubicBezTo>
                    <a:pt x="0" y="1905"/>
                    <a:pt x="0" y="4445"/>
                    <a:pt x="0" y="6350"/>
                  </a:cubicBezTo>
                  <a:cubicBezTo>
                    <a:pt x="0" y="15875"/>
                    <a:pt x="635" y="25400"/>
                    <a:pt x="2540" y="34925"/>
                  </a:cubicBezTo>
                  <a:lnTo>
                    <a:pt x="15875" y="32385"/>
                  </a:lnTo>
                  <a:cubicBezTo>
                    <a:pt x="13970" y="24765"/>
                    <a:pt x="13335" y="15875"/>
                    <a:pt x="13335" y="6985"/>
                  </a:cubicBezTo>
                  <a:close/>
                </a:path>
              </a:pathLst>
            </a:custGeom>
            <a:solidFill>
              <a:srgbClr val="FF550C"/>
            </a:solidFill>
            <a:ln>
              <a:noFill/>
            </a:ln>
          </p:spPr>
          <p:txBody>
            <a:bodyPr spcFirstLastPara="1" wrap="square" lIns="51425" tIns="25700" rIns="51425" bIns="25700"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305868"/>
                </a:solidFill>
                <a:latin typeface="Calibri"/>
                <a:ea typeface="Calibri"/>
                <a:cs typeface="Calibri"/>
                <a:sym typeface="Calibri"/>
              </a:endParaRPr>
            </a:p>
          </p:txBody>
        </p:sp>
        <p:sp>
          <p:nvSpPr>
            <p:cNvPr id="1272" name="Google Shape;1272;p156"/>
            <p:cNvSpPr/>
            <p:nvPr/>
          </p:nvSpPr>
          <p:spPr>
            <a:xfrm>
              <a:off x="1868804" y="4462779"/>
              <a:ext cx="27305" cy="36195"/>
            </a:xfrm>
            <a:custGeom>
              <a:avLst/>
              <a:gdLst/>
              <a:ahLst/>
              <a:cxnLst/>
              <a:rect l="l" t="t" r="r" b="b"/>
              <a:pathLst>
                <a:path w="27305" h="36195" extrusionOk="0">
                  <a:moveTo>
                    <a:pt x="12700" y="3810"/>
                  </a:moveTo>
                  <a:cubicBezTo>
                    <a:pt x="8890" y="12700"/>
                    <a:pt x="5080" y="20955"/>
                    <a:pt x="0" y="28575"/>
                  </a:cubicBezTo>
                  <a:lnTo>
                    <a:pt x="11430" y="36195"/>
                  </a:lnTo>
                  <a:cubicBezTo>
                    <a:pt x="17145" y="27940"/>
                    <a:pt x="21590" y="18415"/>
                    <a:pt x="25400" y="8890"/>
                  </a:cubicBezTo>
                  <a:cubicBezTo>
                    <a:pt x="26035" y="7620"/>
                    <a:pt x="26670" y="5715"/>
                    <a:pt x="27305" y="4445"/>
                  </a:cubicBezTo>
                  <a:lnTo>
                    <a:pt x="14605" y="0"/>
                  </a:lnTo>
                  <a:cubicBezTo>
                    <a:pt x="13970" y="1270"/>
                    <a:pt x="13335" y="2540"/>
                    <a:pt x="12700" y="3810"/>
                  </a:cubicBezTo>
                  <a:close/>
                </a:path>
              </a:pathLst>
            </a:custGeom>
            <a:solidFill>
              <a:srgbClr val="FF550C"/>
            </a:solidFill>
            <a:ln>
              <a:noFill/>
            </a:ln>
          </p:spPr>
          <p:txBody>
            <a:bodyPr spcFirstLastPara="1" wrap="square" lIns="51425" tIns="25700" rIns="51425" bIns="25700"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305868"/>
                </a:solidFill>
                <a:latin typeface="Calibri"/>
                <a:ea typeface="Calibri"/>
                <a:cs typeface="Calibri"/>
                <a:sym typeface="Calibri"/>
              </a:endParaRPr>
            </a:p>
          </p:txBody>
        </p:sp>
        <p:sp>
          <p:nvSpPr>
            <p:cNvPr id="1273" name="Google Shape;1273;p156"/>
            <p:cNvSpPr/>
            <p:nvPr/>
          </p:nvSpPr>
          <p:spPr>
            <a:xfrm>
              <a:off x="1840864" y="4294504"/>
              <a:ext cx="33020" cy="33654"/>
            </a:xfrm>
            <a:custGeom>
              <a:avLst/>
              <a:gdLst/>
              <a:ahLst/>
              <a:cxnLst/>
              <a:rect l="l" t="t" r="r" b="b"/>
              <a:pathLst>
                <a:path w="33020" h="33654" extrusionOk="0">
                  <a:moveTo>
                    <a:pt x="19050" y="8890"/>
                  </a:moveTo>
                  <a:cubicBezTo>
                    <a:pt x="15875" y="5715"/>
                    <a:pt x="12700" y="2540"/>
                    <a:pt x="8890" y="0"/>
                  </a:cubicBezTo>
                  <a:lnTo>
                    <a:pt x="0" y="10160"/>
                  </a:lnTo>
                  <a:cubicBezTo>
                    <a:pt x="3175" y="12700"/>
                    <a:pt x="6350" y="15875"/>
                    <a:pt x="8890" y="18415"/>
                  </a:cubicBezTo>
                  <a:cubicBezTo>
                    <a:pt x="13335" y="22860"/>
                    <a:pt x="17780" y="27940"/>
                    <a:pt x="22225" y="33655"/>
                  </a:cubicBezTo>
                  <a:lnTo>
                    <a:pt x="33020" y="25400"/>
                  </a:lnTo>
                  <a:cubicBezTo>
                    <a:pt x="29210" y="19685"/>
                    <a:pt x="24130" y="13970"/>
                    <a:pt x="19050" y="8890"/>
                  </a:cubicBezTo>
                  <a:close/>
                </a:path>
              </a:pathLst>
            </a:custGeom>
            <a:solidFill>
              <a:srgbClr val="FF550C"/>
            </a:solidFill>
            <a:ln>
              <a:noFill/>
            </a:ln>
          </p:spPr>
          <p:txBody>
            <a:bodyPr spcFirstLastPara="1" wrap="square" lIns="51425" tIns="25700" rIns="51425" bIns="25700"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305868"/>
                </a:solidFill>
                <a:latin typeface="Calibri"/>
                <a:ea typeface="Calibri"/>
                <a:cs typeface="Calibri"/>
                <a:sym typeface="Calibri"/>
              </a:endParaRPr>
            </a:p>
          </p:txBody>
        </p:sp>
        <p:sp>
          <p:nvSpPr>
            <p:cNvPr id="1274" name="Google Shape;1274;p156"/>
            <p:cNvSpPr/>
            <p:nvPr/>
          </p:nvSpPr>
          <p:spPr>
            <a:xfrm>
              <a:off x="1877060" y="4344034"/>
              <a:ext cx="24129" cy="36195"/>
            </a:xfrm>
            <a:custGeom>
              <a:avLst/>
              <a:gdLst/>
              <a:ahLst/>
              <a:cxnLst/>
              <a:rect l="l" t="t" r="r" b="b"/>
              <a:pathLst>
                <a:path w="24129" h="36195" extrusionOk="0">
                  <a:moveTo>
                    <a:pt x="10795" y="36195"/>
                  </a:moveTo>
                  <a:lnTo>
                    <a:pt x="24130" y="33020"/>
                  </a:lnTo>
                  <a:cubicBezTo>
                    <a:pt x="22225" y="25400"/>
                    <a:pt x="19685" y="17780"/>
                    <a:pt x="17145" y="10795"/>
                  </a:cubicBezTo>
                  <a:cubicBezTo>
                    <a:pt x="15875" y="6985"/>
                    <a:pt x="13970" y="3175"/>
                    <a:pt x="12065" y="0"/>
                  </a:cubicBezTo>
                  <a:lnTo>
                    <a:pt x="0" y="6350"/>
                  </a:lnTo>
                  <a:cubicBezTo>
                    <a:pt x="1905" y="9525"/>
                    <a:pt x="3175" y="12700"/>
                    <a:pt x="4445" y="16510"/>
                  </a:cubicBezTo>
                  <a:cubicBezTo>
                    <a:pt x="6985" y="22225"/>
                    <a:pt x="9525" y="29210"/>
                    <a:pt x="10795" y="36195"/>
                  </a:cubicBezTo>
                  <a:close/>
                </a:path>
              </a:pathLst>
            </a:custGeom>
            <a:solidFill>
              <a:srgbClr val="FF550C"/>
            </a:solidFill>
            <a:ln>
              <a:noFill/>
            </a:ln>
          </p:spPr>
          <p:txBody>
            <a:bodyPr spcFirstLastPara="1" wrap="square" lIns="51425" tIns="25700" rIns="51425" bIns="25700"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305868"/>
                </a:solidFill>
                <a:latin typeface="Calibri"/>
                <a:ea typeface="Calibri"/>
                <a:cs typeface="Calibri"/>
                <a:sym typeface="Calibri"/>
              </a:endParaRPr>
            </a:p>
          </p:txBody>
        </p:sp>
        <p:sp>
          <p:nvSpPr>
            <p:cNvPr id="1275" name="Google Shape;1275;p156"/>
            <p:cNvSpPr/>
            <p:nvPr/>
          </p:nvSpPr>
          <p:spPr>
            <a:xfrm>
              <a:off x="1889760" y="4405629"/>
              <a:ext cx="15875" cy="34925"/>
            </a:xfrm>
            <a:custGeom>
              <a:avLst/>
              <a:gdLst/>
              <a:ahLst/>
              <a:cxnLst/>
              <a:rect l="l" t="t" r="r" b="b"/>
              <a:pathLst>
                <a:path w="15875" h="34925" extrusionOk="0">
                  <a:moveTo>
                    <a:pt x="1905" y="0"/>
                  </a:moveTo>
                  <a:cubicBezTo>
                    <a:pt x="1905" y="2540"/>
                    <a:pt x="1905" y="5080"/>
                    <a:pt x="1905" y="7620"/>
                  </a:cubicBezTo>
                  <a:cubicBezTo>
                    <a:pt x="1905" y="15875"/>
                    <a:pt x="1270" y="24130"/>
                    <a:pt x="0" y="32385"/>
                  </a:cubicBezTo>
                  <a:lnTo>
                    <a:pt x="13335" y="34925"/>
                  </a:lnTo>
                  <a:cubicBezTo>
                    <a:pt x="14605" y="26035"/>
                    <a:pt x="15875" y="17145"/>
                    <a:pt x="15875" y="8255"/>
                  </a:cubicBezTo>
                  <a:cubicBezTo>
                    <a:pt x="15875" y="5715"/>
                    <a:pt x="15875" y="2540"/>
                    <a:pt x="15875" y="0"/>
                  </a:cubicBezTo>
                  <a:lnTo>
                    <a:pt x="1905" y="0"/>
                  </a:lnTo>
                  <a:close/>
                </a:path>
              </a:pathLst>
            </a:custGeom>
            <a:solidFill>
              <a:srgbClr val="FF550C"/>
            </a:solidFill>
            <a:ln>
              <a:noFill/>
            </a:ln>
          </p:spPr>
          <p:txBody>
            <a:bodyPr spcFirstLastPara="1" wrap="square" lIns="51425" tIns="25700" rIns="51425" bIns="25700"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305868"/>
                </a:solidFill>
                <a:latin typeface="Calibri"/>
                <a:ea typeface="Calibri"/>
                <a:cs typeface="Calibri"/>
                <a:sym typeface="Calibri"/>
              </a:endParaRPr>
            </a:p>
          </p:txBody>
        </p:sp>
        <p:sp>
          <p:nvSpPr>
            <p:cNvPr id="1276" name="Google Shape;1276;p156"/>
            <p:cNvSpPr/>
            <p:nvPr/>
          </p:nvSpPr>
          <p:spPr>
            <a:xfrm>
              <a:off x="1604644" y="4464050"/>
              <a:ext cx="26669" cy="34925"/>
            </a:xfrm>
            <a:custGeom>
              <a:avLst/>
              <a:gdLst/>
              <a:ahLst/>
              <a:cxnLst/>
              <a:rect l="l" t="t" r="r" b="b"/>
              <a:pathLst>
                <a:path w="26669" h="34925" extrusionOk="0">
                  <a:moveTo>
                    <a:pt x="12700" y="0"/>
                  </a:moveTo>
                  <a:lnTo>
                    <a:pt x="0" y="5080"/>
                  </a:lnTo>
                  <a:lnTo>
                    <a:pt x="1270" y="7620"/>
                  </a:lnTo>
                  <a:cubicBezTo>
                    <a:pt x="5080" y="17145"/>
                    <a:pt x="10160" y="26035"/>
                    <a:pt x="15240" y="34925"/>
                  </a:cubicBezTo>
                  <a:lnTo>
                    <a:pt x="26670" y="27305"/>
                  </a:lnTo>
                  <a:cubicBezTo>
                    <a:pt x="21590" y="19685"/>
                    <a:pt x="17145" y="11430"/>
                    <a:pt x="13970" y="2540"/>
                  </a:cubicBezTo>
                  <a:lnTo>
                    <a:pt x="12700" y="0"/>
                  </a:lnTo>
                  <a:close/>
                </a:path>
              </a:pathLst>
            </a:custGeom>
            <a:solidFill>
              <a:srgbClr val="FF550C"/>
            </a:solidFill>
            <a:ln>
              <a:noFill/>
            </a:ln>
          </p:spPr>
          <p:txBody>
            <a:bodyPr spcFirstLastPara="1" wrap="square" lIns="51425" tIns="25700" rIns="51425" bIns="25700"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305868"/>
                </a:solidFill>
                <a:latin typeface="Calibri"/>
                <a:ea typeface="Calibri"/>
                <a:cs typeface="Calibri"/>
                <a:sym typeface="Calibri"/>
              </a:endParaRPr>
            </a:p>
          </p:txBody>
        </p:sp>
        <p:sp>
          <p:nvSpPr>
            <p:cNvPr id="1277" name="Google Shape;1277;p156"/>
            <p:cNvSpPr/>
            <p:nvPr/>
          </p:nvSpPr>
          <p:spPr>
            <a:xfrm>
              <a:off x="1790700" y="4264025"/>
              <a:ext cx="36195" cy="25400"/>
            </a:xfrm>
            <a:custGeom>
              <a:avLst/>
              <a:gdLst/>
              <a:ahLst/>
              <a:cxnLst/>
              <a:rect l="l" t="t" r="r" b="b"/>
              <a:pathLst>
                <a:path w="36195" h="25400" extrusionOk="0">
                  <a:moveTo>
                    <a:pt x="3810" y="0"/>
                  </a:moveTo>
                  <a:lnTo>
                    <a:pt x="0" y="12700"/>
                  </a:lnTo>
                  <a:cubicBezTo>
                    <a:pt x="4445" y="13970"/>
                    <a:pt x="8890" y="15240"/>
                    <a:pt x="12700" y="17145"/>
                  </a:cubicBezTo>
                  <a:cubicBezTo>
                    <a:pt x="18415" y="19685"/>
                    <a:pt x="24130" y="22225"/>
                    <a:pt x="29210" y="25400"/>
                  </a:cubicBezTo>
                  <a:lnTo>
                    <a:pt x="36195" y="13335"/>
                  </a:lnTo>
                  <a:cubicBezTo>
                    <a:pt x="30480" y="10160"/>
                    <a:pt x="24130" y="6985"/>
                    <a:pt x="17780" y="4445"/>
                  </a:cubicBezTo>
                  <a:cubicBezTo>
                    <a:pt x="13335" y="3175"/>
                    <a:pt x="8255" y="1905"/>
                    <a:pt x="3810" y="0"/>
                  </a:cubicBezTo>
                  <a:close/>
                </a:path>
              </a:pathLst>
            </a:custGeom>
            <a:solidFill>
              <a:srgbClr val="FF550C"/>
            </a:solidFill>
            <a:ln>
              <a:noFill/>
            </a:ln>
          </p:spPr>
          <p:txBody>
            <a:bodyPr spcFirstLastPara="1" wrap="square" lIns="51425" tIns="25700" rIns="51425" bIns="25700"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305868"/>
                </a:solidFill>
                <a:latin typeface="Calibri"/>
                <a:ea typeface="Calibri"/>
                <a:cs typeface="Calibri"/>
                <a:sym typeface="Calibri"/>
              </a:endParaRPr>
            </a:p>
          </p:txBody>
        </p:sp>
        <p:sp>
          <p:nvSpPr>
            <p:cNvPr id="1278" name="Google Shape;1278;p156"/>
            <p:cNvSpPr/>
            <p:nvPr/>
          </p:nvSpPr>
          <p:spPr>
            <a:xfrm>
              <a:off x="1624964" y="4295775"/>
              <a:ext cx="32385" cy="33654"/>
            </a:xfrm>
            <a:custGeom>
              <a:avLst/>
              <a:gdLst/>
              <a:ahLst/>
              <a:cxnLst/>
              <a:rect l="l" t="t" r="r" b="b"/>
              <a:pathLst>
                <a:path w="32385" h="33654" extrusionOk="0">
                  <a:moveTo>
                    <a:pt x="15240" y="7620"/>
                  </a:moveTo>
                  <a:cubicBezTo>
                    <a:pt x="9525" y="13335"/>
                    <a:pt x="4445" y="19050"/>
                    <a:pt x="0" y="25400"/>
                  </a:cubicBezTo>
                  <a:lnTo>
                    <a:pt x="10795" y="33655"/>
                  </a:lnTo>
                  <a:cubicBezTo>
                    <a:pt x="15240" y="27940"/>
                    <a:pt x="19685" y="22225"/>
                    <a:pt x="24765" y="17145"/>
                  </a:cubicBezTo>
                  <a:cubicBezTo>
                    <a:pt x="27305" y="14605"/>
                    <a:pt x="29845" y="12065"/>
                    <a:pt x="32385" y="10160"/>
                  </a:cubicBezTo>
                  <a:lnTo>
                    <a:pt x="23495" y="0"/>
                  </a:lnTo>
                  <a:cubicBezTo>
                    <a:pt x="20320" y="1905"/>
                    <a:pt x="17780" y="5080"/>
                    <a:pt x="15240" y="7620"/>
                  </a:cubicBezTo>
                  <a:close/>
                </a:path>
              </a:pathLst>
            </a:custGeom>
            <a:solidFill>
              <a:srgbClr val="FF550C"/>
            </a:solidFill>
            <a:ln>
              <a:noFill/>
            </a:ln>
          </p:spPr>
          <p:txBody>
            <a:bodyPr spcFirstLastPara="1" wrap="square" lIns="51425" tIns="25700" rIns="51425" bIns="25700"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305868"/>
                </a:solidFill>
                <a:latin typeface="Calibri"/>
                <a:ea typeface="Calibri"/>
                <a:cs typeface="Calibri"/>
                <a:sym typeface="Calibri"/>
              </a:endParaRPr>
            </a:p>
          </p:txBody>
        </p:sp>
      </p:grpSp>
      <p:sp>
        <p:nvSpPr>
          <p:cNvPr id="1279" name="Google Shape;1279;p156"/>
          <p:cNvSpPr/>
          <p:nvPr/>
        </p:nvSpPr>
        <p:spPr>
          <a:xfrm>
            <a:off x="0" y="0"/>
            <a:ext cx="2710800" cy="228600"/>
          </a:xfrm>
          <a:prstGeom prst="rect">
            <a:avLst/>
          </a:prstGeom>
          <a:solidFill>
            <a:srgbClr val="5555F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i="1">
                <a:solidFill>
                  <a:srgbClr val="FFFFFF"/>
                </a:solidFill>
                <a:latin typeface="Plus Jakarta Sans Bold"/>
                <a:ea typeface="Plus Jakarta Sans Bold"/>
                <a:cs typeface="Plus Jakarta Sans Bold"/>
                <a:sym typeface="Plus Jakarta Sans"/>
              </a:rPr>
              <a:t>Why Cloudera AI</a:t>
            </a:r>
            <a:endParaRPr b="1" i="1">
              <a:solidFill>
                <a:srgbClr val="FFFFFF"/>
              </a:solidFill>
              <a:latin typeface="Plus Jakarta Sans Bold"/>
              <a:ea typeface="Plus Jakarta Sans Bold"/>
              <a:cs typeface="Plus Jakarta Sans Bold"/>
              <a:sym typeface="Plus Jakarta Sans"/>
            </a:endParaRPr>
          </a:p>
        </p:txBody>
      </p:sp>
      <p:sp>
        <p:nvSpPr>
          <p:cNvPr id="1280" name="Google Shape;1280;p156"/>
          <p:cNvSpPr txBox="1"/>
          <p:nvPr/>
        </p:nvSpPr>
        <p:spPr>
          <a:xfrm>
            <a:off x="4212050" y="812250"/>
            <a:ext cx="4526100" cy="396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i="1">
                <a:solidFill>
                  <a:schemeClr val="accent1"/>
                </a:solidFill>
                <a:latin typeface="Plus Jakarta Sans Bold"/>
                <a:ea typeface="Plus Jakarta Sans Bold"/>
                <a:cs typeface="Plus Jakarta Sans Bold"/>
                <a:sym typeface="Plus Jakarta Sans"/>
              </a:rPr>
              <a:t>Enterprise scale</a:t>
            </a:r>
            <a:endParaRPr sz="1000" b="1" i="1">
              <a:latin typeface="Plus Jakarta Sans Bold"/>
              <a:ea typeface="Plus Jakarta Sans Bold"/>
              <a:cs typeface="Plus Jakarta Sans Bold"/>
              <a:sym typeface="Plus Jakarta Sans"/>
            </a:endParaRPr>
          </a:p>
        </p:txBody>
      </p:sp>
      <p:sp>
        <p:nvSpPr>
          <p:cNvPr id="1281" name="Google Shape;1281;p156"/>
          <p:cNvSpPr txBox="1"/>
          <p:nvPr/>
        </p:nvSpPr>
        <p:spPr>
          <a:xfrm>
            <a:off x="763425" y="812250"/>
            <a:ext cx="2795700" cy="396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i="1">
                <a:solidFill>
                  <a:schemeClr val="accent1"/>
                </a:solidFill>
                <a:latin typeface="Plus Jakarta Sans Bold"/>
                <a:ea typeface="Plus Jakarta Sans Bold"/>
                <a:cs typeface="Plus Jakarta Sans Bold"/>
                <a:sym typeface="Plus Jakarta Sans"/>
              </a:rPr>
              <a:t>Enterprise scope</a:t>
            </a:r>
            <a:endParaRPr sz="1200" b="1" i="1">
              <a:solidFill>
                <a:schemeClr val="dk1"/>
              </a:solidFill>
              <a:latin typeface="Plus Jakarta Sans Bold"/>
              <a:ea typeface="Plus Jakarta Sans Bold"/>
              <a:cs typeface="Plus Jakarta Sans Bold"/>
              <a:sym typeface="Plus Jakarta Sans"/>
            </a:endParaRPr>
          </a:p>
        </p:txBody>
      </p:sp>
      <p:sp>
        <p:nvSpPr>
          <p:cNvPr id="1282" name="Google Shape;1282;p156"/>
          <p:cNvSpPr/>
          <p:nvPr/>
        </p:nvSpPr>
        <p:spPr>
          <a:xfrm>
            <a:off x="442500" y="855588"/>
            <a:ext cx="334200" cy="309600"/>
          </a:xfrm>
          <a:prstGeom prst="ellipse">
            <a:avLst/>
          </a:prstGeom>
          <a:solidFill>
            <a:srgbClr val="FF550C"/>
          </a:solidFill>
          <a:ln>
            <a:noFill/>
          </a:ln>
        </p:spPr>
        <p:txBody>
          <a:bodyPr spcFirstLastPara="1" wrap="square" lIns="0" tIns="0" rIns="0" bIns="0" anchor="ctr" anchorCtr="0">
            <a:noAutofit/>
          </a:bodyPr>
          <a:lstStyle/>
          <a:p>
            <a:pPr marL="0" lvl="0" indent="0" algn="ctr" rtl="0">
              <a:spcBef>
                <a:spcPts val="0"/>
              </a:spcBef>
              <a:spcAft>
                <a:spcPts val="0"/>
              </a:spcAft>
              <a:buNone/>
            </a:pPr>
            <a:r>
              <a:rPr lang="en" b="1">
                <a:solidFill>
                  <a:srgbClr val="FFFFFF"/>
                </a:solidFill>
                <a:latin typeface="Plus Jakarta Sans"/>
                <a:ea typeface="Plus Jakarta Sans"/>
                <a:cs typeface="Plus Jakarta Sans"/>
                <a:sym typeface="Plus Jakarta Sans"/>
              </a:rPr>
              <a:t>1</a:t>
            </a:r>
            <a:endParaRPr b="1">
              <a:solidFill>
                <a:srgbClr val="FFFFFF"/>
              </a:solidFill>
              <a:latin typeface="Plus Jakarta Sans"/>
              <a:ea typeface="Plus Jakarta Sans"/>
              <a:cs typeface="Plus Jakarta Sans"/>
              <a:sym typeface="Plus Jakarta Sans"/>
            </a:endParaRPr>
          </a:p>
        </p:txBody>
      </p:sp>
      <p:sp>
        <p:nvSpPr>
          <p:cNvPr id="1283" name="Google Shape;1283;p156"/>
          <p:cNvSpPr/>
          <p:nvPr/>
        </p:nvSpPr>
        <p:spPr>
          <a:xfrm>
            <a:off x="3877850" y="855588"/>
            <a:ext cx="334200" cy="309600"/>
          </a:xfrm>
          <a:prstGeom prst="ellipse">
            <a:avLst/>
          </a:prstGeom>
          <a:solidFill>
            <a:srgbClr val="FF550C"/>
          </a:solidFill>
          <a:ln>
            <a:noFill/>
          </a:ln>
        </p:spPr>
        <p:txBody>
          <a:bodyPr spcFirstLastPara="1" wrap="square" lIns="0" tIns="0" rIns="0" bIns="0" anchor="ctr" anchorCtr="0">
            <a:noAutofit/>
          </a:bodyPr>
          <a:lstStyle/>
          <a:p>
            <a:pPr marL="0" lvl="0" indent="0" algn="ctr" rtl="0">
              <a:spcBef>
                <a:spcPts val="0"/>
              </a:spcBef>
              <a:spcAft>
                <a:spcPts val="0"/>
              </a:spcAft>
              <a:buNone/>
            </a:pPr>
            <a:r>
              <a:rPr lang="en" b="1">
                <a:solidFill>
                  <a:srgbClr val="FFFFFF"/>
                </a:solidFill>
                <a:latin typeface="Plus Jakarta Sans"/>
                <a:ea typeface="Plus Jakarta Sans"/>
                <a:cs typeface="Plus Jakarta Sans"/>
                <a:sym typeface="Plus Jakarta Sans"/>
              </a:rPr>
              <a:t>2</a:t>
            </a:r>
            <a:endParaRPr b="1">
              <a:solidFill>
                <a:srgbClr val="FFFFFF"/>
              </a:solidFill>
              <a:latin typeface="Plus Jakarta Sans"/>
              <a:ea typeface="Plus Jakarta Sans"/>
              <a:cs typeface="Plus Jakarta Sans"/>
              <a:sym typeface="Plus Jakarta Sans"/>
            </a:endParaRPr>
          </a:p>
        </p:txBody>
      </p:sp>
      <p:cxnSp>
        <p:nvCxnSpPr>
          <p:cNvPr id="1284" name="Google Shape;1284;p156"/>
          <p:cNvCxnSpPr/>
          <p:nvPr/>
        </p:nvCxnSpPr>
        <p:spPr>
          <a:xfrm>
            <a:off x="3743900" y="838300"/>
            <a:ext cx="6300" cy="3832200"/>
          </a:xfrm>
          <a:prstGeom prst="straightConnector1">
            <a:avLst/>
          </a:prstGeom>
          <a:noFill/>
          <a:ln w="9525" cap="flat" cmpd="sng">
            <a:solidFill>
              <a:schemeClr val="dk1"/>
            </a:solidFill>
            <a:prstDash val="dot"/>
            <a:round/>
            <a:headEnd type="none" w="med" len="med"/>
            <a:tailEnd type="none" w="med" len="med"/>
          </a:ln>
        </p:spPr>
      </p:cxnSp>
      <p:sp>
        <p:nvSpPr>
          <p:cNvPr id="1285" name="Google Shape;1285;p156"/>
          <p:cNvSpPr/>
          <p:nvPr/>
        </p:nvSpPr>
        <p:spPr>
          <a:xfrm>
            <a:off x="5611276" y="1982796"/>
            <a:ext cx="1371600" cy="650100"/>
          </a:xfrm>
          <a:prstGeom prst="rect">
            <a:avLst/>
          </a:prstGeom>
          <a:solidFill>
            <a:srgbClr val="FFFFFF"/>
          </a:solidFill>
          <a:ln w="19050" cap="flat" cmpd="sng">
            <a:solidFill>
              <a:schemeClr val="accent1"/>
            </a:solidFill>
            <a:prstDash val="solid"/>
            <a:round/>
            <a:headEnd type="none" w="sm" len="sm"/>
            <a:tailEnd type="none" w="sm" len="sm"/>
          </a:ln>
        </p:spPr>
        <p:txBody>
          <a:bodyPr spcFirstLastPara="1" wrap="square" lIns="68575" tIns="68575" rIns="68575" bIns="68575" anchor="ctr" anchorCtr="0">
            <a:noAutofit/>
          </a:bodyPr>
          <a:lstStyle/>
          <a:p>
            <a:pPr marL="0" lvl="0" indent="0" algn="ctr" rtl="0">
              <a:spcBef>
                <a:spcPts val="0"/>
              </a:spcBef>
              <a:spcAft>
                <a:spcPts val="0"/>
              </a:spcAft>
              <a:buNone/>
            </a:pPr>
            <a:r>
              <a:rPr lang="en" sz="1100" b="1">
                <a:solidFill>
                  <a:schemeClr val="accent1"/>
                </a:solidFill>
                <a:latin typeface="Plus Jakarta Sans"/>
                <a:ea typeface="Plus Jakarta Sans"/>
                <a:cs typeface="Plus Jakarta Sans"/>
                <a:sym typeface="Plus Jakarta Sans"/>
              </a:rPr>
              <a:t>COST &amp; PERFORMANCE AT SCALE</a:t>
            </a:r>
            <a:endParaRPr sz="1100" b="1">
              <a:solidFill>
                <a:srgbClr val="FF550C"/>
              </a:solidFill>
              <a:latin typeface="Plus Jakarta Sans"/>
              <a:ea typeface="Plus Jakarta Sans"/>
              <a:cs typeface="Plus Jakarta Sans"/>
              <a:sym typeface="Plus Jakarta Sans"/>
            </a:endParaRPr>
          </a:p>
        </p:txBody>
      </p:sp>
      <p:sp>
        <p:nvSpPr>
          <p:cNvPr id="1286" name="Google Shape;1286;p156"/>
          <p:cNvSpPr/>
          <p:nvPr/>
        </p:nvSpPr>
        <p:spPr>
          <a:xfrm>
            <a:off x="5611275" y="2744799"/>
            <a:ext cx="1371600" cy="554100"/>
          </a:xfrm>
          <a:prstGeom prst="rect">
            <a:avLst/>
          </a:prstGeom>
          <a:solidFill>
            <a:srgbClr val="FFFFFF"/>
          </a:solidFill>
          <a:ln w="9525" cap="flat" cmpd="sng">
            <a:solidFill>
              <a:srgbClr val="000000"/>
            </a:solidFill>
            <a:prstDash val="dash"/>
            <a:round/>
            <a:headEnd type="none" w="sm" len="sm"/>
            <a:tailEnd type="none" w="sm" len="sm"/>
          </a:ln>
        </p:spPr>
        <p:txBody>
          <a:bodyPr spcFirstLastPara="1" wrap="square" lIns="68575" tIns="68575" rIns="68575" bIns="68575" anchor="ctr" anchorCtr="0">
            <a:noAutofit/>
          </a:bodyPr>
          <a:lstStyle/>
          <a:p>
            <a:pPr marL="0" marR="0" lvl="0" indent="0" algn="ctr" rtl="0">
              <a:lnSpc>
                <a:spcPct val="100000"/>
              </a:lnSpc>
              <a:spcBef>
                <a:spcPts val="0"/>
              </a:spcBef>
              <a:spcAft>
                <a:spcPts val="0"/>
              </a:spcAft>
              <a:buNone/>
            </a:pPr>
            <a:r>
              <a:rPr lang="en" sz="900">
                <a:latin typeface="Plus Jakarta Sans"/>
                <a:ea typeface="Plus Jakarta Sans"/>
                <a:cs typeface="Plus Jakarta Sans"/>
                <a:sym typeface="Plus Jakarta Sans"/>
              </a:rPr>
              <a:t>Deployments at</a:t>
            </a:r>
            <a:r>
              <a:rPr lang="en" sz="900" b="1">
                <a:latin typeface="Plus Jakarta Sans"/>
                <a:ea typeface="Plus Jakarta Sans"/>
                <a:cs typeface="Plus Jakarta Sans"/>
                <a:sym typeface="Plus Jakarta Sans"/>
              </a:rPr>
              <a:t> unmatched enterprise scale</a:t>
            </a:r>
            <a:endParaRPr sz="900">
              <a:latin typeface="Plus Jakarta Sans"/>
              <a:ea typeface="Plus Jakarta Sans"/>
              <a:cs typeface="Plus Jakarta Sans"/>
              <a:sym typeface="Plus Jakarta Sans"/>
            </a:endParaRPr>
          </a:p>
        </p:txBody>
      </p:sp>
      <p:sp>
        <p:nvSpPr>
          <p:cNvPr id="1287" name="Google Shape;1287;p156"/>
          <p:cNvSpPr/>
          <p:nvPr/>
        </p:nvSpPr>
        <p:spPr>
          <a:xfrm>
            <a:off x="5611275" y="3430599"/>
            <a:ext cx="1371600" cy="554100"/>
          </a:xfrm>
          <a:prstGeom prst="rect">
            <a:avLst/>
          </a:prstGeom>
          <a:solidFill>
            <a:srgbClr val="FFFFFF"/>
          </a:solidFill>
          <a:ln w="9525" cap="flat" cmpd="sng">
            <a:solidFill>
              <a:srgbClr val="000000"/>
            </a:solidFill>
            <a:prstDash val="dash"/>
            <a:round/>
            <a:headEnd type="none" w="sm" len="sm"/>
            <a:tailEnd type="none" w="sm" len="sm"/>
          </a:ln>
        </p:spPr>
        <p:txBody>
          <a:bodyPr spcFirstLastPara="1" wrap="square" lIns="68575" tIns="68575" rIns="68575" bIns="68575" anchor="ctr" anchorCtr="0">
            <a:noAutofit/>
          </a:bodyPr>
          <a:lstStyle/>
          <a:p>
            <a:pPr marL="0" lvl="0" indent="0" algn="ctr" rtl="0">
              <a:spcBef>
                <a:spcPts val="0"/>
              </a:spcBef>
              <a:spcAft>
                <a:spcPts val="0"/>
              </a:spcAft>
              <a:buNone/>
            </a:pPr>
            <a:r>
              <a:rPr lang="en" sz="900" b="1">
                <a:latin typeface="Plus Jakarta Sans"/>
                <a:ea typeface="Plus Jakarta Sans"/>
                <a:cs typeface="Plus Jakarta Sans"/>
                <a:sym typeface="Plus Jakarta Sans"/>
              </a:rPr>
              <a:t>Optimized app performance</a:t>
            </a:r>
            <a:r>
              <a:rPr lang="en" sz="900">
                <a:latin typeface="Plus Jakarta Sans"/>
                <a:ea typeface="Plus Jakarta Sans"/>
                <a:cs typeface="Plus Jakarta Sans"/>
                <a:sym typeface="Plus Jakarta Sans"/>
              </a:rPr>
              <a:t>, with NVIDIA NIMs</a:t>
            </a:r>
            <a:endParaRPr sz="900">
              <a:latin typeface="Plus Jakarta Sans"/>
              <a:ea typeface="Plus Jakarta Sans"/>
              <a:cs typeface="Plus Jakarta Sans"/>
              <a:sym typeface="Plus Jakarta Sans"/>
            </a:endParaRPr>
          </a:p>
        </p:txBody>
      </p:sp>
      <p:sp>
        <p:nvSpPr>
          <p:cNvPr id="1288" name="Google Shape;1288;p156"/>
          <p:cNvSpPr/>
          <p:nvPr/>
        </p:nvSpPr>
        <p:spPr>
          <a:xfrm>
            <a:off x="5611275" y="4116399"/>
            <a:ext cx="1371600" cy="554100"/>
          </a:xfrm>
          <a:prstGeom prst="rect">
            <a:avLst/>
          </a:prstGeom>
          <a:solidFill>
            <a:srgbClr val="FFFFFF"/>
          </a:solidFill>
          <a:ln w="9525" cap="flat" cmpd="sng">
            <a:solidFill>
              <a:srgbClr val="000000"/>
            </a:solidFill>
            <a:prstDash val="dash"/>
            <a:round/>
            <a:headEnd type="none" w="sm" len="sm"/>
            <a:tailEnd type="none" w="sm" len="sm"/>
          </a:ln>
        </p:spPr>
        <p:txBody>
          <a:bodyPr spcFirstLastPara="1" wrap="square" lIns="68575" tIns="68575" rIns="68575" bIns="68575" anchor="ctr" anchorCtr="0">
            <a:noAutofit/>
          </a:bodyPr>
          <a:lstStyle/>
          <a:p>
            <a:pPr marL="0" lvl="0" indent="0" algn="ctr" rtl="0">
              <a:spcBef>
                <a:spcPts val="0"/>
              </a:spcBef>
              <a:spcAft>
                <a:spcPts val="0"/>
              </a:spcAft>
              <a:buNone/>
            </a:pPr>
            <a:r>
              <a:rPr lang="en" sz="900" b="1">
                <a:latin typeface="Plus Jakarta Sans"/>
                <a:ea typeface="Plus Jakarta Sans"/>
                <a:cs typeface="Plus Jakarta Sans"/>
                <a:sym typeface="Plus Jakarta Sans"/>
              </a:rPr>
              <a:t>Resource monitoring </a:t>
            </a:r>
            <a:r>
              <a:rPr lang="en" sz="900">
                <a:latin typeface="Plus Jakarta Sans"/>
                <a:ea typeface="Plus Jakarta Sans"/>
                <a:cs typeface="Plus Jakarta Sans"/>
                <a:sym typeface="Plus Jakarta Sans"/>
              </a:rPr>
              <a:t>&amp; optimization at enterprise scale</a:t>
            </a:r>
            <a:endParaRPr sz="900">
              <a:latin typeface="Plus Jakarta Sans"/>
              <a:ea typeface="Plus Jakarta Sans"/>
              <a:cs typeface="Plus Jakarta Sans"/>
              <a:sym typeface="Plus Jakarta Sans"/>
            </a:endParaRPr>
          </a:p>
        </p:txBody>
      </p:sp>
      <p:grpSp>
        <p:nvGrpSpPr>
          <p:cNvPr id="1289" name="Google Shape;1289;p156"/>
          <p:cNvGrpSpPr/>
          <p:nvPr/>
        </p:nvGrpSpPr>
        <p:grpSpPr>
          <a:xfrm>
            <a:off x="5811973" y="1306360"/>
            <a:ext cx="841826" cy="513343"/>
            <a:chOff x="8434705" y="5203825"/>
            <a:chExt cx="541019" cy="286384"/>
          </a:xfrm>
        </p:grpSpPr>
        <p:sp>
          <p:nvSpPr>
            <p:cNvPr id="1290" name="Google Shape;1290;p156"/>
            <p:cNvSpPr/>
            <p:nvPr/>
          </p:nvSpPr>
          <p:spPr>
            <a:xfrm>
              <a:off x="8434705" y="5203825"/>
              <a:ext cx="541019" cy="286384"/>
            </a:xfrm>
            <a:custGeom>
              <a:avLst/>
              <a:gdLst/>
              <a:ahLst/>
              <a:cxnLst/>
              <a:rect l="l" t="t" r="r" b="b"/>
              <a:pathLst>
                <a:path w="541019" h="286384" extrusionOk="0">
                  <a:moveTo>
                    <a:pt x="379095" y="0"/>
                  </a:moveTo>
                  <a:lnTo>
                    <a:pt x="217170" y="0"/>
                  </a:lnTo>
                  <a:lnTo>
                    <a:pt x="80645" y="136525"/>
                  </a:lnTo>
                  <a:lnTo>
                    <a:pt x="0" y="136525"/>
                  </a:lnTo>
                  <a:lnTo>
                    <a:pt x="0" y="149860"/>
                  </a:lnTo>
                  <a:lnTo>
                    <a:pt x="80010" y="149860"/>
                  </a:lnTo>
                  <a:lnTo>
                    <a:pt x="217170" y="286385"/>
                  </a:lnTo>
                  <a:lnTo>
                    <a:pt x="379095" y="286385"/>
                  </a:lnTo>
                  <a:lnTo>
                    <a:pt x="541020" y="286385"/>
                  </a:lnTo>
                  <a:lnTo>
                    <a:pt x="541020" y="143510"/>
                  </a:lnTo>
                  <a:lnTo>
                    <a:pt x="541020" y="0"/>
                  </a:lnTo>
                  <a:lnTo>
                    <a:pt x="379095" y="0"/>
                  </a:lnTo>
                  <a:close/>
                  <a:moveTo>
                    <a:pt x="527685" y="142875"/>
                  </a:moveTo>
                  <a:lnTo>
                    <a:pt x="527685" y="272415"/>
                  </a:lnTo>
                  <a:lnTo>
                    <a:pt x="379095" y="272415"/>
                  </a:lnTo>
                  <a:lnTo>
                    <a:pt x="222250" y="272415"/>
                  </a:lnTo>
                  <a:lnTo>
                    <a:pt x="99060" y="149860"/>
                  </a:lnTo>
                  <a:lnTo>
                    <a:pt x="142875" y="149860"/>
                  </a:lnTo>
                  <a:cubicBezTo>
                    <a:pt x="146050" y="165100"/>
                    <a:pt x="159385" y="177165"/>
                    <a:pt x="175895" y="177165"/>
                  </a:cubicBezTo>
                  <a:cubicBezTo>
                    <a:pt x="194310" y="177165"/>
                    <a:pt x="209550" y="161925"/>
                    <a:pt x="209550" y="143510"/>
                  </a:cubicBezTo>
                  <a:cubicBezTo>
                    <a:pt x="209550" y="125095"/>
                    <a:pt x="194310" y="109855"/>
                    <a:pt x="175895" y="109855"/>
                  </a:cubicBezTo>
                  <a:cubicBezTo>
                    <a:pt x="159385" y="109855"/>
                    <a:pt x="146050" y="121285"/>
                    <a:pt x="142875" y="137160"/>
                  </a:cubicBezTo>
                  <a:lnTo>
                    <a:pt x="99060" y="137160"/>
                  </a:lnTo>
                  <a:lnTo>
                    <a:pt x="222250" y="14605"/>
                  </a:lnTo>
                  <a:lnTo>
                    <a:pt x="379095" y="14605"/>
                  </a:lnTo>
                  <a:lnTo>
                    <a:pt x="527685" y="14605"/>
                  </a:lnTo>
                  <a:lnTo>
                    <a:pt x="527685" y="142875"/>
                  </a:lnTo>
                  <a:lnTo>
                    <a:pt x="527685" y="142875"/>
                  </a:lnTo>
                  <a:close/>
                  <a:moveTo>
                    <a:pt x="155575" y="142875"/>
                  </a:moveTo>
                  <a:cubicBezTo>
                    <a:pt x="155575" y="131445"/>
                    <a:pt x="164464" y="122555"/>
                    <a:pt x="175895" y="122555"/>
                  </a:cubicBezTo>
                  <a:cubicBezTo>
                    <a:pt x="187325" y="122555"/>
                    <a:pt x="196214" y="131445"/>
                    <a:pt x="196214" y="142875"/>
                  </a:cubicBezTo>
                  <a:cubicBezTo>
                    <a:pt x="196214" y="154305"/>
                    <a:pt x="187325" y="163195"/>
                    <a:pt x="175895" y="163195"/>
                  </a:cubicBezTo>
                  <a:cubicBezTo>
                    <a:pt x="164464" y="163195"/>
                    <a:pt x="155575" y="154940"/>
                    <a:pt x="155575" y="142875"/>
                  </a:cubicBezTo>
                  <a:close/>
                </a:path>
              </a:pathLst>
            </a:custGeom>
            <a:solidFill>
              <a:srgbClr val="FF550C"/>
            </a:solidFill>
            <a:ln>
              <a:noFill/>
            </a:ln>
          </p:spPr>
          <p:txBody>
            <a:bodyPr spcFirstLastPara="1" wrap="square" lIns="51425" tIns="25700" rIns="51425" bIns="25700"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305868"/>
                </a:solidFill>
                <a:latin typeface="Calibri"/>
                <a:ea typeface="Calibri"/>
                <a:cs typeface="Calibri"/>
                <a:sym typeface="Calibri"/>
              </a:endParaRPr>
            </a:p>
          </p:txBody>
        </p:sp>
        <p:sp>
          <p:nvSpPr>
            <p:cNvPr id="1291" name="Google Shape;1291;p156"/>
            <p:cNvSpPr/>
            <p:nvPr/>
          </p:nvSpPr>
          <p:spPr>
            <a:xfrm>
              <a:off x="8752205" y="5243829"/>
              <a:ext cx="115569" cy="203835"/>
            </a:xfrm>
            <a:custGeom>
              <a:avLst/>
              <a:gdLst/>
              <a:ahLst/>
              <a:cxnLst/>
              <a:rect l="l" t="t" r="r" b="b"/>
              <a:pathLst>
                <a:path w="115569" h="203835" extrusionOk="0">
                  <a:moveTo>
                    <a:pt x="52705" y="1270"/>
                  </a:moveTo>
                  <a:lnTo>
                    <a:pt x="52705" y="26670"/>
                  </a:lnTo>
                  <a:cubicBezTo>
                    <a:pt x="22860" y="28575"/>
                    <a:pt x="0" y="45720"/>
                    <a:pt x="0" y="67945"/>
                  </a:cubicBezTo>
                  <a:cubicBezTo>
                    <a:pt x="0" y="96520"/>
                    <a:pt x="28575" y="104775"/>
                    <a:pt x="56514" y="109220"/>
                  </a:cubicBezTo>
                  <a:cubicBezTo>
                    <a:pt x="95885" y="115570"/>
                    <a:pt x="101600" y="126365"/>
                    <a:pt x="101600" y="137160"/>
                  </a:cubicBezTo>
                  <a:cubicBezTo>
                    <a:pt x="101600" y="152400"/>
                    <a:pt x="81280" y="165100"/>
                    <a:pt x="57785" y="165100"/>
                  </a:cubicBezTo>
                  <a:cubicBezTo>
                    <a:pt x="33655" y="165100"/>
                    <a:pt x="13970" y="152400"/>
                    <a:pt x="13970" y="137160"/>
                  </a:cubicBezTo>
                  <a:lnTo>
                    <a:pt x="635" y="137160"/>
                  </a:lnTo>
                  <a:cubicBezTo>
                    <a:pt x="635" y="159385"/>
                    <a:pt x="23495" y="176530"/>
                    <a:pt x="53339" y="178435"/>
                  </a:cubicBezTo>
                  <a:lnTo>
                    <a:pt x="53339" y="203835"/>
                  </a:lnTo>
                  <a:lnTo>
                    <a:pt x="66675" y="203835"/>
                  </a:lnTo>
                  <a:lnTo>
                    <a:pt x="66675" y="177800"/>
                  </a:lnTo>
                  <a:cubicBezTo>
                    <a:pt x="94614" y="174625"/>
                    <a:pt x="115570" y="158115"/>
                    <a:pt x="115570" y="136525"/>
                  </a:cubicBezTo>
                  <a:cubicBezTo>
                    <a:pt x="115570" y="107950"/>
                    <a:pt x="86995" y="99695"/>
                    <a:pt x="59055" y="95250"/>
                  </a:cubicBezTo>
                  <a:cubicBezTo>
                    <a:pt x="19685" y="88900"/>
                    <a:pt x="13970" y="78105"/>
                    <a:pt x="13970" y="67310"/>
                  </a:cubicBezTo>
                  <a:cubicBezTo>
                    <a:pt x="13970" y="52070"/>
                    <a:pt x="34289" y="39370"/>
                    <a:pt x="57785" y="39370"/>
                  </a:cubicBezTo>
                  <a:cubicBezTo>
                    <a:pt x="81914" y="39370"/>
                    <a:pt x="101600" y="52070"/>
                    <a:pt x="101600" y="67310"/>
                  </a:cubicBezTo>
                  <a:lnTo>
                    <a:pt x="114935" y="67310"/>
                  </a:lnTo>
                  <a:cubicBezTo>
                    <a:pt x="114935" y="46355"/>
                    <a:pt x="93980" y="29210"/>
                    <a:pt x="66039" y="26035"/>
                  </a:cubicBezTo>
                  <a:lnTo>
                    <a:pt x="66039" y="0"/>
                  </a:lnTo>
                  <a:lnTo>
                    <a:pt x="52705" y="0"/>
                  </a:lnTo>
                  <a:lnTo>
                    <a:pt x="52705" y="1270"/>
                  </a:lnTo>
                  <a:close/>
                </a:path>
              </a:pathLst>
            </a:custGeom>
            <a:solidFill>
              <a:srgbClr val="FF550C"/>
            </a:solidFill>
            <a:ln>
              <a:noFill/>
            </a:ln>
          </p:spPr>
          <p:txBody>
            <a:bodyPr spcFirstLastPara="1" wrap="square" lIns="51425" tIns="25700" rIns="51425" bIns="25700"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305868"/>
                </a:solidFill>
                <a:latin typeface="Calibri"/>
                <a:ea typeface="Calibri"/>
                <a:cs typeface="Calibri"/>
                <a:sym typeface="Calibri"/>
              </a:endParaRPr>
            </a:p>
          </p:txBody>
        </p:sp>
      </p:grpSp>
      <p:sp>
        <p:nvSpPr>
          <p:cNvPr id="1292" name="Google Shape;1292;p156"/>
          <p:cNvSpPr/>
          <p:nvPr/>
        </p:nvSpPr>
        <p:spPr>
          <a:xfrm>
            <a:off x="3934863" y="1978621"/>
            <a:ext cx="1371600" cy="650100"/>
          </a:xfrm>
          <a:prstGeom prst="rect">
            <a:avLst/>
          </a:prstGeom>
          <a:solidFill>
            <a:srgbClr val="FFFFFF"/>
          </a:solidFill>
          <a:ln w="19050" cap="flat" cmpd="sng">
            <a:solidFill>
              <a:schemeClr val="accent1"/>
            </a:solidFill>
            <a:prstDash val="solid"/>
            <a:round/>
            <a:headEnd type="none" w="sm" len="sm"/>
            <a:tailEnd type="none" w="sm" len="sm"/>
          </a:ln>
        </p:spPr>
        <p:txBody>
          <a:bodyPr spcFirstLastPara="1" wrap="square" lIns="68575" tIns="68575" rIns="68575" bIns="68575" anchor="ctr" anchorCtr="0">
            <a:noAutofit/>
          </a:bodyPr>
          <a:lstStyle/>
          <a:p>
            <a:pPr marL="0" lvl="0" indent="0" algn="ctr" rtl="0">
              <a:spcBef>
                <a:spcPts val="0"/>
              </a:spcBef>
              <a:spcAft>
                <a:spcPts val="0"/>
              </a:spcAft>
              <a:buNone/>
            </a:pPr>
            <a:r>
              <a:rPr lang="en" sz="1100" b="1">
                <a:solidFill>
                  <a:srgbClr val="FF550C"/>
                </a:solidFill>
                <a:latin typeface="Plus Jakarta Sans"/>
                <a:ea typeface="Plus Jakarta Sans"/>
                <a:cs typeface="Plus Jakarta Sans"/>
                <a:sym typeface="Plus Jakarta Sans"/>
              </a:rPr>
              <a:t>PRIVATE AI</a:t>
            </a:r>
            <a:endParaRPr sz="1100" b="1">
              <a:solidFill>
                <a:srgbClr val="FF550C"/>
              </a:solidFill>
              <a:latin typeface="Plus Jakarta Sans"/>
              <a:ea typeface="Plus Jakarta Sans"/>
              <a:cs typeface="Plus Jakarta Sans"/>
              <a:sym typeface="Plus Jakarta Sans"/>
            </a:endParaRPr>
          </a:p>
        </p:txBody>
      </p:sp>
      <p:sp>
        <p:nvSpPr>
          <p:cNvPr id="1293" name="Google Shape;1293;p156"/>
          <p:cNvSpPr/>
          <p:nvPr/>
        </p:nvSpPr>
        <p:spPr>
          <a:xfrm>
            <a:off x="3934863" y="2740624"/>
            <a:ext cx="1371600" cy="554100"/>
          </a:xfrm>
          <a:prstGeom prst="rect">
            <a:avLst/>
          </a:prstGeom>
          <a:solidFill>
            <a:srgbClr val="FFFFFF"/>
          </a:solidFill>
          <a:ln w="9525" cap="flat" cmpd="sng">
            <a:solidFill>
              <a:srgbClr val="000000"/>
            </a:solidFill>
            <a:prstDash val="dash"/>
            <a:round/>
            <a:headEnd type="none" w="sm" len="sm"/>
            <a:tailEnd type="none" w="sm" len="sm"/>
          </a:ln>
        </p:spPr>
        <p:txBody>
          <a:bodyPr spcFirstLastPara="1" wrap="square" lIns="68575" tIns="68575" rIns="68575" bIns="68575" anchor="ctr" anchorCtr="0">
            <a:noAutofit/>
          </a:bodyPr>
          <a:lstStyle/>
          <a:p>
            <a:pPr marL="0" lvl="0" indent="0" algn="ctr" rtl="0">
              <a:spcBef>
                <a:spcPts val="0"/>
              </a:spcBef>
              <a:spcAft>
                <a:spcPts val="0"/>
              </a:spcAft>
              <a:buNone/>
            </a:pPr>
            <a:r>
              <a:rPr lang="en" sz="900" b="1">
                <a:latin typeface="Plus Jakarta Sans"/>
                <a:ea typeface="Plus Jakarta Sans"/>
                <a:cs typeface="Plus Jakarta Sans"/>
                <a:sym typeface="Plus Jakarta Sans"/>
              </a:rPr>
              <a:t>Local model </a:t>
            </a:r>
            <a:r>
              <a:rPr lang="en" sz="900">
                <a:latin typeface="Plus Jakarta Sans"/>
                <a:ea typeface="Plus Jakarta Sans"/>
                <a:cs typeface="Plus Jakarta Sans"/>
                <a:sym typeface="Plus Jakarta Sans"/>
              </a:rPr>
              <a:t>embeddings &amp; LLMs</a:t>
            </a:r>
            <a:endParaRPr sz="900">
              <a:latin typeface="Plus Jakarta Sans"/>
              <a:ea typeface="Plus Jakarta Sans"/>
              <a:cs typeface="Plus Jakarta Sans"/>
              <a:sym typeface="Plus Jakarta Sans"/>
            </a:endParaRPr>
          </a:p>
        </p:txBody>
      </p:sp>
      <p:sp>
        <p:nvSpPr>
          <p:cNvPr id="1294" name="Google Shape;1294;p156"/>
          <p:cNvSpPr/>
          <p:nvPr/>
        </p:nvSpPr>
        <p:spPr>
          <a:xfrm>
            <a:off x="3934863" y="3426424"/>
            <a:ext cx="1371600" cy="554100"/>
          </a:xfrm>
          <a:prstGeom prst="rect">
            <a:avLst/>
          </a:prstGeom>
          <a:solidFill>
            <a:srgbClr val="FFFFFF"/>
          </a:solidFill>
          <a:ln w="9525" cap="flat" cmpd="sng">
            <a:solidFill>
              <a:srgbClr val="000000"/>
            </a:solidFill>
            <a:prstDash val="dash"/>
            <a:round/>
            <a:headEnd type="none" w="sm" len="sm"/>
            <a:tailEnd type="none" w="sm" len="sm"/>
          </a:ln>
        </p:spPr>
        <p:txBody>
          <a:bodyPr spcFirstLastPara="1" wrap="square" lIns="68575" tIns="68575" rIns="68575" bIns="68575" anchor="ctr" anchorCtr="0">
            <a:noAutofit/>
          </a:bodyPr>
          <a:lstStyle/>
          <a:p>
            <a:pPr marL="0" lvl="0" indent="0" algn="ctr" rtl="0">
              <a:spcBef>
                <a:spcPts val="0"/>
              </a:spcBef>
              <a:spcAft>
                <a:spcPts val="0"/>
              </a:spcAft>
              <a:buNone/>
            </a:pPr>
            <a:r>
              <a:rPr lang="en" sz="900">
                <a:latin typeface="Plus Jakarta Sans"/>
                <a:ea typeface="Plus Jakarta Sans"/>
                <a:cs typeface="Plus Jakarta Sans"/>
                <a:sym typeface="Plus Jakarta Sans"/>
              </a:rPr>
              <a:t>Bring the </a:t>
            </a:r>
            <a:r>
              <a:rPr lang="en" sz="900" b="1">
                <a:latin typeface="Plus Jakarta Sans"/>
                <a:ea typeface="Plus Jakarta Sans"/>
                <a:cs typeface="Plus Jakarta Sans"/>
                <a:sym typeface="Plus Jakarta Sans"/>
              </a:rPr>
              <a:t>models to your data</a:t>
            </a:r>
            <a:endParaRPr sz="900" b="1">
              <a:latin typeface="Plus Jakarta Sans"/>
              <a:ea typeface="Plus Jakarta Sans"/>
              <a:cs typeface="Plus Jakarta Sans"/>
              <a:sym typeface="Plus Jakarta Sans"/>
            </a:endParaRPr>
          </a:p>
        </p:txBody>
      </p:sp>
      <p:sp>
        <p:nvSpPr>
          <p:cNvPr id="1295" name="Google Shape;1295;p156"/>
          <p:cNvSpPr/>
          <p:nvPr/>
        </p:nvSpPr>
        <p:spPr>
          <a:xfrm>
            <a:off x="3934863" y="4112224"/>
            <a:ext cx="1371600" cy="554100"/>
          </a:xfrm>
          <a:prstGeom prst="rect">
            <a:avLst/>
          </a:prstGeom>
          <a:solidFill>
            <a:srgbClr val="FFFFFF"/>
          </a:solidFill>
          <a:ln w="9525" cap="flat" cmpd="sng">
            <a:solidFill>
              <a:srgbClr val="000000"/>
            </a:solidFill>
            <a:prstDash val="dash"/>
            <a:round/>
            <a:headEnd type="none" w="sm" len="sm"/>
            <a:tailEnd type="none" w="sm" len="sm"/>
          </a:ln>
        </p:spPr>
        <p:txBody>
          <a:bodyPr spcFirstLastPara="1" wrap="square" lIns="68575" tIns="68575" rIns="68575" bIns="68575" anchor="ctr" anchorCtr="0">
            <a:noAutofit/>
          </a:bodyPr>
          <a:lstStyle/>
          <a:p>
            <a:pPr marL="0" lvl="0" indent="0" algn="ctr" rtl="0">
              <a:spcBef>
                <a:spcPts val="0"/>
              </a:spcBef>
              <a:spcAft>
                <a:spcPts val="0"/>
              </a:spcAft>
              <a:buNone/>
            </a:pPr>
            <a:r>
              <a:rPr lang="en" sz="900" b="1">
                <a:latin typeface="Plus Jakarta Sans"/>
                <a:ea typeface="Plus Jakarta Sans"/>
                <a:cs typeface="Plus Jakarta Sans"/>
                <a:sym typeface="Plus Jakarta Sans"/>
              </a:rPr>
              <a:t>Regulatory compliance &amp; data lineage</a:t>
            </a:r>
            <a:endParaRPr sz="900">
              <a:latin typeface="Plus Jakarta Sans"/>
              <a:ea typeface="Plus Jakarta Sans"/>
              <a:cs typeface="Plus Jakarta Sans"/>
              <a:sym typeface="Plus Jakarta Sans"/>
            </a:endParaRPr>
          </a:p>
        </p:txBody>
      </p:sp>
      <p:grpSp>
        <p:nvGrpSpPr>
          <p:cNvPr id="1296" name="Google Shape;1296;p156"/>
          <p:cNvGrpSpPr/>
          <p:nvPr/>
        </p:nvGrpSpPr>
        <p:grpSpPr>
          <a:xfrm>
            <a:off x="4317249" y="1285975"/>
            <a:ext cx="606858" cy="545762"/>
            <a:chOff x="643255" y="4074795"/>
            <a:chExt cx="487045" cy="487679"/>
          </a:xfrm>
        </p:grpSpPr>
        <p:sp>
          <p:nvSpPr>
            <p:cNvPr id="1297" name="Google Shape;1297;p156"/>
            <p:cNvSpPr/>
            <p:nvPr/>
          </p:nvSpPr>
          <p:spPr>
            <a:xfrm rot="-2700000">
              <a:off x="887863" y="4297665"/>
              <a:ext cx="24142" cy="13341"/>
            </a:xfrm>
            <a:custGeom>
              <a:avLst/>
              <a:gdLst/>
              <a:ahLst/>
              <a:cxnLst/>
              <a:rect l="l" t="t" r="r" b="b"/>
              <a:pathLst>
                <a:path w="24129" h="13334" extrusionOk="0">
                  <a:moveTo>
                    <a:pt x="0" y="0"/>
                  </a:moveTo>
                  <a:lnTo>
                    <a:pt x="24130" y="0"/>
                  </a:lnTo>
                  <a:lnTo>
                    <a:pt x="24130" y="13335"/>
                  </a:lnTo>
                  <a:lnTo>
                    <a:pt x="0" y="13335"/>
                  </a:lnTo>
                  <a:close/>
                </a:path>
              </a:pathLst>
            </a:custGeom>
            <a:solidFill>
              <a:srgbClr val="FF550C"/>
            </a:solidFill>
            <a:ln>
              <a:noFill/>
            </a:ln>
          </p:spPr>
          <p:txBody>
            <a:bodyPr spcFirstLastPara="1" wrap="square" lIns="51425" tIns="25700" rIns="51425" bIns="25700"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305868"/>
                </a:solidFill>
                <a:latin typeface="Calibri"/>
                <a:ea typeface="Calibri"/>
                <a:cs typeface="Calibri"/>
                <a:sym typeface="Calibri"/>
              </a:endParaRPr>
            </a:p>
          </p:txBody>
        </p:sp>
        <p:sp>
          <p:nvSpPr>
            <p:cNvPr id="1298" name="Google Shape;1298;p156"/>
            <p:cNvSpPr/>
            <p:nvPr/>
          </p:nvSpPr>
          <p:spPr>
            <a:xfrm rot="-2700000">
              <a:off x="925134" y="4261246"/>
              <a:ext cx="24142" cy="13341"/>
            </a:xfrm>
            <a:custGeom>
              <a:avLst/>
              <a:gdLst/>
              <a:ahLst/>
              <a:cxnLst/>
              <a:rect l="l" t="t" r="r" b="b"/>
              <a:pathLst>
                <a:path w="24129" h="13334" extrusionOk="0">
                  <a:moveTo>
                    <a:pt x="0" y="0"/>
                  </a:moveTo>
                  <a:lnTo>
                    <a:pt x="24130" y="0"/>
                  </a:lnTo>
                  <a:lnTo>
                    <a:pt x="24130" y="13335"/>
                  </a:lnTo>
                  <a:lnTo>
                    <a:pt x="0" y="13335"/>
                  </a:lnTo>
                  <a:close/>
                </a:path>
              </a:pathLst>
            </a:custGeom>
            <a:solidFill>
              <a:srgbClr val="FF550C"/>
            </a:solidFill>
            <a:ln>
              <a:noFill/>
            </a:ln>
          </p:spPr>
          <p:txBody>
            <a:bodyPr spcFirstLastPara="1" wrap="square" lIns="51425" tIns="25700" rIns="51425" bIns="25700"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305868"/>
                </a:solidFill>
                <a:latin typeface="Calibri"/>
                <a:ea typeface="Calibri"/>
                <a:cs typeface="Calibri"/>
                <a:sym typeface="Calibri"/>
              </a:endParaRPr>
            </a:p>
          </p:txBody>
        </p:sp>
        <p:sp>
          <p:nvSpPr>
            <p:cNvPr id="1299" name="Google Shape;1299;p156"/>
            <p:cNvSpPr/>
            <p:nvPr/>
          </p:nvSpPr>
          <p:spPr>
            <a:xfrm rot="-2700000">
              <a:off x="961233" y="4225089"/>
              <a:ext cx="24142" cy="13341"/>
            </a:xfrm>
            <a:custGeom>
              <a:avLst/>
              <a:gdLst/>
              <a:ahLst/>
              <a:cxnLst/>
              <a:rect l="l" t="t" r="r" b="b"/>
              <a:pathLst>
                <a:path w="24129" h="13334" extrusionOk="0">
                  <a:moveTo>
                    <a:pt x="0" y="0"/>
                  </a:moveTo>
                  <a:lnTo>
                    <a:pt x="24130" y="0"/>
                  </a:lnTo>
                  <a:lnTo>
                    <a:pt x="24130" y="13335"/>
                  </a:lnTo>
                  <a:lnTo>
                    <a:pt x="0" y="13335"/>
                  </a:lnTo>
                  <a:close/>
                </a:path>
              </a:pathLst>
            </a:custGeom>
            <a:solidFill>
              <a:srgbClr val="FF550C"/>
            </a:solidFill>
            <a:ln>
              <a:noFill/>
            </a:ln>
          </p:spPr>
          <p:txBody>
            <a:bodyPr spcFirstLastPara="1" wrap="square" lIns="51425" tIns="25700" rIns="51425" bIns="25700"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305868"/>
                </a:solidFill>
                <a:latin typeface="Calibri"/>
                <a:ea typeface="Calibri"/>
                <a:cs typeface="Calibri"/>
                <a:sym typeface="Calibri"/>
              </a:endParaRPr>
            </a:p>
          </p:txBody>
        </p:sp>
        <p:sp>
          <p:nvSpPr>
            <p:cNvPr id="1300" name="Google Shape;1300;p156"/>
            <p:cNvSpPr/>
            <p:nvPr/>
          </p:nvSpPr>
          <p:spPr>
            <a:xfrm rot="-2700000">
              <a:off x="997339" y="4188933"/>
              <a:ext cx="24142" cy="13341"/>
            </a:xfrm>
            <a:custGeom>
              <a:avLst/>
              <a:gdLst/>
              <a:ahLst/>
              <a:cxnLst/>
              <a:rect l="l" t="t" r="r" b="b"/>
              <a:pathLst>
                <a:path w="24129" h="13334" extrusionOk="0">
                  <a:moveTo>
                    <a:pt x="0" y="0"/>
                  </a:moveTo>
                  <a:lnTo>
                    <a:pt x="24130" y="0"/>
                  </a:lnTo>
                  <a:lnTo>
                    <a:pt x="24130" y="13335"/>
                  </a:lnTo>
                  <a:lnTo>
                    <a:pt x="0" y="13335"/>
                  </a:lnTo>
                  <a:close/>
                </a:path>
              </a:pathLst>
            </a:custGeom>
            <a:solidFill>
              <a:srgbClr val="FF550C"/>
            </a:solidFill>
            <a:ln>
              <a:noFill/>
            </a:ln>
          </p:spPr>
          <p:txBody>
            <a:bodyPr spcFirstLastPara="1" wrap="square" lIns="51425" tIns="25700" rIns="51425" bIns="25700"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305868"/>
                </a:solidFill>
                <a:latin typeface="Calibri"/>
                <a:ea typeface="Calibri"/>
                <a:cs typeface="Calibri"/>
                <a:sym typeface="Calibri"/>
              </a:endParaRPr>
            </a:p>
          </p:txBody>
        </p:sp>
        <p:sp>
          <p:nvSpPr>
            <p:cNvPr id="1301" name="Google Shape;1301;p156"/>
            <p:cNvSpPr/>
            <p:nvPr/>
          </p:nvSpPr>
          <p:spPr>
            <a:xfrm rot="-2700000">
              <a:off x="815812" y="4370505"/>
              <a:ext cx="24142" cy="13341"/>
            </a:xfrm>
            <a:custGeom>
              <a:avLst/>
              <a:gdLst/>
              <a:ahLst/>
              <a:cxnLst/>
              <a:rect l="l" t="t" r="r" b="b"/>
              <a:pathLst>
                <a:path w="24129" h="13334" extrusionOk="0">
                  <a:moveTo>
                    <a:pt x="0" y="0"/>
                  </a:moveTo>
                  <a:lnTo>
                    <a:pt x="24130" y="0"/>
                  </a:lnTo>
                  <a:lnTo>
                    <a:pt x="24130" y="13335"/>
                  </a:lnTo>
                  <a:lnTo>
                    <a:pt x="0" y="13335"/>
                  </a:lnTo>
                  <a:close/>
                </a:path>
              </a:pathLst>
            </a:custGeom>
            <a:solidFill>
              <a:srgbClr val="FF550C"/>
            </a:solidFill>
            <a:ln>
              <a:noFill/>
            </a:ln>
          </p:spPr>
          <p:txBody>
            <a:bodyPr spcFirstLastPara="1" wrap="square" lIns="51425" tIns="25700" rIns="51425" bIns="25700"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305868"/>
                </a:solidFill>
                <a:latin typeface="Calibri"/>
                <a:ea typeface="Calibri"/>
                <a:cs typeface="Calibri"/>
                <a:sym typeface="Calibri"/>
              </a:endParaRPr>
            </a:p>
          </p:txBody>
        </p:sp>
        <p:sp>
          <p:nvSpPr>
            <p:cNvPr id="1302" name="Google Shape;1302;p156"/>
            <p:cNvSpPr/>
            <p:nvPr/>
          </p:nvSpPr>
          <p:spPr>
            <a:xfrm rot="-2700000">
              <a:off x="779706" y="4406662"/>
              <a:ext cx="24142" cy="13341"/>
            </a:xfrm>
            <a:custGeom>
              <a:avLst/>
              <a:gdLst/>
              <a:ahLst/>
              <a:cxnLst/>
              <a:rect l="l" t="t" r="r" b="b"/>
              <a:pathLst>
                <a:path w="24129" h="13334" extrusionOk="0">
                  <a:moveTo>
                    <a:pt x="0" y="0"/>
                  </a:moveTo>
                  <a:lnTo>
                    <a:pt x="24130" y="0"/>
                  </a:lnTo>
                  <a:lnTo>
                    <a:pt x="24130" y="13335"/>
                  </a:lnTo>
                  <a:lnTo>
                    <a:pt x="0" y="13335"/>
                  </a:lnTo>
                  <a:close/>
                </a:path>
              </a:pathLst>
            </a:custGeom>
            <a:solidFill>
              <a:srgbClr val="FF550C"/>
            </a:solidFill>
            <a:ln>
              <a:noFill/>
            </a:ln>
          </p:spPr>
          <p:txBody>
            <a:bodyPr spcFirstLastPara="1" wrap="square" lIns="51425" tIns="25700" rIns="51425" bIns="25700"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305868"/>
                </a:solidFill>
                <a:latin typeface="Calibri"/>
                <a:ea typeface="Calibri"/>
                <a:cs typeface="Calibri"/>
                <a:sym typeface="Calibri"/>
              </a:endParaRPr>
            </a:p>
          </p:txBody>
        </p:sp>
        <p:sp>
          <p:nvSpPr>
            <p:cNvPr id="1303" name="Google Shape;1303;p156"/>
            <p:cNvSpPr/>
            <p:nvPr/>
          </p:nvSpPr>
          <p:spPr>
            <a:xfrm rot="-2700000">
              <a:off x="742441" y="4443081"/>
              <a:ext cx="24142" cy="13341"/>
            </a:xfrm>
            <a:custGeom>
              <a:avLst/>
              <a:gdLst/>
              <a:ahLst/>
              <a:cxnLst/>
              <a:rect l="l" t="t" r="r" b="b"/>
              <a:pathLst>
                <a:path w="24129" h="13334" extrusionOk="0">
                  <a:moveTo>
                    <a:pt x="0" y="0"/>
                  </a:moveTo>
                  <a:lnTo>
                    <a:pt x="24130" y="0"/>
                  </a:lnTo>
                  <a:lnTo>
                    <a:pt x="24130" y="13335"/>
                  </a:lnTo>
                  <a:lnTo>
                    <a:pt x="0" y="13335"/>
                  </a:lnTo>
                  <a:close/>
                </a:path>
              </a:pathLst>
            </a:custGeom>
            <a:solidFill>
              <a:srgbClr val="FF550C"/>
            </a:solidFill>
            <a:ln>
              <a:noFill/>
            </a:ln>
          </p:spPr>
          <p:txBody>
            <a:bodyPr spcFirstLastPara="1" wrap="square" lIns="51425" tIns="25700" rIns="51425" bIns="25700"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305868"/>
                </a:solidFill>
                <a:latin typeface="Calibri"/>
                <a:ea typeface="Calibri"/>
                <a:cs typeface="Calibri"/>
                <a:sym typeface="Calibri"/>
              </a:endParaRPr>
            </a:p>
          </p:txBody>
        </p:sp>
        <p:sp>
          <p:nvSpPr>
            <p:cNvPr id="1304" name="Google Shape;1304;p156"/>
            <p:cNvSpPr/>
            <p:nvPr/>
          </p:nvSpPr>
          <p:spPr>
            <a:xfrm rot="-2700000">
              <a:off x="851918" y="4334349"/>
              <a:ext cx="24142" cy="13341"/>
            </a:xfrm>
            <a:custGeom>
              <a:avLst/>
              <a:gdLst/>
              <a:ahLst/>
              <a:cxnLst/>
              <a:rect l="l" t="t" r="r" b="b"/>
              <a:pathLst>
                <a:path w="24129" h="13334" extrusionOk="0">
                  <a:moveTo>
                    <a:pt x="0" y="0"/>
                  </a:moveTo>
                  <a:lnTo>
                    <a:pt x="24130" y="0"/>
                  </a:lnTo>
                  <a:lnTo>
                    <a:pt x="24130" y="13335"/>
                  </a:lnTo>
                  <a:lnTo>
                    <a:pt x="0" y="13335"/>
                  </a:lnTo>
                  <a:close/>
                </a:path>
              </a:pathLst>
            </a:custGeom>
            <a:solidFill>
              <a:srgbClr val="FF550C"/>
            </a:solidFill>
            <a:ln>
              <a:noFill/>
            </a:ln>
          </p:spPr>
          <p:txBody>
            <a:bodyPr spcFirstLastPara="1" wrap="square" lIns="51425" tIns="25700" rIns="51425" bIns="25700"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305868"/>
                </a:solidFill>
                <a:latin typeface="Calibri"/>
                <a:ea typeface="Calibri"/>
                <a:cs typeface="Calibri"/>
                <a:sym typeface="Calibri"/>
              </a:endParaRPr>
            </a:p>
          </p:txBody>
        </p:sp>
        <p:sp>
          <p:nvSpPr>
            <p:cNvPr id="1305" name="Google Shape;1305;p156"/>
            <p:cNvSpPr/>
            <p:nvPr/>
          </p:nvSpPr>
          <p:spPr>
            <a:xfrm>
              <a:off x="1049020" y="4074795"/>
              <a:ext cx="81280" cy="81279"/>
            </a:xfrm>
            <a:custGeom>
              <a:avLst/>
              <a:gdLst/>
              <a:ahLst/>
              <a:cxnLst/>
              <a:rect l="l" t="t" r="r" b="b"/>
              <a:pathLst>
                <a:path w="81280" h="81279" extrusionOk="0">
                  <a:moveTo>
                    <a:pt x="81280" y="40640"/>
                  </a:moveTo>
                  <a:cubicBezTo>
                    <a:pt x="81280" y="63085"/>
                    <a:pt x="63085" y="81280"/>
                    <a:pt x="40640" y="81280"/>
                  </a:cubicBezTo>
                  <a:cubicBezTo>
                    <a:pt x="18195" y="81280"/>
                    <a:pt x="0" y="63085"/>
                    <a:pt x="0" y="40640"/>
                  </a:cubicBezTo>
                  <a:cubicBezTo>
                    <a:pt x="0" y="18195"/>
                    <a:pt x="18195" y="0"/>
                    <a:pt x="40640" y="0"/>
                  </a:cubicBezTo>
                  <a:cubicBezTo>
                    <a:pt x="63085" y="0"/>
                    <a:pt x="81280" y="18195"/>
                    <a:pt x="81280" y="40640"/>
                  </a:cubicBezTo>
                  <a:close/>
                </a:path>
              </a:pathLst>
            </a:custGeom>
            <a:solidFill>
              <a:srgbClr val="FF550C"/>
            </a:solidFill>
            <a:ln>
              <a:noFill/>
            </a:ln>
          </p:spPr>
          <p:txBody>
            <a:bodyPr spcFirstLastPara="1" wrap="square" lIns="51425" tIns="25700" rIns="51425" bIns="25700"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305868"/>
                </a:solidFill>
                <a:latin typeface="Calibri"/>
                <a:ea typeface="Calibri"/>
                <a:cs typeface="Calibri"/>
                <a:sym typeface="Calibri"/>
              </a:endParaRPr>
            </a:p>
          </p:txBody>
        </p:sp>
        <p:sp>
          <p:nvSpPr>
            <p:cNvPr id="1306" name="Google Shape;1306;p156"/>
            <p:cNvSpPr/>
            <p:nvPr/>
          </p:nvSpPr>
          <p:spPr>
            <a:xfrm>
              <a:off x="643255" y="4075429"/>
              <a:ext cx="487044" cy="487045"/>
            </a:xfrm>
            <a:custGeom>
              <a:avLst/>
              <a:gdLst/>
              <a:ahLst/>
              <a:cxnLst/>
              <a:rect l="l" t="t" r="r" b="b"/>
              <a:pathLst>
                <a:path w="487044" h="487045" extrusionOk="0">
                  <a:moveTo>
                    <a:pt x="446405" y="405765"/>
                  </a:moveTo>
                  <a:cubicBezTo>
                    <a:pt x="426085" y="405765"/>
                    <a:pt x="409575" y="420370"/>
                    <a:pt x="406400" y="439420"/>
                  </a:cubicBezTo>
                  <a:lnTo>
                    <a:pt x="80645" y="439420"/>
                  </a:lnTo>
                  <a:cubicBezTo>
                    <a:pt x="79375" y="433070"/>
                    <a:pt x="77470" y="427355"/>
                    <a:pt x="73660" y="422910"/>
                  </a:cubicBezTo>
                  <a:lnTo>
                    <a:pt x="89535" y="407035"/>
                  </a:lnTo>
                  <a:lnTo>
                    <a:pt x="80010" y="397510"/>
                  </a:lnTo>
                  <a:lnTo>
                    <a:pt x="64135" y="413385"/>
                  </a:lnTo>
                  <a:cubicBezTo>
                    <a:pt x="59055" y="410210"/>
                    <a:pt x="53340" y="407670"/>
                    <a:pt x="47625" y="406400"/>
                  </a:cubicBezTo>
                  <a:lnTo>
                    <a:pt x="47625" y="80645"/>
                  </a:lnTo>
                  <a:cubicBezTo>
                    <a:pt x="66675" y="77470"/>
                    <a:pt x="81280" y="60960"/>
                    <a:pt x="81280" y="40640"/>
                  </a:cubicBezTo>
                  <a:cubicBezTo>
                    <a:pt x="81280" y="18415"/>
                    <a:pt x="62865" y="0"/>
                    <a:pt x="40640" y="0"/>
                  </a:cubicBezTo>
                  <a:cubicBezTo>
                    <a:pt x="18415" y="0"/>
                    <a:pt x="0" y="18415"/>
                    <a:pt x="0" y="40640"/>
                  </a:cubicBezTo>
                  <a:cubicBezTo>
                    <a:pt x="0" y="60960"/>
                    <a:pt x="14605" y="77470"/>
                    <a:pt x="33655" y="80645"/>
                  </a:cubicBezTo>
                  <a:lnTo>
                    <a:pt x="33655" y="406400"/>
                  </a:lnTo>
                  <a:cubicBezTo>
                    <a:pt x="14605" y="409575"/>
                    <a:pt x="0" y="426085"/>
                    <a:pt x="0" y="446405"/>
                  </a:cubicBezTo>
                  <a:cubicBezTo>
                    <a:pt x="0" y="468630"/>
                    <a:pt x="18415" y="487045"/>
                    <a:pt x="40640" y="487045"/>
                  </a:cubicBezTo>
                  <a:cubicBezTo>
                    <a:pt x="60960" y="487045"/>
                    <a:pt x="77470" y="472440"/>
                    <a:pt x="80645" y="453390"/>
                  </a:cubicBezTo>
                  <a:lnTo>
                    <a:pt x="406400" y="453390"/>
                  </a:lnTo>
                  <a:cubicBezTo>
                    <a:pt x="409575" y="472440"/>
                    <a:pt x="426085" y="487045"/>
                    <a:pt x="446405" y="487045"/>
                  </a:cubicBezTo>
                  <a:cubicBezTo>
                    <a:pt x="468630" y="487045"/>
                    <a:pt x="487045" y="468630"/>
                    <a:pt x="487045" y="446405"/>
                  </a:cubicBezTo>
                  <a:cubicBezTo>
                    <a:pt x="487045" y="424180"/>
                    <a:pt x="468630" y="405765"/>
                    <a:pt x="446405" y="405765"/>
                  </a:cubicBezTo>
                  <a:close/>
                  <a:moveTo>
                    <a:pt x="13335" y="40005"/>
                  </a:moveTo>
                  <a:cubicBezTo>
                    <a:pt x="13335" y="25400"/>
                    <a:pt x="25400" y="12700"/>
                    <a:pt x="40640" y="12700"/>
                  </a:cubicBezTo>
                  <a:cubicBezTo>
                    <a:pt x="55880" y="12700"/>
                    <a:pt x="67945" y="24765"/>
                    <a:pt x="67945" y="40005"/>
                  </a:cubicBezTo>
                  <a:cubicBezTo>
                    <a:pt x="67945" y="54610"/>
                    <a:pt x="55880" y="67310"/>
                    <a:pt x="40640" y="67310"/>
                  </a:cubicBezTo>
                  <a:cubicBezTo>
                    <a:pt x="25400" y="67310"/>
                    <a:pt x="13335" y="55245"/>
                    <a:pt x="13335" y="40005"/>
                  </a:cubicBezTo>
                  <a:close/>
                  <a:moveTo>
                    <a:pt x="446405" y="473075"/>
                  </a:moveTo>
                  <a:cubicBezTo>
                    <a:pt x="431800" y="473075"/>
                    <a:pt x="419100" y="461010"/>
                    <a:pt x="419100" y="445770"/>
                  </a:cubicBezTo>
                  <a:cubicBezTo>
                    <a:pt x="419100" y="431165"/>
                    <a:pt x="431165" y="418465"/>
                    <a:pt x="446405" y="418465"/>
                  </a:cubicBezTo>
                  <a:cubicBezTo>
                    <a:pt x="461645" y="418465"/>
                    <a:pt x="473710" y="430530"/>
                    <a:pt x="473710" y="445770"/>
                  </a:cubicBezTo>
                  <a:cubicBezTo>
                    <a:pt x="473075" y="461010"/>
                    <a:pt x="461010" y="473075"/>
                    <a:pt x="446405" y="473075"/>
                  </a:cubicBezTo>
                  <a:close/>
                </a:path>
              </a:pathLst>
            </a:custGeom>
            <a:solidFill>
              <a:srgbClr val="FF550C"/>
            </a:solidFill>
            <a:ln>
              <a:noFill/>
            </a:ln>
          </p:spPr>
          <p:txBody>
            <a:bodyPr spcFirstLastPara="1" wrap="square" lIns="51425" tIns="25700" rIns="51425" bIns="25700"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305868"/>
                </a:solidFill>
                <a:latin typeface="Calibri"/>
                <a:ea typeface="Calibri"/>
                <a:cs typeface="Calibri"/>
                <a:sym typeface="Calibri"/>
              </a:endParaRPr>
            </a:p>
          </p:txBody>
        </p:sp>
        <p:sp>
          <p:nvSpPr>
            <p:cNvPr id="1307" name="Google Shape;1307;p156"/>
            <p:cNvSpPr/>
            <p:nvPr/>
          </p:nvSpPr>
          <p:spPr>
            <a:xfrm>
              <a:off x="934085" y="4156075"/>
              <a:ext cx="114934" cy="114934"/>
            </a:xfrm>
            <a:custGeom>
              <a:avLst/>
              <a:gdLst/>
              <a:ahLst/>
              <a:cxnLst/>
              <a:rect l="l" t="t" r="r" b="b"/>
              <a:pathLst>
                <a:path w="114934" h="114934" extrusionOk="0">
                  <a:moveTo>
                    <a:pt x="100965" y="114935"/>
                  </a:moveTo>
                  <a:lnTo>
                    <a:pt x="114935" y="114935"/>
                  </a:lnTo>
                  <a:lnTo>
                    <a:pt x="114935" y="0"/>
                  </a:lnTo>
                  <a:lnTo>
                    <a:pt x="0" y="0"/>
                  </a:lnTo>
                  <a:lnTo>
                    <a:pt x="0" y="13970"/>
                  </a:lnTo>
                  <a:lnTo>
                    <a:pt x="100965" y="13970"/>
                  </a:lnTo>
                  <a:close/>
                </a:path>
              </a:pathLst>
            </a:custGeom>
            <a:solidFill>
              <a:srgbClr val="FF550C"/>
            </a:solidFill>
            <a:ln>
              <a:noFill/>
            </a:ln>
          </p:spPr>
          <p:txBody>
            <a:bodyPr spcFirstLastPara="1" wrap="square" lIns="51425" tIns="25700" rIns="51425" bIns="25700"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305868"/>
                </a:solidFill>
                <a:latin typeface="Calibri"/>
                <a:ea typeface="Calibri"/>
                <a:cs typeface="Calibri"/>
                <a:sym typeface="Calibri"/>
              </a:endParaRPr>
            </a:p>
          </p:txBody>
        </p:sp>
      </p:grpSp>
      <p:sp>
        <p:nvSpPr>
          <p:cNvPr id="1308" name="Google Shape;1308;p156"/>
          <p:cNvSpPr/>
          <p:nvPr/>
        </p:nvSpPr>
        <p:spPr>
          <a:xfrm>
            <a:off x="7290351" y="1982796"/>
            <a:ext cx="1371600" cy="650100"/>
          </a:xfrm>
          <a:prstGeom prst="rect">
            <a:avLst/>
          </a:prstGeom>
          <a:solidFill>
            <a:srgbClr val="FFFFFF"/>
          </a:solidFill>
          <a:ln w="19050" cap="flat" cmpd="sng">
            <a:solidFill>
              <a:schemeClr val="accent1"/>
            </a:solidFill>
            <a:prstDash val="solid"/>
            <a:round/>
            <a:headEnd type="none" w="sm" len="sm"/>
            <a:tailEnd type="none" w="sm" len="sm"/>
          </a:ln>
        </p:spPr>
        <p:txBody>
          <a:bodyPr spcFirstLastPara="1" wrap="square" lIns="68575" tIns="68575" rIns="68575" bIns="68575" anchor="ctr" anchorCtr="0">
            <a:noAutofit/>
          </a:bodyPr>
          <a:lstStyle/>
          <a:p>
            <a:pPr marL="0" lvl="0" indent="0" algn="ctr" rtl="0">
              <a:spcBef>
                <a:spcPts val="0"/>
              </a:spcBef>
              <a:spcAft>
                <a:spcPts val="0"/>
              </a:spcAft>
              <a:buNone/>
            </a:pPr>
            <a:r>
              <a:rPr lang="en" sz="1100" b="1">
                <a:solidFill>
                  <a:srgbClr val="FF550C"/>
                </a:solidFill>
                <a:latin typeface="Plus Jakarta Sans"/>
                <a:ea typeface="Plus Jakarta Sans"/>
                <a:cs typeface="Plus Jakarta Sans"/>
                <a:sym typeface="Plus Jakarta Sans"/>
              </a:rPr>
              <a:t>UNIFIED ARCHITECTURE</a:t>
            </a:r>
            <a:endParaRPr sz="1100" b="1">
              <a:solidFill>
                <a:srgbClr val="FF550C"/>
              </a:solidFill>
              <a:latin typeface="Plus Jakarta Sans"/>
              <a:ea typeface="Plus Jakarta Sans"/>
              <a:cs typeface="Plus Jakarta Sans"/>
              <a:sym typeface="Plus Jakarta Sans"/>
            </a:endParaRPr>
          </a:p>
        </p:txBody>
      </p:sp>
      <p:sp>
        <p:nvSpPr>
          <p:cNvPr id="1309" name="Google Shape;1309;p156"/>
          <p:cNvSpPr/>
          <p:nvPr/>
        </p:nvSpPr>
        <p:spPr>
          <a:xfrm>
            <a:off x="7290350" y="2744799"/>
            <a:ext cx="1371600" cy="554100"/>
          </a:xfrm>
          <a:prstGeom prst="rect">
            <a:avLst/>
          </a:prstGeom>
          <a:solidFill>
            <a:srgbClr val="FFFFFF"/>
          </a:solidFill>
          <a:ln w="9525" cap="flat" cmpd="sng">
            <a:solidFill>
              <a:srgbClr val="000000"/>
            </a:solidFill>
            <a:prstDash val="dash"/>
            <a:round/>
            <a:headEnd type="none" w="sm" len="sm"/>
            <a:tailEnd type="none" w="sm" len="sm"/>
          </a:ln>
        </p:spPr>
        <p:txBody>
          <a:bodyPr spcFirstLastPara="1" wrap="square" lIns="68575" tIns="68575" rIns="68575" bIns="68575" anchor="ctr" anchorCtr="0">
            <a:noAutofit/>
          </a:bodyPr>
          <a:lstStyle/>
          <a:p>
            <a:pPr marL="0" lvl="0" indent="0" algn="ctr" rtl="0">
              <a:spcBef>
                <a:spcPts val="0"/>
              </a:spcBef>
              <a:spcAft>
                <a:spcPts val="0"/>
              </a:spcAft>
              <a:buNone/>
            </a:pPr>
            <a:r>
              <a:rPr lang="en" sz="900">
                <a:latin typeface="Plus Jakarta Sans"/>
                <a:ea typeface="Plus Jakarta Sans"/>
                <a:cs typeface="Plus Jakarta Sans"/>
                <a:sym typeface="Plus Jakarta Sans"/>
              </a:rPr>
              <a:t>Unified</a:t>
            </a:r>
            <a:r>
              <a:rPr lang="en" sz="900" b="1">
                <a:latin typeface="Plus Jakarta Sans"/>
                <a:ea typeface="Plus Jakarta Sans"/>
                <a:cs typeface="Plus Jakarta Sans"/>
                <a:sym typeface="Plus Jakarta Sans"/>
              </a:rPr>
              <a:t> Edge to AI</a:t>
            </a:r>
            <a:r>
              <a:rPr lang="en" sz="900">
                <a:latin typeface="Plus Jakarta Sans"/>
                <a:ea typeface="Plus Jakarta Sans"/>
                <a:cs typeface="Plus Jakarta Sans"/>
                <a:sym typeface="Plus Jakarta Sans"/>
              </a:rPr>
              <a:t> - warehousing, ETL, streaming, etc.</a:t>
            </a:r>
            <a:endParaRPr sz="900">
              <a:latin typeface="Plus Jakarta Sans"/>
              <a:ea typeface="Plus Jakarta Sans"/>
              <a:cs typeface="Plus Jakarta Sans"/>
              <a:sym typeface="Plus Jakarta Sans"/>
            </a:endParaRPr>
          </a:p>
        </p:txBody>
      </p:sp>
      <p:sp>
        <p:nvSpPr>
          <p:cNvPr id="1310" name="Google Shape;1310;p156"/>
          <p:cNvSpPr/>
          <p:nvPr/>
        </p:nvSpPr>
        <p:spPr>
          <a:xfrm>
            <a:off x="7290350" y="3430599"/>
            <a:ext cx="1371600" cy="554100"/>
          </a:xfrm>
          <a:prstGeom prst="rect">
            <a:avLst/>
          </a:prstGeom>
          <a:solidFill>
            <a:srgbClr val="FFFFFF"/>
          </a:solidFill>
          <a:ln w="9525" cap="flat" cmpd="sng">
            <a:solidFill>
              <a:srgbClr val="000000"/>
            </a:solidFill>
            <a:prstDash val="dash"/>
            <a:round/>
            <a:headEnd type="none" w="sm" len="sm"/>
            <a:tailEnd type="none" w="sm" len="sm"/>
          </a:ln>
        </p:spPr>
        <p:txBody>
          <a:bodyPr spcFirstLastPara="1" wrap="square" lIns="68575" tIns="68575" rIns="68575" bIns="68575" anchor="ctr" anchorCtr="0">
            <a:noAutofit/>
          </a:bodyPr>
          <a:lstStyle/>
          <a:p>
            <a:pPr marL="0" lvl="0" indent="0" algn="ctr" rtl="0">
              <a:spcBef>
                <a:spcPts val="0"/>
              </a:spcBef>
              <a:spcAft>
                <a:spcPts val="0"/>
              </a:spcAft>
              <a:buNone/>
            </a:pPr>
            <a:r>
              <a:rPr lang="en" sz="900" b="1">
                <a:latin typeface="Plus Jakarta Sans"/>
                <a:ea typeface="Plus Jakarta Sans"/>
                <a:cs typeface="Plus Jakarta Sans"/>
                <a:sym typeface="Plus Jakarta Sans"/>
              </a:rPr>
              <a:t>Mitigated integration tax costs </a:t>
            </a:r>
            <a:r>
              <a:rPr lang="en" sz="900">
                <a:latin typeface="Plus Jakarta Sans"/>
                <a:ea typeface="Plus Jakarta Sans"/>
                <a:cs typeface="Plus Jakarta Sans"/>
                <a:sym typeface="Plus Jakarta Sans"/>
              </a:rPr>
              <a:t>(data engineering, ops, etc.)</a:t>
            </a:r>
            <a:endParaRPr sz="900">
              <a:latin typeface="Plus Jakarta Sans"/>
              <a:ea typeface="Plus Jakarta Sans"/>
              <a:cs typeface="Plus Jakarta Sans"/>
              <a:sym typeface="Plus Jakarta Sans"/>
            </a:endParaRPr>
          </a:p>
        </p:txBody>
      </p:sp>
      <p:sp>
        <p:nvSpPr>
          <p:cNvPr id="1311" name="Google Shape;1311;p156"/>
          <p:cNvSpPr/>
          <p:nvPr/>
        </p:nvSpPr>
        <p:spPr>
          <a:xfrm>
            <a:off x="7290350" y="4116399"/>
            <a:ext cx="1371600" cy="554100"/>
          </a:xfrm>
          <a:prstGeom prst="rect">
            <a:avLst/>
          </a:prstGeom>
          <a:solidFill>
            <a:srgbClr val="FFFFFF"/>
          </a:solidFill>
          <a:ln w="9525" cap="flat" cmpd="sng">
            <a:solidFill>
              <a:srgbClr val="000000"/>
            </a:solidFill>
            <a:prstDash val="dash"/>
            <a:round/>
            <a:headEnd type="none" w="sm" len="sm"/>
            <a:tailEnd type="none" w="sm" len="sm"/>
          </a:ln>
        </p:spPr>
        <p:txBody>
          <a:bodyPr spcFirstLastPara="1" wrap="square" lIns="68575" tIns="68575" rIns="68575" bIns="68575" anchor="ctr" anchorCtr="0">
            <a:noAutofit/>
          </a:bodyPr>
          <a:lstStyle/>
          <a:p>
            <a:pPr marL="0" lvl="0" indent="0" algn="ctr" rtl="0">
              <a:spcBef>
                <a:spcPts val="0"/>
              </a:spcBef>
              <a:spcAft>
                <a:spcPts val="0"/>
              </a:spcAft>
              <a:buNone/>
            </a:pPr>
            <a:r>
              <a:rPr lang="en" sz="900">
                <a:latin typeface="Plus Jakarta Sans"/>
                <a:ea typeface="Plus Jakarta Sans"/>
                <a:cs typeface="Plus Jakarta Sans"/>
                <a:sym typeface="Plus Jakarta Sans"/>
              </a:rPr>
              <a:t>Unified security &amp; governance with a </a:t>
            </a:r>
            <a:r>
              <a:rPr lang="en" sz="900" b="1">
                <a:latin typeface="Plus Jakarta Sans"/>
                <a:ea typeface="Plus Jakarta Sans"/>
                <a:cs typeface="Plus Jakarta Sans"/>
                <a:sym typeface="Plus Jakarta Sans"/>
              </a:rPr>
              <a:t>single pane of glass</a:t>
            </a:r>
            <a:endParaRPr sz="900" b="1">
              <a:latin typeface="Plus Jakarta Sans"/>
              <a:ea typeface="Plus Jakarta Sans"/>
              <a:cs typeface="Plus Jakarta Sans"/>
              <a:sym typeface="Plus Jakarta Sans"/>
            </a:endParaRPr>
          </a:p>
        </p:txBody>
      </p:sp>
      <p:grpSp>
        <p:nvGrpSpPr>
          <p:cNvPr id="1312" name="Google Shape;1312;p156"/>
          <p:cNvGrpSpPr/>
          <p:nvPr/>
        </p:nvGrpSpPr>
        <p:grpSpPr>
          <a:xfrm>
            <a:off x="7652258" y="1279618"/>
            <a:ext cx="606862" cy="566827"/>
            <a:chOff x="9262744" y="5077459"/>
            <a:chExt cx="541020" cy="541020"/>
          </a:xfrm>
        </p:grpSpPr>
        <p:sp>
          <p:nvSpPr>
            <p:cNvPr id="1313" name="Google Shape;1313;p156"/>
            <p:cNvSpPr/>
            <p:nvPr/>
          </p:nvSpPr>
          <p:spPr>
            <a:xfrm>
              <a:off x="9288144" y="5257793"/>
              <a:ext cx="217170" cy="217811"/>
            </a:xfrm>
            <a:custGeom>
              <a:avLst/>
              <a:gdLst/>
              <a:ahLst/>
              <a:cxnLst/>
              <a:rect l="l" t="t" r="r" b="b"/>
              <a:pathLst>
                <a:path w="217170" h="217811" extrusionOk="0">
                  <a:moveTo>
                    <a:pt x="211455" y="217812"/>
                  </a:moveTo>
                  <a:lnTo>
                    <a:pt x="45086" y="217812"/>
                  </a:lnTo>
                  <a:cubicBezTo>
                    <a:pt x="20320" y="217812"/>
                    <a:pt x="0" y="197491"/>
                    <a:pt x="0" y="172091"/>
                  </a:cubicBezTo>
                  <a:cubicBezTo>
                    <a:pt x="0" y="153041"/>
                    <a:pt x="12065" y="135897"/>
                    <a:pt x="29845" y="129547"/>
                  </a:cubicBezTo>
                  <a:cubicBezTo>
                    <a:pt x="27305" y="120657"/>
                    <a:pt x="26036" y="111132"/>
                    <a:pt x="26036" y="101607"/>
                  </a:cubicBezTo>
                  <a:cubicBezTo>
                    <a:pt x="27305" y="44457"/>
                    <a:pt x="73661" y="-628"/>
                    <a:pt x="130811" y="7"/>
                  </a:cubicBezTo>
                  <a:cubicBezTo>
                    <a:pt x="165736" y="7"/>
                    <a:pt x="198755" y="18422"/>
                    <a:pt x="217170" y="48266"/>
                  </a:cubicBezTo>
                  <a:lnTo>
                    <a:pt x="205740" y="55887"/>
                  </a:lnTo>
                  <a:cubicBezTo>
                    <a:pt x="189865" y="29852"/>
                    <a:pt x="161290" y="13977"/>
                    <a:pt x="130811" y="13977"/>
                  </a:cubicBezTo>
                  <a:cubicBezTo>
                    <a:pt x="81280" y="13341"/>
                    <a:pt x="40640" y="52712"/>
                    <a:pt x="39370" y="101607"/>
                  </a:cubicBezTo>
                  <a:cubicBezTo>
                    <a:pt x="39370" y="111766"/>
                    <a:pt x="41275" y="121927"/>
                    <a:pt x="45086" y="131452"/>
                  </a:cubicBezTo>
                  <a:lnTo>
                    <a:pt x="47625" y="139072"/>
                  </a:lnTo>
                  <a:lnTo>
                    <a:pt x="39370" y="140341"/>
                  </a:lnTo>
                  <a:cubicBezTo>
                    <a:pt x="22225" y="142882"/>
                    <a:pt x="10161" y="159391"/>
                    <a:pt x="13336" y="176537"/>
                  </a:cubicBezTo>
                  <a:cubicBezTo>
                    <a:pt x="15875" y="192412"/>
                    <a:pt x="29211" y="203207"/>
                    <a:pt x="45086" y="203207"/>
                  </a:cubicBezTo>
                  <a:lnTo>
                    <a:pt x="211455" y="203207"/>
                  </a:lnTo>
                  <a:lnTo>
                    <a:pt x="211455" y="217812"/>
                  </a:lnTo>
                  <a:close/>
                </a:path>
              </a:pathLst>
            </a:custGeom>
            <a:solidFill>
              <a:srgbClr val="FF550C"/>
            </a:solidFill>
            <a:ln>
              <a:noFill/>
            </a:ln>
          </p:spPr>
          <p:txBody>
            <a:bodyPr spcFirstLastPara="1" wrap="square" lIns="51425" tIns="25700" rIns="51425" bIns="25700"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305868"/>
                </a:solidFill>
                <a:latin typeface="Calibri"/>
                <a:ea typeface="Calibri"/>
                <a:cs typeface="Calibri"/>
                <a:sym typeface="Calibri"/>
              </a:endParaRPr>
            </a:p>
          </p:txBody>
        </p:sp>
        <p:sp>
          <p:nvSpPr>
            <p:cNvPr id="1314" name="Google Shape;1314;p156"/>
            <p:cNvSpPr/>
            <p:nvPr/>
          </p:nvSpPr>
          <p:spPr>
            <a:xfrm>
              <a:off x="9491980" y="5584190"/>
              <a:ext cx="113029" cy="13334"/>
            </a:xfrm>
            <a:custGeom>
              <a:avLst/>
              <a:gdLst/>
              <a:ahLst/>
              <a:cxnLst/>
              <a:rect l="l" t="t" r="r" b="b"/>
              <a:pathLst>
                <a:path w="113029" h="13334" extrusionOk="0">
                  <a:moveTo>
                    <a:pt x="113030" y="13335"/>
                  </a:moveTo>
                  <a:lnTo>
                    <a:pt x="89535" y="13335"/>
                  </a:lnTo>
                  <a:lnTo>
                    <a:pt x="89535" y="0"/>
                  </a:lnTo>
                  <a:lnTo>
                    <a:pt x="113030" y="0"/>
                  </a:lnTo>
                  <a:lnTo>
                    <a:pt x="113030" y="13335"/>
                  </a:lnTo>
                  <a:close/>
                  <a:moveTo>
                    <a:pt x="68580" y="13335"/>
                  </a:moveTo>
                  <a:lnTo>
                    <a:pt x="45085" y="13335"/>
                  </a:lnTo>
                  <a:lnTo>
                    <a:pt x="45085" y="0"/>
                  </a:lnTo>
                  <a:lnTo>
                    <a:pt x="68580" y="0"/>
                  </a:lnTo>
                  <a:lnTo>
                    <a:pt x="68580" y="13335"/>
                  </a:lnTo>
                  <a:close/>
                  <a:moveTo>
                    <a:pt x="23495" y="13335"/>
                  </a:moveTo>
                  <a:lnTo>
                    <a:pt x="0" y="13335"/>
                  </a:lnTo>
                  <a:lnTo>
                    <a:pt x="0" y="0"/>
                  </a:lnTo>
                  <a:lnTo>
                    <a:pt x="23495" y="0"/>
                  </a:lnTo>
                  <a:lnTo>
                    <a:pt x="23495" y="13335"/>
                  </a:lnTo>
                  <a:close/>
                </a:path>
              </a:pathLst>
            </a:custGeom>
            <a:solidFill>
              <a:srgbClr val="FF550C"/>
            </a:solidFill>
            <a:ln>
              <a:noFill/>
            </a:ln>
          </p:spPr>
          <p:txBody>
            <a:bodyPr spcFirstLastPara="1" wrap="square" lIns="51425" tIns="25700" rIns="51425" bIns="25700"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305868"/>
                </a:solidFill>
                <a:latin typeface="Calibri"/>
                <a:ea typeface="Calibri"/>
                <a:cs typeface="Calibri"/>
                <a:sym typeface="Calibri"/>
              </a:endParaRPr>
            </a:p>
          </p:txBody>
        </p:sp>
        <p:sp>
          <p:nvSpPr>
            <p:cNvPr id="1315" name="Google Shape;1315;p156"/>
            <p:cNvSpPr/>
            <p:nvPr/>
          </p:nvSpPr>
          <p:spPr>
            <a:xfrm>
              <a:off x="9651365" y="5584190"/>
              <a:ext cx="112394" cy="13334"/>
            </a:xfrm>
            <a:custGeom>
              <a:avLst/>
              <a:gdLst/>
              <a:ahLst/>
              <a:cxnLst/>
              <a:rect l="l" t="t" r="r" b="b"/>
              <a:pathLst>
                <a:path w="112394" h="13334" extrusionOk="0">
                  <a:moveTo>
                    <a:pt x="112395" y="13335"/>
                  </a:moveTo>
                  <a:lnTo>
                    <a:pt x="88900" y="13335"/>
                  </a:lnTo>
                  <a:lnTo>
                    <a:pt x="88900" y="0"/>
                  </a:lnTo>
                  <a:lnTo>
                    <a:pt x="112395" y="0"/>
                  </a:lnTo>
                  <a:lnTo>
                    <a:pt x="112395" y="13335"/>
                  </a:lnTo>
                  <a:close/>
                  <a:moveTo>
                    <a:pt x="67945" y="13335"/>
                  </a:moveTo>
                  <a:lnTo>
                    <a:pt x="44450" y="13335"/>
                  </a:lnTo>
                  <a:lnTo>
                    <a:pt x="44450" y="0"/>
                  </a:lnTo>
                  <a:lnTo>
                    <a:pt x="67945" y="0"/>
                  </a:lnTo>
                  <a:lnTo>
                    <a:pt x="67945" y="13335"/>
                  </a:lnTo>
                  <a:close/>
                  <a:moveTo>
                    <a:pt x="23495" y="13335"/>
                  </a:moveTo>
                  <a:lnTo>
                    <a:pt x="0" y="13335"/>
                  </a:lnTo>
                  <a:lnTo>
                    <a:pt x="0" y="0"/>
                  </a:lnTo>
                  <a:lnTo>
                    <a:pt x="23495" y="0"/>
                  </a:lnTo>
                  <a:lnTo>
                    <a:pt x="23495" y="13335"/>
                  </a:lnTo>
                  <a:close/>
                </a:path>
              </a:pathLst>
            </a:custGeom>
            <a:solidFill>
              <a:srgbClr val="FF550C"/>
            </a:solidFill>
            <a:ln>
              <a:noFill/>
            </a:ln>
          </p:spPr>
          <p:txBody>
            <a:bodyPr spcFirstLastPara="1" wrap="square" lIns="51425" tIns="25700" rIns="51425" bIns="25700"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305868"/>
                </a:solidFill>
                <a:latin typeface="Calibri"/>
                <a:ea typeface="Calibri"/>
                <a:cs typeface="Calibri"/>
                <a:sym typeface="Calibri"/>
              </a:endParaRPr>
            </a:p>
          </p:txBody>
        </p:sp>
        <p:sp>
          <p:nvSpPr>
            <p:cNvPr id="1316" name="Google Shape;1316;p156"/>
            <p:cNvSpPr/>
            <p:nvPr/>
          </p:nvSpPr>
          <p:spPr>
            <a:xfrm>
              <a:off x="9492615" y="5239384"/>
              <a:ext cx="270509" cy="311150"/>
            </a:xfrm>
            <a:custGeom>
              <a:avLst/>
              <a:gdLst/>
              <a:ahLst/>
              <a:cxnLst/>
              <a:rect l="l" t="t" r="r" b="b"/>
              <a:pathLst>
                <a:path w="270509" h="311150" extrusionOk="0">
                  <a:moveTo>
                    <a:pt x="270510" y="311150"/>
                  </a:moveTo>
                  <a:lnTo>
                    <a:pt x="0" y="311150"/>
                  </a:lnTo>
                  <a:lnTo>
                    <a:pt x="0" y="0"/>
                  </a:lnTo>
                  <a:lnTo>
                    <a:pt x="270510" y="0"/>
                  </a:lnTo>
                  <a:lnTo>
                    <a:pt x="270510" y="311150"/>
                  </a:lnTo>
                  <a:close/>
                  <a:moveTo>
                    <a:pt x="13335" y="297180"/>
                  </a:moveTo>
                  <a:lnTo>
                    <a:pt x="256540" y="297180"/>
                  </a:lnTo>
                  <a:lnTo>
                    <a:pt x="256540" y="13335"/>
                  </a:lnTo>
                  <a:lnTo>
                    <a:pt x="13335" y="13335"/>
                  </a:lnTo>
                  <a:lnTo>
                    <a:pt x="13335" y="297180"/>
                  </a:lnTo>
                  <a:close/>
                </a:path>
              </a:pathLst>
            </a:custGeom>
            <a:solidFill>
              <a:srgbClr val="FF550C"/>
            </a:solidFill>
            <a:ln>
              <a:noFill/>
            </a:ln>
          </p:spPr>
          <p:txBody>
            <a:bodyPr spcFirstLastPara="1" wrap="square" lIns="51425" tIns="25700" rIns="51425" bIns="25700"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305868"/>
                </a:solidFill>
                <a:latin typeface="Calibri"/>
                <a:ea typeface="Calibri"/>
                <a:cs typeface="Calibri"/>
                <a:sym typeface="Calibri"/>
              </a:endParaRPr>
            </a:p>
          </p:txBody>
        </p:sp>
        <p:sp>
          <p:nvSpPr>
            <p:cNvPr id="1317" name="Google Shape;1317;p156"/>
            <p:cNvSpPr/>
            <p:nvPr/>
          </p:nvSpPr>
          <p:spPr>
            <a:xfrm>
              <a:off x="9533255" y="5198745"/>
              <a:ext cx="270509" cy="311150"/>
            </a:xfrm>
            <a:custGeom>
              <a:avLst/>
              <a:gdLst/>
              <a:ahLst/>
              <a:cxnLst/>
              <a:rect l="l" t="t" r="r" b="b"/>
              <a:pathLst>
                <a:path w="270509" h="311150" extrusionOk="0">
                  <a:moveTo>
                    <a:pt x="270510" y="311150"/>
                  </a:moveTo>
                  <a:lnTo>
                    <a:pt x="216535" y="311150"/>
                  </a:lnTo>
                  <a:lnTo>
                    <a:pt x="216535" y="297180"/>
                  </a:lnTo>
                  <a:lnTo>
                    <a:pt x="257175" y="297180"/>
                  </a:lnTo>
                  <a:lnTo>
                    <a:pt x="257175" y="13335"/>
                  </a:lnTo>
                  <a:lnTo>
                    <a:pt x="13335" y="13335"/>
                  </a:lnTo>
                  <a:lnTo>
                    <a:pt x="13335" y="40640"/>
                  </a:lnTo>
                  <a:lnTo>
                    <a:pt x="0" y="40640"/>
                  </a:lnTo>
                  <a:lnTo>
                    <a:pt x="0" y="0"/>
                  </a:lnTo>
                  <a:lnTo>
                    <a:pt x="270510" y="0"/>
                  </a:lnTo>
                  <a:close/>
                </a:path>
              </a:pathLst>
            </a:custGeom>
            <a:solidFill>
              <a:srgbClr val="FF550C"/>
            </a:solidFill>
            <a:ln>
              <a:noFill/>
            </a:ln>
          </p:spPr>
          <p:txBody>
            <a:bodyPr spcFirstLastPara="1" wrap="square" lIns="51425" tIns="25700" rIns="51425" bIns="25700"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305868"/>
                </a:solidFill>
                <a:latin typeface="Calibri"/>
                <a:ea typeface="Calibri"/>
                <a:cs typeface="Calibri"/>
                <a:sym typeface="Calibri"/>
              </a:endParaRPr>
            </a:p>
          </p:txBody>
        </p:sp>
        <p:sp>
          <p:nvSpPr>
            <p:cNvPr id="1318" name="Google Shape;1318;p156"/>
            <p:cNvSpPr/>
            <p:nvPr/>
          </p:nvSpPr>
          <p:spPr>
            <a:xfrm>
              <a:off x="9528175" y="5287010"/>
              <a:ext cx="121284" cy="13335"/>
            </a:xfrm>
            <a:custGeom>
              <a:avLst/>
              <a:gdLst/>
              <a:ahLst/>
              <a:cxnLst/>
              <a:rect l="l" t="t" r="r" b="b"/>
              <a:pathLst>
                <a:path w="121284" h="13335" extrusionOk="0">
                  <a:moveTo>
                    <a:pt x="0" y="0"/>
                  </a:moveTo>
                  <a:lnTo>
                    <a:pt x="121285" y="0"/>
                  </a:lnTo>
                  <a:lnTo>
                    <a:pt x="121285" y="13335"/>
                  </a:lnTo>
                  <a:lnTo>
                    <a:pt x="0" y="13335"/>
                  </a:lnTo>
                  <a:close/>
                </a:path>
              </a:pathLst>
            </a:custGeom>
            <a:solidFill>
              <a:srgbClr val="FF550C"/>
            </a:solidFill>
            <a:ln>
              <a:noFill/>
            </a:ln>
          </p:spPr>
          <p:txBody>
            <a:bodyPr spcFirstLastPara="1" wrap="square" lIns="51425" tIns="25700" rIns="51425" bIns="25700"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305868"/>
                </a:solidFill>
                <a:latin typeface="Calibri"/>
                <a:ea typeface="Calibri"/>
                <a:cs typeface="Calibri"/>
                <a:sym typeface="Calibri"/>
              </a:endParaRPr>
            </a:p>
          </p:txBody>
        </p:sp>
        <p:sp>
          <p:nvSpPr>
            <p:cNvPr id="1319" name="Google Shape;1319;p156"/>
            <p:cNvSpPr/>
            <p:nvPr/>
          </p:nvSpPr>
          <p:spPr>
            <a:xfrm>
              <a:off x="9500235" y="5336540"/>
              <a:ext cx="255904" cy="13335"/>
            </a:xfrm>
            <a:custGeom>
              <a:avLst/>
              <a:gdLst/>
              <a:ahLst/>
              <a:cxnLst/>
              <a:rect l="l" t="t" r="r" b="b"/>
              <a:pathLst>
                <a:path w="255904" h="13335" extrusionOk="0">
                  <a:moveTo>
                    <a:pt x="0" y="0"/>
                  </a:moveTo>
                  <a:lnTo>
                    <a:pt x="255905" y="0"/>
                  </a:lnTo>
                  <a:lnTo>
                    <a:pt x="255905" y="13335"/>
                  </a:lnTo>
                  <a:lnTo>
                    <a:pt x="0" y="13335"/>
                  </a:lnTo>
                  <a:close/>
                </a:path>
              </a:pathLst>
            </a:custGeom>
            <a:solidFill>
              <a:srgbClr val="FF550C"/>
            </a:solidFill>
            <a:ln>
              <a:noFill/>
            </a:ln>
          </p:spPr>
          <p:txBody>
            <a:bodyPr spcFirstLastPara="1" wrap="square" lIns="51425" tIns="25700" rIns="51425" bIns="25700"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305868"/>
                </a:solidFill>
                <a:latin typeface="Calibri"/>
                <a:ea typeface="Calibri"/>
                <a:cs typeface="Calibri"/>
                <a:sym typeface="Calibri"/>
              </a:endParaRPr>
            </a:p>
          </p:txBody>
        </p:sp>
        <p:sp>
          <p:nvSpPr>
            <p:cNvPr id="1320" name="Google Shape;1320;p156"/>
            <p:cNvSpPr/>
            <p:nvPr/>
          </p:nvSpPr>
          <p:spPr>
            <a:xfrm>
              <a:off x="9528175" y="5387975"/>
              <a:ext cx="121284" cy="13335"/>
            </a:xfrm>
            <a:custGeom>
              <a:avLst/>
              <a:gdLst/>
              <a:ahLst/>
              <a:cxnLst/>
              <a:rect l="l" t="t" r="r" b="b"/>
              <a:pathLst>
                <a:path w="121284" h="13335" extrusionOk="0">
                  <a:moveTo>
                    <a:pt x="0" y="0"/>
                  </a:moveTo>
                  <a:lnTo>
                    <a:pt x="121285" y="0"/>
                  </a:lnTo>
                  <a:lnTo>
                    <a:pt x="121285" y="13335"/>
                  </a:lnTo>
                  <a:lnTo>
                    <a:pt x="0" y="13335"/>
                  </a:lnTo>
                  <a:close/>
                </a:path>
              </a:pathLst>
            </a:custGeom>
            <a:solidFill>
              <a:srgbClr val="FF550C"/>
            </a:solidFill>
            <a:ln>
              <a:noFill/>
            </a:ln>
          </p:spPr>
          <p:txBody>
            <a:bodyPr spcFirstLastPara="1" wrap="square" lIns="51425" tIns="25700" rIns="51425" bIns="25700"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305868"/>
                </a:solidFill>
                <a:latin typeface="Calibri"/>
                <a:ea typeface="Calibri"/>
                <a:cs typeface="Calibri"/>
                <a:sym typeface="Calibri"/>
              </a:endParaRPr>
            </a:p>
          </p:txBody>
        </p:sp>
        <p:sp>
          <p:nvSpPr>
            <p:cNvPr id="1321" name="Google Shape;1321;p156"/>
            <p:cNvSpPr/>
            <p:nvPr/>
          </p:nvSpPr>
          <p:spPr>
            <a:xfrm>
              <a:off x="9500235" y="5436870"/>
              <a:ext cx="255904" cy="13335"/>
            </a:xfrm>
            <a:custGeom>
              <a:avLst/>
              <a:gdLst/>
              <a:ahLst/>
              <a:cxnLst/>
              <a:rect l="l" t="t" r="r" b="b"/>
              <a:pathLst>
                <a:path w="255904" h="13335" extrusionOk="0">
                  <a:moveTo>
                    <a:pt x="0" y="0"/>
                  </a:moveTo>
                  <a:lnTo>
                    <a:pt x="255905" y="0"/>
                  </a:lnTo>
                  <a:lnTo>
                    <a:pt x="255905" y="13335"/>
                  </a:lnTo>
                  <a:lnTo>
                    <a:pt x="0" y="13335"/>
                  </a:lnTo>
                  <a:close/>
                </a:path>
              </a:pathLst>
            </a:custGeom>
            <a:solidFill>
              <a:srgbClr val="FF550C"/>
            </a:solidFill>
            <a:ln>
              <a:noFill/>
            </a:ln>
          </p:spPr>
          <p:txBody>
            <a:bodyPr spcFirstLastPara="1" wrap="square" lIns="51425" tIns="25700" rIns="51425" bIns="25700"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305868"/>
                </a:solidFill>
                <a:latin typeface="Calibri"/>
                <a:ea typeface="Calibri"/>
                <a:cs typeface="Calibri"/>
                <a:sym typeface="Calibri"/>
              </a:endParaRPr>
            </a:p>
          </p:txBody>
        </p:sp>
        <p:sp>
          <p:nvSpPr>
            <p:cNvPr id="1322" name="Google Shape;1322;p156"/>
            <p:cNvSpPr/>
            <p:nvPr/>
          </p:nvSpPr>
          <p:spPr>
            <a:xfrm>
              <a:off x="9528175" y="5489575"/>
              <a:ext cx="121284" cy="13335"/>
            </a:xfrm>
            <a:custGeom>
              <a:avLst/>
              <a:gdLst/>
              <a:ahLst/>
              <a:cxnLst/>
              <a:rect l="l" t="t" r="r" b="b"/>
              <a:pathLst>
                <a:path w="121284" h="13335" extrusionOk="0">
                  <a:moveTo>
                    <a:pt x="0" y="0"/>
                  </a:moveTo>
                  <a:lnTo>
                    <a:pt x="121285" y="0"/>
                  </a:lnTo>
                  <a:lnTo>
                    <a:pt x="121285" y="13335"/>
                  </a:lnTo>
                  <a:lnTo>
                    <a:pt x="0" y="13335"/>
                  </a:lnTo>
                  <a:close/>
                </a:path>
              </a:pathLst>
            </a:custGeom>
            <a:solidFill>
              <a:srgbClr val="FF550C"/>
            </a:solidFill>
            <a:ln>
              <a:noFill/>
            </a:ln>
          </p:spPr>
          <p:txBody>
            <a:bodyPr spcFirstLastPara="1" wrap="square" lIns="51425" tIns="25700" rIns="51425" bIns="25700"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305868"/>
                </a:solidFill>
                <a:latin typeface="Calibri"/>
                <a:ea typeface="Calibri"/>
                <a:cs typeface="Calibri"/>
                <a:sym typeface="Calibri"/>
              </a:endParaRPr>
            </a:p>
          </p:txBody>
        </p:sp>
        <p:sp>
          <p:nvSpPr>
            <p:cNvPr id="1323" name="Google Shape;1323;p156"/>
            <p:cNvSpPr/>
            <p:nvPr/>
          </p:nvSpPr>
          <p:spPr>
            <a:xfrm>
              <a:off x="9621520" y="5547360"/>
              <a:ext cx="13334" cy="17145"/>
            </a:xfrm>
            <a:custGeom>
              <a:avLst/>
              <a:gdLst/>
              <a:ahLst/>
              <a:cxnLst/>
              <a:rect l="l" t="t" r="r" b="b"/>
              <a:pathLst>
                <a:path w="13334" h="17145" extrusionOk="0">
                  <a:moveTo>
                    <a:pt x="0" y="0"/>
                  </a:moveTo>
                  <a:lnTo>
                    <a:pt x="13335" y="0"/>
                  </a:lnTo>
                  <a:lnTo>
                    <a:pt x="13335" y="17145"/>
                  </a:lnTo>
                  <a:lnTo>
                    <a:pt x="0" y="17145"/>
                  </a:lnTo>
                  <a:close/>
                </a:path>
              </a:pathLst>
            </a:custGeom>
            <a:solidFill>
              <a:srgbClr val="FF550C"/>
            </a:solidFill>
            <a:ln>
              <a:noFill/>
            </a:ln>
          </p:spPr>
          <p:txBody>
            <a:bodyPr spcFirstLastPara="1" wrap="square" lIns="51425" tIns="25700" rIns="51425" bIns="25700"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305868"/>
                </a:solidFill>
                <a:latin typeface="Calibri"/>
                <a:ea typeface="Calibri"/>
                <a:cs typeface="Calibri"/>
                <a:sym typeface="Calibri"/>
              </a:endParaRPr>
            </a:p>
          </p:txBody>
        </p:sp>
        <p:sp>
          <p:nvSpPr>
            <p:cNvPr id="1324" name="Google Shape;1324;p156"/>
            <p:cNvSpPr/>
            <p:nvPr/>
          </p:nvSpPr>
          <p:spPr>
            <a:xfrm>
              <a:off x="9262744" y="5077459"/>
              <a:ext cx="396875" cy="283210"/>
            </a:xfrm>
            <a:custGeom>
              <a:avLst/>
              <a:gdLst/>
              <a:ahLst/>
              <a:cxnLst/>
              <a:rect l="l" t="t" r="r" b="b"/>
              <a:pathLst>
                <a:path w="396875" h="283210" extrusionOk="0">
                  <a:moveTo>
                    <a:pt x="56515" y="283210"/>
                  </a:moveTo>
                  <a:cubicBezTo>
                    <a:pt x="24765" y="279400"/>
                    <a:pt x="636" y="252730"/>
                    <a:pt x="0" y="220980"/>
                  </a:cubicBezTo>
                  <a:cubicBezTo>
                    <a:pt x="0" y="193040"/>
                    <a:pt x="18415" y="168910"/>
                    <a:pt x="44450" y="160655"/>
                  </a:cubicBezTo>
                  <a:cubicBezTo>
                    <a:pt x="40640" y="149225"/>
                    <a:pt x="39370" y="137160"/>
                    <a:pt x="39370" y="125095"/>
                  </a:cubicBezTo>
                  <a:cubicBezTo>
                    <a:pt x="39370" y="55880"/>
                    <a:pt x="95250" y="0"/>
                    <a:pt x="164465" y="0"/>
                  </a:cubicBezTo>
                  <a:cubicBezTo>
                    <a:pt x="204470" y="0"/>
                    <a:pt x="242570" y="19685"/>
                    <a:pt x="266065" y="52070"/>
                  </a:cubicBezTo>
                  <a:cubicBezTo>
                    <a:pt x="300355" y="24130"/>
                    <a:pt x="350520" y="29210"/>
                    <a:pt x="379095" y="63500"/>
                  </a:cubicBezTo>
                  <a:cubicBezTo>
                    <a:pt x="389255" y="76200"/>
                    <a:pt x="395605" y="92075"/>
                    <a:pt x="396875" y="107950"/>
                  </a:cubicBezTo>
                  <a:cubicBezTo>
                    <a:pt x="396875" y="114935"/>
                    <a:pt x="396875" y="122555"/>
                    <a:pt x="395605" y="129540"/>
                  </a:cubicBezTo>
                  <a:lnTo>
                    <a:pt x="382270" y="127635"/>
                  </a:lnTo>
                  <a:cubicBezTo>
                    <a:pt x="383540" y="121285"/>
                    <a:pt x="383540" y="114935"/>
                    <a:pt x="383540" y="108585"/>
                  </a:cubicBezTo>
                  <a:cubicBezTo>
                    <a:pt x="381000" y="73660"/>
                    <a:pt x="351790" y="46990"/>
                    <a:pt x="317500" y="47625"/>
                  </a:cubicBezTo>
                  <a:cubicBezTo>
                    <a:pt x="299720" y="47625"/>
                    <a:pt x="282575" y="54610"/>
                    <a:pt x="269875" y="67310"/>
                  </a:cubicBezTo>
                  <a:lnTo>
                    <a:pt x="264161" y="73660"/>
                  </a:lnTo>
                  <a:lnTo>
                    <a:pt x="259715" y="66675"/>
                  </a:lnTo>
                  <a:cubicBezTo>
                    <a:pt x="227330" y="14605"/>
                    <a:pt x="158115" y="-1905"/>
                    <a:pt x="106045" y="30480"/>
                  </a:cubicBezTo>
                  <a:cubicBezTo>
                    <a:pt x="60961" y="58420"/>
                    <a:pt x="41911" y="114300"/>
                    <a:pt x="60325" y="163830"/>
                  </a:cubicBezTo>
                  <a:lnTo>
                    <a:pt x="62865" y="171450"/>
                  </a:lnTo>
                  <a:lnTo>
                    <a:pt x="54611" y="172720"/>
                  </a:lnTo>
                  <a:cubicBezTo>
                    <a:pt x="31115" y="177165"/>
                    <a:pt x="13970" y="197485"/>
                    <a:pt x="13336" y="221615"/>
                  </a:cubicBezTo>
                  <a:cubicBezTo>
                    <a:pt x="13970" y="247015"/>
                    <a:pt x="33020" y="267970"/>
                    <a:pt x="57786" y="270510"/>
                  </a:cubicBezTo>
                  <a:lnTo>
                    <a:pt x="56515" y="283210"/>
                  </a:lnTo>
                  <a:close/>
                </a:path>
              </a:pathLst>
            </a:custGeom>
            <a:solidFill>
              <a:srgbClr val="FF550C"/>
            </a:solidFill>
            <a:ln>
              <a:noFill/>
            </a:ln>
          </p:spPr>
          <p:txBody>
            <a:bodyPr spcFirstLastPara="1" wrap="square" lIns="51425" tIns="25700" rIns="51425" bIns="25700"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305868"/>
                </a:solidFill>
                <a:latin typeface="Calibri"/>
                <a:ea typeface="Calibri"/>
                <a:cs typeface="Calibri"/>
                <a:sym typeface="Calibri"/>
              </a:endParaRPr>
            </a:p>
          </p:txBody>
        </p:sp>
        <p:sp>
          <p:nvSpPr>
            <p:cNvPr id="1325" name="Google Shape;1325;p156"/>
            <p:cNvSpPr/>
            <p:nvPr/>
          </p:nvSpPr>
          <p:spPr>
            <a:xfrm>
              <a:off x="9600565" y="5563870"/>
              <a:ext cx="54609" cy="54609"/>
            </a:xfrm>
            <a:custGeom>
              <a:avLst/>
              <a:gdLst/>
              <a:ahLst/>
              <a:cxnLst/>
              <a:rect l="l" t="t" r="r" b="b"/>
              <a:pathLst>
                <a:path w="54609" h="54609" extrusionOk="0">
                  <a:moveTo>
                    <a:pt x="27305" y="13335"/>
                  </a:moveTo>
                  <a:cubicBezTo>
                    <a:pt x="34925" y="13335"/>
                    <a:pt x="40640" y="19685"/>
                    <a:pt x="40640" y="26670"/>
                  </a:cubicBezTo>
                  <a:cubicBezTo>
                    <a:pt x="40640" y="33655"/>
                    <a:pt x="34290" y="40005"/>
                    <a:pt x="27305" y="40005"/>
                  </a:cubicBezTo>
                  <a:cubicBezTo>
                    <a:pt x="20320" y="40005"/>
                    <a:pt x="13970" y="33655"/>
                    <a:pt x="13970" y="26670"/>
                  </a:cubicBezTo>
                  <a:cubicBezTo>
                    <a:pt x="13970" y="19685"/>
                    <a:pt x="19685" y="13335"/>
                    <a:pt x="27305" y="13335"/>
                  </a:cubicBezTo>
                  <a:moveTo>
                    <a:pt x="27305" y="0"/>
                  </a:moveTo>
                  <a:cubicBezTo>
                    <a:pt x="12065" y="0"/>
                    <a:pt x="0" y="12065"/>
                    <a:pt x="0" y="27305"/>
                  </a:cubicBezTo>
                  <a:cubicBezTo>
                    <a:pt x="0" y="42545"/>
                    <a:pt x="12065" y="54610"/>
                    <a:pt x="27305" y="54610"/>
                  </a:cubicBezTo>
                  <a:cubicBezTo>
                    <a:pt x="42545" y="54610"/>
                    <a:pt x="54610" y="42545"/>
                    <a:pt x="54610" y="27305"/>
                  </a:cubicBezTo>
                  <a:cubicBezTo>
                    <a:pt x="54610" y="12065"/>
                    <a:pt x="42545" y="0"/>
                    <a:pt x="27305" y="0"/>
                  </a:cubicBezTo>
                  <a:close/>
                </a:path>
              </a:pathLst>
            </a:custGeom>
            <a:solidFill>
              <a:srgbClr val="FF550C"/>
            </a:solidFill>
            <a:ln>
              <a:noFill/>
            </a:ln>
          </p:spPr>
          <p:txBody>
            <a:bodyPr spcFirstLastPara="1" wrap="square" lIns="51425" tIns="25700" rIns="51425" bIns="25700"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305868"/>
                </a:solidFill>
                <a:latin typeface="Calibri"/>
                <a:ea typeface="Calibri"/>
                <a:cs typeface="Calibri"/>
                <a:sym typeface="Calibri"/>
              </a:endParaRPr>
            </a:p>
          </p:txBody>
        </p:sp>
        <p:sp>
          <p:nvSpPr>
            <p:cNvPr id="1326" name="Google Shape;1326;p156"/>
            <p:cNvSpPr/>
            <p:nvPr/>
          </p:nvSpPr>
          <p:spPr>
            <a:xfrm>
              <a:off x="9668509" y="5266054"/>
              <a:ext cx="54609" cy="54610"/>
            </a:xfrm>
            <a:custGeom>
              <a:avLst/>
              <a:gdLst/>
              <a:ahLst/>
              <a:cxnLst/>
              <a:rect l="l" t="t" r="r" b="b"/>
              <a:pathLst>
                <a:path w="54609" h="54610" extrusionOk="0">
                  <a:moveTo>
                    <a:pt x="27305" y="13970"/>
                  </a:moveTo>
                  <a:cubicBezTo>
                    <a:pt x="34925" y="13970"/>
                    <a:pt x="40640" y="20320"/>
                    <a:pt x="40640" y="27305"/>
                  </a:cubicBezTo>
                  <a:cubicBezTo>
                    <a:pt x="40640" y="34290"/>
                    <a:pt x="34290" y="40640"/>
                    <a:pt x="27305" y="40640"/>
                  </a:cubicBezTo>
                  <a:cubicBezTo>
                    <a:pt x="19685" y="40640"/>
                    <a:pt x="13970" y="34290"/>
                    <a:pt x="13970" y="27305"/>
                  </a:cubicBezTo>
                  <a:cubicBezTo>
                    <a:pt x="13970" y="20320"/>
                    <a:pt x="19685" y="13970"/>
                    <a:pt x="27305" y="13970"/>
                  </a:cubicBezTo>
                  <a:moveTo>
                    <a:pt x="27305" y="0"/>
                  </a:moveTo>
                  <a:cubicBezTo>
                    <a:pt x="12065" y="0"/>
                    <a:pt x="0" y="12065"/>
                    <a:pt x="0" y="27305"/>
                  </a:cubicBezTo>
                  <a:cubicBezTo>
                    <a:pt x="0" y="42545"/>
                    <a:pt x="12065" y="54610"/>
                    <a:pt x="27305" y="54610"/>
                  </a:cubicBezTo>
                  <a:cubicBezTo>
                    <a:pt x="42545" y="54610"/>
                    <a:pt x="54610" y="42545"/>
                    <a:pt x="54610" y="27305"/>
                  </a:cubicBezTo>
                  <a:cubicBezTo>
                    <a:pt x="54610" y="12065"/>
                    <a:pt x="41910" y="0"/>
                    <a:pt x="27305" y="0"/>
                  </a:cubicBezTo>
                  <a:close/>
                </a:path>
              </a:pathLst>
            </a:custGeom>
            <a:solidFill>
              <a:srgbClr val="FF550C"/>
            </a:solidFill>
            <a:ln>
              <a:noFill/>
            </a:ln>
          </p:spPr>
          <p:txBody>
            <a:bodyPr spcFirstLastPara="1" wrap="square" lIns="51425" tIns="25700" rIns="51425" bIns="25700"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305868"/>
                </a:solidFill>
                <a:latin typeface="Calibri"/>
                <a:ea typeface="Calibri"/>
                <a:cs typeface="Calibri"/>
                <a:sym typeface="Calibri"/>
              </a:endParaRPr>
            </a:p>
          </p:txBody>
        </p:sp>
        <p:sp>
          <p:nvSpPr>
            <p:cNvPr id="1327" name="Google Shape;1327;p156"/>
            <p:cNvSpPr/>
            <p:nvPr/>
          </p:nvSpPr>
          <p:spPr>
            <a:xfrm>
              <a:off x="9668510" y="5367655"/>
              <a:ext cx="54609" cy="54609"/>
            </a:xfrm>
            <a:custGeom>
              <a:avLst/>
              <a:gdLst/>
              <a:ahLst/>
              <a:cxnLst/>
              <a:rect l="l" t="t" r="r" b="b"/>
              <a:pathLst>
                <a:path w="54609" h="54609" extrusionOk="0">
                  <a:moveTo>
                    <a:pt x="54610" y="27305"/>
                  </a:moveTo>
                  <a:cubicBezTo>
                    <a:pt x="54610" y="42385"/>
                    <a:pt x="42385" y="54610"/>
                    <a:pt x="27304" y="54610"/>
                  </a:cubicBezTo>
                  <a:cubicBezTo>
                    <a:pt x="12224" y="54610"/>
                    <a:pt x="-1" y="42385"/>
                    <a:pt x="-1" y="27305"/>
                  </a:cubicBezTo>
                  <a:cubicBezTo>
                    <a:pt x="-1" y="12225"/>
                    <a:pt x="12224" y="0"/>
                    <a:pt x="27304" y="0"/>
                  </a:cubicBezTo>
                  <a:cubicBezTo>
                    <a:pt x="42385" y="0"/>
                    <a:pt x="54610" y="12225"/>
                    <a:pt x="54610" y="27305"/>
                  </a:cubicBezTo>
                  <a:close/>
                </a:path>
              </a:pathLst>
            </a:custGeom>
            <a:solidFill>
              <a:srgbClr val="FF550C"/>
            </a:solidFill>
            <a:ln>
              <a:noFill/>
            </a:ln>
          </p:spPr>
          <p:txBody>
            <a:bodyPr spcFirstLastPara="1" wrap="square" lIns="51425" tIns="25700" rIns="51425" bIns="25700"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305868"/>
                </a:solidFill>
                <a:latin typeface="Calibri"/>
                <a:ea typeface="Calibri"/>
                <a:cs typeface="Calibri"/>
                <a:sym typeface="Calibri"/>
              </a:endParaRPr>
            </a:p>
          </p:txBody>
        </p:sp>
        <p:sp>
          <p:nvSpPr>
            <p:cNvPr id="1328" name="Google Shape;1328;p156"/>
            <p:cNvSpPr/>
            <p:nvPr/>
          </p:nvSpPr>
          <p:spPr>
            <a:xfrm>
              <a:off x="9668509" y="5469254"/>
              <a:ext cx="54609" cy="54610"/>
            </a:xfrm>
            <a:custGeom>
              <a:avLst/>
              <a:gdLst/>
              <a:ahLst/>
              <a:cxnLst/>
              <a:rect l="l" t="t" r="r" b="b"/>
              <a:pathLst>
                <a:path w="54609" h="54610" extrusionOk="0">
                  <a:moveTo>
                    <a:pt x="27305" y="13335"/>
                  </a:moveTo>
                  <a:cubicBezTo>
                    <a:pt x="34925" y="13335"/>
                    <a:pt x="40640" y="19685"/>
                    <a:pt x="40640" y="26670"/>
                  </a:cubicBezTo>
                  <a:cubicBezTo>
                    <a:pt x="40640" y="34290"/>
                    <a:pt x="34290" y="40005"/>
                    <a:pt x="27305" y="40005"/>
                  </a:cubicBezTo>
                  <a:cubicBezTo>
                    <a:pt x="19685" y="40005"/>
                    <a:pt x="13970" y="33655"/>
                    <a:pt x="13970" y="26670"/>
                  </a:cubicBezTo>
                  <a:cubicBezTo>
                    <a:pt x="13335" y="19685"/>
                    <a:pt x="19685" y="13335"/>
                    <a:pt x="27305" y="13335"/>
                  </a:cubicBezTo>
                  <a:moveTo>
                    <a:pt x="27305" y="0"/>
                  </a:moveTo>
                  <a:cubicBezTo>
                    <a:pt x="12065" y="0"/>
                    <a:pt x="0" y="12065"/>
                    <a:pt x="0" y="27305"/>
                  </a:cubicBezTo>
                  <a:cubicBezTo>
                    <a:pt x="0" y="42545"/>
                    <a:pt x="12065" y="54610"/>
                    <a:pt x="27305" y="54610"/>
                  </a:cubicBezTo>
                  <a:cubicBezTo>
                    <a:pt x="42545" y="54610"/>
                    <a:pt x="54610" y="42545"/>
                    <a:pt x="54610" y="27305"/>
                  </a:cubicBezTo>
                  <a:cubicBezTo>
                    <a:pt x="53975" y="12065"/>
                    <a:pt x="41910" y="0"/>
                    <a:pt x="27305" y="0"/>
                  </a:cubicBezTo>
                  <a:close/>
                </a:path>
              </a:pathLst>
            </a:custGeom>
            <a:solidFill>
              <a:srgbClr val="FF550C"/>
            </a:solidFill>
            <a:ln>
              <a:noFill/>
            </a:ln>
          </p:spPr>
          <p:txBody>
            <a:bodyPr spcFirstLastPara="1" wrap="square" lIns="51425" tIns="25700" rIns="51425" bIns="25700"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305868"/>
                </a:solidFill>
                <a:latin typeface="Calibri"/>
                <a:ea typeface="Calibri"/>
                <a:cs typeface="Calibri"/>
                <a:sym typeface="Calibri"/>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33"/>
        <p:cNvGrpSpPr/>
        <p:nvPr/>
      </p:nvGrpSpPr>
      <p:grpSpPr>
        <a:xfrm>
          <a:off x="0" y="0"/>
          <a:ext cx="0" cy="0"/>
          <a:chOff x="0" y="0"/>
          <a:chExt cx="0" cy="0"/>
        </a:xfrm>
      </p:grpSpPr>
      <p:pic>
        <p:nvPicPr>
          <p:cNvPr id="1334" name="Google Shape;1334;p157" title="AI Inference Demo with Voiceover.mp4">
            <a:hlinkClick r:id="rId3"/>
          </p:cNvPr>
          <p:cNvPicPr preferRelativeResize="0"/>
          <p:nvPr/>
        </p:nvPicPr>
        <p:blipFill>
          <a:blip r:embed="rId4">
            <a:alphaModFix/>
          </a:blip>
          <a:stretch>
            <a:fillRect/>
          </a:stretch>
        </p:blipFill>
        <p:spPr>
          <a:xfrm>
            <a:off x="732975" y="259900"/>
            <a:ext cx="7678051" cy="4318901"/>
          </a:xfrm>
          <a:prstGeom prst="rect">
            <a:avLst/>
          </a:prstGeom>
          <a:noFill/>
          <a:ln>
            <a:noFill/>
          </a:ln>
        </p:spPr>
      </p:pic>
      <p:sp>
        <p:nvSpPr>
          <p:cNvPr id="1335" name="Google Shape;1335;p157"/>
          <p:cNvSpPr/>
          <p:nvPr/>
        </p:nvSpPr>
        <p:spPr>
          <a:xfrm>
            <a:off x="0" y="0"/>
            <a:ext cx="2710800" cy="228600"/>
          </a:xfrm>
          <a:prstGeom prst="rect">
            <a:avLst/>
          </a:prstGeom>
          <a:solidFill>
            <a:srgbClr val="5555F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i="1">
                <a:solidFill>
                  <a:srgbClr val="FFFFFF"/>
                </a:solidFill>
                <a:latin typeface="Plus Jakarta Sans Bold"/>
                <a:ea typeface="Plus Jakarta Sans Bold"/>
                <a:cs typeface="Plus Jakarta Sans Bold"/>
                <a:sym typeface="Plus Jakarta Sans"/>
              </a:rPr>
              <a:t>Key Capabilities</a:t>
            </a:r>
            <a:endParaRPr b="1" i="1">
              <a:solidFill>
                <a:srgbClr val="FFFFFF"/>
              </a:solidFill>
              <a:latin typeface="Plus Jakarta Sans Bold"/>
              <a:ea typeface="Plus Jakarta Sans Bold"/>
              <a:cs typeface="Plus Jakarta Sans Bold"/>
              <a:sym typeface="Plus Jakarta San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34"/>
                                        </p:tgtEl>
                                        <p:attrNameLst>
                                          <p:attrName>style.visibility</p:attrName>
                                        </p:attrNameLst>
                                      </p:cBhvr>
                                      <p:to>
                                        <p:strVal val="visible"/>
                                      </p:to>
                                    </p:set>
                                    <p:animEffect transition="in" filter="fade">
                                      <p:cBhvr>
                                        <p:cTn id="7" dur="1000"/>
                                        <p:tgtEl>
                                          <p:spTgt spid="13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39"/>
        <p:cNvGrpSpPr/>
        <p:nvPr/>
      </p:nvGrpSpPr>
      <p:grpSpPr>
        <a:xfrm>
          <a:off x="0" y="0"/>
          <a:ext cx="0" cy="0"/>
          <a:chOff x="0" y="0"/>
          <a:chExt cx="0" cy="0"/>
        </a:xfrm>
      </p:grpSpPr>
      <p:sp>
        <p:nvSpPr>
          <p:cNvPr id="1340" name="Google Shape;1340;p158"/>
          <p:cNvSpPr txBox="1">
            <a:spLocks noGrp="1"/>
          </p:cNvSpPr>
          <p:nvPr>
            <p:ph type="title"/>
          </p:nvPr>
        </p:nvSpPr>
        <p:spPr>
          <a:xfrm>
            <a:off x="419100" y="365760"/>
            <a:ext cx="8305800" cy="417600"/>
          </a:xfrm>
          <a:prstGeom prst="rect">
            <a:avLst/>
          </a:prstGeom>
        </p:spPr>
        <p:txBody>
          <a:bodyPr spcFirstLastPara="1" wrap="square" lIns="0" tIns="91425" rIns="0" bIns="91425" anchor="t" anchorCtr="0">
            <a:noAutofit/>
          </a:bodyPr>
          <a:lstStyle/>
          <a:p>
            <a:pPr marL="0" lvl="0" indent="0" algn="l" rtl="0">
              <a:spcBef>
                <a:spcPts val="0"/>
              </a:spcBef>
              <a:spcAft>
                <a:spcPts val="0"/>
              </a:spcAft>
              <a:buNone/>
            </a:pPr>
            <a:r>
              <a:rPr lang="en"/>
              <a:t>Introducing </a:t>
            </a:r>
            <a:r>
              <a:rPr lang="en">
                <a:solidFill>
                  <a:schemeClr val="dk1"/>
                </a:solidFill>
              </a:rPr>
              <a:t>AI Studios</a:t>
            </a:r>
            <a:endParaRPr>
              <a:solidFill>
                <a:schemeClr val="dk1"/>
              </a:solidFill>
            </a:endParaRPr>
          </a:p>
        </p:txBody>
      </p:sp>
      <p:sp>
        <p:nvSpPr>
          <p:cNvPr id="1341" name="Google Shape;1341;p158"/>
          <p:cNvSpPr txBox="1">
            <a:spLocks noGrp="1"/>
          </p:cNvSpPr>
          <p:nvPr>
            <p:ph type="body" idx="1"/>
          </p:nvPr>
        </p:nvSpPr>
        <p:spPr>
          <a:xfrm>
            <a:off x="419075" y="702094"/>
            <a:ext cx="8305800" cy="308100"/>
          </a:xfrm>
          <a:prstGeom prst="rect">
            <a:avLst/>
          </a:prstGeom>
        </p:spPr>
        <p:txBody>
          <a:bodyPr spcFirstLastPara="1" wrap="square" lIns="0" tIns="22850" rIns="0" bIns="45700" anchor="t" anchorCtr="0">
            <a:noAutofit/>
          </a:bodyPr>
          <a:lstStyle/>
          <a:p>
            <a:pPr marL="0" lvl="0" indent="0" algn="l" rtl="0">
              <a:spcBef>
                <a:spcPts val="450"/>
              </a:spcBef>
              <a:spcAft>
                <a:spcPts val="0"/>
              </a:spcAft>
              <a:buClr>
                <a:srgbClr val="000000"/>
              </a:buClr>
              <a:buSzPts val="1280"/>
              <a:buFont typeface="Arial"/>
              <a:buNone/>
            </a:pPr>
            <a:r>
              <a:rPr lang="en" sz="1300"/>
              <a:t>Rapidly build GenAI Applications and Agents</a:t>
            </a:r>
            <a:endParaRPr sz="1300"/>
          </a:p>
          <a:p>
            <a:pPr marL="0" lvl="0" indent="0" algn="l" rtl="0">
              <a:spcBef>
                <a:spcPts val="450"/>
              </a:spcBef>
              <a:spcAft>
                <a:spcPts val="0"/>
              </a:spcAft>
              <a:buNone/>
            </a:pPr>
            <a:endParaRPr sz="1300"/>
          </a:p>
        </p:txBody>
      </p:sp>
      <p:pic>
        <p:nvPicPr>
          <p:cNvPr id="1342" name="Google Shape;1342;p158"/>
          <p:cNvPicPr preferRelativeResize="0"/>
          <p:nvPr/>
        </p:nvPicPr>
        <p:blipFill>
          <a:blip r:embed="rId3">
            <a:alphaModFix/>
          </a:blip>
          <a:stretch>
            <a:fillRect/>
          </a:stretch>
        </p:blipFill>
        <p:spPr>
          <a:xfrm>
            <a:off x="800100" y="1060775"/>
            <a:ext cx="7717299" cy="3934001"/>
          </a:xfrm>
          <a:prstGeom prst="rect">
            <a:avLst/>
          </a:prstGeom>
          <a:noFill/>
          <a:ln>
            <a:noFill/>
          </a:ln>
          <a:effectLst>
            <a:outerShdw blurRad="57150" dist="19050" dir="5400000" algn="bl" rotWithShape="0">
              <a:srgbClr val="000000">
                <a:alpha val="50000"/>
              </a:srgbClr>
            </a:outerShdw>
          </a:effectLst>
        </p:spPr>
      </p:pic>
      <p:pic>
        <p:nvPicPr>
          <p:cNvPr id="1343" name="Google Shape;1343;p158" title="Screenshot 2025-05-01 at 5.24.38 PM.png"/>
          <p:cNvPicPr preferRelativeResize="0"/>
          <p:nvPr/>
        </p:nvPicPr>
        <p:blipFill>
          <a:blip r:embed="rId4">
            <a:alphaModFix/>
          </a:blip>
          <a:stretch>
            <a:fillRect/>
          </a:stretch>
        </p:blipFill>
        <p:spPr>
          <a:xfrm>
            <a:off x="1997600" y="1143500"/>
            <a:ext cx="880175" cy="119575"/>
          </a:xfrm>
          <a:prstGeom prst="rect">
            <a:avLst/>
          </a:prstGeom>
          <a:noFill/>
          <a:ln>
            <a:noFill/>
          </a:ln>
        </p:spPr>
      </p:pic>
      <p:sp>
        <p:nvSpPr>
          <p:cNvPr id="1344" name="Google Shape;1344;p158"/>
          <p:cNvSpPr/>
          <p:nvPr/>
        </p:nvSpPr>
        <p:spPr>
          <a:xfrm>
            <a:off x="0" y="0"/>
            <a:ext cx="2710800" cy="228600"/>
          </a:xfrm>
          <a:prstGeom prst="rect">
            <a:avLst/>
          </a:prstGeom>
          <a:solidFill>
            <a:srgbClr val="5555F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i="1">
                <a:solidFill>
                  <a:srgbClr val="FFFFFF"/>
                </a:solidFill>
                <a:latin typeface="Plus Jakarta Sans Bold"/>
                <a:ea typeface="Plus Jakarta Sans Bold"/>
                <a:cs typeface="Plus Jakarta Sans Bold"/>
                <a:sym typeface="Plus Jakarta Sans"/>
              </a:rPr>
              <a:t>Key Capabilities</a:t>
            </a:r>
            <a:endParaRPr b="1" i="1">
              <a:solidFill>
                <a:srgbClr val="FFFFFF"/>
              </a:solidFill>
              <a:latin typeface="Plus Jakarta Sans Bold"/>
              <a:ea typeface="Plus Jakarta Sans Bold"/>
              <a:cs typeface="Plus Jakarta Sans Bold"/>
              <a:sym typeface="Plus Jakarta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48"/>
        <p:cNvGrpSpPr/>
        <p:nvPr/>
      </p:nvGrpSpPr>
      <p:grpSpPr>
        <a:xfrm>
          <a:off x="0" y="0"/>
          <a:ext cx="0" cy="0"/>
          <a:chOff x="0" y="0"/>
          <a:chExt cx="0" cy="0"/>
        </a:xfrm>
      </p:grpSpPr>
      <p:sp>
        <p:nvSpPr>
          <p:cNvPr id="1349" name="Google Shape;1349;p159"/>
          <p:cNvSpPr txBox="1">
            <a:spLocks noGrp="1"/>
          </p:cNvSpPr>
          <p:nvPr>
            <p:ph type="title"/>
          </p:nvPr>
        </p:nvSpPr>
        <p:spPr>
          <a:xfrm>
            <a:off x="419100" y="365760"/>
            <a:ext cx="8305800" cy="417600"/>
          </a:xfrm>
          <a:prstGeom prst="rect">
            <a:avLst/>
          </a:prstGeom>
          <a:noFill/>
          <a:ln>
            <a:noFill/>
          </a:ln>
        </p:spPr>
        <p:txBody>
          <a:bodyPr spcFirstLastPara="1" wrap="square" lIns="0" tIns="91425" rIns="91425" bIns="91425" anchor="t" anchorCtr="0">
            <a:noAutofit/>
          </a:bodyPr>
          <a:lstStyle/>
          <a:p>
            <a:pPr marL="0" lvl="0" indent="0" algn="l" rtl="0">
              <a:lnSpc>
                <a:spcPct val="100000"/>
              </a:lnSpc>
              <a:spcBef>
                <a:spcPts val="0"/>
              </a:spcBef>
              <a:spcAft>
                <a:spcPts val="0"/>
              </a:spcAft>
              <a:buSzPts val="2100"/>
              <a:buNone/>
            </a:pPr>
            <a:r>
              <a:rPr lang="en"/>
              <a:t>Accelerators for AI/ML Projects (AMPs)</a:t>
            </a:r>
            <a:endParaRPr/>
          </a:p>
        </p:txBody>
      </p:sp>
      <p:pic>
        <p:nvPicPr>
          <p:cNvPr id="1350" name="Google Shape;1350;p159"/>
          <p:cNvPicPr preferRelativeResize="0"/>
          <p:nvPr/>
        </p:nvPicPr>
        <p:blipFill rotWithShape="1">
          <a:blip r:embed="rId3">
            <a:alphaModFix/>
          </a:blip>
          <a:srcRect l="25949" t="16664" r="22317" b="11227"/>
          <a:stretch/>
        </p:blipFill>
        <p:spPr>
          <a:xfrm>
            <a:off x="4183654" y="734275"/>
            <a:ext cx="4746122" cy="4409226"/>
          </a:xfrm>
          <a:prstGeom prst="rect">
            <a:avLst/>
          </a:prstGeom>
          <a:noFill/>
          <a:ln>
            <a:noFill/>
          </a:ln>
        </p:spPr>
      </p:pic>
      <p:sp>
        <p:nvSpPr>
          <p:cNvPr id="1351" name="Google Shape;1351;p159"/>
          <p:cNvSpPr txBox="1"/>
          <p:nvPr/>
        </p:nvSpPr>
        <p:spPr>
          <a:xfrm>
            <a:off x="533400" y="1163850"/>
            <a:ext cx="3783900" cy="2815800"/>
          </a:xfrm>
          <a:prstGeom prst="rect">
            <a:avLst/>
          </a:prstGeom>
          <a:noFill/>
          <a:ln>
            <a:noFill/>
          </a:ln>
        </p:spPr>
        <p:txBody>
          <a:bodyPr spcFirstLastPara="1" wrap="square" lIns="91425" tIns="91425" rIns="91425" bIns="91425" anchor="t" anchorCtr="0">
            <a:noAutofit/>
          </a:bodyPr>
          <a:lstStyle/>
          <a:p>
            <a:pPr marL="155448" marR="91440" lvl="0" indent="-142748" algn="l" rtl="0">
              <a:spcBef>
                <a:spcPts val="600"/>
              </a:spcBef>
              <a:spcAft>
                <a:spcPts val="0"/>
              </a:spcAft>
              <a:buClr>
                <a:schemeClr val="dk1"/>
              </a:buClr>
              <a:buSzPts val="1000"/>
              <a:buFont typeface="Plus Jakarta Sans SemiBold"/>
              <a:buChar char="●"/>
            </a:pPr>
            <a:r>
              <a:rPr lang="en">
                <a:solidFill>
                  <a:schemeClr val="dk1"/>
                </a:solidFill>
                <a:latin typeface="Plus Jakarta Sans"/>
                <a:ea typeface="Plus Jakarta Sans"/>
                <a:cs typeface="Plus Jakarta Sans"/>
                <a:sym typeface="Plus Jakarta Sans"/>
              </a:rPr>
              <a:t>Make it easy for end users to be successful on our AI platform</a:t>
            </a:r>
            <a:endParaRPr>
              <a:solidFill>
                <a:schemeClr val="dk1"/>
              </a:solidFill>
              <a:latin typeface="Plus Jakarta Sans"/>
              <a:ea typeface="Plus Jakarta Sans"/>
              <a:cs typeface="Plus Jakarta Sans"/>
              <a:sym typeface="Plus Jakarta Sans"/>
            </a:endParaRPr>
          </a:p>
          <a:p>
            <a:pPr marL="155448" marR="91440" lvl="0" indent="-142748" algn="l" rtl="0">
              <a:spcBef>
                <a:spcPts val="600"/>
              </a:spcBef>
              <a:spcAft>
                <a:spcPts val="0"/>
              </a:spcAft>
              <a:buClr>
                <a:schemeClr val="dk1"/>
              </a:buClr>
              <a:buSzPts val="1000"/>
              <a:buFont typeface="Plus Jakarta Sans SemiBold"/>
              <a:buChar char="●"/>
            </a:pPr>
            <a:r>
              <a:rPr lang="en">
                <a:solidFill>
                  <a:schemeClr val="dk1"/>
                </a:solidFill>
                <a:latin typeface="Plus Jakarta Sans"/>
                <a:ea typeface="Plus Jakarta Sans"/>
                <a:cs typeface="Plus Jakarta Sans"/>
                <a:sym typeface="Plus Jakarta Sans"/>
              </a:rPr>
              <a:t>Decrease time to value by providing high-quality reference examples</a:t>
            </a:r>
            <a:endParaRPr>
              <a:solidFill>
                <a:schemeClr val="dk1"/>
              </a:solidFill>
              <a:latin typeface="Plus Jakarta Sans"/>
              <a:ea typeface="Plus Jakarta Sans"/>
              <a:cs typeface="Plus Jakarta Sans"/>
              <a:sym typeface="Plus Jakarta Sans"/>
            </a:endParaRPr>
          </a:p>
          <a:p>
            <a:pPr marL="155448" marR="91440" lvl="0" indent="-142748" algn="l" rtl="0">
              <a:spcBef>
                <a:spcPts val="600"/>
              </a:spcBef>
              <a:spcAft>
                <a:spcPts val="0"/>
              </a:spcAft>
              <a:buClr>
                <a:schemeClr val="dk1"/>
              </a:buClr>
              <a:buSzPts val="1000"/>
              <a:buFont typeface="Plus Jakarta Sans SemiBold"/>
              <a:buChar char="●"/>
            </a:pPr>
            <a:r>
              <a:rPr lang="en">
                <a:solidFill>
                  <a:schemeClr val="dk1"/>
                </a:solidFill>
                <a:latin typeface="Plus Jakarta Sans"/>
                <a:ea typeface="Plus Jakarta Sans"/>
                <a:cs typeface="Plus Jakarta Sans"/>
                <a:sym typeface="Plus Jakarta Sans"/>
              </a:rPr>
              <a:t>Leverage Cloudera research expertise to showcase cutting- edge AI/ML techniques</a:t>
            </a:r>
            <a:endParaRPr>
              <a:solidFill>
                <a:schemeClr val="dk1"/>
              </a:solidFill>
              <a:latin typeface="Plus Jakarta Sans"/>
              <a:ea typeface="Plus Jakarta Sans"/>
              <a:cs typeface="Plus Jakarta Sans"/>
              <a:sym typeface="Plus Jakarta Sans"/>
            </a:endParaRPr>
          </a:p>
        </p:txBody>
      </p:sp>
      <p:sp>
        <p:nvSpPr>
          <p:cNvPr id="1352" name="Google Shape;1352;p159"/>
          <p:cNvSpPr txBox="1"/>
          <p:nvPr/>
        </p:nvSpPr>
        <p:spPr>
          <a:xfrm>
            <a:off x="419100" y="811600"/>
            <a:ext cx="6899100" cy="324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 sz="1300">
                <a:solidFill>
                  <a:schemeClr val="dk1"/>
                </a:solidFill>
                <a:latin typeface="Plus Jakarta Sans SemiBold"/>
                <a:ea typeface="Plus Jakarta Sans SemiBold"/>
                <a:cs typeface="Plus Jakarta Sans SemiBold"/>
                <a:sym typeface="Plus Jakarta Sans SemiBold"/>
              </a:rPr>
              <a:t>One-click deployment of Commonly Used AI/ML Model Projects</a:t>
            </a:r>
            <a:endParaRPr sz="1300">
              <a:solidFill>
                <a:schemeClr val="dk1"/>
              </a:solidFill>
              <a:latin typeface="Plus Jakarta Sans SemiBold"/>
              <a:ea typeface="Plus Jakarta Sans SemiBold"/>
              <a:cs typeface="Plus Jakarta Sans SemiBold"/>
              <a:sym typeface="Plus Jakarta Sans SemiBold"/>
            </a:endParaRPr>
          </a:p>
        </p:txBody>
      </p:sp>
      <p:sp>
        <p:nvSpPr>
          <p:cNvPr id="1353" name="Google Shape;1353;p159"/>
          <p:cNvSpPr/>
          <p:nvPr/>
        </p:nvSpPr>
        <p:spPr>
          <a:xfrm>
            <a:off x="0" y="0"/>
            <a:ext cx="2710800" cy="228600"/>
          </a:xfrm>
          <a:prstGeom prst="rect">
            <a:avLst/>
          </a:prstGeom>
          <a:solidFill>
            <a:srgbClr val="5555F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i="1">
                <a:solidFill>
                  <a:srgbClr val="FFFFFF"/>
                </a:solidFill>
                <a:latin typeface="Plus Jakarta Sans Bold"/>
                <a:ea typeface="Plus Jakarta Sans Bold"/>
                <a:cs typeface="Plus Jakarta Sans Bold"/>
                <a:sym typeface="Plus Jakarta Sans"/>
              </a:rPr>
              <a:t>Key Capabilities</a:t>
            </a:r>
            <a:endParaRPr b="1" i="1">
              <a:solidFill>
                <a:srgbClr val="FFFFFF"/>
              </a:solidFill>
              <a:latin typeface="Plus Jakarta Sans Bold"/>
              <a:ea typeface="Plus Jakarta Sans Bold"/>
              <a:cs typeface="Plus Jakarta Sans Bold"/>
              <a:sym typeface="Plus Jakarta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57"/>
        <p:cNvGrpSpPr/>
        <p:nvPr/>
      </p:nvGrpSpPr>
      <p:grpSpPr>
        <a:xfrm>
          <a:off x="0" y="0"/>
          <a:ext cx="0" cy="0"/>
          <a:chOff x="0" y="0"/>
          <a:chExt cx="0" cy="0"/>
        </a:xfrm>
      </p:grpSpPr>
      <p:sp>
        <p:nvSpPr>
          <p:cNvPr id="1358" name="Google Shape;1358;p160"/>
          <p:cNvSpPr/>
          <p:nvPr/>
        </p:nvSpPr>
        <p:spPr>
          <a:xfrm>
            <a:off x="6026100" y="1424025"/>
            <a:ext cx="2584500" cy="2844600"/>
          </a:xfrm>
          <a:prstGeom prst="roundRect">
            <a:avLst>
              <a:gd name="adj" fmla="val 16667"/>
            </a:avLst>
          </a:prstGeom>
          <a:solidFill>
            <a:schemeClr val="lt2"/>
          </a:solidFill>
          <a:ln w="19050"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1000">
              <a:latin typeface="Plus Jakarta Sans"/>
              <a:ea typeface="Plus Jakarta Sans"/>
              <a:cs typeface="Plus Jakarta Sans"/>
              <a:sym typeface="Plus Jakarta Sans"/>
            </a:endParaRPr>
          </a:p>
        </p:txBody>
      </p:sp>
      <p:sp>
        <p:nvSpPr>
          <p:cNvPr id="1359" name="Google Shape;1359;p160"/>
          <p:cNvSpPr txBox="1"/>
          <p:nvPr/>
        </p:nvSpPr>
        <p:spPr>
          <a:xfrm>
            <a:off x="6480150" y="1548650"/>
            <a:ext cx="16764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b="1">
                <a:solidFill>
                  <a:schemeClr val="dk1"/>
                </a:solidFill>
                <a:latin typeface="Plus Jakarta Sans"/>
                <a:ea typeface="Plus Jakarta Sans"/>
                <a:cs typeface="Plus Jakarta Sans"/>
                <a:sym typeface="Plus Jakarta Sans"/>
              </a:rPr>
              <a:t>Community</a:t>
            </a:r>
            <a:endParaRPr b="1">
              <a:solidFill>
                <a:schemeClr val="dk1"/>
              </a:solidFill>
              <a:latin typeface="Plus Jakarta Sans"/>
              <a:ea typeface="Plus Jakarta Sans"/>
              <a:cs typeface="Plus Jakarta Sans"/>
              <a:sym typeface="Plus Jakarta Sans"/>
            </a:endParaRPr>
          </a:p>
        </p:txBody>
      </p:sp>
      <p:sp>
        <p:nvSpPr>
          <p:cNvPr id="1360" name="Google Shape;1360;p160"/>
          <p:cNvSpPr txBox="1"/>
          <p:nvPr/>
        </p:nvSpPr>
        <p:spPr>
          <a:xfrm>
            <a:off x="6307950" y="3707750"/>
            <a:ext cx="1848600" cy="492600"/>
          </a:xfrm>
          <a:prstGeom prst="rect">
            <a:avLst/>
          </a:prstGeom>
          <a:noFill/>
          <a:ln>
            <a:noFill/>
          </a:ln>
        </p:spPr>
        <p:txBody>
          <a:bodyPr spcFirstLastPara="1" wrap="square" lIns="91425" tIns="91425" rIns="91425" bIns="91425" anchor="ctr" anchorCtr="0">
            <a:noAutofit/>
          </a:bodyPr>
          <a:lstStyle/>
          <a:p>
            <a:pPr marL="457200" lvl="0" indent="-292100" algn="l" rtl="0">
              <a:spcBef>
                <a:spcPts val="0"/>
              </a:spcBef>
              <a:spcAft>
                <a:spcPts val="0"/>
              </a:spcAft>
              <a:buSzPts val="1000"/>
              <a:buFont typeface="Plus Jakarta Sans"/>
              <a:buChar char="●"/>
            </a:pPr>
            <a:r>
              <a:rPr lang="en" sz="1000">
                <a:latin typeface="Plus Jakarta Sans"/>
                <a:ea typeface="Plus Jakarta Sans"/>
                <a:cs typeface="Plus Jakarta Sans"/>
                <a:sym typeface="Plus Jakarta Sans"/>
              </a:rPr>
              <a:t>Large Telco</a:t>
            </a:r>
            <a:endParaRPr sz="1000">
              <a:latin typeface="Plus Jakarta Sans"/>
              <a:ea typeface="Plus Jakarta Sans"/>
              <a:cs typeface="Plus Jakarta Sans"/>
              <a:sym typeface="Plus Jakarta Sans"/>
            </a:endParaRPr>
          </a:p>
          <a:p>
            <a:pPr marL="457200" lvl="0" indent="-292100" algn="l" rtl="0">
              <a:spcBef>
                <a:spcPts val="0"/>
              </a:spcBef>
              <a:spcAft>
                <a:spcPts val="0"/>
              </a:spcAft>
              <a:buSzPts val="1000"/>
              <a:buFont typeface="Plus Jakarta Sans"/>
              <a:buChar char="●"/>
            </a:pPr>
            <a:r>
              <a:rPr lang="en" sz="1000">
                <a:latin typeface="Plus Jakarta Sans"/>
                <a:ea typeface="Plus Jakarta Sans"/>
                <a:cs typeface="Plus Jakarta Sans"/>
                <a:sym typeface="Plus Jakarta Sans"/>
              </a:rPr>
              <a:t>Bulge Bracket Bank</a:t>
            </a:r>
            <a:endParaRPr sz="1000">
              <a:latin typeface="Plus Jakarta Sans"/>
              <a:ea typeface="Plus Jakarta Sans"/>
              <a:cs typeface="Plus Jakarta Sans"/>
              <a:sym typeface="Plus Jakarta Sans"/>
            </a:endParaRPr>
          </a:p>
        </p:txBody>
      </p:sp>
      <p:sp>
        <p:nvSpPr>
          <p:cNvPr id="1361" name="Google Shape;1361;p160"/>
          <p:cNvSpPr/>
          <p:nvPr/>
        </p:nvSpPr>
        <p:spPr>
          <a:xfrm>
            <a:off x="3279750" y="1424025"/>
            <a:ext cx="2584500" cy="2844600"/>
          </a:xfrm>
          <a:prstGeom prst="roundRect">
            <a:avLst>
              <a:gd name="adj" fmla="val 16667"/>
            </a:avLst>
          </a:prstGeom>
          <a:solidFill>
            <a:schemeClr val="lt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lus Jakarta Sans"/>
              <a:ea typeface="Plus Jakarta Sans"/>
              <a:cs typeface="Plus Jakarta Sans"/>
              <a:sym typeface="Plus Jakarta Sans"/>
            </a:endParaRPr>
          </a:p>
        </p:txBody>
      </p:sp>
      <p:sp>
        <p:nvSpPr>
          <p:cNvPr id="1362" name="Google Shape;1362;p160"/>
          <p:cNvSpPr txBox="1"/>
          <p:nvPr/>
        </p:nvSpPr>
        <p:spPr>
          <a:xfrm>
            <a:off x="3733800" y="1548650"/>
            <a:ext cx="16764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b="1">
                <a:solidFill>
                  <a:schemeClr val="accent2"/>
                </a:solidFill>
                <a:latin typeface="Plus Jakarta Sans"/>
                <a:ea typeface="Plus Jakarta Sans"/>
                <a:cs typeface="Plus Jakarta Sans"/>
                <a:sym typeface="Plus Jakarta Sans"/>
              </a:rPr>
              <a:t>Hugging Face</a:t>
            </a:r>
            <a:endParaRPr b="1">
              <a:solidFill>
                <a:schemeClr val="accent2"/>
              </a:solidFill>
              <a:latin typeface="Plus Jakarta Sans"/>
              <a:ea typeface="Plus Jakarta Sans"/>
              <a:cs typeface="Plus Jakarta Sans"/>
              <a:sym typeface="Plus Jakarta Sans"/>
            </a:endParaRPr>
          </a:p>
        </p:txBody>
      </p:sp>
      <p:sp>
        <p:nvSpPr>
          <p:cNvPr id="1363" name="Google Shape;1363;p160"/>
          <p:cNvSpPr txBox="1"/>
          <p:nvPr/>
        </p:nvSpPr>
        <p:spPr>
          <a:xfrm>
            <a:off x="3517938" y="3707750"/>
            <a:ext cx="1676400" cy="492600"/>
          </a:xfrm>
          <a:prstGeom prst="rect">
            <a:avLst/>
          </a:prstGeom>
          <a:noFill/>
          <a:ln>
            <a:noFill/>
          </a:ln>
        </p:spPr>
        <p:txBody>
          <a:bodyPr spcFirstLastPara="1" wrap="square" lIns="91425" tIns="91425" rIns="91425" bIns="91425" anchor="t" anchorCtr="0">
            <a:spAutoFit/>
          </a:bodyPr>
          <a:lstStyle/>
          <a:p>
            <a:pPr marL="457200" marR="0" lvl="0" indent="-292100" algn="l" rtl="0">
              <a:lnSpc>
                <a:spcPct val="100000"/>
              </a:lnSpc>
              <a:spcBef>
                <a:spcPts val="0"/>
              </a:spcBef>
              <a:spcAft>
                <a:spcPts val="0"/>
              </a:spcAft>
              <a:buSzPts val="1000"/>
              <a:buFont typeface="Plus Jakarta Sans"/>
              <a:buChar char="●"/>
            </a:pPr>
            <a:r>
              <a:rPr lang="en" sz="1000">
                <a:latin typeface="Plus Jakarta Sans"/>
                <a:ea typeface="Plus Jakarta Sans"/>
                <a:cs typeface="Plus Jakarta Sans"/>
                <a:sym typeface="Plus Jakarta Sans"/>
              </a:rPr>
              <a:t>ExxonMobil</a:t>
            </a:r>
            <a:endParaRPr sz="1000">
              <a:latin typeface="Plus Jakarta Sans"/>
              <a:ea typeface="Plus Jakarta Sans"/>
              <a:cs typeface="Plus Jakarta Sans"/>
              <a:sym typeface="Plus Jakarta Sans"/>
            </a:endParaRPr>
          </a:p>
          <a:p>
            <a:pPr marL="457200" marR="0" lvl="0" indent="-292100" algn="l" rtl="0">
              <a:lnSpc>
                <a:spcPct val="100000"/>
              </a:lnSpc>
              <a:spcBef>
                <a:spcPts val="0"/>
              </a:spcBef>
              <a:spcAft>
                <a:spcPts val="0"/>
              </a:spcAft>
              <a:buSzPts val="1000"/>
              <a:buFont typeface="Plus Jakarta Sans"/>
              <a:buChar char="●"/>
            </a:pPr>
            <a:r>
              <a:rPr lang="en" sz="1000">
                <a:latin typeface="Plus Jakarta Sans"/>
                <a:ea typeface="Plus Jakarta Sans"/>
                <a:cs typeface="Plus Jakarta Sans"/>
                <a:sym typeface="Plus Jakarta Sans"/>
              </a:rPr>
              <a:t>Bank of Ireland</a:t>
            </a:r>
            <a:endParaRPr sz="1000">
              <a:latin typeface="Plus Jakarta Sans"/>
              <a:ea typeface="Plus Jakarta Sans"/>
              <a:cs typeface="Plus Jakarta Sans"/>
              <a:sym typeface="Plus Jakarta Sans"/>
            </a:endParaRPr>
          </a:p>
        </p:txBody>
      </p:sp>
      <p:sp>
        <p:nvSpPr>
          <p:cNvPr id="1364" name="Google Shape;1364;p160"/>
          <p:cNvSpPr/>
          <p:nvPr/>
        </p:nvSpPr>
        <p:spPr>
          <a:xfrm>
            <a:off x="533400" y="1409700"/>
            <a:ext cx="2584500" cy="2844600"/>
          </a:xfrm>
          <a:prstGeom prst="roundRect">
            <a:avLst>
              <a:gd name="adj" fmla="val 16667"/>
            </a:avLst>
          </a:prstGeom>
          <a:solidFill>
            <a:schemeClr val="lt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lus Jakarta Sans"/>
              <a:ea typeface="Plus Jakarta Sans"/>
              <a:cs typeface="Plus Jakarta Sans"/>
              <a:sym typeface="Plus Jakarta Sans"/>
            </a:endParaRPr>
          </a:p>
        </p:txBody>
      </p:sp>
      <p:sp>
        <p:nvSpPr>
          <p:cNvPr id="1365" name="Google Shape;1365;p160"/>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p>
            <a:pPr marL="0" lvl="0" indent="0" algn="l" rtl="0">
              <a:spcBef>
                <a:spcPts val="0"/>
              </a:spcBef>
              <a:spcAft>
                <a:spcPts val="0"/>
              </a:spcAft>
              <a:buClr>
                <a:srgbClr val="120046"/>
              </a:buClr>
              <a:buSzPts val="2000"/>
              <a:buFont typeface="Plus Jakarta Sans Medium"/>
              <a:buNone/>
            </a:pPr>
            <a:r>
              <a:rPr lang="en"/>
              <a:t>The Next Wave of Generative AI Runs on Cloudera​</a:t>
            </a:r>
            <a:endParaRPr/>
          </a:p>
        </p:txBody>
      </p:sp>
      <p:sp>
        <p:nvSpPr>
          <p:cNvPr id="1366" name="Google Shape;1366;p160"/>
          <p:cNvSpPr txBox="1">
            <a:spLocks noGrp="1"/>
          </p:cNvSpPr>
          <p:nvPr>
            <p:ph type="body" idx="4294967295"/>
          </p:nvPr>
        </p:nvSpPr>
        <p:spPr>
          <a:xfrm>
            <a:off x="533400" y="734285"/>
            <a:ext cx="5029200" cy="324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 sz="1100">
                <a:solidFill>
                  <a:schemeClr val="accent2"/>
                </a:solidFill>
                <a:latin typeface="Plus Jakarta Sans SemiBold"/>
                <a:ea typeface="Plus Jakarta Sans SemiBold"/>
                <a:cs typeface="Plus Jakarta Sans SemiBold"/>
                <a:sym typeface="Plus Jakarta Sans SemiBold"/>
              </a:rPr>
              <a:t>One-click deployment of commonly used AI/ML model project​</a:t>
            </a:r>
            <a:endParaRPr/>
          </a:p>
        </p:txBody>
      </p:sp>
      <p:sp>
        <p:nvSpPr>
          <p:cNvPr id="1367" name="Google Shape;1367;p160"/>
          <p:cNvSpPr txBox="1"/>
          <p:nvPr/>
        </p:nvSpPr>
        <p:spPr>
          <a:xfrm>
            <a:off x="987450" y="1534325"/>
            <a:ext cx="16764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b="1">
                <a:solidFill>
                  <a:schemeClr val="accent1"/>
                </a:solidFill>
                <a:latin typeface="Plus Jakarta Sans"/>
                <a:ea typeface="Plus Jakarta Sans"/>
                <a:cs typeface="Plus Jakarta Sans"/>
                <a:sym typeface="Plus Jakarta Sans"/>
              </a:rPr>
              <a:t>Cloudera</a:t>
            </a:r>
            <a:endParaRPr b="1">
              <a:solidFill>
                <a:schemeClr val="accent1"/>
              </a:solidFill>
              <a:latin typeface="Plus Jakarta Sans"/>
              <a:ea typeface="Plus Jakarta Sans"/>
              <a:cs typeface="Plus Jakarta Sans"/>
              <a:sym typeface="Plus Jakarta Sans"/>
            </a:endParaRPr>
          </a:p>
        </p:txBody>
      </p:sp>
      <p:sp>
        <p:nvSpPr>
          <p:cNvPr id="1368" name="Google Shape;1368;p160"/>
          <p:cNvSpPr txBox="1"/>
          <p:nvPr/>
        </p:nvSpPr>
        <p:spPr>
          <a:xfrm>
            <a:off x="727925" y="3707750"/>
            <a:ext cx="1676400" cy="492600"/>
          </a:xfrm>
          <a:prstGeom prst="rect">
            <a:avLst/>
          </a:prstGeom>
          <a:noFill/>
          <a:ln>
            <a:noFill/>
          </a:ln>
        </p:spPr>
        <p:txBody>
          <a:bodyPr spcFirstLastPara="1" wrap="square" lIns="91425" tIns="91425" rIns="91425" bIns="91425" anchor="t" anchorCtr="0">
            <a:spAutoFit/>
          </a:bodyPr>
          <a:lstStyle/>
          <a:p>
            <a:pPr marL="457200" lvl="0" indent="-292100" algn="l" rtl="0">
              <a:spcBef>
                <a:spcPts val="0"/>
              </a:spcBef>
              <a:spcAft>
                <a:spcPts val="0"/>
              </a:spcAft>
              <a:buSzPts val="1000"/>
              <a:buFont typeface="Plus Jakarta Sans"/>
              <a:buChar char="●"/>
            </a:pPr>
            <a:r>
              <a:rPr lang="en" sz="1000">
                <a:latin typeface="Plus Jakarta Sans"/>
                <a:ea typeface="Plus Jakarta Sans"/>
                <a:cs typeface="Plus Jakarta Sans"/>
                <a:sym typeface="Plus Jakarta Sans"/>
              </a:rPr>
              <a:t>Illumina</a:t>
            </a:r>
            <a:endParaRPr sz="1000">
              <a:latin typeface="Plus Jakarta Sans"/>
              <a:ea typeface="Plus Jakarta Sans"/>
              <a:cs typeface="Plus Jakarta Sans"/>
              <a:sym typeface="Plus Jakarta Sans"/>
            </a:endParaRPr>
          </a:p>
          <a:p>
            <a:pPr marL="457200" lvl="0" indent="-292100" algn="l" rtl="0">
              <a:spcBef>
                <a:spcPts val="0"/>
              </a:spcBef>
              <a:spcAft>
                <a:spcPts val="0"/>
              </a:spcAft>
              <a:buSzPts val="1000"/>
              <a:buFont typeface="Plus Jakarta Sans"/>
              <a:buChar char="●"/>
            </a:pPr>
            <a:r>
              <a:rPr lang="en" sz="1000">
                <a:latin typeface="Plus Jakarta Sans"/>
                <a:ea typeface="Plus Jakarta Sans"/>
                <a:cs typeface="Plus Jakarta Sans"/>
                <a:sym typeface="Plus Jakarta Sans"/>
              </a:rPr>
              <a:t>LGIM</a:t>
            </a:r>
            <a:endParaRPr sz="1000">
              <a:latin typeface="Plus Jakarta Sans"/>
              <a:ea typeface="Plus Jakarta Sans"/>
              <a:cs typeface="Plus Jakarta Sans"/>
              <a:sym typeface="Plus Jakarta Sans"/>
            </a:endParaRPr>
          </a:p>
        </p:txBody>
      </p:sp>
      <p:grpSp>
        <p:nvGrpSpPr>
          <p:cNvPr id="1369" name="Google Shape;1369;p160"/>
          <p:cNvGrpSpPr/>
          <p:nvPr/>
        </p:nvGrpSpPr>
        <p:grpSpPr>
          <a:xfrm>
            <a:off x="652650" y="1951154"/>
            <a:ext cx="2345998" cy="1739974"/>
            <a:chOff x="608775" y="2255200"/>
            <a:chExt cx="2294374" cy="1616025"/>
          </a:xfrm>
        </p:grpSpPr>
        <p:pic>
          <p:nvPicPr>
            <p:cNvPr id="1370" name="Google Shape;1370;p160"/>
            <p:cNvPicPr preferRelativeResize="0"/>
            <p:nvPr/>
          </p:nvPicPr>
          <p:blipFill rotWithShape="1">
            <a:blip r:embed="rId3">
              <a:alphaModFix/>
            </a:blip>
            <a:srcRect l="821" t="643" r="1427" b="326"/>
            <a:stretch/>
          </p:blipFill>
          <p:spPr>
            <a:xfrm>
              <a:off x="608775" y="2255200"/>
              <a:ext cx="1109521" cy="1616025"/>
            </a:xfrm>
            <a:prstGeom prst="rect">
              <a:avLst/>
            </a:prstGeom>
            <a:noFill/>
            <a:ln w="9525" cap="flat" cmpd="sng">
              <a:solidFill>
                <a:srgbClr val="777777"/>
              </a:solidFill>
              <a:prstDash val="solid"/>
              <a:round/>
              <a:headEnd type="none" w="sm" len="sm"/>
              <a:tailEnd type="none" w="sm" len="sm"/>
            </a:ln>
          </p:spPr>
        </p:pic>
        <p:pic>
          <p:nvPicPr>
            <p:cNvPr id="1371" name="Google Shape;1371;p160"/>
            <p:cNvPicPr preferRelativeResize="0"/>
            <p:nvPr/>
          </p:nvPicPr>
          <p:blipFill rotWithShape="1">
            <a:blip r:embed="rId4">
              <a:alphaModFix/>
            </a:blip>
            <a:srcRect l="980"/>
            <a:stretch/>
          </p:blipFill>
          <p:spPr>
            <a:xfrm>
              <a:off x="1793628" y="2255200"/>
              <a:ext cx="1109521" cy="1616025"/>
            </a:xfrm>
            <a:prstGeom prst="rect">
              <a:avLst/>
            </a:prstGeom>
            <a:noFill/>
            <a:ln w="9525" cap="flat" cmpd="sng">
              <a:solidFill>
                <a:srgbClr val="777777"/>
              </a:solidFill>
              <a:prstDash val="solid"/>
              <a:round/>
              <a:headEnd type="none" w="sm" len="sm"/>
              <a:tailEnd type="none" w="sm" len="sm"/>
            </a:ln>
          </p:spPr>
        </p:pic>
      </p:grpSp>
      <p:grpSp>
        <p:nvGrpSpPr>
          <p:cNvPr id="1372" name="Google Shape;1372;p160"/>
          <p:cNvGrpSpPr/>
          <p:nvPr/>
        </p:nvGrpSpPr>
        <p:grpSpPr>
          <a:xfrm>
            <a:off x="3399070" y="1948845"/>
            <a:ext cx="2346079" cy="1767447"/>
            <a:chOff x="3468364" y="2255200"/>
            <a:chExt cx="2295128" cy="1616025"/>
          </a:xfrm>
        </p:grpSpPr>
        <p:pic>
          <p:nvPicPr>
            <p:cNvPr id="1373" name="Google Shape;1373;p160"/>
            <p:cNvPicPr preferRelativeResize="0"/>
            <p:nvPr/>
          </p:nvPicPr>
          <p:blipFill rotWithShape="1">
            <a:blip r:embed="rId5">
              <a:alphaModFix/>
            </a:blip>
            <a:srcRect r="517"/>
            <a:stretch/>
          </p:blipFill>
          <p:spPr>
            <a:xfrm>
              <a:off x="3468364" y="2255200"/>
              <a:ext cx="1118156" cy="1616025"/>
            </a:xfrm>
            <a:prstGeom prst="rect">
              <a:avLst/>
            </a:prstGeom>
            <a:noFill/>
            <a:ln w="9525" cap="flat" cmpd="sng">
              <a:solidFill>
                <a:srgbClr val="777777"/>
              </a:solidFill>
              <a:prstDash val="solid"/>
              <a:round/>
              <a:headEnd type="none" w="sm" len="sm"/>
              <a:tailEnd type="none" w="sm" len="sm"/>
            </a:ln>
          </p:spPr>
        </p:pic>
        <p:pic>
          <p:nvPicPr>
            <p:cNvPr id="1374" name="Google Shape;1374;p160"/>
            <p:cNvPicPr preferRelativeResize="0"/>
            <p:nvPr/>
          </p:nvPicPr>
          <p:blipFill>
            <a:blip r:embed="rId6">
              <a:alphaModFix/>
            </a:blip>
            <a:stretch>
              <a:fillRect/>
            </a:stretch>
          </p:blipFill>
          <p:spPr>
            <a:xfrm>
              <a:off x="4661851" y="2255200"/>
              <a:ext cx="1101641" cy="1616024"/>
            </a:xfrm>
            <a:prstGeom prst="rect">
              <a:avLst/>
            </a:prstGeom>
            <a:noFill/>
            <a:ln w="9525" cap="flat" cmpd="sng">
              <a:solidFill>
                <a:srgbClr val="777777"/>
              </a:solidFill>
              <a:prstDash val="solid"/>
              <a:round/>
              <a:headEnd type="none" w="sm" len="sm"/>
              <a:tailEnd type="none" w="sm" len="sm"/>
            </a:ln>
          </p:spPr>
        </p:pic>
      </p:grpSp>
      <p:grpSp>
        <p:nvGrpSpPr>
          <p:cNvPr id="1375" name="Google Shape;1375;p160"/>
          <p:cNvGrpSpPr/>
          <p:nvPr/>
        </p:nvGrpSpPr>
        <p:grpSpPr>
          <a:xfrm>
            <a:off x="6123819" y="1962640"/>
            <a:ext cx="2389070" cy="1767380"/>
            <a:chOff x="6390037" y="2254225"/>
            <a:chExt cx="2269038" cy="1616999"/>
          </a:xfrm>
        </p:grpSpPr>
        <p:pic>
          <p:nvPicPr>
            <p:cNvPr id="1376" name="Google Shape;1376;p160"/>
            <p:cNvPicPr preferRelativeResize="0"/>
            <p:nvPr/>
          </p:nvPicPr>
          <p:blipFill rotWithShape="1">
            <a:blip r:embed="rId7">
              <a:alphaModFix/>
            </a:blip>
            <a:srcRect l="970" t="1040" b="843"/>
            <a:stretch/>
          </p:blipFill>
          <p:spPr>
            <a:xfrm>
              <a:off x="6390037" y="2255200"/>
              <a:ext cx="1101637" cy="1616024"/>
            </a:xfrm>
            <a:prstGeom prst="rect">
              <a:avLst/>
            </a:prstGeom>
            <a:noFill/>
            <a:ln w="9525" cap="flat" cmpd="sng">
              <a:solidFill>
                <a:srgbClr val="777777"/>
              </a:solidFill>
              <a:prstDash val="solid"/>
              <a:round/>
              <a:headEnd type="none" w="sm" len="sm"/>
              <a:tailEnd type="none" w="sm" len="sm"/>
            </a:ln>
          </p:spPr>
        </p:pic>
        <p:pic>
          <p:nvPicPr>
            <p:cNvPr id="1377" name="Google Shape;1377;p160"/>
            <p:cNvPicPr preferRelativeResize="0"/>
            <p:nvPr/>
          </p:nvPicPr>
          <p:blipFill rotWithShape="1">
            <a:blip r:embed="rId8">
              <a:alphaModFix/>
            </a:blip>
            <a:srcRect l="1574"/>
            <a:stretch/>
          </p:blipFill>
          <p:spPr>
            <a:xfrm>
              <a:off x="7567006" y="2254225"/>
              <a:ext cx="1092069" cy="1616999"/>
            </a:xfrm>
            <a:prstGeom prst="rect">
              <a:avLst/>
            </a:prstGeom>
            <a:noFill/>
            <a:ln w="9525" cap="flat" cmpd="sng">
              <a:solidFill>
                <a:srgbClr val="777777"/>
              </a:solidFill>
              <a:prstDash val="solid"/>
              <a:round/>
              <a:headEnd type="none" w="sm" len="sm"/>
              <a:tailEnd type="none" w="sm" len="sm"/>
            </a:ln>
          </p:spPr>
        </p:pic>
      </p:grpSp>
      <p:sp>
        <p:nvSpPr>
          <p:cNvPr id="1378" name="Google Shape;1378;p160"/>
          <p:cNvSpPr/>
          <p:nvPr/>
        </p:nvSpPr>
        <p:spPr>
          <a:xfrm>
            <a:off x="0" y="0"/>
            <a:ext cx="2710800" cy="228600"/>
          </a:xfrm>
          <a:prstGeom prst="rect">
            <a:avLst/>
          </a:prstGeom>
          <a:solidFill>
            <a:srgbClr val="5555F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i="1">
                <a:solidFill>
                  <a:srgbClr val="FFFFFF"/>
                </a:solidFill>
                <a:latin typeface="Plus Jakarta Sans Bold"/>
                <a:ea typeface="Plus Jakarta Sans Bold"/>
                <a:cs typeface="Plus Jakarta Sans Bold"/>
                <a:sym typeface="Plus Jakarta Sans"/>
              </a:rPr>
              <a:t>Key Capabilities</a:t>
            </a:r>
            <a:endParaRPr b="1" i="1">
              <a:solidFill>
                <a:srgbClr val="FFFFFF"/>
              </a:solidFill>
              <a:latin typeface="Plus Jakarta Sans Bold"/>
              <a:ea typeface="Plus Jakarta Sans Bold"/>
              <a:cs typeface="Plus Jakarta Sans Bold"/>
              <a:sym typeface="Plus Jakarta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83"/>
        <p:cNvGrpSpPr/>
        <p:nvPr/>
      </p:nvGrpSpPr>
      <p:grpSpPr>
        <a:xfrm>
          <a:off x="0" y="0"/>
          <a:ext cx="0" cy="0"/>
          <a:chOff x="0" y="0"/>
          <a:chExt cx="0" cy="0"/>
        </a:xfrm>
      </p:grpSpPr>
      <p:pic>
        <p:nvPicPr>
          <p:cNvPr id="1384" name="Google Shape;1384;p161"/>
          <p:cNvPicPr preferRelativeResize="0"/>
          <p:nvPr/>
        </p:nvPicPr>
        <p:blipFill rotWithShape="1">
          <a:blip r:embed="rId3">
            <a:alphaModFix/>
          </a:blip>
          <a:srcRect/>
          <a:stretch/>
        </p:blipFill>
        <p:spPr>
          <a:xfrm>
            <a:off x="3380317" y="885955"/>
            <a:ext cx="2408070" cy="3457746"/>
          </a:xfrm>
          <a:prstGeom prst="rect">
            <a:avLst/>
          </a:prstGeom>
          <a:noFill/>
          <a:ln>
            <a:noFill/>
          </a:ln>
        </p:spPr>
      </p:pic>
      <p:pic>
        <p:nvPicPr>
          <p:cNvPr id="1385" name="Google Shape;1385;p161"/>
          <p:cNvPicPr preferRelativeResize="0"/>
          <p:nvPr/>
        </p:nvPicPr>
        <p:blipFill rotWithShape="1">
          <a:blip r:embed="rId4">
            <a:alphaModFix/>
          </a:blip>
          <a:srcRect/>
          <a:stretch/>
        </p:blipFill>
        <p:spPr>
          <a:xfrm>
            <a:off x="395288" y="848950"/>
            <a:ext cx="2365822" cy="3457746"/>
          </a:xfrm>
          <a:prstGeom prst="rect">
            <a:avLst/>
          </a:prstGeom>
          <a:noFill/>
          <a:ln>
            <a:noFill/>
          </a:ln>
        </p:spPr>
      </p:pic>
      <p:pic>
        <p:nvPicPr>
          <p:cNvPr id="1386" name="Google Shape;1386;p161"/>
          <p:cNvPicPr preferRelativeResize="0"/>
          <p:nvPr/>
        </p:nvPicPr>
        <p:blipFill rotWithShape="1">
          <a:blip r:embed="rId5">
            <a:alphaModFix/>
          </a:blip>
          <a:srcRect l="2864" t="764" r="2911" b="1283"/>
          <a:stretch/>
        </p:blipFill>
        <p:spPr>
          <a:xfrm>
            <a:off x="6407598" y="921501"/>
            <a:ext cx="2317303" cy="3386644"/>
          </a:xfrm>
          <a:prstGeom prst="rect">
            <a:avLst/>
          </a:prstGeom>
          <a:noFill/>
          <a:ln>
            <a:noFill/>
          </a:ln>
        </p:spPr>
      </p:pic>
      <p:sp>
        <p:nvSpPr>
          <p:cNvPr id="1387" name="Google Shape;1387;p161"/>
          <p:cNvSpPr txBox="1">
            <a:spLocks noGrp="1"/>
          </p:cNvSpPr>
          <p:nvPr>
            <p:ph type="title"/>
          </p:nvPr>
        </p:nvSpPr>
        <p:spPr>
          <a:xfrm>
            <a:off x="419100" y="365760"/>
            <a:ext cx="8305800" cy="417600"/>
          </a:xfrm>
          <a:prstGeom prst="rect">
            <a:avLst/>
          </a:prstGeom>
        </p:spPr>
        <p:txBody>
          <a:bodyPr spcFirstLastPara="1" wrap="square" lIns="0" tIns="91425" rIns="0" bIns="91425" anchor="t" anchorCtr="0">
            <a:noAutofit/>
          </a:bodyPr>
          <a:lstStyle/>
          <a:p>
            <a:pPr marL="0" lvl="0" indent="0" algn="l" rtl="0">
              <a:lnSpc>
                <a:spcPct val="100000"/>
              </a:lnSpc>
              <a:spcBef>
                <a:spcPts val="0"/>
              </a:spcBef>
              <a:spcAft>
                <a:spcPts val="0"/>
              </a:spcAft>
              <a:buNone/>
            </a:pPr>
            <a:r>
              <a:rPr lang="en">
                <a:solidFill>
                  <a:schemeClr val="dk1"/>
                </a:solidFill>
              </a:rPr>
              <a:t>RAG, Knowledge Graphs, and Agents AMPs</a:t>
            </a:r>
            <a:endParaRPr>
              <a:solidFill>
                <a:schemeClr val="dk1"/>
              </a:solidFill>
            </a:endParaRPr>
          </a:p>
        </p:txBody>
      </p:sp>
      <p:sp>
        <p:nvSpPr>
          <p:cNvPr id="1388" name="Google Shape;1388;p161"/>
          <p:cNvSpPr/>
          <p:nvPr/>
        </p:nvSpPr>
        <p:spPr>
          <a:xfrm>
            <a:off x="0" y="0"/>
            <a:ext cx="2710800" cy="228600"/>
          </a:xfrm>
          <a:prstGeom prst="rect">
            <a:avLst/>
          </a:prstGeom>
          <a:solidFill>
            <a:srgbClr val="5555F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i="1">
                <a:solidFill>
                  <a:srgbClr val="FFFFFF"/>
                </a:solidFill>
                <a:latin typeface="Plus Jakarta Sans Bold"/>
                <a:ea typeface="Plus Jakarta Sans Bold"/>
                <a:cs typeface="Plus Jakarta Sans Bold"/>
                <a:sym typeface="Plus Jakarta Sans"/>
              </a:rPr>
              <a:t>Key Capabilities</a:t>
            </a:r>
            <a:endParaRPr b="1" i="1">
              <a:solidFill>
                <a:srgbClr val="FFFFFF"/>
              </a:solidFill>
              <a:latin typeface="Plus Jakarta Sans Bold"/>
              <a:ea typeface="Plus Jakarta Sans Bold"/>
              <a:cs typeface="Plus Jakarta Sans Bold"/>
              <a:sym typeface="Plus Jakarta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392"/>
        <p:cNvGrpSpPr/>
        <p:nvPr/>
      </p:nvGrpSpPr>
      <p:grpSpPr>
        <a:xfrm>
          <a:off x="0" y="0"/>
          <a:ext cx="0" cy="0"/>
          <a:chOff x="0" y="0"/>
          <a:chExt cx="0" cy="0"/>
        </a:xfrm>
      </p:grpSpPr>
      <p:sp>
        <p:nvSpPr>
          <p:cNvPr id="1393" name="Google Shape;1393;p162"/>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p>
            <a:pPr marL="0" lvl="0" indent="0" algn="l" rtl="0">
              <a:spcBef>
                <a:spcPts val="0"/>
              </a:spcBef>
              <a:spcAft>
                <a:spcPts val="0"/>
              </a:spcAft>
              <a:buClr>
                <a:srgbClr val="120046"/>
              </a:buClr>
              <a:buSzPts val="2000"/>
              <a:buFont typeface="Plus Jakarta Sans Medium"/>
              <a:buNone/>
            </a:pPr>
            <a:r>
              <a:rPr lang="en"/>
              <a:t>Accelerate AI Adoption - AI Assistants in Cloudera​</a:t>
            </a:r>
            <a:endParaRPr/>
          </a:p>
        </p:txBody>
      </p:sp>
      <p:sp>
        <p:nvSpPr>
          <p:cNvPr id="1394" name="Google Shape;1394;p162"/>
          <p:cNvSpPr txBox="1">
            <a:spLocks noGrp="1"/>
          </p:cNvSpPr>
          <p:nvPr>
            <p:ph type="body" idx="4294967295"/>
          </p:nvPr>
        </p:nvSpPr>
        <p:spPr>
          <a:xfrm>
            <a:off x="533400" y="734285"/>
            <a:ext cx="5029200" cy="324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 sz="1100">
                <a:solidFill>
                  <a:schemeClr val="accent2"/>
                </a:solidFill>
                <a:latin typeface="Plus Jakarta Sans SemiBold"/>
                <a:ea typeface="Plus Jakarta Sans SemiBold"/>
                <a:cs typeface="Plus Jakarta Sans SemiBold"/>
                <a:sym typeface="Plus Jakarta Sans SemiBold"/>
              </a:rPr>
              <a:t>SQL, BI &amp; ML coding AI assistants built-in Cloudera services​</a:t>
            </a:r>
            <a:endParaRPr/>
          </a:p>
        </p:txBody>
      </p:sp>
      <p:pic>
        <p:nvPicPr>
          <p:cNvPr id="1395" name="Google Shape;1395;p162"/>
          <p:cNvPicPr preferRelativeResize="0"/>
          <p:nvPr/>
        </p:nvPicPr>
        <p:blipFill rotWithShape="1">
          <a:blip r:embed="rId3">
            <a:alphaModFix/>
          </a:blip>
          <a:srcRect l="4087" t="1835" r="3225" b="4505"/>
          <a:stretch/>
        </p:blipFill>
        <p:spPr>
          <a:xfrm>
            <a:off x="721775" y="1662450"/>
            <a:ext cx="1615200" cy="1768200"/>
          </a:xfrm>
          <a:prstGeom prst="roundRect">
            <a:avLst>
              <a:gd name="adj" fmla="val 7347"/>
            </a:avLst>
          </a:prstGeom>
          <a:noFill/>
          <a:ln w="9525" cap="flat" cmpd="sng">
            <a:solidFill>
              <a:schemeClr val="dk1"/>
            </a:solidFill>
            <a:prstDash val="solid"/>
            <a:round/>
            <a:headEnd type="none" w="sm" len="sm"/>
            <a:tailEnd type="none" w="sm" len="sm"/>
          </a:ln>
        </p:spPr>
      </p:pic>
      <p:pic>
        <p:nvPicPr>
          <p:cNvPr id="1396" name="Google Shape;1396;p162"/>
          <p:cNvPicPr preferRelativeResize="0"/>
          <p:nvPr/>
        </p:nvPicPr>
        <p:blipFill rotWithShape="1">
          <a:blip r:embed="rId4">
            <a:alphaModFix/>
          </a:blip>
          <a:srcRect l="2162" t="1835" r="2553" b="4505"/>
          <a:stretch/>
        </p:blipFill>
        <p:spPr>
          <a:xfrm>
            <a:off x="2461025" y="1662450"/>
            <a:ext cx="2987700" cy="1768200"/>
          </a:xfrm>
          <a:prstGeom prst="roundRect">
            <a:avLst>
              <a:gd name="adj" fmla="val 5674"/>
            </a:avLst>
          </a:prstGeom>
          <a:noFill/>
          <a:ln w="9525" cap="flat" cmpd="sng">
            <a:solidFill>
              <a:schemeClr val="dk1"/>
            </a:solidFill>
            <a:prstDash val="solid"/>
            <a:round/>
            <a:headEnd type="none" w="sm" len="sm"/>
            <a:tailEnd type="none" w="sm" len="sm"/>
          </a:ln>
        </p:spPr>
      </p:pic>
      <p:pic>
        <p:nvPicPr>
          <p:cNvPr id="1397" name="Google Shape;1397;p162"/>
          <p:cNvPicPr preferRelativeResize="0"/>
          <p:nvPr/>
        </p:nvPicPr>
        <p:blipFill rotWithShape="1">
          <a:blip r:embed="rId5">
            <a:alphaModFix/>
          </a:blip>
          <a:srcRect l="2304" t="1844" r="2074" b="4504"/>
          <a:stretch/>
        </p:blipFill>
        <p:spPr>
          <a:xfrm>
            <a:off x="5596675" y="1662450"/>
            <a:ext cx="2815800" cy="1768200"/>
          </a:xfrm>
          <a:prstGeom prst="roundRect">
            <a:avLst>
              <a:gd name="adj" fmla="val 7144"/>
            </a:avLst>
          </a:prstGeom>
          <a:noFill/>
          <a:ln w="9525" cap="flat" cmpd="sng">
            <a:solidFill>
              <a:schemeClr val="dk1"/>
            </a:solidFill>
            <a:prstDash val="solid"/>
            <a:round/>
            <a:headEnd type="none" w="sm" len="sm"/>
            <a:tailEnd type="none" w="sm" len="sm"/>
          </a:ln>
        </p:spPr>
      </p:pic>
      <p:sp>
        <p:nvSpPr>
          <p:cNvPr id="1398" name="Google Shape;1398;p162"/>
          <p:cNvSpPr txBox="1"/>
          <p:nvPr/>
        </p:nvSpPr>
        <p:spPr>
          <a:xfrm>
            <a:off x="721775" y="1192625"/>
            <a:ext cx="16152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b="1">
                <a:latin typeface="Plus Jakarta Sans"/>
                <a:ea typeface="Plus Jakarta Sans"/>
                <a:cs typeface="Plus Jakarta Sans"/>
                <a:sym typeface="Plus Jakarta Sans"/>
              </a:rPr>
              <a:t>SQL AI Assistant</a:t>
            </a:r>
            <a:endParaRPr b="1">
              <a:latin typeface="Plus Jakarta Sans"/>
              <a:ea typeface="Plus Jakarta Sans"/>
              <a:cs typeface="Plus Jakarta Sans"/>
              <a:sym typeface="Plus Jakarta Sans"/>
            </a:endParaRPr>
          </a:p>
        </p:txBody>
      </p:sp>
      <p:sp>
        <p:nvSpPr>
          <p:cNvPr id="1399" name="Google Shape;1399;p162"/>
          <p:cNvSpPr txBox="1"/>
          <p:nvPr/>
        </p:nvSpPr>
        <p:spPr>
          <a:xfrm>
            <a:off x="3147275" y="1192625"/>
            <a:ext cx="16152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b="1">
                <a:latin typeface="Plus Jakarta Sans"/>
                <a:ea typeface="Plus Jakarta Sans"/>
                <a:cs typeface="Plus Jakarta Sans"/>
                <a:sym typeface="Plus Jakarta Sans"/>
              </a:rPr>
              <a:t>BI Chatbot</a:t>
            </a:r>
            <a:endParaRPr b="1">
              <a:latin typeface="Plus Jakarta Sans"/>
              <a:ea typeface="Plus Jakarta Sans"/>
              <a:cs typeface="Plus Jakarta Sans"/>
              <a:sym typeface="Plus Jakarta Sans"/>
            </a:endParaRPr>
          </a:p>
        </p:txBody>
      </p:sp>
      <p:sp>
        <p:nvSpPr>
          <p:cNvPr id="1400" name="Google Shape;1400;p162"/>
          <p:cNvSpPr txBox="1"/>
          <p:nvPr/>
        </p:nvSpPr>
        <p:spPr>
          <a:xfrm>
            <a:off x="6196975" y="1192625"/>
            <a:ext cx="16152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b="1">
                <a:latin typeface="Plus Jakarta Sans"/>
                <a:ea typeface="Plus Jakarta Sans"/>
                <a:cs typeface="Plus Jakarta Sans"/>
                <a:sym typeface="Plus Jakarta Sans"/>
              </a:rPr>
              <a:t>ML Copilot</a:t>
            </a:r>
            <a:endParaRPr b="1">
              <a:latin typeface="Plus Jakarta Sans"/>
              <a:ea typeface="Plus Jakarta Sans"/>
              <a:cs typeface="Plus Jakarta Sans"/>
              <a:sym typeface="Plus Jakarta Sans"/>
            </a:endParaRPr>
          </a:p>
        </p:txBody>
      </p:sp>
      <p:sp>
        <p:nvSpPr>
          <p:cNvPr id="1401" name="Google Shape;1401;p162"/>
          <p:cNvSpPr txBox="1"/>
          <p:nvPr/>
        </p:nvSpPr>
        <p:spPr>
          <a:xfrm>
            <a:off x="721775" y="3500275"/>
            <a:ext cx="16152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latin typeface="Plus Jakarta Sans"/>
                <a:ea typeface="Plus Jakarta Sans"/>
                <a:cs typeface="Plus Jakarta Sans"/>
                <a:sym typeface="Plus Jakarta Sans"/>
              </a:rPr>
              <a:t>Accelerate query development</a:t>
            </a:r>
            <a:endParaRPr sz="1000">
              <a:latin typeface="Plus Jakarta Sans"/>
              <a:ea typeface="Plus Jakarta Sans"/>
              <a:cs typeface="Plus Jakarta Sans"/>
              <a:sym typeface="Plus Jakarta Sans"/>
            </a:endParaRPr>
          </a:p>
        </p:txBody>
      </p:sp>
      <p:sp>
        <p:nvSpPr>
          <p:cNvPr id="1402" name="Google Shape;1402;p162"/>
          <p:cNvSpPr txBox="1"/>
          <p:nvPr/>
        </p:nvSpPr>
        <p:spPr>
          <a:xfrm>
            <a:off x="2861825" y="3500275"/>
            <a:ext cx="21861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latin typeface="Plus Jakarta Sans"/>
                <a:ea typeface="Plus Jakarta Sans"/>
                <a:cs typeface="Plus Jakarta Sans"/>
                <a:sym typeface="Plus Jakarta Sans"/>
              </a:rPr>
              <a:t>Make business analysts more effective in answering the “Why”​</a:t>
            </a:r>
            <a:endParaRPr sz="1000">
              <a:latin typeface="Plus Jakarta Sans"/>
              <a:ea typeface="Plus Jakarta Sans"/>
              <a:cs typeface="Plus Jakarta Sans"/>
              <a:sym typeface="Plus Jakarta Sans"/>
            </a:endParaRPr>
          </a:p>
        </p:txBody>
      </p:sp>
      <p:sp>
        <p:nvSpPr>
          <p:cNvPr id="1403" name="Google Shape;1403;p162"/>
          <p:cNvSpPr txBox="1"/>
          <p:nvPr/>
        </p:nvSpPr>
        <p:spPr>
          <a:xfrm>
            <a:off x="6196975" y="3500275"/>
            <a:ext cx="16152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a:latin typeface="Plus Jakarta Sans"/>
                <a:ea typeface="Plus Jakarta Sans"/>
                <a:cs typeface="Plus Jakarta Sans"/>
                <a:sym typeface="Plus Jakarta Sans"/>
              </a:rPr>
              <a:t>Bring new AI apps to production faster​</a:t>
            </a:r>
            <a:endParaRPr sz="1000">
              <a:latin typeface="Plus Jakarta Sans"/>
              <a:ea typeface="Plus Jakarta Sans"/>
              <a:cs typeface="Plus Jakarta Sans"/>
              <a:sym typeface="Plus Jakarta Sans"/>
            </a:endParaRPr>
          </a:p>
        </p:txBody>
      </p:sp>
      <p:sp>
        <p:nvSpPr>
          <p:cNvPr id="1404" name="Google Shape;1404;p162"/>
          <p:cNvSpPr/>
          <p:nvPr/>
        </p:nvSpPr>
        <p:spPr>
          <a:xfrm>
            <a:off x="0" y="0"/>
            <a:ext cx="2710800" cy="228600"/>
          </a:xfrm>
          <a:prstGeom prst="rect">
            <a:avLst/>
          </a:prstGeom>
          <a:solidFill>
            <a:srgbClr val="5555F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i="1">
                <a:solidFill>
                  <a:srgbClr val="FFFFFF"/>
                </a:solidFill>
                <a:latin typeface="Plus Jakarta Sans Bold"/>
                <a:ea typeface="Plus Jakarta Sans Bold"/>
                <a:cs typeface="Plus Jakarta Sans Bold"/>
                <a:sym typeface="Plus Jakarta Sans"/>
              </a:rPr>
              <a:t>Key Capabilities</a:t>
            </a:r>
            <a:endParaRPr b="1" i="1">
              <a:solidFill>
                <a:srgbClr val="FFFFFF"/>
              </a:solidFill>
              <a:latin typeface="Plus Jakarta Sans Bold"/>
              <a:ea typeface="Plus Jakarta Sans Bold"/>
              <a:cs typeface="Plus Jakarta Sans Bold"/>
              <a:sym typeface="Plus Jakarta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08"/>
        <p:cNvGrpSpPr/>
        <p:nvPr/>
      </p:nvGrpSpPr>
      <p:grpSpPr>
        <a:xfrm>
          <a:off x="0" y="0"/>
          <a:ext cx="0" cy="0"/>
          <a:chOff x="0" y="0"/>
          <a:chExt cx="0" cy="0"/>
        </a:xfrm>
      </p:grpSpPr>
      <p:sp>
        <p:nvSpPr>
          <p:cNvPr id="1409" name="Google Shape;1409;p163"/>
          <p:cNvSpPr txBox="1">
            <a:spLocks noGrp="1"/>
          </p:cNvSpPr>
          <p:nvPr>
            <p:ph type="title"/>
          </p:nvPr>
        </p:nvSpPr>
        <p:spPr>
          <a:xfrm>
            <a:off x="533400" y="284253"/>
            <a:ext cx="7620000" cy="612900"/>
          </a:xfrm>
          <a:prstGeom prst="rect">
            <a:avLst/>
          </a:prstGeom>
        </p:spPr>
        <p:txBody>
          <a:bodyPr spcFirstLastPara="1" wrap="square" lIns="91425" tIns="0" rIns="91425" bIns="45700" anchor="t" anchorCtr="0">
            <a:noAutofit/>
          </a:bodyPr>
          <a:lstStyle/>
          <a:p>
            <a:pPr marL="0" lvl="0" indent="0" algn="l" rtl="0">
              <a:spcBef>
                <a:spcPts val="0"/>
              </a:spcBef>
              <a:spcAft>
                <a:spcPts val="0"/>
              </a:spcAft>
              <a:buNone/>
            </a:pPr>
            <a:r>
              <a:rPr lang="en" b="1">
                <a:latin typeface="Plus Jakarta Sans"/>
                <a:ea typeface="Plus Jakarta Sans"/>
                <a:cs typeface="Plus Jakarta Sans"/>
                <a:sym typeface="Plus Jakarta Sans"/>
              </a:rPr>
              <a:t>Why Cloudera AI: </a:t>
            </a:r>
            <a:r>
              <a:rPr lang="en"/>
              <a:t>Cloudera AI and NIM Microservices</a:t>
            </a:r>
            <a:endParaRPr/>
          </a:p>
        </p:txBody>
      </p:sp>
      <p:pic>
        <p:nvPicPr>
          <p:cNvPr id="1410" name="Google Shape;1410;p163"/>
          <p:cNvPicPr preferRelativeResize="0"/>
          <p:nvPr/>
        </p:nvPicPr>
        <p:blipFill>
          <a:blip r:embed="rId3">
            <a:alphaModFix/>
          </a:blip>
          <a:stretch>
            <a:fillRect/>
          </a:stretch>
        </p:blipFill>
        <p:spPr>
          <a:xfrm>
            <a:off x="3683062" y="1534750"/>
            <a:ext cx="1994436" cy="2073999"/>
          </a:xfrm>
          <a:prstGeom prst="rect">
            <a:avLst/>
          </a:prstGeom>
          <a:noFill/>
          <a:ln>
            <a:noFill/>
          </a:ln>
        </p:spPr>
      </p:pic>
      <p:pic>
        <p:nvPicPr>
          <p:cNvPr id="1411" name="Google Shape;1411;p163"/>
          <p:cNvPicPr preferRelativeResize="0"/>
          <p:nvPr/>
        </p:nvPicPr>
        <p:blipFill>
          <a:blip r:embed="rId4">
            <a:alphaModFix/>
          </a:blip>
          <a:stretch>
            <a:fillRect/>
          </a:stretch>
        </p:blipFill>
        <p:spPr>
          <a:xfrm>
            <a:off x="6034625" y="1534775"/>
            <a:ext cx="2469369" cy="2073975"/>
          </a:xfrm>
          <a:prstGeom prst="rect">
            <a:avLst/>
          </a:prstGeom>
          <a:noFill/>
          <a:ln>
            <a:noFill/>
          </a:ln>
        </p:spPr>
      </p:pic>
      <p:sp>
        <p:nvSpPr>
          <p:cNvPr id="1412" name="Google Shape;1412;p163"/>
          <p:cNvSpPr txBox="1"/>
          <p:nvPr/>
        </p:nvSpPr>
        <p:spPr>
          <a:xfrm>
            <a:off x="3683025" y="3838125"/>
            <a:ext cx="1994400" cy="238500"/>
          </a:xfrm>
          <a:prstGeom prst="rect">
            <a:avLst/>
          </a:prstGeom>
          <a:noFill/>
          <a:ln>
            <a:noFill/>
          </a:ln>
        </p:spPr>
        <p:txBody>
          <a:bodyPr spcFirstLastPara="1" wrap="square" lIns="22850" tIns="11425" rIns="22850" bIns="11425" anchor="t" anchorCtr="0">
            <a:spAutoFit/>
          </a:bodyPr>
          <a:lstStyle/>
          <a:p>
            <a:pPr marL="0" marR="0" lvl="0" indent="0" algn="ctr" rtl="0">
              <a:spcBef>
                <a:spcPts val="0"/>
              </a:spcBef>
              <a:spcAft>
                <a:spcPts val="0"/>
              </a:spcAft>
              <a:buClr>
                <a:srgbClr val="76B900"/>
              </a:buClr>
              <a:buSzPts val="1000"/>
              <a:buFont typeface="NVIDIA Sans"/>
              <a:buNone/>
            </a:pPr>
            <a:r>
              <a:rPr lang="en">
                <a:latin typeface="Plus Jakarta Sans Medium"/>
                <a:ea typeface="Plus Jakarta Sans Medium"/>
                <a:cs typeface="Plus Jakarta Sans Medium"/>
                <a:sym typeface="Plus Jakarta Sans Medium"/>
              </a:rPr>
              <a:t>CVE-free and secure</a:t>
            </a:r>
            <a:endParaRPr>
              <a:latin typeface="Plus Jakarta Sans Medium"/>
              <a:ea typeface="Plus Jakarta Sans Medium"/>
              <a:cs typeface="Plus Jakarta Sans Medium"/>
              <a:sym typeface="Plus Jakarta Sans Medium"/>
            </a:endParaRPr>
          </a:p>
        </p:txBody>
      </p:sp>
      <p:sp>
        <p:nvSpPr>
          <p:cNvPr id="1413" name="Google Shape;1413;p163"/>
          <p:cNvSpPr txBox="1"/>
          <p:nvPr/>
        </p:nvSpPr>
        <p:spPr>
          <a:xfrm>
            <a:off x="6112250" y="3838125"/>
            <a:ext cx="2469300" cy="238500"/>
          </a:xfrm>
          <a:prstGeom prst="rect">
            <a:avLst/>
          </a:prstGeom>
          <a:noFill/>
          <a:ln>
            <a:noFill/>
          </a:ln>
        </p:spPr>
        <p:txBody>
          <a:bodyPr spcFirstLastPara="1" wrap="square" lIns="22850" tIns="11425" rIns="22850" bIns="11425" anchor="t" anchorCtr="0">
            <a:spAutoFit/>
          </a:bodyPr>
          <a:lstStyle/>
          <a:p>
            <a:pPr marL="0" marR="0" lvl="0" indent="0" algn="ctr" rtl="0">
              <a:spcBef>
                <a:spcPts val="0"/>
              </a:spcBef>
              <a:spcAft>
                <a:spcPts val="0"/>
              </a:spcAft>
              <a:buClr>
                <a:srgbClr val="76B900"/>
              </a:buClr>
              <a:buSzPts val="1000"/>
              <a:buFont typeface="NVIDIA Sans"/>
              <a:buNone/>
            </a:pPr>
            <a:r>
              <a:rPr lang="en">
                <a:latin typeface="Plus Jakarta Sans Medium"/>
                <a:ea typeface="Plus Jakarta Sans Medium"/>
                <a:cs typeface="Plus Jakarta Sans Medium"/>
                <a:sym typeface="Plus Jakarta Sans Medium"/>
              </a:rPr>
              <a:t>Optimized across the stack</a:t>
            </a:r>
            <a:endParaRPr>
              <a:latin typeface="Plus Jakarta Sans Medium"/>
              <a:ea typeface="Plus Jakarta Sans Medium"/>
              <a:cs typeface="Plus Jakarta Sans Medium"/>
              <a:sym typeface="Plus Jakarta Sans Medium"/>
            </a:endParaRPr>
          </a:p>
        </p:txBody>
      </p:sp>
      <p:sp>
        <p:nvSpPr>
          <p:cNvPr id="1414" name="Google Shape;1414;p163"/>
          <p:cNvSpPr txBox="1">
            <a:spLocks noGrp="1"/>
          </p:cNvSpPr>
          <p:nvPr>
            <p:ph type="body" idx="2"/>
          </p:nvPr>
        </p:nvSpPr>
        <p:spPr>
          <a:xfrm>
            <a:off x="533400" y="734285"/>
            <a:ext cx="5029200" cy="324000"/>
          </a:xfrm>
          <a:prstGeom prst="rect">
            <a:avLst/>
          </a:prstGeom>
        </p:spPr>
        <p:txBody>
          <a:bodyPr spcFirstLastPara="1" wrap="square" lIns="91425" tIns="45700" rIns="91425" bIns="45700" anchor="t" anchorCtr="0">
            <a:noAutofit/>
          </a:bodyPr>
          <a:lstStyle/>
          <a:p>
            <a:pPr marL="0" lvl="0" indent="0" algn="l" rtl="0">
              <a:spcBef>
                <a:spcPts val="0"/>
              </a:spcBef>
              <a:spcAft>
                <a:spcPts val="400"/>
              </a:spcAft>
              <a:buNone/>
            </a:pPr>
            <a:r>
              <a:rPr lang="en"/>
              <a:t>Optimized and secure models from NVIDIA</a:t>
            </a:r>
            <a:endParaRPr/>
          </a:p>
        </p:txBody>
      </p:sp>
      <p:pic>
        <p:nvPicPr>
          <p:cNvPr id="1415" name="Google Shape;1415;p163"/>
          <p:cNvPicPr preferRelativeResize="0"/>
          <p:nvPr/>
        </p:nvPicPr>
        <p:blipFill>
          <a:blip r:embed="rId5">
            <a:alphaModFix/>
          </a:blip>
          <a:stretch>
            <a:fillRect/>
          </a:stretch>
        </p:blipFill>
        <p:spPr>
          <a:xfrm>
            <a:off x="724063" y="1891259"/>
            <a:ext cx="2469376" cy="1717490"/>
          </a:xfrm>
          <a:prstGeom prst="rect">
            <a:avLst/>
          </a:prstGeom>
          <a:noFill/>
          <a:ln>
            <a:noFill/>
          </a:ln>
        </p:spPr>
      </p:pic>
      <p:sp>
        <p:nvSpPr>
          <p:cNvPr id="1416" name="Google Shape;1416;p163"/>
          <p:cNvSpPr txBox="1"/>
          <p:nvPr/>
        </p:nvSpPr>
        <p:spPr>
          <a:xfrm>
            <a:off x="724175" y="3838125"/>
            <a:ext cx="2469300" cy="238500"/>
          </a:xfrm>
          <a:prstGeom prst="rect">
            <a:avLst/>
          </a:prstGeom>
          <a:noFill/>
          <a:ln>
            <a:noFill/>
          </a:ln>
        </p:spPr>
        <p:txBody>
          <a:bodyPr spcFirstLastPara="1" wrap="square" lIns="22850" tIns="11425" rIns="22850" bIns="11425" anchor="t" anchorCtr="0">
            <a:spAutoFit/>
          </a:bodyPr>
          <a:lstStyle/>
          <a:p>
            <a:pPr marL="0" marR="0" lvl="0" indent="0" algn="ctr" rtl="0">
              <a:spcBef>
                <a:spcPts val="0"/>
              </a:spcBef>
              <a:spcAft>
                <a:spcPts val="0"/>
              </a:spcAft>
              <a:buClr>
                <a:srgbClr val="76B900"/>
              </a:buClr>
              <a:buSzPts val="1000"/>
              <a:buFont typeface="NVIDIA Sans"/>
              <a:buNone/>
            </a:pPr>
            <a:r>
              <a:rPr lang="en">
                <a:latin typeface="Plus Jakarta Sans Medium"/>
                <a:ea typeface="Plus Jakarta Sans Medium"/>
                <a:cs typeface="Plus Jakarta Sans Medium"/>
                <a:sym typeface="Plus Jakarta Sans Medium"/>
              </a:rPr>
              <a:t>Open models</a:t>
            </a:r>
            <a:endParaRPr>
              <a:latin typeface="Plus Jakarta Sans Medium"/>
              <a:ea typeface="Plus Jakarta Sans Medium"/>
              <a:cs typeface="Plus Jakarta Sans Medium"/>
              <a:sym typeface="Plus Jakarta Sans Medium"/>
            </a:endParaRPr>
          </a:p>
        </p:txBody>
      </p:sp>
      <p:sp>
        <p:nvSpPr>
          <p:cNvPr id="1417" name="Google Shape;1417;p163"/>
          <p:cNvSpPr/>
          <p:nvPr/>
        </p:nvSpPr>
        <p:spPr>
          <a:xfrm>
            <a:off x="0" y="0"/>
            <a:ext cx="2710800" cy="228600"/>
          </a:xfrm>
          <a:prstGeom prst="rect">
            <a:avLst/>
          </a:prstGeom>
          <a:solidFill>
            <a:srgbClr val="5555F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i="1">
                <a:solidFill>
                  <a:srgbClr val="FFFFFF"/>
                </a:solidFill>
                <a:latin typeface="Plus Jakarta Sans Bold"/>
                <a:ea typeface="Plus Jakarta Sans Bold"/>
                <a:cs typeface="Plus Jakarta Sans Bold"/>
                <a:sym typeface="Plus Jakarta Sans"/>
              </a:rPr>
              <a:t>Key Capabilities</a:t>
            </a:r>
            <a:endParaRPr b="1" i="1">
              <a:solidFill>
                <a:srgbClr val="FFFFFF"/>
              </a:solidFill>
              <a:latin typeface="Plus Jakarta Sans Bold"/>
              <a:ea typeface="Plus Jakarta Sans Bold"/>
              <a:cs typeface="Plus Jakarta Sans Bold"/>
              <a:sym typeface="Plus Jakarta Sans"/>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22"/>
        <p:cNvGrpSpPr/>
        <p:nvPr/>
      </p:nvGrpSpPr>
      <p:grpSpPr>
        <a:xfrm>
          <a:off x="0" y="0"/>
          <a:ext cx="0" cy="0"/>
          <a:chOff x="0" y="0"/>
          <a:chExt cx="0" cy="0"/>
        </a:xfrm>
      </p:grpSpPr>
      <p:sp>
        <p:nvSpPr>
          <p:cNvPr id="1423" name="Google Shape;1423;p164"/>
          <p:cNvSpPr/>
          <p:nvPr/>
        </p:nvSpPr>
        <p:spPr>
          <a:xfrm rot="-5400000">
            <a:off x="1283258" y="2145769"/>
            <a:ext cx="1501200" cy="575700"/>
          </a:xfrm>
          <a:prstGeom prst="trapezoid">
            <a:avLst>
              <a:gd name="adj" fmla="val 25000"/>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lus Jakarta Sans"/>
              <a:ea typeface="Plus Jakarta Sans"/>
              <a:cs typeface="Plus Jakarta Sans"/>
              <a:sym typeface="Plus Jakarta Sans"/>
            </a:endParaRPr>
          </a:p>
        </p:txBody>
      </p:sp>
      <p:sp>
        <p:nvSpPr>
          <p:cNvPr id="1424" name="Google Shape;1424;p164"/>
          <p:cNvSpPr/>
          <p:nvPr/>
        </p:nvSpPr>
        <p:spPr>
          <a:xfrm>
            <a:off x="848766" y="1552408"/>
            <a:ext cx="1067100" cy="1730100"/>
          </a:xfrm>
          <a:prstGeom prst="roundRect">
            <a:avLst>
              <a:gd name="adj" fmla="val 8759"/>
            </a:avLst>
          </a:prstGeom>
          <a:solidFill>
            <a:schemeClr val="lt1"/>
          </a:solidFill>
          <a:ln w="28575" cap="flat" cmpd="sng">
            <a:solidFill>
              <a:schemeClr val="accent3"/>
            </a:solidFill>
            <a:prstDash val="solid"/>
            <a:round/>
            <a:headEnd type="none" w="sm" len="sm"/>
            <a:tailEnd type="none" w="sm" len="sm"/>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accent3"/>
              </a:solidFill>
              <a:latin typeface="Plus Jakarta Sans SemiBold"/>
              <a:ea typeface="Plus Jakarta Sans SemiBold"/>
              <a:cs typeface="Plus Jakarta Sans SemiBold"/>
              <a:sym typeface="Plus Jakarta Sans SemiBold"/>
            </a:endParaRPr>
          </a:p>
        </p:txBody>
      </p:sp>
      <p:sp>
        <p:nvSpPr>
          <p:cNvPr id="1425" name="Google Shape;1425;p164"/>
          <p:cNvSpPr txBox="1"/>
          <p:nvPr/>
        </p:nvSpPr>
        <p:spPr>
          <a:xfrm>
            <a:off x="1259326" y="1852074"/>
            <a:ext cx="656700" cy="1345800"/>
          </a:xfrm>
          <a:prstGeom prst="rect">
            <a:avLst/>
          </a:prstGeom>
          <a:noFill/>
          <a:ln>
            <a:noFill/>
          </a:ln>
        </p:spPr>
        <p:txBody>
          <a:bodyPr spcFirstLastPara="1" wrap="square" lIns="0"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br>
              <a:rPr lang="en" sz="700" b="0" i="0" u="none" strike="noStrike" cap="none">
                <a:solidFill>
                  <a:schemeClr val="accent3"/>
                </a:solidFill>
                <a:latin typeface="Plus Jakarta Sans SemiBold"/>
                <a:ea typeface="Plus Jakarta Sans SemiBold"/>
                <a:cs typeface="Plus Jakarta Sans SemiBold"/>
                <a:sym typeface="Plus Jakarta Sans SemiBold"/>
              </a:rPr>
            </a:br>
            <a:r>
              <a:rPr lang="en" sz="600" b="0" i="0" u="none" strike="noStrike" cap="none">
                <a:solidFill>
                  <a:schemeClr val="accent3"/>
                </a:solidFill>
                <a:latin typeface="Plus Jakarta Sans SemiBold"/>
                <a:ea typeface="Plus Jakarta Sans SemiBold"/>
                <a:cs typeface="Plus Jakarta Sans SemiBold"/>
                <a:sym typeface="Plus Jakarta Sans SemiBold"/>
              </a:rPr>
              <a:t>DELIVER </a:t>
            </a:r>
            <a:br>
              <a:rPr lang="en" sz="600" b="0" i="0" u="none" strike="noStrike" cap="none">
                <a:solidFill>
                  <a:schemeClr val="accent3"/>
                </a:solidFill>
                <a:latin typeface="Plus Jakarta Sans SemiBold"/>
                <a:ea typeface="Plus Jakarta Sans SemiBold"/>
                <a:cs typeface="Plus Jakarta Sans SemiBold"/>
                <a:sym typeface="Plus Jakarta Sans SemiBold"/>
              </a:rPr>
            </a:br>
            <a:r>
              <a:rPr lang="en" sz="600" b="0" i="0" u="none" strike="noStrike" cap="none">
                <a:solidFill>
                  <a:schemeClr val="accent3"/>
                </a:solidFill>
                <a:latin typeface="Plus Jakarta Sans SemiBold"/>
                <a:ea typeface="Plus Jakarta Sans SemiBold"/>
                <a:cs typeface="Plus Jakarta Sans SemiBold"/>
                <a:sym typeface="Plus Jakarta Sans SemiBold"/>
              </a:rPr>
              <a:t>True Hybrid</a:t>
            </a:r>
            <a:endParaRPr sz="600" b="0" i="0" u="none" strike="noStrike" cap="none">
              <a:solidFill>
                <a:schemeClr val="accent3"/>
              </a:solidFill>
              <a:latin typeface="Plus Jakarta Sans SemiBold"/>
              <a:ea typeface="Plus Jakarta Sans SemiBold"/>
              <a:cs typeface="Plus Jakarta Sans SemiBold"/>
              <a:sym typeface="Plus Jakarta Sans SemiBold"/>
            </a:endParaRPr>
          </a:p>
          <a:p>
            <a:pPr marL="0" marR="0" lvl="0" indent="0" algn="l" rtl="0">
              <a:lnSpc>
                <a:spcPct val="100000"/>
              </a:lnSpc>
              <a:spcBef>
                <a:spcPts val="0"/>
              </a:spcBef>
              <a:spcAft>
                <a:spcPts val="0"/>
              </a:spcAft>
              <a:buClr>
                <a:srgbClr val="000000"/>
              </a:buClr>
              <a:buSzPts val="1600"/>
              <a:buFont typeface="Arial"/>
              <a:buNone/>
            </a:pPr>
            <a:endParaRPr sz="600" b="0" i="0" u="none" strike="noStrike" cap="none">
              <a:solidFill>
                <a:schemeClr val="accent3"/>
              </a:solidFill>
              <a:latin typeface="Plus Jakarta Sans SemiBold"/>
              <a:ea typeface="Plus Jakarta Sans SemiBold"/>
              <a:cs typeface="Plus Jakarta Sans SemiBold"/>
              <a:sym typeface="Plus Jakarta Sans SemiBold"/>
            </a:endParaRPr>
          </a:p>
          <a:p>
            <a:pPr marL="0" marR="0" lvl="0" indent="0" algn="l" rtl="0">
              <a:lnSpc>
                <a:spcPct val="100000"/>
              </a:lnSpc>
              <a:spcBef>
                <a:spcPts val="0"/>
              </a:spcBef>
              <a:spcAft>
                <a:spcPts val="0"/>
              </a:spcAft>
              <a:buClr>
                <a:srgbClr val="000000"/>
              </a:buClr>
              <a:buSzPts val="1600"/>
              <a:buFont typeface="Arial"/>
              <a:buNone/>
            </a:pPr>
            <a:br>
              <a:rPr lang="en" sz="600" b="0" i="0" u="none" strike="noStrike" cap="none">
                <a:solidFill>
                  <a:schemeClr val="accent3"/>
                </a:solidFill>
                <a:latin typeface="Plus Jakarta Sans SemiBold"/>
                <a:ea typeface="Plus Jakarta Sans SemiBold"/>
                <a:cs typeface="Plus Jakarta Sans SemiBold"/>
                <a:sym typeface="Plus Jakarta Sans SemiBold"/>
              </a:rPr>
            </a:br>
            <a:r>
              <a:rPr lang="en" sz="600" b="0" i="0" u="none" strike="noStrike" cap="none">
                <a:solidFill>
                  <a:schemeClr val="accent3"/>
                </a:solidFill>
                <a:latin typeface="Plus Jakarta Sans SemiBold"/>
                <a:ea typeface="Plus Jakarta Sans SemiBold"/>
                <a:cs typeface="Plus Jakarta Sans SemiBold"/>
                <a:sym typeface="Plus Jakarta Sans SemiBold"/>
              </a:rPr>
              <a:t>ENABLE </a:t>
            </a:r>
            <a:br>
              <a:rPr lang="en" sz="600" b="0" i="0" u="none" strike="noStrike" cap="none">
                <a:solidFill>
                  <a:schemeClr val="accent3"/>
                </a:solidFill>
                <a:latin typeface="Plus Jakarta Sans SemiBold"/>
                <a:ea typeface="Plus Jakarta Sans SemiBold"/>
                <a:cs typeface="Plus Jakarta Sans SemiBold"/>
                <a:sym typeface="Plus Jakarta Sans SemiBold"/>
              </a:rPr>
            </a:br>
            <a:r>
              <a:rPr lang="en" sz="600" b="0" i="0" u="none" strike="noStrike" cap="none">
                <a:solidFill>
                  <a:schemeClr val="accent3"/>
                </a:solidFill>
                <a:latin typeface="Plus Jakarta Sans SemiBold"/>
                <a:ea typeface="Plus Jakarta Sans SemiBold"/>
                <a:cs typeface="Plus Jakarta Sans SemiBold"/>
                <a:sym typeface="Plus Jakarta Sans SemiBold"/>
              </a:rPr>
              <a:t>Modern Data </a:t>
            </a:r>
            <a:br>
              <a:rPr lang="en" sz="600" b="0" i="0" u="none" strike="noStrike" cap="none">
                <a:solidFill>
                  <a:schemeClr val="accent3"/>
                </a:solidFill>
                <a:latin typeface="Plus Jakarta Sans SemiBold"/>
                <a:ea typeface="Plus Jakarta Sans SemiBold"/>
                <a:cs typeface="Plus Jakarta Sans SemiBold"/>
                <a:sym typeface="Plus Jakarta Sans SemiBold"/>
              </a:rPr>
            </a:br>
            <a:r>
              <a:rPr lang="en" sz="600" b="0" i="0" u="none" strike="noStrike" cap="none">
                <a:solidFill>
                  <a:schemeClr val="accent3"/>
                </a:solidFill>
                <a:latin typeface="Plus Jakarta Sans SemiBold"/>
                <a:ea typeface="Plus Jakarta Sans SemiBold"/>
                <a:cs typeface="Plus Jakarta Sans SemiBold"/>
                <a:sym typeface="Plus Jakarta Sans SemiBold"/>
              </a:rPr>
              <a:t>Architectures</a:t>
            </a:r>
            <a:endParaRPr sz="600" b="0" i="0" u="none" strike="noStrike" cap="none">
              <a:solidFill>
                <a:schemeClr val="accent3"/>
              </a:solidFill>
              <a:latin typeface="Plus Jakarta Sans SemiBold"/>
              <a:ea typeface="Plus Jakarta Sans SemiBold"/>
              <a:cs typeface="Plus Jakarta Sans SemiBold"/>
              <a:sym typeface="Plus Jakarta Sans SemiBold"/>
            </a:endParaRPr>
          </a:p>
          <a:p>
            <a:pPr marL="0" marR="0" lvl="0" indent="0" algn="l" rtl="0">
              <a:lnSpc>
                <a:spcPct val="100000"/>
              </a:lnSpc>
              <a:spcBef>
                <a:spcPts val="0"/>
              </a:spcBef>
              <a:spcAft>
                <a:spcPts val="0"/>
              </a:spcAft>
              <a:buClr>
                <a:srgbClr val="000000"/>
              </a:buClr>
              <a:buSzPts val="1600"/>
              <a:buFont typeface="Arial"/>
              <a:buNone/>
            </a:pPr>
            <a:endParaRPr sz="600" b="0" i="0" u="none" strike="noStrike" cap="none">
              <a:solidFill>
                <a:schemeClr val="accent3"/>
              </a:solidFill>
              <a:latin typeface="Plus Jakarta Sans SemiBold"/>
              <a:ea typeface="Plus Jakarta Sans SemiBold"/>
              <a:cs typeface="Plus Jakarta Sans SemiBold"/>
              <a:sym typeface="Plus Jakarta Sans SemiBold"/>
            </a:endParaRPr>
          </a:p>
          <a:p>
            <a:pPr marL="0" marR="0" lvl="0" indent="0" algn="l" rtl="0">
              <a:lnSpc>
                <a:spcPct val="100000"/>
              </a:lnSpc>
              <a:spcBef>
                <a:spcPts val="0"/>
              </a:spcBef>
              <a:spcAft>
                <a:spcPts val="0"/>
              </a:spcAft>
              <a:buClr>
                <a:srgbClr val="000000"/>
              </a:buClr>
              <a:buSzPts val="1600"/>
              <a:buFont typeface="Arial"/>
              <a:buNone/>
            </a:pPr>
            <a:br>
              <a:rPr lang="en" sz="600" b="0" i="0" u="none" strike="noStrike" cap="none">
                <a:solidFill>
                  <a:schemeClr val="accent3"/>
                </a:solidFill>
                <a:latin typeface="Plus Jakarta Sans SemiBold"/>
                <a:ea typeface="Plus Jakarta Sans SemiBold"/>
                <a:cs typeface="Plus Jakarta Sans SemiBold"/>
                <a:sym typeface="Plus Jakarta Sans SemiBold"/>
              </a:rPr>
            </a:br>
            <a:r>
              <a:rPr lang="en" sz="600" b="0" i="0" u="none" strike="noStrike" cap="none">
                <a:solidFill>
                  <a:schemeClr val="accent3"/>
                </a:solidFill>
                <a:latin typeface="Plus Jakarta Sans SemiBold"/>
                <a:ea typeface="Plus Jakarta Sans SemiBold"/>
                <a:cs typeface="Plus Jakarta Sans SemiBold"/>
                <a:sym typeface="Plus Jakarta Sans SemiBold"/>
              </a:rPr>
              <a:t>ACCELERATE </a:t>
            </a:r>
            <a:br>
              <a:rPr lang="en" sz="600" b="0" i="0" u="none" strike="noStrike" cap="none">
                <a:solidFill>
                  <a:schemeClr val="accent3"/>
                </a:solidFill>
                <a:latin typeface="Plus Jakarta Sans SemiBold"/>
                <a:ea typeface="Plus Jakarta Sans SemiBold"/>
                <a:cs typeface="Plus Jakarta Sans SemiBold"/>
                <a:sym typeface="Plus Jakarta Sans SemiBold"/>
              </a:rPr>
            </a:br>
            <a:r>
              <a:rPr lang="en" sz="600" b="0" i="0" u="none" strike="noStrike" cap="none">
                <a:solidFill>
                  <a:schemeClr val="accent3"/>
                </a:solidFill>
                <a:latin typeface="Plus Jakarta Sans SemiBold"/>
                <a:ea typeface="Plus Jakarta Sans SemiBold"/>
                <a:cs typeface="Plus Jakarta Sans SemiBold"/>
                <a:sym typeface="Plus Jakarta Sans SemiBold"/>
              </a:rPr>
              <a:t>Enterprise AI</a:t>
            </a:r>
            <a:endParaRPr sz="600" b="0" i="0" u="none" strike="noStrike" cap="none">
              <a:solidFill>
                <a:schemeClr val="accent3"/>
              </a:solidFill>
              <a:latin typeface="Plus Jakarta Sans SemiBold"/>
              <a:ea typeface="Plus Jakarta Sans SemiBold"/>
              <a:cs typeface="Plus Jakarta Sans SemiBold"/>
              <a:sym typeface="Plus Jakarta Sans SemiBold"/>
            </a:endParaRPr>
          </a:p>
          <a:p>
            <a:pPr marL="0" marR="0" lvl="0" indent="0" algn="l" rtl="0">
              <a:lnSpc>
                <a:spcPct val="100000"/>
              </a:lnSpc>
              <a:spcBef>
                <a:spcPts val="0"/>
              </a:spcBef>
              <a:spcAft>
                <a:spcPts val="0"/>
              </a:spcAft>
              <a:buClr>
                <a:srgbClr val="000000"/>
              </a:buClr>
              <a:buSzPts val="1600"/>
              <a:buFont typeface="Arial"/>
              <a:buNone/>
            </a:pPr>
            <a:endParaRPr sz="500" b="1" i="0" u="none" strike="noStrike" cap="none">
              <a:solidFill>
                <a:schemeClr val="accent3"/>
              </a:solidFill>
              <a:latin typeface="Plus Jakarta Sans"/>
              <a:ea typeface="Plus Jakarta Sans"/>
              <a:cs typeface="Plus Jakarta Sans"/>
              <a:sym typeface="Plus Jakarta Sans"/>
            </a:endParaRPr>
          </a:p>
          <a:p>
            <a:pPr marL="0" marR="0" lvl="0" indent="0" algn="l" rtl="0">
              <a:lnSpc>
                <a:spcPct val="100000"/>
              </a:lnSpc>
              <a:spcBef>
                <a:spcPts val="0"/>
              </a:spcBef>
              <a:spcAft>
                <a:spcPts val="0"/>
              </a:spcAft>
              <a:buClr>
                <a:srgbClr val="000000"/>
              </a:buClr>
              <a:buSzPts val="1600"/>
              <a:buFont typeface="Arial"/>
              <a:buNone/>
            </a:pPr>
            <a:endParaRPr sz="600" b="1" i="0" u="none" strike="noStrike" cap="none">
              <a:solidFill>
                <a:schemeClr val="accent3"/>
              </a:solidFill>
              <a:latin typeface="Plus Jakarta Sans"/>
              <a:ea typeface="Plus Jakarta Sans"/>
              <a:cs typeface="Plus Jakarta Sans"/>
              <a:sym typeface="Plus Jakarta Sans"/>
            </a:endParaRPr>
          </a:p>
          <a:p>
            <a:pPr marL="0" marR="0" lvl="0" indent="0" algn="l" rtl="0">
              <a:lnSpc>
                <a:spcPct val="100000"/>
              </a:lnSpc>
              <a:spcBef>
                <a:spcPts val="0"/>
              </a:spcBef>
              <a:spcAft>
                <a:spcPts val="0"/>
              </a:spcAft>
              <a:buClr>
                <a:srgbClr val="000000"/>
              </a:buClr>
              <a:buSzPts val="1600"/>
              <a:buFont typeface="Arial"/>
              <a:buNone/>
            </a:pPr>
            <a:endParaRPr sz="600" b="1" i="0" u="none" strike="noStrike" cap="none">
              <a:solidFill>
                <a:schemeClr val="accent3"/>
              </a:solidFill>
              <a:latin typeface="Plus Jakarta Sans"/>
              <a:ea typeface="Plus Jakarta Sans"/>
              <a:cs typeface="Plus Jakarta Sans"/>
              <a:sym typeface="Plus Jakarta Sans"/>
            </a:endParaRPr>
          </a:p>
        </p:txBody>
      </p:sp>
      <p:sp>
        <p:nvSpPr>
          <p:cNvPr id="1426" name="Google Shape;1426;p164"/>
          <p:cNvSpPr txBox="1">
            <a:spLocks noGrp="1"/>
          </p:cNvSpPr>
          <p:nvPr>
            <p:ph type="title"/>
          </p:nvPr>
        </p:nvSpPr>
        <p:spPr>
          <a:xfrm>
            <a:off x="977875" y="1430975"/>
            <a:ext cx="800700" cy="219600"/>
          </a:xfrm>
          <a:prstGeom prst="rect">
            <a:avLst/>
          </a:prstGeom>
          <a:solidFill>
            <a:schemeClr val="lt1"/>
          </a:solidFill>
          <a:ln>
            <a:noFill/>
          </a:ln>
        </p:spPr>
        <p:txBody>
          <a:bodyPr spcFirstLastPara="1" wrap="square" lIns="91425" tIns="0" rIns="91425" bIns="45700" anchor="t" anchorCtr="0">
            <a:noAutofit/>
          </a:bodyPr>
          <a:lstStyle/>
          <a:p>
            <a:pPr marL="0" lvl="0" indent="0" algn="ctr" rtl="0">
              <a:lnSpc>
                <a:spcPct val="100000"/>
              </a:lnSpc>
              <a:spcBef>
                <a:spcPts val="0"/>
              </a:spcBef>
              <a:spcAft>
                <a:spcPts val="0"/>
              </a:spcAft>
              <a:buSzPts val="2100"/>
              <a:buNone/>
            </a:pPr>
            <a:r>
              <a:rPr lang="en" sz="900">
                <a:latin typeface="Plus Jakarta Sans SemiBold"/>
                <a:ea typeface="Plus Jakarta Sans SemiBold"/>
                <a:cs typeface="Plus Jakarta Sans SemiBold"/>
                <a:sym typeface="Plus Jakarta Sans SemiBold"/>
              </a:rPr>
              <a:t>Strategic Priorities</a:t>
            </a:r>
            <a:endParaRPr sz="900">
              <a:latin typeface="Plus Jakarta Sans SemiBold"/>
              <a:ea typeface="Plus Jakarta Sans SemiBold"/>
              <a:cs typeface="Plus Jakarta Sans SemiBold"/>
              <a:sym typeface="Plus Jakarta Sans SemiBold"/>
            </a:endParaRPr>
          </a:p>
        </p:txBody>
      </p:sp>
      <p:pic>
        <p:nvPicPr>
          <p:cNvPr id="1427" name="Google Shape;1427;p164"/>
          <p:cNvPicPr preferRelativeResize="0"/>
          <p:nvPr/>
        </p:nvPicPr>
        <p:blipFill rotWithShape="1">
          <a:blip r:embed="rId3">
            <a:alphaModFix/>
          </a:blip>
          <a:srcRect/>
          <a:stretch/>
        </p:blipFill>
        <p:spPr>
          <a:xfrm>
            <a:off x="926437" y="2332229"/>
            <a:ext cx="283658" cy="283655"/>
          </a:xfrm>
          <a:prstGeom prst="rect">
            <a:avLst/>
          </a:prstGeom>
          <a:noFill/>
          <a:ln>
            <a:noFill/>
          </a:ln>
        </p:spPr>
      </p:pic>
      <p:pic>
        <p:nvPicPr>
          <p:cNvPr id="1428" name="Google Shape;1428;p164"/>
          <p:cNvPicPr preferRelativeResize="0"/>
          <p:nvPr/>
        </p:nvPicPr>
        <p:blipFill rotWithShape="1">
          <a:blip r:embed="rId4">
            <a:alphaModFix/>
          </a:blip>
          <a:srcRect/>
          <a:stretch/>
        </p:blipFill>
        <p:spPr>
          <a:xfrm>
            <a:off x="926437" y="1951428"/>
            <a:ext cx="283658" cy="283655"/>
          </a:xfrm>
          <a:prstGeom prst="rect">
            <a:avLst/>
          </a:prstGeom>
          <a:noFill/>
          <a:ln>
            <a:noFill/>
          </a:ln>
        </p:spPr>
      </p:pic>
      <p:pic>
        <p:nvPicPr>
          <p:cNvPr id="1429" name="Google Shape;1429;p164"/>
          <p:cNvPicPr preferRelativeResize="0"/>
          <p:nvPr/>
        </p:nvPicPr>
        <p:blipFill rotWithShape="1">
          <a:blip r:embed="rId5">
            <a:alphaModFix/>
          </a:blip>
          <a:srcRect/>
          <a:stretch/>
        </p:blipFill>
        <p:spPr>
          <a:xfrm>
            <a:off x="926437" y="2763670"/>
            <a:ext cx="246265" cy="238804"/>
          </a:xfrm>
          <a:prstGeom prst="rect">
            <a:avLst/>
          </a:prstGeom>
          <a:noFill/>
          <a:ln>
            <a:noFill/>
          </a:ln>
        </p:spPr>
      </p:pic>
      <p:sp>
        <p:nvSpPr>
          <p:cNvPr id="1430" name="Google Shape;1430;p164"/>
          <p:cNvSpPr txBox="1">
            <a:spLocks noGrp="1"/>
          </p:cNvSpPr>
          <p:nvPr>
            <p:ph type="title"/>
          </p:nvPr>
        </p:nvSpPr>
        <p:spPr>
          <a:xfrm>
            <a:off x="533400" y="284250"/>
            <a:ext cx="6944700" cy="612900"/>
          </a:xfrm>
          <a:prstGeom prst="rect">
            <a:avLst/>
          </a:prstGeom>
          <a:noFill/>
          <a:ln>
            <a:noFill/>
          </a:ln>
        </p:spPr>
        <p:txBody>
          <a:bodyPr spcFirstLastPara="1" wrap="square" lIns="91425" tIns="0" rIns="91425" bIns="45700" anchor="t" anchorCtr="0">
            <a:noAutofit/>
          </a:bodyPr>
          <a:lstStyle/>
          <a:p>
            <a:pPr marL="0" lvl="0" indent="0" algn="l" rtl="0">
              <a:lnSpc>
                <a:spcPct val="100000"/>
              </a:lnSpc>
              <a:spcBef>
                <a:spcPts val="0"/>
              </a:spcBef>
              <a:spcAft>
                <a:spcPts val="0"/>
              </a:spcAft>
              <a:buSzPts val="2100"/>
              <a:buNone/>
            </a:pPr>
            <a:r>
              <a:rPr lang="en"/>
              <a:t>The Cloudera True Hybrid Platform</a:t>
            </a:r>
            <a:endParaRPr/>
          </a:p>
        </p:txBody>
      </p:sp>
      <p:sp>
        <p:nvSpPr>
          <p:cNvPr id="1431" name="Google Shape;1431;p164"/>
          <p:cNvSpPr/>
          <p:nvPr/>
        </p:nvSpPr>
        <p:spPr>
          <a:xfrm>
            <a:off x="2321725" y="897150"/>
            <a:ext cx="5979300" cy="3088200"/>
          </a:xfrm>
          <a:prstGeom prst="roundRect">
            <a:avLst>
              <a:gd name="adj" fmla="val 4060"/>
            </a:avLst>
          </a:prstGeom>
          <a:solidFill>
            <a:srgbClr val="E7EDF2"/>
          </a:solidFill>
          <a:ln w="28575" cap="flat" cmpd="sng">
            <a:solidFill>
              <a:schemeClr val="accent3"/>
            </a:solidFill>
            <a:prstDash val="solid"/>
            <a:round/>
            <a:headEnd type="none" w="sm" len="sm"/>
            <a:tailEnd type="none" w="sm" len="sm"/>
          </a:ln>
        </p:spPr>
        <p:txBody>
          <a:bodyPr spcFirstLastPara="1" wrap="square" lIns="91425" tIns="91425" rIns="91425" bIns="91425" anchor="b"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accent1"/>
              </a:solidFill>
              <a:latin typeface="Plus Jakarta Sans SemiBold"/>
              <a:ea typeface="Plus Jakarta Sans SemiBold"/>
              <a:cs typeface="Plus Jakarta Sans SemiBold"/>
              <a:sym typeface="Plus Jakarta Sans SemiBold"/>
            </a:endParaRPr>
          </a:p>
        </p:txBody>
      </p:sp>
      <p:sp>
        <p:nvSpPr>
          <p:cNvPr id="1432" name="Google Shape;1432;p164"/>
          <p:cNvSpPr/>
          <p:nvPr/>
        </p:nvSpPr>
        <p:spPr>
          <a:xfrm>
            <a:off x="2515675" y="2369659"/>
            <a:ext cx="5591400" cy="820200"/>
          </a:xfrm>
          <a:prstGeom prst="roundRect">
            <a:avLst>
              <a:gd name="adj" fmla="val 10479"/>
            </a:avLst>
          </a:prstGeom>
          <a:solidFill>
            <a:schemeClr val="lt1"/>
          </a:solidFill>
          <a:ln w="9525"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100" b="0" i="0" u="none" strike="noStrike" cap="none">
                <a:solidFill>
                  <a:schemeClr val="accent1"/>
                </a:solidFill>
                <a:latin typeface="Plus Jakarta Sans SemiBold"/>
                <a:ea typeface="Plus Jakarta Sans SemiBold"/>
                <a:cs typeface="Plus Jakarta Sans SemiBold"/>
                <a:sym typeface="Plus Jakarta Sans SemiBold"/>
              </a:rPr>
              <a:t>Unified Data Fabric</a:t>
            </a:r>
            <a:br>
              <a:rPr lang="en" sz="1200" b="0" i="0" u="none" strike="noStrike" cap="none">
                <a:solidFill>
                  <a:schemeClr val="accent1"/>
                </a:solidFill>
                <a:latin typeface="Plus Jakarta Sans SemiBold"/>
                <a:ea typeface="Plus Jakarta Sans SemiBold"/>
                <a:cs typeface="Plus Jakarta Sans SemiBold"/>
                <a:sym typeface="Plus Jakarta Sans SemiBold"/>
              </a:rPr>
            </a:br>
            <a:r>
              <a:rPr lang="en" sz="800" b="0" i="0" u="none" strike="noStrike" cap="none">
                <a:solidFill>
                  <a:schemeClr val="accent3"/>
                </a:solidFill>
                <a:latin typeface="Plus Jakarta Sans"/>
                <a:ea typeface="Plus Jakarta Sans"/>
                <a:cs typeface="Plus Jakarta Sans"/>
                <a:sym typeface="Plus Jakarta Sans"/>
              </a:rPr>
              <a:t>Security |  Governance |  Lineage |  Observability</a:t>
            </a:r>
            <a:endParaRPr sz="1200" b="0" i="0" u="none" strike="noStrike" cap="none">
              <a:solidFill>
                <a:schemeClr val="accent1"/>
              </a:solidFill>
              <a:latin typeface="Plus Jakarta Sans SemiBold"/>
              <a:ea typeface="Plus Jakarta Sans SemiBold"/>
              <a:cs typeface="Plus Jakarta Sans SemiBold"/>
              <a:sym typeface="Plus Jakarta Sans SemiBold"/>
            </a:endParaRPr>
          </a:p>
        </p:txBody>
      </p:sp>
      <p:sp>
        <p:nvSpPr>
          <p:cNvPr id="1433" name="Google Shape;1433;p164"/>
          <p:cNvSpPr/>
          <p:nvPr/>
        </p:nvSpPr>
        <p:spPr>
          <a:xfrm>
            <a:off x="2515675" y="1149953"/>
            <a:ext cx="1713300" cy="829500"/>
          </a:xfrm>
          <a:prstGeom prst="roundRect">
            <a:avLst>
              <a:gd name="adj" fmla="val 10479"/>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100" b="0" i="0" u="none" strike="noStrike" cap="none">
                <a:solidFill>
                  <a:schemeClr val="accent2"/>
                </a:solidFill>
                <a:latin typeface="Plus Jakarta Sans SemiBold"/>
                <a:ea typeface="Plus Jakarta Sans SemiBold"/>
                <a:cs typeface="Plus Jakarta Sans SemiBold"/>
                <a:sym typeface="Plus Jakarta Sans SemiBold"/>
              </a:rPr>
              <a:t>Data </a:t>
            </a:r>
            <a:br>
              <a:rPr lang="en" sz="1100" b="0" i="0" u="none" strike="noStrike" cap="none">
                <a:solidFill>
                  <a:schemeClr val="accent2"/>
                </a:solidFill>
                <a:latin typeface="Plus Jakarta Sans SemiBold"/>
                <a:ea typeface="Plus Jakarta Sans SemiBold"/>
                <a:cs typeface="Plus Jakarta Sans SemiBold"/>
                <a:sym typeface="Plus Jakarta Sans SemiBold"/>
              </a:rPr>
            </a:br>
            <a:r>
              <a:rPr lang="en" sz="1100" b="0" i="0" u="none" strike="noStrike" cap="none">
                <a:solidFill>
                  <a:schemeClr val="accent2"/>
                </a:solidFill>
                <a:latin typeface="Plus Jakarta Sans SemiBold"/>
                <a:ea typeface="Plus Jakarta Sans SemiBold"/>
                <a:cs typeface="Plus Jakarta Sans SemiBold"/>
                <a:sym typeface="Plus Jakarta Sans SemiBold"/>
              </a:rPr>
              <a:t>in Motion</a:t>
            </a:r>
            <a:endParaRPr sz="1100" b="0" i="0" u="none" strike="noStrike" cap="none">
              <a:solidFill>
                <a:schemeClr val="accent2"/>
              </a:solidFill>
              <a:latin typeface="Plus Jakarta Sans SemiBold"/>
              <a:ea typeface="Plus Jakarta Sans SemiBold"/>
              <a:cs typeface="Plus Jakarta Sans SemiBold"/>
              <a:sym typeface="Plus Jakarta Sans SemiBold"/>
            </a:endParaRPr>
          </a:p>
        </p:txBody>
      </p:sp>
      <p:sp>
        <p:nvSpPr>
          <p:cNvPr id="1434" name="Google Shape;1434;p164"/>
          <p:cNvSpPr/>
          <p:nvPr/>
        </p:nvSpPr>
        <p:spPr>
          <a:xfrm>
            <a:off x="4454725" y="1149953"/>
            <a:ext cx="1713300" cy="829500"/>
          </a:xfrm>
          <a:prstGeom prst="roundRect">
            <a:avLst>
              <a:gd name="adj" fmla="val 10479"/>
            </a:avLst>
          </a:prstGeom>
          <a:solidFill>
            <a:schemeClr val="lt1"/>
          </a:solidFill>
          <a:ln w="9525"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100" b="0" i="0" u="none" strike="noStrike" cap="none">
                <a:solidFill>
                  <a:schemeClr val="accent1"/>
                </a:solidFill>
                <a:latin typeface="Plus Jakarta Sans SemiBold"/>
                <a:ea typeface="Plus Jakarta Sans SemiBold"/>
                <a:cs typeface="Plus Jakarta Sans SemiBold"/>
                <a:sym typeface="Plus Jakarta Sans SemiBold"/>
              </a:rPr>
              <a:t>Open Data</a:t>
            </a:r>
            <a:br>
              <a:rPr lang="en" sz="1100" b="0" i="0" u="none" strike="noStrike" cap="none">
                <a:solidFill>
                  <a:schemeClr val="accent1"/>
                </a:solidFill>
                <a:latin typeface="Plus Jakarta Sans SemiBold"/>
                <a:ea typeface="Plus Jakarta Sans SemiBold"/>
                <a:cs typeface="Plus Jakarta Sans SemiBold"/>
                <a:sym typeface="Plus Jakarta Sans SemiBold"/>
              </a:rPr>
            </a:br>
            <a:r>
              <a:rPr lang="en" sz="1100" b="0" i="0" u="none" strike="noStrike" cap="none">
                <a:solidFill>
                  <a:schemeClr val="accent1"/>
                </a:solidFill>
                <a:latin typeface="Plus Jakarta Sans SemiBold"/>
                <a:ea typeface="Plus Jakarta Sans SemiBold"/>
                <a:cs typeface="Plus Jakarta Sans SemiBold"/>
                <a:sym typeface="Plus Jakarta Sans SemiBold"/>
              </a:rPr>
              <a:t> Lakehouse</a:t>
            </a:r>
            <a:endParaRPr sz="1100" b="0" i="0" u="none" strike="noStrike" cap="none">
              <a:solidFill>
                <a:schemeClr val="accent2"/>
              </a:solidFill>
              <a:latin typeface="Plus Jakarta Sans SemiBold"/>
              <a:ea typeface="Plus Jakarta Sans SemiBold"/>
              <a:cs typeface="Plus Jakarta Sans SemiBold"/>
              <a:sym typeface="Plus Jakarta Sans SemiBold"/>
            </a:endParaRPr>
          </a:p>
        </p:txBody>
      </p:sp>
      <p:sp>
        <p:nvSpPr>
          <p:cNvPr id="1435" name="Google Shape;1435;p164"/>
          <p:cNvSpPr/>
          <p:nvPr/>
        </p:nvSpPr>
        <p:spPr>
          <a:xfrm>
            <a:off x="6393775" y="1135928"/>
            <a:ext cx="1713300" cy="829500"/>
          </a:xfrm>
          <a:prstGeom prst="roundRect">
            <a:avLst>
              <a:gd name="adj" fmla="val 10479"/>
            </a:avLst>
          </a:prstGeom>
          <a:solidFill>
            <a:schemeClr val="lt1"/>
          </a:solidFill>
          <a:ln w="9525" cap="flat" cmpd="sng">
            <a:solidFill>
              <a:schemeClr val="accent2"/>
            </a:solidFill>
            <a:prstDash val="solid"/>
            <a:round/>
            <a:headEnd type="none" w="sm" len="sm"/>
            <a:tailEnd type="none" w="sm" len="sm"/>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100" b="0" i="0" u="none" strike="noStrike" cap="none">
                <a:solidFill>
                  <a:schemeClr val="accent2"/>
                </a:solidFill>
                <a:latin typeface="Plus Jakarta Sans SemiBold"/>
                <a:ea typeface="Plus Jakarta Sans SemiBold"/>
                <a:cs typeface="Plus Jakarta Sans SemiBold"/>
                <a:sym typeface="Plus Jakarta Sans SemiBold"/>
              </a:rPr>
              <a:t>Enterprise </a:t>
            </a:r>
            <a:br>
              <a:rPr lang="en" sz="1100" b="0" i="0" u="none" strike="noStrike" cap="none">
                <a:solidFill>
                  <a:schemeClr val="accent2"/>
                </a:solidFill>
                <a:latin typeface="Plus Jakarta Sans SemiBold"/>
                <a:ea typeface="Plus Jakarta Sans SemiBold"/>
                <a:cs typeface="Plus Jakarta Sans SemiBold"/>
                <a:sym typeface="Plus Jakarta Sans SemiBold"/>
              </a:rPr>
            </a:br>
            <a:r>
              <a:rPr lang="en" sz="1100" b="0" i="0" u="none" strike="noStrike" cap="none">
                <a:solidFill>
                  <a:schemeClr val="accent2"/>
                </a:solidFill>
                <a:latin typeface="Plus Jakarta Sans SemiBold"/>
                <a:ea typeface="Plus Jakarta Sans SemiBold"/>
                <a:cs typeface="Plus Jakarta Sans SemiBold"/>
                <a:sym typeface="Plus Jakarta Sans SemiBold"/>
              </a:rPr>
              <a:t>AI</a:t>
            </a:r>
            <a:endParaRPr sz="1100" b="0" i="0" u="none" strike="noStrike" cap="none">
              <a:solidFill>
                <a:schemeClr val="accent2"/>
              </a:solidFill>
              <a:latin typeface="Plus Jakarta Sans SemiBold"/>
              <a:ea typeface="Plus Jakarta Sans SemiBold"/>
              <a:cs typeface="Plus Jakarta Sans SemiBold"/>
              <a:sym typeface="Plus Jakarta Sans SemiBold"/>
            </a:endParaRPr>
          </a:p>
        </p:txBody>
      </p:sp>
      <p:sp>
        <p:nvSpPr>
          <p:cNvPr id="1436" name="Google Shape;1436;p164"/>
          <p:cNvSpPr/>
          <p:nvPr/>
        </p:nvSpPr>
        <p:spPr>
          <a:xfrm>
            <a:off x="4454733" y="2010175"/>
            <a:ext cx="534000" cy="221700"/>
          </a:xfrm>
          <a:prstGeom prst="roundRect">
            <a:avLst>
              <a:gd name="adj" fmla="val 41062"/>
            </a:avLst>
          </a:prstGeom>
          <a:solidFill>
            <a:schemeClr val="lt1"/>
          </a:solidFill>
          <a:ln w="9525" cap="flat" cmpd="sng">
            <a:solidFill>
              <a:schemeClr val="accent1"/>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450"/>
              <a:buFont typeface="Arial"/>
              <a:buNone/>
            </a:pPr>
            <a:r>
              <a:rPr lang="en" sz="450" b="0" i="0" u="none" strike="noStrike" cap="none">
                <a:solidFill>
                  <a:schemeClr val="accent1"/>
                </a:solidFill>
                <a:latin typeface="Plus Jakarta Sans Medium"/>
                <a:ea typeface="Plus Jakarta Sans Medium"/>
                <a:cs typeface="Plus Jakarta Sans Medium"/>
                <a:sym typeface="Plus Jakarta Sans Medium"/>
              </a:rPr>
              <a:t>Cloudera Data Engineering</a:t>
            </a:r>
            <a:endParaRPr sz="450" b="0" i="0" u="none" strike="noStrike" cap="none">
              <a:solidFill>
                <a:schemeClr val="accent1"/>
              </a:solidFill>
              <a:latin typeface="Plus Jakarta Sans Medium"/>
              <a:ea typeface="Plus Jakarta Sans Medium"/>
              <a:cs typeface="Plus Jakarta Sans Medium"/>
              <a:sym typeface="Plus Jakarta Sans Medium"/>
            </a:endParaRPr>
          </a:p>
        </p:txBody>
      </p:sp>
      <p:sp>
        <p:nvSpPr>
          <p:cNvPr id="1437" name="Google Shape;1437;p164"/>
          <p:cNvSpPr/>
          <p:nvPr/>
        </p:nvSpPr>
        <p:spPr>
          <a:xfrm>
            <a:off x="5054783" y="2010175"/>
            <a:ext cx="534000" cy="221700"/>
          </a:xfrm>
          <a:prstGeom prst="roundRect">
            <a:avLst>
              <a:gd name="adj" fmla="val 41062"/>
            </a:avLst>
          </a:prstGeom>
          <a:solidFill>
            <a:schemeClr val="lt1"/>
          </a:solidFill>
          <a:ln w="9525" cap="flat" cmpd="sng">
            <a:solidFill>
              <a:schemeClr val="accent1"/>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450"/>
              <a:buFont typeface="Arial"/>
              <a:buNone/>
            </a:pPr>
            <a:r>
              <a:rPr lang="en" sz="450" b="0" i="0" u="none" strike="noStrike" cap="none">
                <a:solidFill>
                  <a:schemeClr val="accent1"/>
                </a:solidFill>
                <a:latin typeface="Plus Jakarta Sans Medium"/>
                <a:ea typeface="Plus Jakarta Sans Medium"/>
                <a:cs typeface="Plus Jakarta Sans Medium"/>
                <a:sym typeface="Plus Jakarta Sans Medium"/>
              </a:rPr>
              <a:t>Cloudera Data Warehouse</a:t>
            </a:r>
            <a:endParaRPr sz="450" b="0" i="0" u="none" strike="noStrike" cap="none">
              <a:solidFill>
                <a:schemeClr val="accent1"/>
              </a:solidFill>
              <a:latin typeface="Plus Jakarta Sans Medium"/>
              <a:ea typeface="Plus Jakarta Sans Medium"/>
              <a:cs typeface="Plus Jakarta Sans Medium"/>
              <a:sym typeface="Plus Jakarta Sans Medium"/>
            </a:endParaRPr>
          </a:p>
        </p:txBody>
      </p:sp>
      <p:sp>
        <p:nvSpPr>
          <p:cNvPr id="1438" name="Google Shape;1438;p164"/>
          <p:cNvSpPr/>
          <p:nvPr/>
        </p:nvSpPr>
        <p:spPr>
          <a:xfrm>
            <a:off x="2522275" y="2010175"/>
            <a:ext cx="1696800" cy="221700"/>
          </a:xfrm>
          <a:prstGeom prst="roundRect">
            <a:avLst>
              <a:gd name="adj" fmla="val 41062"/>
            </a:avLst>
          </a:prstGeom>
          <a:solidFill>
            <a:schemeClr val="lt1"/>
          </a:solidFill>
          <a:ln w="9525" cap="flat" cmpd="sng">
            <a:solidFill>
              <a:schemeClr val="accent2"/>
            </a:solidFill>
            <a:prstDash val="solid"/>
            <a:round/>
            <a:headEnd type="none" w="sm" len="sm"/>
            <a:tailEnd type="none" w="sm" len="sm"/>
          </a:ln>
        </p:spPr>
        <p:txBody>
          <a:bodyPr spcFirstLastPara="1" wrap="square" lIns="91425" tIns="0" rIns="91425" bIns="0" anchor="ctr" anchorCtr="0">
            <a:noAutofit/>
          </a:bodyPr>
          <a:lstStyle/>
          <a:p>
            <a:pPr marL="0" marR="0" lvl="0" indent="0" algn="ctr" rtl="0">
              <a:lnSpc>
                <a:spcPct val="100000"/>
              </a:lnSpc>
              <a:spcBef>
                <a:spcPts val="0"/>
              </a:spcBef>
              <a:spcAft>
                <a:spcPts val="0"/>
              </a:spcAft>
              <a:buClr>
                <a:srgbClr val="000000"/>
              </a:buClr>
              <a:buSzPts val="600"/>
              <a:buFont typeface="Arial"/>
              <a:buNone/>
            </a:pPr>
            <a:r>
              <a:rPr lang="en" sz="600" b="0" i="0" u="none" strike="noStrike" cap="none">
                <a:solidFill>
                  <a:schemeClr val="accent2"/>
                </a:solidFill>
                <a:latin typeface="Plus Jakarta Sans Medium"/>
                <a:ea typeface="Plus Jakarta Sans Medium"/>
                <a:cs typeface="Plus Jakarta Sans Medium"/>
                <a:sym typeface="Plus Jakarta Sans Medium"/>
              </a:rPr>
              <a:t>Cloudera Data Flow</a:t>
            </a:r>
            <a:endParaRPr sz="600" b="0" i="0" u="none" strike="noStrike" cap="none">
              <a:solidFill>
                <a:schemeClr val="accent2"/>
              </a:solidFill>
              <a:latin typeface="Plus Jakarta Sans Medium"/>
              <a:ea typeface="Plus Jakarta Sans Medium"/>
              <a:cs typeface="Plus Jakarta Sans Medium"/>
              <a:sym typeface="Plus Jakarta Sans Medium"/>
            </a:endParaRPr>
          </a:p>
        </p:txBody>
      </p:sp>
      <p:sp>
        <p:nvSpPr>
          <p:cNvPr id="1439" name="Google Shape;1439;p164"/>
          <p:cNvSpPr/>
          <p:nvPr/>
        </p:nvSpPr>
        <p:spPr>
          <a:xfrm>
            <a:off x="5636186" y="2010175"/>
            <a:ext cx="534000" cy="221700"/>
          </a:xfrm>
          <a:prstGeom prst="roundRect">
            <a:avLst>
              <a:gd name="adj" fmla="val 41062"/>
            </a:avLst>
          </a:prstGeom>
          <a:solidFill>
            <a:schemeClr val="lt1"/>
          </a:solidFill>
          <a:ln w="9525" cap="flat" cmpd="sng">
            <a:solidFill>
              <a:schemeClr val="accent1"/>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000000"/>
              </a:buClr>
              <a:buSzPts val="450"/>
              <a:buFont typeface="Arial"/>
              <a:buNone/>
            </a:pPr>
            <a:r>
              <a:rPr lang="en" sz="450" b="0" i="0" u="none" strike="noStrike" cap="none">
                <a:solidFill>
                  <a:schemeClr val="accent1"/>
                </a:solidFill>
                <a:latin typeface="Plus Jakarta Sans Medium"/>
                <a:ea typeface="Plus Jakarta Sans Medium"/>
                <a:cs typeface="Plus Jakarta Sans Medium"/>
                <a:sym typeface="Plus Jakarta Sans Medium"/>
              </a:rPr>
              <a:t>Cloudera Operational DB</a:t>
            </a:r>
            <a:endParaRPr sz="450" b="0" i="0" u="none" strike="noStrike" cap="none">
              <a:solidFill>
                <a:schemeClr val="accent1"/>
              </a:solidFill>
              <a:latin typeface="Plus Jakarta Sans Medium"/>
              <a:ea typeface="Plus Jakarta Sans Medium"/>
              <a:cs typeface="Plus Jakarta Sans Medium"/>
              <a:sym typeface="Plus Jakarta Sans Medium"/>
            </a:endParaRPr>
          </a:p>
        </p:txBody>
      </p:sp>
      <p:grpSp>
        <p:nvGrpSpPr>
          <p:cNvPr id="1440" name="Google Shape;1440;p164"/>
          <p:cNvGrpSpPr/>
          <p:nvPr/>
        </p:nvGrpSpPr>
        <p:grpSpPr>
          <a:xfrm>
            <a:off x="6523675" y="1628627"/>
            <a:ext cx="1453501" cy="257750"/>
            <a:chOff x="6475748" y="1485952"/>
            <a:chExt cx="1453501" cy="257750"/>
          </a:xfrm>
        </p:grpSpPr>
        <p:pic>
          <p:nvPicPr>
            <p:cNvPr id="1441" name="Google Shape;1441;p164"/>
            <p:cNvPicPr preferRelativeResize="0"/>
            <p:nvPr/>
          </p:nvPicPr>
          <p:blipFill rotWithShape="1">
            <a:blip r:embed="rId6">
              <a:alphaModFix/>
            </a:blip>
            <a:srcRect/>
            <a:stretch/>
          </p:blipFill>
          <p:spPr>
            <a:xfrm>
              <a:off x="7510225" y="1567400"/>
              <a:ext cx="419024" cy="144352"/>
            </a:xfrm>
            <a:prstGeom prst="rect">
              <a:avLst/>
            </a:prstGeom>
            <a:noFill/>
            <a:ln>
              <a:noFill/>
            </a:ln>
          </p:spPr>
        </p:pic>
        <p:pic>
          <p:nvPicPr>
            <p:cNvPr id="1442" name="Google Shape;1442;p164"/>
            <p:cNvPicPr preferRelativeResize="0"/>
            <p:nvPr/>
          </p:nvPicPr>
          <p:blipFill rotWithShape="1">
            <a:blip r:embed="rId7">
              <a:alphaModFix/>
            </a:blip>
            <a:srcRect/>
            <a:stretch/>
          </p:blipFill>
          <p:spPr>
            <a:xfrm>
              <a:off x="7159918" y="1485952"/>
              <a:ext cx="257789" cy="257750"/>
            </a:xfrm>
            <a:prstGeom prst="rect">
              <a:avLst/>
            </a:prstGeom>
            <a:noFill/>
            <a:ln>
              <a:noFill/>
            </a:ln>
          </p:spPr>
        </p:pic>
        <p:pic>
          <p:nvPicPr>
            <p:cNvPr id="1443" name="Google Shape;1443;p164"/>
            <p:cNvPicPr preferRelativeResize="0"/>
            <p:nvPr/>
          </p:nvPicPr>
          <p:blipFill rotWithShape="1">
            <a:blip r:embed="rId8">
              <a:alphaModFix/>
            </a:blip>
            <a:srcRect/>
            <a:stretch/>
          </p:blipFill>
          <p:spPr>
            <a:xfrm>
              <a:off x="6475748" y="1576187"/>
              <a:ext cx="591652" cy="110925"/>
            </a:xfrm>
            <a:prstGeom prst="rect">
              <a:avLst/>
            </a:prstGeom>
            <a:noFill/>
            <a:ln>
              <a:noFill/>
            </a:ln>
          </p:spPr>
        </p:pic>
      </p:grpSp>
      <p:grpSp>
        <p:nvGrpSpPr>
          <p:cNvPr id="1444" name="Google Shape;1444;p164"/>
          <p:cNvGrpSpPr/>
          <p:nvPr/>
        </p:nvGrpSpPr>
        <p:grpSpPr>
          <a:xfrm>
            <a:off x="4727595" y="1619703"/>
            <a:ext cx="1186911" cy="283558"/>
            <a:chOff x="4726966" y="1466328"/>
            <a:chExt cx="1186911" cy="283558"/>
          </a:xfrm>
        </p:grpSpPr>
        <p:pic>
          <p:nvPicPr>
            <p:cNvPr id="1445" name="Google Shape;1445;p164"/>
            <p:cNvPicPr preferRelativeResize="0"/>
            <p:nvPr/>
          </p:nvPicPr>
          <p:blipFill rotWithShape="1">
            <a:blip r:embed="rId9">
              <a:alphaModFix/>
            </a:blip>
            <a:srcRect/>
            <a:stretch/>
          </p:blipFill>
          <p:spPr>
            <a:xfrm>
              <a:off x="5241013" y="1472948"/>
              <a:ext cx="261428" cy="276938"/>
            </a:xfrm>
            <a:prstGeom prst="rect">
              <a:avLst/>
            </a:prstGeom>
            <a:noFill/>
            <a:ln>
              <a:noFill/>
            </a:ln>
          </p:spPr>
        </p:pic>
        <p:pic>
          <p:nvPicPr>
            <p:cNvPr id="1446" name="Google Shape;1446;p164"/>
            <p:cNvPicPr preferRelativeResize="0"/>
            <p:nvPr/>
          </p:nvPicPr>
          <p:blipFill rotWithShape="1">
            <a:blip r:embed="rId10">
              <a:alphaModFix/>
            </a:blip>
            <a:srcRect/>
            <a:stretch/>
          </p:blipFill>
          <p:spPr>
            <a:xfrm>
              <a:off x="5652452" y="1474501"/>
              <a:ext cx="261425" cy="259282"/>
            </a:xfrm>
            <a:prstGeom prst="rect">
              <a:avLst/>
            </a:prstGeom>
            <a:noFill/>
            <a:ln>
              <a:noFill/>
            </a:ln>
          </p:spPr>
        </p:pic>
        <p:pic>
          <p:nvPicPr>
            <p:cNvPr id="1447" name="Google Shape;1447;p164"/>
            <p:cNvPicPr preferRelativeResize="0"/>
            <p:nvPr/>
          </p:nvPicPr>
          <p:blipFill rotWithShape="1">
            <a:blip r:embed="rId11">
              <a:alphaModFix/>
            </a:blip>
            <a:srcRect t="129" b="129"/>
            <a:stretch/>
          </p:blipFill>
          <p:spPr>
            <a:xfrm>
              <a:off x="4726966" y="1466328"/>
              <a:ext cx="405563" cy="210353"/>
            </a:xfrm>
            <a:prstGeom prst="rect">
              <a:avLst/>
            </a:prstGeom>
            <a:noFill/>
            <a:ln>
              <a:noFill/>
            </a:ln>
          </p:spPr>
        </p:pic>
      </p:grpSp>
      <p:grpSp>
        <p:nvGrpSpPr>
          <p:cNvPr id="1448" name="Google Shape;1448;p164"/>
          <p:cNvGrpSpPr/>
          <p:nvPr/>
        </p:nvGrpSpPr>
        <p:grpSpPr>
          <a:xfrm>
            <a:off x="2675203" y="1632618"/>
            <a:ext cx="1394244" cy="257742"/>
            <a:chOff x="2706803" y="1434706"/>
            <a:chExt cx="1394244" cy="257743"/>
          </a:xfrm>
        </p:grpSpPr>
        <p:pic>
          <p:nvPicPr>
            <p:cNvPr id="1449" name="Google Shape;1449;p164"/>
            <p:cNvPicPr preferRelativeResize="0"/>
            <p:nvPr/>
          </p:nvPicPr>
          <p:blipFill rotWithShape="1">
            <a:blip r:embed="rId12">
              <a:alphaModFix/>
            </a:blip>
            <a:srcRect/>
            <a:stretch/>
          </p:blipFill>
          <p:spPr>
            <a:xfrm>
              <a:off x="2706803" y="1434706"/>
              <a:ext cx="257750" cy="257743"/>
            </a:xfrm>
            <a:prstGeom prst="rect">
              <a:avLst/>
            </a:prstGeom>
            <a:noFill/>
            <a:ln>
              <a:noFill/>
            </a:ln>
          </p:spPr>
        </p:pic>
        <p:pic>
          <p:nvPicPr>
            <p:cNvPr id="1450" name="Google Shape;1450;p164"/>
            <p:cNvPicPr preferRelativeResize="0"/>
            <p:nvPr/>
          </p:nvPicPr>
          <p:blipFill rotWithShape="1">
            <a:blip r:embed="rId13">
              <a:alphaModFix/>
            </a:blip>
            <a:srcRect/>
            <a:stretch/>
          </p:blipFill>
          <p:spPr>
            <a:xfrm>
              <a:off x="3140458" y="1489070"/>
              <a:ext cx="354877" cy="149014"/>
            </a:xfrm>
            <a:prstGeom prst="rect">
              <a:avLst/>
            </a:prstGeom>
            <a:noFill/>
            <a:ln>
              <a:noFill/>
            </a:ln>
          </p:spPr>
        </p:pic>
        <p:pic>
          <p:nvPicPr>
            <p:cNvPr id="1451" name="Google Shape;1451;p164"/>
            <p:cNvPicPr preferRelativeResize="0"/>
            <p:nvPr/>
          </p:nvPicPr>
          <p:blipFill rotWithShape="1">
            <a:blip r:embed="rId14">
              <a:alphaModFix/>
            </a:blip>
            <a:srcRect l="-1392" t="-2595" r="-264"/>
            <a:stretch/>
          </p:blipFill>
          <p:spPr>
            <a:xfrm>
              <a:off x="3671240" y="1463142"/>
              <a:ext cx="429807" cy="200870"/>
            </a:xfrm>
            <a:prstGeom prst="rect">
              <a:avLst/>
            </a:prstGeom>
            <a:noFill/>
            <a:ln>
              <a:noFill/>
            </a:ln>
          </p:spPr>
        </p:pic>
      </p:grpSp>
      <p:pic>
        <p:nvPicPr>
          <p:cNvPr id="1452" name="Google Shape;1452;p164"/>
          <p:cNvPicPr preferRelativeResize="0"/>
          <p:nvPr/>
        </p:nvPicPr>
        <p:blipFill rotWithShape="1">
          <a:blip r:embed="rId15">
            <a:alphaModFix/>
          </a:blip>
          <a:srcRect l="7532" t="2841" r="61584" b="21170"/>
          <a:stretch/>
        </p:blipFill>
        <p:spPr>
          <a:xfrm>
            <a:off x="4729999" y="2741250"/>
            <a:ext cx="283843" cy="419025"/>
          </a:xfrm>
          <a:prstGeom prst="rect">
            <a:avLst/>
          </a:prstGeom>
          <a:noFill/>
          <a:ln>
            <a:noFill/>
          </a:ln>
        </p:spPr>
      </p:pic>
      <p:pic>
        <p:nvPicPr>
          <p:cNvPr id="1453" name="Google Shape;1453;p164"/>
          <p:cNvPicPr preferRelativeResize="0"/>
          <p:nvPr/>
        </p:nvPicPr>
        <p:blipFill rotWithShape="1">
          <a:blip r:embed="rId16">
            <a:alphaModFix/>
          </a:blip>
          <a:srcRect l="14687" t="26126" r="67481" b="26730"/>
          <a:stretch/>
        </p:blipFill>
        <p:spPr>
          <a:xfrm>
            <a:off x="5570545" y="2866927"/>
            <a:ext cx="283843" cy="253208"/>
          </a:xfrm>
          <a:prstGeom prst="rect">
            <a:avLst/>
          </a:prstGeom>
          <a:noFill/>
          <a:ln>
            <a:noFill/>
          </a:ln>
        </p:spPr>
      </p:pic>
      <p:pic>
        <p:nvPicPr>
          <p:cNvPr id="1454" name="Google Shape;1454;p164"/>
          <p:cNvPicPr preferRelativeResize="0"/>
          <p:nvPr/>
        </p:nvPicPr>
        <p:blipFill rotWithShape="1">
          <a:blip r:embed="rId17">
            <a:alphaModFix/>
          </a:blip>
          <a:srcRect/>
          <a:stretch/>
        </p:blipFill>
        <p:spPr>
          <a:xfrm>
            <a:off x="5101733" y="2866902"/>
            <a:ext cx="380920" cy="219610"/>
          </a:xfrm>
          <a:prstGeom prst="rect">
            <a:avLst/>
          </a:prstGeom>
          <a:noFill/>
          <a:ln>
            <a:noFill/>
          </a:ln>
        </p:spPr>
      </p:pic>
      <p:sp>
        <p:nvSpPr>
          <p:cNvPr id="1455" name="Google Shape;1455;p164"/>
          <p:cNvSpPr/>
          <p:nvPr/>
        </p:nvSpPr>
        <p:spPr>
          <a:xfrm>
            <a:off x="2522275" y="3473825"/>
            <a:ext cx="5591400" cy="1049400"/>
          </a:xfrm>
          <a:prstGeom prst="roundRect">
            <a:avLst>
              <a:gd name="adj" fmla="val 5692"/>
            </a:avLst>
          </a:prstGeom>
          <a:solidFill>
            <a:schemeClr val="accent3"/>
          </a:solidFill>
          <a:ln>
            <a:noFill/>
          </a:ln>
        </p:spPr>
        <p:txBody>
          <a:bodyPr spcFirstLastPara="1" wrap="square" lIns="91425" tIns="91425" rIns="91425" bIns="0" anchor="t" anchorCtr="0">
            <a:noAutofit/>
          </a:bodyPr>
          <a:lstStyle/>
          <a:p>
            <a:pPr marL="0" marR="0" lvl="0" indent="0" algn="ctr" rtl="0">
              <a:lnSpc>
                <a:spcPct val="100000"/>
              </a:lnSpc>
              <a:spcBef>
                <a:spcPts val="0"/>
              </a:spcBef>
              <a:spcAft>
                <a:spcPts val="0"/>
              </a:spcAft>
              <a:buClr>
                <a:srgbClr val="000000"/>
              </a:buClr>
              <a:buSzPts val="1500"/>
              <a:buFont typeface="Arial"/>
              <a:buNone/>
            </a:pPr>
            <a:r>
              <a:rPr lang="en" sz="1500" b="0" i="0" u="none" strike="noStrike" cap="none">
                <a:solidFill>
                  <a:schemeClr val="lt1"/>
                </a:solidFill>
                <a:latin typeface="Plus Jakarta Sans SemiBold"/>
                <a:ea typeface="Plus Jakarta Sans SemiBold"/>
                <a:cs typeface="Plus Jakarta Sans SemiBold"/>
                <a:sym typeface="Plus Jakarta Sans SemiBold"/>
              </a:rPr>
              <a:t>The Only True Hybrid Platform for Data, Analytics, and AI</a:t>
            </a:r>
            <a:br>
              <a:rPr lang="en" sz="1600" b="0" i="0" u="none" strike="noStrike" cap="none">
                <a:solidFill>
                  <a:schemeClr val="lt1"/>
                </a:solidFill>
                <a:latin typeface="Plus Jakarta Sans SemiBold"/>
                <a:ea typeface="Plus Jakarta Sans SemiBold"/>
                <a:cs typeface="Plus Jakarta Sans SemiBold"/>
                <a:sym typeface="Plus Jakarta Sans SemiBold"/>
              </a:rPr>
            </a:br>
            <a:r>
              <a:rPr lang="en" sz="1100" b="0" i="0" u="none" strike="noStrike" cap="none">
                <a:solidFill>
                  <a:schemeClr val="lt1"/>
                </a:solidFill>
                <a:latin typeface="Plus Jakarta Sans"/>
                <a:ea typeface="Plus Jakarta Sans"/>
                <a:cs typeface="Plus Jakarta Sans"/>
                <a:sym typeface="Plus Jakarta Sans"/>
              </a:rPr>
              <a:t>Public Clouds |  On Premises</a:t>
            </a:r>
            <a:endParaRPr sz="1100" b="0" i="0" u="none" strike="noStrike" cap="none">
              <a:solidFill>
                <a:schemeClr val="lt1"/>
              </a:solidFill>
              <a:latin typeface="Plus Jakarta Sans"/>
              <a:ea typeface="Plus Jakarta Sans"/>
              <a:cs typeface="Plus Jakarta Sans"/>
              <a:sym typeface="Plus Jakarta Sans"/>
            </a:endParaRPr>
          </a:p>
        </p:txBody>
      </p:sp>
      <p:grpSp>
        <p:nvGrpSpPr>
          <p:cNvPr id="1456" name="Google Shape;1456;p164"/>
          <p:cNvGrpSpPr/>
          <p:nvPr/>
        </p:nvGrpSpPr>
        <p:grpSpPr>
          <a:xfrm>
            <a:off x="4388185" y="4125628"/>
            <a:ext cx="257735" cy="257735"/>
            <a:chOff x="3782150" y="3670125"/>
            <a:chExt cx="318900" cy="318900"/>
          </a:xfrm>
        </p:grpSpPr>
        <p:sp>
          <p:nvSpPr>
            <p:cNvPr id="1457" name="Google Shape;1457;p164"/>
            <p:cNvSpPr/>
            <p:nvPr/>
          </p:nvSpPr>
          <p:spPr>
            <a:xfrm>
              <a:off x="3782150" y="3670125"/>
              <a:ext cx="318900" cy="3189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lus Jakarta Sans"/>
                <a:ea typeface="Plus Jakarta Sans"/>
                <a:cs typeface="Plus Jakarta Sans"/>
                <a:sym typeface="Plus Jakarta Sans"/>
              </a:endParaRPr>
            </a:p>
          </p:txBody>
        </p:sp>
        <p:pic>
          <p:nvPicPr>
            <p:cNvPr id="1458" name="Google Shape;1458;p164"/>
            <p:cNvPicPr preferRelativeResize="0"/>
            <p:nvPr/>
          </p:nvPicPr>
          <p:blipFill rotWithShape="1">
            <a:blip r:embed="rId18">
              <a:alphaModFix/>
            </a:blip>
            <a:srcRect/>
            <a:stretch/>
          </p:blipFill>
          <p:spPr>
            <a:xfrm>
              <a:off x="3796301" y="3745201"/>
              <a:ext cx="289976" cy="163097"/>
            </a:xfrm>
            <a:prstGeom prst="rect">
              <a:avLst/>
            </a:prstGeom>
            <a:noFill/>
            <a:ln>
              <a:noFill/>
            </a:ln>
          </p:spPr>
        </p:pic>
      </p:grpSp>
      <p:grpSp>
        <p:nvGrpSpPr>
          <p:cNvPr id="1459" name="Google Shape;1459;p164"/>
          <p:cNvGrpSpPr/>
          <p:nvPr/>
        </p:nvGrpSpPr>
        <p:grpSpPr>
          <a:xfrm>
            <a:off x="4710075" y="4125628"/>
            <a:ext cx="257735" cy="257735"/>
            <a:chOff x="4219075" y="3670125"/>
            <a:chExt cx="318900" cy="318900"/>
          </a:xfrm>
        </p:grpSpPr>
        <p:sp>
          <p:nvSpPr>
            <p:cNvPr id="1460" name="Google Shape;1460;p164"/>
            <p:cNvSpPr/>
            <p:nvPr/>
          </p:nvSpPr>
          <p:spPr>
            <a:xfrm>
              <a:off x="4219075" y="3670125"/>
              <a:ext cx="318900" cy="3189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lus Jakarta Sans"/>
                <a:ea typeface="Plus Jakarta Sans"/>
                <a:cs typeface="Plus Jakarta Sans"/>
                <a:sym typeface="Plus Jakarta Sans"/>
              </a:endParaRPr>
            </a:p>
          </p:txBody>
        </p:sp>
        <p:pic>
          <p:nvPicPr>
            <p:cNvPr id="1461" name="Google Shape;1461;p164"/>
            <p:cNvPicPr preferRelativeResize="0"/>
            <p:nvPr/>
          </p:nvPicPr>
          <p:blipFill rotWithShape="1">
            <a:blip r:embed="rId19">
              <a:alphaModFix/>
            </a:blip>
            <a:srcRect/>
            <a:stretch/>
          </p:blipFill>
          <p:spPr>
            <a:xfrm>
              <a:off x="4267676" y="3718725"/>
              <a:ext cx="221690" cy="221699"/>
            </a:xfrm>
            <a:prstGeom prst="rect">
              <a:avLst/>
            </a:prstGeom>
            <a:noFill/>
            <a:ln>
              <a:noFill/>
            </a:ln>
          </p:spPr>
        </p:pic>
      </p:grpSp>
      <p:grpSp>
        <p:nvGrpSpPr>
          <p:cNvPr id="1462" name="Google Shape;1462;p164"/>
          <p:cNvGrpSpPr/>
          <p:nvPr/>
        </p:nvGrpSpPr>
        <p:grpSpPr>
          <a:xfrm>
            <a:off x="5031965" y="4125628"/>
            <a:ext cx="257735" cy="257735"/>
            <a:chOff x="4626300" y="3670125"/>
            <a:chExt cx="318900" cy="318900"/>
          </a:xfrm>
        </p:grpSpPr>
        <p:sp>
          <p:nvSpPr>
            <p:cNvPr id="1463" name="Google Shape;1463;p164"/>
            <p:cNvSpPr/>
            <p:nvPr/>
          </p:nvSpPr>
          <p:spPr>
            <a:xfrm>
              <a:off x="4626300" y="3670125"/>
              <a:ext cx="318900" cy="3189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lus Jakarta Sans"/>
                <a:ea typeface="Plus Jakarta Sans"/>
                <a:cs typeface="Plus Jakarta Sans"/>
                <a:sym typeface="Plus Jakarta Sans"/>
              </a:endParaRPr>
            </a:p>
          </p:txBody>
        </p:sp>
        <p:pic>
          <p:nvPicPr>
            <p:cNvPr id="1464" name="Google Shape;1464;p164"/>
            <p:cNvPicPr preferRelativeResize="0"/>
            <p:nvPr/>
          </p:nvPicPr>
          <p:blipFill rotWithShape="1">
            <a:blip r:embed="rId20">
              <a:alphaModFix/>
            </a:blip>
            <a:srcRect/>
            <a:stretch/>
          </p:blipFill>
          <p:spPr>
            <a:xfrm>
              <a:off x="4679469" y="3740657"/>
              <a:ext cx="221689" cy="172182"/>
            </a:xfrm>
            <a:prstGeom prst="rect">
              <a:avLst/>
            </a:prstGeom>
            <a:noFill/>
            <a:ln>
              <a:noFill/>
            </a:ln>
          </p:spPr>
        </p:pic>
      </p:grpSp>
      <p:grpSp>
        <p:nvGrpSpPr>
          <p:cNvPr id="1465" name="Google Shape;1465;p164"/>
          <p:cNvGrpSpPr/>
          <p:nvPr/>
        </p:nvGrpSpPr>
        <p:grpSpPr>
          <a:xfrm>
            <a:off x="5353855" y="4125628"/>
            <a:ext cx="257735" cy="257735"/>
            <a:chOff x="4991225" y="3670125"/>
            <a:chExt cx="318900" cy="318900"/>
          </a:xfrm>
        </p:grpSpPr>
        <p:sp>
          <p:nvSpPr>
            <p:cNvPr id="1466" name="Google Shape;1466;p164"/>
            <p:cNvSpPr/>
            <p:nvPr/>
          </p:nvSpPr>
          <p:spPr>
            <a:xfrm>
              <a:off x="4991225" y="3670125"/>
              <a:ext cx="318900" cy="3189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lus Jakarta Sans"/>
                <a:ea typeface="Plus Jakarta Sans"/>
                <a:cs typeface="Plus Jakarta Sans"/>
                <a:sym typeface="Plus Jakarta Sans"/>
              </a:endParaRPr>
            </a:p>
          </p:txBody>
        </p:sp>
        <p:pic>
          <p:nvPicPr>
            <p:cNvPr id="1467" name="Google Shape;1467;p164"/>
            <p:cNvPicPr preferRelativeResize="0"/>
            <p:nvPr/>
          </p:nvPicPr>
          <p:blipFill rotWithShape="1">
            <a:blip r:embed="rId21">
              <a:alphaModFix/>
            </a:blip>
            <a:srcRect/>
            <a:stretch/>
          </p:blipFill>
          <p:spPr>
            <a:xfrm>
              <a:off x="5042638" y="3721538"/>
              <a:ext cx="216075" cy="216075"/>
            </a:xfrm>
            <a:prstGeom prst="rect">
              <a:avLst/>
            </a:prstGeom>
            <a:noFill/>
            <a:ln>
              <a:noFill/>
            </a:ln>
          </p:spPr>
        </p:pic>
      </p:grpSp>
      <p:grpSp>
        <p:nvGrpSpPr>
          <p:cNvPr id="1468" name="Google Shape;1468;p164"/>
          <p:cNvGrpSpPr/>
          <p:nvPr/>
        </p:nvGrpSpPr>
        <p:grpSpPr>
          <a:xfrm>
            <a:off x="5675745" y="4125628"/>
            <a:ext cx="257735" cy="257735"/>
            <a:chOff x="5377300" y="3670125"/>
            <a:chExt cx="318900" cy="318900"/>
          </a:xfrm>
        </p:grpSpPr>
        <p:sp>
          <p:nvSpPr>
            <p:cNvPr id="1469" name="Google Shape;1469;p164"/>
            <p:cNvSpPr/>
            <p:nvPr/>
          </p:nvSpPr>
          <p:spPr>
            <a:xfrm>
              <a:off x="5377300" y="3670125"/>
              <a:ext cx="318900" cy="3189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lus Jakarta Sans"/>
                <a:ea typeface="Plus Jakarta Sans"/>
                <a:cs typeface="Plus Jakarta Sans"/>
                <a:sym typeface="Plus Jakarta Sans"/>
              </a:endParaRPr>
            </a:p>
          </p:txBody>
        </p:sp>
        <p:pic>
          <p:nvPicPr>
            <p:cNvPr id="1470" name="Google Shape;1470;p164"/>
            <p:cNvPicPr preferRelativeResize="0"/>
            <p:nvPr/>
          </p:nvPicPr>
          <p:blipFill rotWithShape="1">
            <a:blip r:embed="rId22">
              <a:alphaModFix/>
            </a:blip>
            <a:srcRect/>
            <a:stretch/>
          </p:blipFill>
          <p:spPr>
            <a:xfrm>
              <a:off x="5391756" y="3733716"/>
              <a:ext cx="289987" cy="191720"/>
            </a:xfrm>
            <a:prstGeom prst="rect">
              <a:avLst/>
            </a:prstGeom>
            <a:noFill/>
            <a:ln>
              <a:noFill/>
            </a:ln>
          </p:spPr>
        </p:pic>
      </p:grpSp>
      <p:grpSp>
        <p:nvGrpSpPr>
          <p:cNvPr id="1471" name="Google Shape;1471;p164"/>
          <p:cNvGrpSpPr/>
          <p:nvPr/>
        </p:nvGrpSpPr>
        <p:grpSpPr>
          <a:xfrm>
            <a:off x="5997634" y="4125628"/>
            <a:ext cx="257735" cy="257735"/>
            <a:chOff x="5773550" y="3670125"/>
            <a:chExt cx="318900" cy="318900"/>
          </a:xfrm>
        </p:grpSpPr>
        <p:sp>
          <p:nvSpPr>
            <p:cNvPr id="1472" name="Google Shape;1472;p164"/>
            <p:cNvSpPr/>
            <p:nvPr/>
          </p:nvSpPr>
          <p:spPr>
            <a:xfrm>
              <a:off x="5773550" y="3670125"/>
              <a:ext cx="318900" cy="318900"/>
            </a:xfrm>
            <a:prstGeom prst="ellipse">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lus Jakarta Sans"/>
                <a:ea typeface="Plus Jakarta Sans"/>
                <a:cs typeface="Plus Jakarta Sans"/>
                <a:sym typeface="Plus Jakarta Sans"/>
              </a:endParaRPr>
            </a:p>
          </p:txBody>
        </p:sp>
        <p:pic>
          <p:nvPicPr>
            <p:cNvPr id="1473" name="Google Shape;1473;p164"/>
            <p:cNvPicPr preferRelativeResize="0"/>
            <p:nvPr/>
          </p:nvPicPr>
          <p:blipFill rotWithShape="1">
            <a:blip r:embed="rId23">
              <a:alphaModFix/>
            </a:blip>
            <a:srcRect/>
            <a:stretch/>
          </p:blipFill>
          <p:spPr>
            <a:xfrm>
              <a:off x="5811974" y="3773526"/>
              <a:ext cx="261425" cy="130722"/>
            </a:xfrm>
            <a:prstGeom prst="rect">
              <a:avLst/>
            </a:prstGeom>
            <a:noFill/>
            <a:ln>
              <a:noFill/>
            </a:ln>
          </p:spPr>
        </p:pic>
      </p:grpSp>
      <p:sp>
        <p:nvSpPr>
          <p:cNvPr id="1474" name="Google Shape;1474;p164"/>
          <p:cNvSpPr/>
          <p:nvPr/>
        </p:nvSpPr>
        <p:spPr>
          <a:xfrm>
            <a:off x="6401600" y="2010175"/>
            <a:ext cx="1712100" cy="221700"/>
          </a:xfrm>
          <a:prstGeom prst="roundRect">
            <a:avLst>
              <a:gd name="adj" fmla="val 41062"/>
            </a:avLst>
          </a:prstGeom>
          <a:solidFill>
            <a:schemeClr val="lt1"/>
          </a:solidFill>
          <a:ln w="9525" cap="flat" cmpd="sng">
            <a:solidFill>
              <a:schemeClr val="accent4"/>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600"/>
              <a:buFont typeface="Arial"/>
              <a:buNone/>
            </a:pPr>
            <a:r>
              <a:rPr lang="en" sz="600" b="0" i="0" u="none" strike="noStrike" cap="none">
                <a:solidFill>
                  <a:schemeClr val="accent2"/>
                </a:solidFill>
                <a:latin typeface="Plus Jakarta Sans Medium"/>
                <a:ea typeface="Plus Jakarta Sans Medium"/>
                <a:cs typeface="Plus Jakarta Sans Medium"/>
                <a:sym typeface="Plus Jakarta Sans Medium"/>
              </a:rPr>
              <a:t>Cloudera AI</a:t>
            </a:r>
            <a:br>
              <a:rPr lang="en" sz="600" b="0" i="0" u="none" strike="noStrike" cap="none">
                <a:solidFill>
                  <a:schemeClr val="accent2"/>
                </a:solidFill>
                <a:latin typeface="Plus Jakarta Sans Medium"/>
                <a:ea typeface="Plus Jakarta Sans Medium"/>
                <a:cs typeface="Plus Jakarta Sans Medium"/>
                <a:sym typeface="Plus Jakarta Sans Medium"/>
              </a:rPr>
            </a:br>
            <a:r>
              <a:rPr lang="en" sz="600" b="0" i="0" u="none" strike="noStrike" cap="none">
                <a:solidFill>
                  <a:schemeClr val="accent2"/>
                </a:solidFill>
                <a:latin typeface="Plus Jakarta Sans Medium"/>
                <a:ea typeface="Plus Jakarta Sans Medium"/>
                <a:cs typeface="Plus Jakarta Sans Medium"/>
                <a:sym typeface="Plus Jakarta Sans Medium"/>
              </a:rPr>
              <a:t>Workbench - Inference - Agents</a:t>
            </a:r>
            <a:endParaRPr sz="600" b="0" i="0" u="none" strike="noStrike" cap="none">
              <a:solidFill>
                <a:schemeClr val="accent2"/>
              </a:solidFill>
              <a:latin typeface="Plus Jakarta Sans Medium"/>
              <a:ea typeface="Plus Jakarta Sans Medium"/>
              <a:cs typeface="Plus Jakarta Sans Medium"/>
              <a:sym typeface="Plus Jakarta Sans Medium"/>
            </a:endParaRPr>
          </a:p>
        </p:txBody>
      </p:sp>
      <p:sp>
        <p:nvSpPr>
          <p:cNvPr id="1475" name="Google Shape;1475;p164"/>
          <p:cNvSpPr/>
          <p:nvPr/>
        </p:nvSpPr>
        <p:spPr>
          <a:xfrm>
            <a:off x="0" y="0"/>
            <a:ext cx="2710800" cy="228600"/>
          </a:xfrm>
          <a:prstGeom prst="rect">
            <a:avLst/>
          </a:prstGeom>
          <a:solidFill>
            <a:srgbClr val="5555F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i="1">
                <a:solidFill>
                  <a:srgbClr val="FFFFFF"/>
                </a:solidFill>
                <a:latin typeface="Plus Jakarta Sans Bold"/>
                <a:ea typeface="Plus Jakarta Sans Bold"/>
                <a:cs typeface="Plus Jakarta Sans Bold"/>
                <a:sym typeface="Plus Jakarta Sans"/>
              </a:rPr>
              <a:t>Enabling Technologies</a:t>
            </a:r>
            <a:endParaRPr b="1" i="1">
              <a:solidFill>
                <a:srgbClr val="FFFFFF"/>
              </a:solidFill>
              <a:latin typeface="Plus Jakarta Sans Bold"/>
              <a:ea typeface="Plus Jakarta Sans Bold"/>
              <a:cs typeface="Plus Jakarta Sans Bold"/>
              <a:sym typeface="Plus Jakarta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479"/>
        <p:cNvGrpSpPr/>
        <p:nvPr/>
      </p:nvGrpSpPr>
      <p:grpSpPr>
        <a:xfrm>
          <a:off x="0" y="0"/>
          <a:ext cx="0" cy="0"/>
          <a:chOff x="0" y="0"/>
          <a:chExt cx="0" cy="0"/>
        </a:xfrm>
      </p:grpSpPr>
      <p:sp>
        <p:nvSpPr>
          <p:cNvPr id="1480" name="Google Shape;1480;p165"/>
          <p:cNvSpPr txBox="1">
            <a:spLocks noGrp="1"/>
          </p:cNvSpPr>
          <p:nvPr>
            <p:ph type="title" idx="4294967295"/>
          </p:nvPr>
        </p:nvSpPr>
        <p:spPr>
          <a:xfrm>
            <a:off x="515185" y="290064"/>
            <a:ext cx="8305800" cy="417600"/>
          </a:xfrm>
          <a:prstGeom prst="rect">
            <a:avLst/>
          </a:prstGeom>
        </p:spPr>
        <p:txBody>
          <a:bodyPr spcFirstLastPara="1" wrap="square" lIns="91425" tIns="0" rIns="91425" bIns="45700" anchor="t" anchorCtr="0">
            <a:noAutofit/>
          </a:bodyPr>
          <a:lstStyle/>
          <a:p>
            <a:pPr marL="0" lvl="0" indent="0" algn="l" rtl="0">
              <a:spcBef>
                <a:spcPts val="0"/>
              </a:spcBef>
              <a:spcAft>
                <a:spcPts val="0"/>
              </a:spcAft>
              <a:buNone/>
            </a:pPr>
            <a:r>
              <a:rPr lang="en"/>
              <a:t>Octopai at a Glance</a:t>
            </a:r>
            <a:endParaRPr/>
          </a:p>
        </p:txBody>
      </p:sp>
      <p:sp>
        <p:nvSpPr>
          <p:cNvPr id="1481" name="Google Shape;1481;p165"/>
          <p:cNvSpPr txBox="1">
            <a:spLocks noGrp="1"/>
          </p:cNvSpPr>
          <p:nvPr>
            <p:ph type="body" idx="4294967295"/>
          </p:nvPr>
        </p:nvSpPr>
        <p:spPr>
          <a:xfrm>
            <a:off x="630350" y="1174475"/>
            <a:ext cx="4548900" cy="2610900"/>
          </a:xfrm>
          <a:prstGeom prst="rect">
            <a:avLst/>
          </a:prstGeom>
        </p:spPr>
        <p:txBody>
          <a:bodyPr spcFirstLastPara="1" wrap="square" lIns="91425" tIns="45700" rIns="91425" bIns="45700" anchor="t" anchorCtr="0">
            <a:noAutofit/>
          </a:bodyPr>
          <a:lstStyle/>
          <a:p>
            <a:pPr marL="0" lvl="0" indent="0" algn="l" rtl="0">
              <a:lnSpc>
                <a:spcPct val="200000"/>
              </a:lnSpc>
              <a:spcBef>
                <a:spcPts val="0"/>
              </a:spcBef>
              <a:spcAft>
                <a:spcPts val="0"/>
              </a:spcAft>
              <a:buNone/>
            </a:pPr>
            <a:r>
              <a:rPr lang="en" sz="1800" b="1">
                <a:solidFill>
                  <a:srgbClr val="242B3C"/>
                </a:solidFill>
                <a:latin typeface="Plus Jakarta Sans"/>
                <a:ea typeface="Plus Jakarta Sans"/>
                <a:cs typeface="Plus Jakarta Sans"/>
                <a:sym typeface="Plus Jakarta Sans"/>
              </a:rPr>
              <a:t>MAP</a:t>
            </a:r>
            <a:r>
              <a:rPr lang="en">
                <a:solidFill>
                  <a:srgbClr val="242B3C"/>
                </a:solidFill>
                <a:latin typeface="Poppins"/>
                <a:ea typeface="Poppins"/>
                <a:cs typeface="Poppins"/>
                <a:sym typeface="Poppins"/>
              </a:rPr>
              <a:t> </a:t>
            </a:r>
            <a:r>
              <a:rPr lang="en" sz="1200">
                <a:solidFill>
                  <a:srgbClr val="242B3C"/>
                </a:solidFill>
                <a:latin typeface="Plus Jakarta Sans Medium"/>
                <a:ea typeface="Plus Jakarta Sans Medium"/>
                <a:cs typeface="Plus Jakarta Sans Medium"/>
                <a:sym typeface="Plus Jakarta Sans Medium"/>
              </a:rPr>
              <a:t>your entire data estate</a:t>
            </a:r>
            <a:endParaRPr sz="1200">
              <a:solidFill>
                <a:srgbClr val="242B3C"/>
              </a:solidFill>
              <a:latin typeface="Plus Jakarta Sans Medium"/>
              <a:ea typeface="Plus Jakarta Sans Medium"/>
              <a:cs typeface="Plus Jakarta Sans Medium"/>
              <a:sym typeface="Plus Jakarta Sans Medium"/>
            </a:endParaRPr>
          </a:p>
          <a:p>
            <a:pPr marL="0" lvl="0" indent="457200" algn="l" rtl="0">
              <a:lnSpc>
                <a:spcPct val="200000"/>
              </a:lnSpc>
              <a:spcBef>
                <a:spcPts val="0"/>
              </a:spcBef>
              <a:spcAft>
                <a:spcPts val="0"/>
              </a:spcAft>
              <a:buNone/>
            </a:pPr>
            <a:r>
              <a:rPr lang="en" sz="1800" b="1">
                <a:solidFill>
                  <a:srgbClr val="242B3C"/>
                </a:solidFill>
                <a:latin typeface="Plus Jakarta Sans"/>
                <a:ea typeface="Plus Jakarta Sans"/>
                <a:cs typeface="Plus Jakarta Sans"/>
                <a:sym typeface="Plus Jakarta Sans"/>
              </a:rPr>
              <a:t>VISUALIZE</a:t>
            </a:r>
            <a:r>
              <a:rPr lang="en">
                <a:solidFill>
                  <a:srgbClr val="242B3C"/>
                </a:solidFill>
                <a:latin typeface="Poppins"/>
                <a:ea typeface="Poppins"/>
                <a:cs typeface="Poppins"/>
                <a:sym typeface="Poppins"/>
              </a:rPr>
              <a:t> </a:t>
            </a:r>
            <a:r>
              <a:rPr lang="en" sz="1200">
                <a:solidFill>
                  <a:srgbClr val="242B3C"/>
                </a:solidFill>
                <a:latin typeface="Plus Jakarta Sans Medium"/>
                <a:ea typeface="Plus Jakarta Sans Medium"/>
                <a:cs typeface="Plus Jakarta Sans Medium"/>
                <a:sym typeface="Plus Jakarta Sans Medium"/>
              </a:rPr>
              <a:t>data flows</a:t>
            </a:r>
            <a:endParaRPr sz="1600">
              <a:solidFill>
                <a:srgbClr val="242B3C"/>
              </a:solidFill>
              <a:latin typeface="Plus Jakarta Sans Medium"/>
              <a:ea typeface="Plus Jakarta Sans Medium"/>
              <a:cs typeface="Plus Jakarta Sans Medium"/>
              <a:sym typeface="Plus Jakarta Sans Medium"/>
            </a:endParaRPr>
          </a:p>
          <a:p>
            <a:pPr marL="0" lvl="0" indent="0" algn="l" rtl="0">
              <a:lnSpc>
                <a:spcPct val="200000"/>
              </a:lnSpc>
              <a:spcBef>
                <a:spcPts val="0"/>
              </a:spcBef>
              <a:spcAft>
                <a:spcPts val="0"/>
              </a:spcAft>
              <a:buNone/>
            </a:pPr>
            <a:r>
              <a:rPr lang="en" sz="1800" b="1">
                <a:solidFill>
                  <a:srgbClr val="242B3C"/>
                </a:solidFill>
                <a:latin typeface="Plus Jakarta Sans"/>
                <a:ea typeface="Plus Jakarta Sans"/>
                <a:cs typeface="Plus Jakarta Sans"/>
                <a:sym typeface="Plus Jakarta Sans"/>
              </a:rPr>
              <a:t>TRACE</a:t>
            </a:r>
            <a:r>
              <a:rPr lang="en">
                <a:solidFill>
                  <a:srgbClr val="242B3C"/>
                </a:solidFill>
                <a:latin typeface="Poppins"/>
                <a:ea typeface="Poppins"/>
                <a:cs typeface="Poppins"/>
                <a:sym typeface="Poppins"/>
              </a:rPr>
              <a:t> </a:t>
            </a:r>
            <a:r>
              <a:rPr lang="en" sz="1200">
                <a:solidFill>
                  <a:srgbClr val="242B3C"/>
                </a:solidFill>
                <a:latin typeface="Plus Jakarta Sans Medium"/>
                <a:ea typeface="Plus Jakarta Sans Medium"/>
                <a:cs typeface="Plus Jakarta Sans Medium"/>
                <a:sym typeface="Plus Jakarta Sans Medium"/>
              </a:rPr>
              <a:t>changes &amp; impact</a:t>
            </a:r>
            <a:endParaRPr sz="1600">
              <a:solidFill>
                <a:srgbClr val="242B3C"/>
              </a:solidFill>
              <a:latin typeface="Plus Jakarta Sans Medium"/>
              <a:ea typeface="Plus Jakarta Sans Medium"/>
              <a:cs typeface="Plus Jakarta Sans Medium"/>
              <a:sym typeface="Plus Jakarta Sans Medium"/>
            </a:endParaRPr>
          </a:p>
          <a:p>
            <a:pPr marL="0" lvl="0" indent="457200" algn="l" rtl="0">
              <a:lnSpc>
                <a:spcPct val="200000"/>
              </a:lnSpc>
              <a:spcBef>
                <a:spcPts val="0"/>
              </a:spcBef>
              <a:spcAft>
                <a:spcPts val="0"/>
              </a:spcAft>
              <a:buNone/>
            </a:pPr>
            <a:r>
              <a:rPr lang="en" sz="1800" b="1">
                <a:solidFill>
                  <a:srgbClr val="242B3C"/>
                </a:solidFill>
                <a:latin typeface="Plus Jakarta Sans"/>
                <a:ea typeface="Plus Jakarta Sans"/>
                <a:cs typeface="Plus Jakarta Sans"/>
                <a:sym typeface="Plus Jakarta Sans"/>
              </a:rPr>
              <a:t>COLLABORATE</a:t>
            </a:r>
            <a:r>
              <a:rPr lang="en">
                <a:solidFill>
                  <a:srgbClr val="242B3C"/>
                </a:solidFill>
                <a:latin typeface="Poppins"/>
                <a:ea typeface="Poppins"/>
                <a:cs typeface="Poppins"/>
                <a:sym typeface="Poppins"/>
              </a:rPr>
              <a:t> </a:t>
            </a:r>
            <a:r>
              <a:rPr lang="en" sz="1200">
                <a:solidFill>
                  <a:srgbClr val="242B3C"/>
                </a:solidFill>
                <a:latin typeface="Plus Jakarta Sans Medium"/>
                <a:ea typeface="Plus Jakarta Sans Medium"/>
                <a:cs typeface="Plus Jakarta Sans Medium"/>
                <a:sym typeface="Plus Jakarta Sans Medium"/>
              </a:rPr>
              <a:t>with team members</a:t>
            </a:r>
            <a:endParaRPr sz="1600">
              <a:solidFill>
                <a:srgbClr val="242B3C"/>
              </a:solidFill>
              <a:latin typeface="Plus Jakarta Sans Medium"/>
              <a:ea typeface="Plus Jakarta Sans Medium"/>
              <a:cs typeface="Plus Jakarta Sans Medium"/>
              <a:sym typeface="Plus Jakarta Sans Medium"/>
            </a:endParaRPr>
          </a:p>
          <a:p>
            <a:pPr marL="0" lvl="0" indent="0" algn="l" rtl="0">
              <a:lnSpc>
                <a:spcPct val="200000"/>
              </a:lnSpc>
              <a:spcBef>
                <a:spcPts val="0"/>
              </a:spcBef>
              <a:spcAft>
                <a:spcPts val="0"/>
              </a:spcAft>
              <a:buNone/>
            </a:pPr>
            <a:r>
              <a:rPr lang="en" sz="1800" b="1">
                <a:solidFill>
                  <a:srgbClr val="242B3C"/>
                </a:solidFill>
                <a:latin typeface="Plus Jakarta Sans"/>
                <a:ea typeface="Plus Jakarta Sans"/>
                <a:cs typeface="Plus Jakarta Sans"/>
                <a:sym typeface="Plus Jakarta Sans"/>
              </a:rPr>
              <a:t>TRUST</a:t>
            </a:r>
            <a:r>
              <a:rPr lang="en">
                <a:solidFill>
                  <a:srgbClr val="242B3C"/>
                </a:solidFill>
                <a:latin typeface="Poppins"/>
                <a:ea typeface="Poppins"/>
                <a:cs typeface="Poppins"/>
                <a:sym typeface="Poppins"/>
              </a:rPr>
              <a:t> </a:t>
            </a:r>
            <a:r>
              <a:rPr lang="en" sz="1200">
                <a:solidFill>
                  <a:srgbClr val="242B3C"/>
                </a:solidFill>
                <a:latin typeface="Plus Jakarta Sans Medium"/>
                <a:ea typeface="Plus Jakarta Sans Medium"/>
                <a:cs typeface="Plus Jakarta Sans Medium"/>
                <a:sym typeface="Plus Jakarta Sans Medium"/>
              </a:rPr>
              <a:t>your data!</a:t>
            </a:r>
            <a:endParaRPr sz="1600">
              <a:solidFill>
                <a:srgbClr val="242B3C"/>
              </a:solidFill>
              <a:latin typeface="Plus Jakarta Sans Medium"/>
              <a:ea typeface="Plus Jakarta Sans Medium"/>
              <a:cs typeface="Plus Jakarta Sans Medium"/>
              <a:sym typeface="Plus Jakarta Sans Medium"/>
            </a:endParaRPr>
          </a:p>
          <a:p>
            <a:pPr marL="0" lvl="0" indent="0" algn="l" rtl="0">
              <a:spcBef>
                <a:spcPts val="0"/>
              </a:spcBef>
              <a:spcAft>
                <a:spcPts val="0"/>
              </a:spcAft>
              <a:buNone/>
            </a:pPr>
            <a:endParaRPr>
              <a:solidFill>
                <a:srgbClr val="242B3C"/>
              </a:solidFill>
              <a:latin typeface="Poppins"/>
              <a:ea typeface="Poppins"/>
              <a:cs typeface="Poppins"/>
              <a:sym typeface="Poppins"/>
            </a:endParaRPr>
          </a:p>
        </p:txBody>
      </p:sp>
      <p:grpSp>
        <p:nvGrpSpPr>
          <p:cNvPr id="1482" name="Google Shape;1482;p165"/>
          <p:cNvGrpSpPr/>
          <p:nvPr/>
        </p:nvGrpSpPr>
        <p:grpSpPr>
          <a:xfrm>
            <a:off x="4316219" y="3238592"/>
            <a:ext cx="4675472" cy="1124011"/>
            <a:chOff x="4046150" y="1335875"/>
            <a:chExt cx="4383940" cy="1053925"/>
          </a:xfrm>
        </p:grpSpPr>
        <p:pic>
          <p:nvPicPr>
            <p:cNvPr id="1483" name="Google Shape;1483;p165"/>
            <p:cNvPicPr preferRelativeResize="0"/>
            <p:nvPr/>
          </p:nvPicPr>
          <p:blipFill rotWithShape="1">
            <a:blip r:embed="rId3">
              <a:alphaModFix/>
            </a:blip>
            <a:srcRect/>
            <a:stretch/>
          </p:blipFill>
          <p:spPr>
            <a:xfrm>
              <a:off x="6652252" y="1426593"/>
              <a:ext cx="945247" cy="963206"/>
            </a:xfrm>
            <a:prstGeom prst="rect">
              <a:avLst/>
            </a:prstGeom>
            <a:noFill/>
            <a:ln>
              <a:noFill/>
            </a:ln>
          </p:spPr>
        </p:pic>
        <p:sp>
          <p:nvSpPr>
            <p:cNvPr id="1484" name="Google Shape;1484;p165"/>
            <p:cNvSpPr/>
            <p:nvPr/>
          </p:nvSpPr>
          <p:spPr>
            <a:xfrm>
              <a:off x="7909099" y="1615675"/>
              <a:ext cx="109800" cy="108600"/>
            </a:xfrm>
            <a:prstGeom prst="ellipse">
              <a:avLst/>
            </a:prstGeom>
            <a:solidFill>
              <a:srgbClr val="FFFFFF"/>
            </a:solidFill>
            <a:ln w="19050" cap="flat" cmpd="sng">
              <a:solidFill>
                <a:srgbClr val="2EB67F"/>
              </a:solidFill>
              <a:prstDash val="solid"/>
              <a:round/>
              <a:headEnd type="none" w="sm" len="sm"/>
              <a:tailEnd type="none" w="sm" len="sm"/>
            </a:ln>
            <a:effectLst>
              <a:outerShdw blurRad="114300" dist="9525" algn="ctr" rotWithShape="0">
                <a:srgbClr val="39608E">
                  <a:alpha val="36080"/>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Poppins"/>
                <a:ea typeface="Poppins"/>
                <a:cs typeface="Poppins"/>
                <a:sym typeface="Poppins"/>
              </a:endParaRPr>
            </a:p>
          </p:txBody>
        </p:sp>
        <p:sp>
          <p:nvSpPr>
            <p:cNvPr id="1485" name="Google Shape;1485;p165"/>
            <p:cNvSpPr/>
            <p:nvPr/>
          </p:nvSpPr>
          <p:spPr>
            <a:xfrm>
              <a:off x="4874603" y="1739804"/>
              <a:ext cx="109800" cy="101100"/>
            </a:xfrm>
            <a:prstGeom prst="ellipse">
              <a:avLst/>
            </a:prstGeom>
            <a:solidFill>
              <a:srgbClr val="FFFFFF"/>
            </a:solidFill>
            <a:ln w="19050" cap="flat" cmpd="sng">
              <a:solidFill>
                <a:srgbClr val="CF2051"/>
              </a:solidFill>
              <a:prstDash val="solid"/>
              <a:round/>
              <a:headEnd type="none" w="sm" len="sm"/>
              <a:tailEnd type="none" w="sm" len="sm"/>
            </a:ln>
            <a:effectLst>
              <a:outerShdw blurRad="114300" dist="9525" algn="ctr" rotWithShape="0">
                <a:srgbClr val="39608E">
                  <a:alpha val="36080"/>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Poppins"/>
                <a:ea typeface="Poppins"/>
                <a:cs typeface="Poppins"/>
                <a:sym typeface="Poppins"/>
              </a:endParaRPr>
            </a:p>
          </p:txBody>
        </p:sp>
        <p:sp>
          <p:nvSpPr>
            <p:cNvPr id="1486" name="Google Shape;1486;p165"/>
            <p:cNvSpPr/>
            <p:nvPr/>
          </p:nvSpPr>
          <p:spPr>
            <a:xfrm>
              <a:off x="8059050" y="1680368"/>
              <a:ext cx="267300" cy="245700"/>
            </a:xfrm>
            <a:prstGeom prst="ellipse">
              <a:avLst/>
            </a:prstGeom>
            <a:solidFill>
              <a:srgbClr val="FFFFFF"/>
            </a:solidFill>
            <a:ln w="28575" cap="flat" cmpd="sng">
              <a:solidFill>
                <a:srgbClr val="2EB67F"/>
              </a:solidFill>
              <a:prstDash val="solid"/>
              <a:round/>
              <a:headEnd type="none" w="sm" len="sm"/>
              <a:tailEnd type="none" w="sm" len="sm"/>
            </a:ln>
            <a:effectLst>
              <a:outerShdw blurRad="114300" dist="9525" algn="ctr" rotWithShape="0">
                <a:srgbClr val="39608E">
                  <a:alpha val="36080"/>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Poppins"/>
                <a:ea typeface="Poppins"/>
                <a:cs typeface="Poppins"/>
                <a:sym typeface="Poppins"/>
              </a:endParaRPr>
            </a:p>
          </p:txBody>
        </p:sp>
        <p:sp>
          <p:nvSpPr>
            <p:cNvPr id="1487" name="Google Shape;1487;p165"/>
            <p:cNvSpPr/>
            <p:nvPr/>
          </p:nvSpPr>
          <p:spPr>
            <a:xfrm>
              <a:off x="7827137" y="1335875"/>
              <a:ext cx="267300" cy="245700"/>
            </a:xfrm>
            <a:prstGeom prst="ellipse">
              <a:avLst/>
            </a:prstGeom>
            <a:solidFill>
              <a:srgbClr val="FFFFFF"/>
            </a:solidFill>
            <a:ln w="28575" cap="flat" cmpd="sng">
              <a:solidFill>
                <a:srgbClr val="2EB67F"/>
              </a:solidFill>
              <a:prstDash val="solid"/>
              <a:round/>
              <a:headEnd type="none" w="sm" len="sm"/>
              <a:tailEnd type="none" w="sm" len="sm"/>
            </a:ln>
            <a:effectLst>
              <a:outerShdw blurRad="114300" dist="9525" algn="ctr" rotWithShape="0">
                <a:srgbClr val="39608E">
                  <a:alpha val="36080"/>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Poppins"/>
                <a:ea typeface="Poppins"/>
                <a:cs typeface="Poppins"/>
                <a:sym typeface="Poppins"/>
              </a:endParaRPr>
            </a:p>
          </p:txBody>
        </p:sp>
        <p:pic>
          <p:nvPicPr>
            <p:cNvPr id="1488" name="Google Shape;1488;p165"/>
            <p:cNvPicPr preferRelativeResize="0"/>
            <p:nvPr/>
          </p:nvPicPr>
          <p:blipFill rotWithShape="1">
            <a:blip r:embed="rId4">
              <a:alphaModFix/>
            </a:blip>
            <a:srcRect/>
            <a:stretch/>
          </p:blipFill>
          <p:spPr>
            <a:xfrm>
              <a:off x="8106710" y="1776537"/>
              <a:ext cx="167755" cy="48726"/>
            </a:xfrm>
            <a:prstGeom prst="rect">
              <a:avLst/>
            </a:prstGeom>
            <a:noFill/>
            <a:ln>
              <a:noFill/>
            </a:ln>
          </p:spPr>
        </p:pic>
        <p:pic>
          <p:nvPicPr>
            <p:cNvPr id="1489" name="Google Shape;1489;p165"/>
            <p:cNvPicPr preferRelativeResize="0"/>
            <p:nvPr/>
          </p:nvPicPr>
          <p:blipFill rotWithShape="1">
            <a:blip r:embed="rId5">
              <a:alphaModFix/>
            </a:blip>
            <a:srcRect/>
            <a:stretch/>
          </p:blipFill>
          <p:spPr>
            <a:xfrm>
              <a:off x="7869361" y="1397938"/>
              <a:ext cx="182917" cy="99952"/>
            </a:xfrm>
            <a:prstGeom prst="rect">
              <a:avLst/>
            </a:prstGeom>
            <a:noFill/>
            <a:ln>
              <a:noFill/>
            </a:ln>
          </p:spPr>
        </p:pic>
        <p:sp>
          <p:nvSpPr>
            <p:cNvPr id="1490" name="Google Shape;1490;p165"/>
            <p:cNvSpPr/>
            <p:nvPr/>
          </p:nvSpPr>
          <p:spPr>
            <a:xfrm>
              <a:off x="7798281" y="1999129"/>
              <a:ext cx="267300" cy="245700"/>
            </a:xfrm>
            <a:prstGeom prst="ellipse">
              <a:avLst/>
            </a:prstGeom>
            <a:solidFill>
              <a:srgbClr val="FFFFFF"/>
            </a:solidFill>
            <a:ln w="28575" cap="flat" cmpd="sng">
              <a:solidFill>
                <a:srgbClr val="2EB67F"/>
              </a:solidFill>
              <a:prstDash val="solid"/>
              <a:round/>
              <a:headEnd type="none" w="sm" len="sm"/>
              <a:tailEnd type="none" w="sm" len="sm"/>
            </a:ln>
            <a:effectLst>
              <a:outerShdw blurRad="114300" dist="9525" algn="ctr" rotWithShape="0">
                <a:srgbClr val="39608E">
                  <a:alpha val="36080"/>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Poppins"/>
                <a:ea typeface="Poppins"/>
                <a:cs typeface="Poppins"/>
                <a:sym typeface="Poppins"/>
              </a:endParaRPr>
            </a:p>
          </p:txBody>
        </p:sp>
        <p:cxnSp>
          <p:nvCxnSpPr>
            <p:cNvPr id="1491" name="Google Shape;1491;p165"/>
            <p:cNvCxnSpPr/>
            <p:nvPr/>
          </p:nvCxnSpPr>
          <p:spPr>
            <a:xfrm rot="10800000" flipH="1">
              <a:off x="7318763" y="1547526"/>
              <a:ext cx="505200" cy="164100"/>
            </a:xfrm>
            <a:prstGeom prst="straightConnector1">
              <a:avLst/>
            </a:prstGeom>
            <a:noFill/>
            <a:ln w="9525" cap="flat" cmpd="sng">
              <a:solidFill>
                <a:srgbClr val="67809F"/>
              </a:solidFill>
              <a:prstDash val="solid"/>
              <a:round/>
              <a:headEnd type="none" w="sm" len="sm"/>
              <a:tailEnd type="stealth" w="sm" len="sm"/>
            </a:ln>
          </p:spPr>
        </p:cxnSp>
        <p:cxnSp>
          <p:nvCxnSpPr>
            <p:cNvPr id="1492" name="Google Shape;1492;p165"/>
            <p:cNvCxnSpPr/>
            <p:nvPr/>
          </p:nvCxnSpPr>
          <p:spPr>
            <a:xfrm>
              <a:off x="4752765" y="1596516"/>
              <a:ext cx="569400" cy="155100"/>
            </a:xfrm>
            <a:prstGeom prst="straightConnector1">
              <a:avLst/>
            </a:prstGeom>
            <a:noFill/>
            <a:ln w="9525" cap="flat" cmpd="sng">
              <a:solidFill>
                <a:srgbClr val="67809F"/>
              </a:solidFill>
              <a:prstDash val="solid"/>
              <a:round/>
              <a:headEnd type="none" w="sm" len="sm"/>
              <a:tailEnd type="stealth" w="sm" len="sm"/>
            </a:ln>
          </p:spPr>
        </p:cxnSp>
        <p:cxnSp>
          <p:nvCxnSpPr>
            <p:cNvPr id="1493" name="Google Shape;1493;p165"/>
            <p:cNvCxnSpPr/>
            <p:nvPr/>
          </p:nvCxnSpPr>
          <p:spPr>
            <a:xfrm>
              <a:off x="7322907" y="1783569"/>
              <a:ext cx="699900" cy="9000"/>
            </a:xfrm>
            <a:prstGeom prst="straightConnector1">
              <a:avLst/>
            </a:prstGeom>
            <a:noFill/>
            <a:ln w="9525" cap="flat" cmpd="sng">
              <a:solidFill>
                <a:srgbClr val="67809F"/>
              </a:solidFill>
              <a:prstDash val="solid"/>
              <a:round/>
              <a:headEnd type="none" w="sm" len="sm"/>
              <a:tailEnd type="stealth" w="sm" len="sm"/>
            </a:ln>
          </p:spPr>
        </p:cxnSp>
        <p:cxnSp>
          <p:nvCxnSpPr>
            <p:cNvPr id="1494" name="Google Shape;1494;p165"/>
            <p:cNvCxnSpPr/>
            <p:nvPr/>
          </p:nvCxnSpPr>
          <p:spPr>
            <a:xfrm>
              <a:off x="7298058" y="1859497"/>
              <a:ext cx="491700" cy="200700"/>
            </a:xfrm>
            <a:prstGeom prst="straightConnector1">
              <a:avLst/>
            </a:prstGeom>
            <a:noFill/>
            <a:ln w="9525" cap="flat" cmpd="sng">
              <a:solidFill>
                <a:srgbClr val="67809F"/>
              </a:solidFill>
              <a:prstDash val="solid"/>
              <a:round/>
              <a:headEnd type="none" w="sm" len="sm"/>
              <a:tailEnd type="stealth" w="sm" len="sm"/>
            </a:ln>
          </p:spPr>
        </p:cxnSp>
        <p:cxnSp>
          <p:nvCxnSpPr>
            <p:cNvPr id="1495" name="Google Shape;1495;p165"/>
            <p:cNvCxnSpPr>
              <a:stCxn id="1496" idx="3"/>
            </p:cNvCxnSpPr>
            <p:nvPr/>
          </p:nvCxnSpPr>
          <p:spPr>
            <a:xfrm>
              <a:off x="6217863" y="1724863"/>
              <a:ext cx="450900" cy="26700"/>
            </a:xfrm>
            <a:prstGeom prst="straightConnector1">
              <a:avLst/>
            </a:prstGeom>
            <a:noFill/>
            <a:ln w="9525" cap="flat" cmpd="sng">
              <a:solidFill>
                <a:srgbClr val="67809F"/>
              </a:solidFill>
              <a:prstDash val="solid"/>
              <a:round/>
              <a:headEnd type="none" w="sm" len="sm"/>
              <a:tailEnd type="stealth" w="sm" len="sm"/>
            </a:ln>
          </p:spPr>
        </p:cxnSp>
        <p:cxnSp>
          <p:nvCxnSpPr>
            <p:cNvPr id="1497" name="Google Shape;1497;p165"/>
            <p:cNvCxnSpPr/>
            <p:nvPr/>
          </p:nvCxnSpPr>
          <p:spPr>
            <a:xfrm rot="10800000" flipH="1">
              <a:off x="5650883" y="1743548"/>
              <a:ext cx="342900" cy="38100"/>
            </a:xfrm>
            <a:prstGeom prst="straightConnector1">
              <a:avLst/>
            </a:prstGeom>
            <a:noFill/>
            <a:ln w="9525" cap="flat" cmpd="sng">
              <a:solidFill>
                <a:srgbClr val="67809F"/>
              </a:solidFill>
              <a:prstDash val="solid"/>
              <a:round/>
              <a:headEnd type="none" w="sm" len="sm"/>
              <a:tailEnd type="stealth" w="sm" len="sm"/>
            </a:ln>
          </p:spPr>
        </p:cxnSp>
        <p:cxnSp>
          <p:nvCxnSpPr>
            <p:cNvPr id="1498" name="Google Shape;1498;p165"/>
            <p:cNvCxnSpPr/>
            <p:nvPr/>
          </p:nvCxnSpPr>
          <p:spPr>
            <a:xfrm rot="10800000" flipH="1">
              <a:off x="5624806" y="1801955"/>
              <a:ext cx="375000" cy="323700"/>
            </a:xfrm>
            <a:prstGeom prst="straightConnector1">
              <a:avLst/>
            </a:prstGeom>
            <a:noFill/>
            <a:ln w="9525" cap="flat" cmpd="sng">
              <a:solidFill>
                <a:srgbClr val="67809F"/>
              </a:solidFill>
              <a:prstDash val="solid"/>
              <a:round/>
              <a:headEnd type="none" w="sm" len="sm"/>
              <a:tailEnd type="stealth" w="sm" len="sm"/>
            </a:ln>
          </p:spPr>
        </p:cxnSp>
        <p:cxnSp>
          <p:nvCxnSpPr>
            <p:cNvPr id="1499" name="Google Shape;1499;p165"/>
            <p:cNvCxnSpPr/>
            <p:nvPr/>
          </p:nvCxnSpPr>
          <p:spPr>
            <a:xfrm rot="10800000" flipH="1">
              <a:off x="4795764" y="1795744"/>
              <a:ext cx="540000" cy="159900"/>
            </a:xfrm>
            <a:prstGeom prst="straightConnector1">
              <a:avLst/>
            </a:prstGeom>
            <a:noFill/>
            <a:ln w="9525" cap="flat" cmpd="sng">
              <a:solidFill>
                <a:srgbClr val="67809F"/>
              </a:solidFill>
              <a:prstDash val="solid"/>
              <a:round/>
              <a:headEnd type="none" w="sm" len="sm"/>
              <a:tailEnd type="stealth" w="sm" len="sm"/>
            </a:ln>
          </p:spPr>
        </p:cxnSp>
        <p:cxnSp>
          <p:nvCxnSpPr>
            <p:cNvPr id="1500" name="Google Shape;1500;p165"/>
            <p:cNvCxnSpPr/>
            <p:nvPr/>
          </p:nvCxnSpPr>
          <p:spPr>
            <a:xfrm rot="10800000" flipH="1">
              <a:off x="6388901" y="1883947"/>
              <a:ext cx="309300" cy="220500"/>
            </a:xfrm>
            <a:prstGeom prst="straightConnector1">
              <a:avLst/>
            </a:prstGeom>
            <a:noFill/>
            <a:ln w="9525" cap="flat" cmpd="sng">
              <a:solidFill>
                <a:srgbClr val="67809F"/>
              </a:solidFill>
              <a:prstDash val="solid"/>
              <a:round/>
              <a:headEnd type="none" w="sm" len="sm"/>
              <a:tailEnd type="stealth" w="sm" len="sm"/>
            </a:ln>
          </p:spPr>
        </p:cxnSp>
        <p:cxnSp>
          <p:nvCxnSpPr>
            <p:cNvPr id="1501" name="Google Shape;1501;p165"/>
            <p:cNvCxnSpPr/>
            <p:nvPr/>
          </p:nvCxnSpPr>
          <p:spPr>
            <a:xfrm rot="10800000" flipH="1">
              <a:off x="4332178" y="1977874"/>
              <a:ext cx="221100" cy="144600"/>
            </a:xfrm>
            <a:prstGeom prst="straightConnector1">
              <a:avLst/>
            </a:prstGeom>
            <a:noFill/>
            <a:ln w="9525" cap="flat" cmpd="sng">
              <a:solidFill>
                <a:srgbClr val="67809F"/>
              </a:solidFill>
              <a:prstDash val="solid"/>
              <a:round/>
              <a:headEnd type="none" w="sm" len="sm"/>
              <a:tailEnd type="stealth" w="sm" len="sm"/>
            </a:ln>
          </p:spPr>
        </p:cxnSp>
        <p:cxnSp>
          <p:nvCxnSpPr>
            <p:cNvPr id="1502" name="Google Shape;1502;p165"/>
            <p:cNvCxnSpPr/>
            <p:nvPr/>
          </p:nvCxnSpPr>
          <p:spPr>
            <a:xfrm>
              <a:off x="4355549" y="1767415"/>
              <a:ext cx="202200" cy="144000"/>
            </a:xfrm>
            <a:prstGeom prst="straightConnector1">
              <a:avLst/>
            </a:prstGeom>
            <a:noFill/>
            <a:ln w="9525" cap="flat" cmpd="sng">
              <a:solidFill>
                <a:srgbClr val="67809F"/>
              </a:solidFill>
              <a:prstDash val="solid"/>
              <a:round/>
              <a:headEnd type="none" w="sm" len="sm"/>
              <a:tailEnd type="stealth" w="sm" len="sm"/>
            </a:ln>
          </p:spPr>
        </p:cxnSp>
        <p:cxnSp>
          <p:nvCxnSpPr>
            <p:cNvPr id="1503" name="Google Shape;1503;p165"/>
            <p:cNvCxnSpPr>
              <a:stCxn id="1504" idx="6"/>
            </p:cNvCxnSpPr>
            <p:nvPr/>
          </p:nvCxnSpPr>
          <p:spPr>
            <a:xfrm>
              <a:off x="4374315" y="1538584"/>
              <a:ext cx="178800" cy="50400"/>
            </a:xfrm>
            <a:prstGeom prst="straightConnector1">
              <a:avLst/>
            </a:prstGeom>
            <a:noFill/>
            <a:ln w="9525" cap="flat" cmpd="sng">
              <a:solidFill>
                <a:srgbClr val="67809F"/>
              </a:solidFill>
              <a:prstDash val="solid"/>
              <a:round/>
              <a:headEnd type="none" w="sm" len="sm"/>
              <a:tailEnd type="stealth" w="sm" len="sm"/>
            </a:ln>
          </p:spPr>
        </p:cxnSp>
        <p:cxnSp>
          <p:nvCxnSpPr>
            <p:cNvPr id="1505" name="Google Shape;1505;p165"/>
            <p:cNvCxnSpPr/>
            <p:nvPr/>
          </p:nvCxnSpPr>
          <p:spPr>
            <a:xfrm>
              <a:off x="5184424" y="2000750"/>
              <a:ext cx="183000" cy="119400"/>
            </a:xfrm>
            <a:prstGeom prst="straightConnector1">
              <a:avLst/>
            </a:prstGeom>
            <a:noFill/>
            <a:ln w="9525" cap="flat" cmpd="sng">
              <a:solidFill>
                <a:srgbClr val="67809F"/>
              </a:solidFill>
              <a:prstDash val="solid"/>
              <a:round/>
              <a:headEnd type="none" w="sm" len="sm"/>
              <a:tailEnd type="stealth" w="sm" len="sm"/>
            </a:ln>
          </p:spPr>
        </p:cxnSp>
        <p:cxnSp>
          <p:nvCxnSpPr>
            <p:cNvPr id="1506" name="Google Shape;1506;p165"/>
            <p:cNvCxnSpPr/>
            <p:nvPr/>
          </p:nvCxnSpPr>
          <p:spPr>
            <a:xfrm rot="10800000" flipH="1">
              <a:off x="5186703" y="2165132"/>
              <a:ext cx="178500" cy="57900"/>
            </a:xfrm>
            <a:prstGeom prst="straightConnector1">
              <a:avLst/>
            </a:prstGeom>
            <a:noFill/>
            <a:ln w="9525" cap="flat" cmpd="sng">
              <a:solidFill>
                <a:srgbClr val="67809F"/>
              </a:solidFill>
              <a:prstDash val="solid"/>
              <a:round/>
              <a:headEnd type="none" w="sm" len="sm"/>
              <a:tailEnd type="stealth" w="sm" len="sm"/>
            </a:ln>
          </p:spPr>
        </p:cxnSp>
        <p:sp>
          <p:nvSpPr>
            <p:cNvPr id="1507" name="Google Shape;1507;p165"/>
            <p:cNvSpPr/>
            <p:nvPr/>
          </p:nvSpPr>
          <p:spPr>
            <a:xfrm>
              <a:off x="8114092" y="1974170"/>
              <a:ext cx="128700" cy="121500"/>
            </a:xfrm>
            <a:prstGeom prst="ellipse">
              <a:avLst/>
            </a:prstGeom>
            <a:solidFill>
              <a:srgbClr val="FFFFFF"/>
            </a:solidFill>
            <a:ln w="19050" cap="flat" cmpd="sng">
              <a:solidFill>
                <a:srgbClr val="CCCCCC"/>
              </a:solidFill>
              <a:prstDash val="solid"/>
              <a:round/>
              <a:headEnd type="none" w="sm" len="sm"/>
              <a:tailEnd type="none" w="sm" len="sm"/>
            </a:ln>
            <a:effectLst>
              <a:outerShdw blurRad="114300" dist="9525" algn="ctr" rotWithShape="0">
                <a:srgbClr val="39608E">
                  <a:alpha val="36080"/>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Poppins"/>
                <a:ea typeface="Poppins"/>
                <a:cs typeface="Poppins"/>
                <a:sym typeface="Poppins"/>
              </a:endParaRPr>
            </a:p>
          </p:txBody>
        </p:sp>
        <p:sp>
          <p:nvSpPr>
            <p:cNvPr id="1508" name="Google Shape;1508;p165"/>
            <p:cNvSpPr/>
            <p:nvPr/>
          </p:nvSpPr>
          <p:spPr>
            <a:xfrm>
              <a:off x="5250203" y="1540271"/>
              <a:ext cx="128700" cy="123900"/>
            </a:xfrm>
            <a:prstGeom prst="ellipse">
              <a:avLst/>
            </a:prstGeom>
            <a:solidFill>
              <a:srgbClr val="FFFFFF"/>
            </a:solidFill>
            <a:ln w="19050" cap="flat" cmpd="sng">
              <a:solidFill>
                <a:srgbClr val="36C5F2"/>
              </a:solidFill>
              <a:prstDash val="solid"/>
              <a:round/>
              <a:headEnd type="none" w="sm" len="sm"/>
              <a:tailEnd type="none" w="sm" len="sm"/>
            </a:ln>
            <a:effectLst>
              <a:outerShdw blurRad="114300" dist="9525" algn="ctr" rotWithShape="0">
                <a:srgbClr val="39608E">
                  <a:alpha val="36080"/>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Poppins"/>
                <a:ea typeface="Poppins"/>
                <a:cs typeface="Poppins"/>
                <a:sym typeface="Poppins"/>
              </a:endParaRPr>
            </a:p>
          </p:txBody>
        </p:sp>
        <p:sp>
          <p:nvSpPr>
            <p:cNvPr id="1509" name="Google Shape;1509;p165"/>
            <p:cNvSpPr/>
            <p:nvPr/>
          </p:nvSpPr>
          <p:spPr>
            <a:xfrm>
              <a:off x="5817851" y="2108377"/>
              <a:ext cx="128700" cy="123900"/>
            </a:xfrm>
            <a:prstGeom prst="ellipse">
              <a:avLst/>
            </a:prstGeom>
            <a:solidFill>
              <a:srgbClr val="FFFFFF"/>
            </a:solidFill>
            <a:ln w="19050" cap="flat" cmpd="sng">
              <a:solidFill>
                <a:srgbClr val="36C5F2"/>
              </a:solidFill>
              <a:prstDash val="solid"/>
              <a:round/>
              <a:headEnd type="none" w="sm" len="sm"/>
              <a:tailEnd type="none" w="sm" len="sm"/>
            </a:ln>
            <a:effectLst>
              <a:outerShdw blurRad="114300" dist="9525" algn="ctr" rotWithShape="0">
                <a:srgbClr val="39608E">
                  <a:alpha val="36080"/>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Poppins"/>
                <a:ea typeface="Poppins"/>
                <a:cs typeface="Poppins"/>
                <a:sym typeface="Poppins"/>
              </a:endParaRPr>
            </a:p>
          </p:txBody>
        </p:sp>
        <p:cxnSp>
          <p:nvCxnSpPr>
            <p:cNvPr id="1510" name="Google Shape;1510;p165"/>
            <p:cNvCxnSpPr/>
            <p:nvPr/>
          </p:nvCxnSpPr>
          <p:spPr>
            <a:xfrm rot="10800000" flipH="1">
              <a:off x="4171450" y="1939419"/>
              <a:ext cx="367500" cy="10800"/>
            </a:xfrm>
            <a:prstGeom prst="straightConnector1">
              <a:avLst/>
            </a:prstGeom>
            <a:noFill/>
            <a:ln w="9525" cap="flat" cmpd="sng">
              <a:solidFill>
                <a:srgbClr val="67809F"/>
              </a:solidFill>
              <a:prstDash val="solid"/>
              <a:round/>
              <a:headEnd type="none" w="sm" len="sm"/>
              <a:tailEnd type="stealth" w="sm" len="sm"/>
            </a:ln>
          </p:spPr>
        </p:cxnSp>
        <p:pic>
          <p:nvPicPr>
            <p:cNvPr id="1511" name="Google Shape;1511;p165"/>
            <p:cNvPicPr preferRelativeResize="0"/>
            <p:nvPr/>
          </p:nvPicPr>
          <p:blipFill rotWithShape="1">
            <a:blip r:embed="rId6">
              <a:alphaModFix/>
            </a:blip>
            <a:srcRect r="58969"/>
            <a:stretch/>
          </p:blipFill>
          <p:spPr>
            <a:xfrm>
              <a:off x="5851930" y="2146011"/>
              <a:ext cx="60628" cy="48722"/>
            </a:xfrm>
            <a:prstGeom prst="rect">
              <a:avLst/>
            </a:prstGeom>
            <a:noFill/>
            <a:ln>
              <a:noFill/>
            </a:ln>
          </p:spPr>
        </p:pic>
        <p:pic>
          <p:nvPicPr>
            <p:cNvPr id="1512" name="Google Shape;1512;p165"/>
            <p:cNvPicPr preferRelativeResize="0"/>
            <p:nvPr/>
          </p:nvPicPr>
          <p:blipFill rotWithShape="1">
            <a:blip r:embed="rId7">
              <a:alphaModFix/>
            </a:blip>
            <a:srcRect r="74561" b="-10"/>
            <a:stretch/>
          </p:blipFill>
          <p:spPr>
            <a:xfrm>
              <a:off x="7931149" y="1635891"/>
              <a:ext cx="65604" cy="68181"/>
            </a:xfrm>
            <a:prstGeom prst="rect">
              <a:avLst/>
            </a:prstGeom>
            <a:noFill/>
            <a:ln>
              <a:noFill/>
            </a:ln>
          </p:spPr>
        </p:pic>
        <p:pic>
          <p:nvPicPr>
            <p:cNvPr id="1513" name="Google Shape;1513;p165"/>
            <p:cNvPicPr preferRelativeResize="0"/>
            <p:nvPr/>
          </p:nvPicPr>
          <p:blipFill rotWithShape="1">
            <a:blip r:embed="rId8">
              <a:alphaModFix/>
            </a:blip>
            <a:srcRect t="9" r="77405"/>
            <a:stretch/>
          </p:blipFill>
          <p:spPr>
            <a:xfrm>
              <a:off x="5279393" y="1562330"/>
              <a:ext cx="70400" cy="79863"/>
            </a:xfrm>
            <a:prstGeom prst="rect">
              <a:avLst/>
            </a:prstGeom>
            <a:noFill/>
            <a:ln>
              <a:noFill/>
            </a:ln>
          </p:spPr>
        </p:pic>
        <p:sp>
          <p:nvSpPr>
            <p:cNvPr id="1514" name="Google Shape;1514;p165"/>
            <p:cNvSpPr/>
            <p:nvPr/>
          </p:nvSpPr>
          <p:spPr>
            <a:xfrm>
              <a:off x="8339790" y="1624250"/>
              <a:ext cx="90300" cy="83100"/>
            </a:xfrm>
            <a:prstGeom prst="ellipse">
              <a:avLst/>
            </a:prstGeom>
            <a:solidFill>
              <a:srgbClr val="2EB67F"/>
            </a:solidFill>
            <a:ln>
              <a:noFill/>
            </a:ln>
            <a:effectLst>
              <a:outerShdw blurRad="114300" dist="9525" algn="ctr" rotWithShape="0">
                <a:srgbClr val="39608E">
                  <a:alpha val="36080"/>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Poppins"/>
                <a:ea typeface="Poppins"/>
                <a:cs typeface="Poppins"/>
                <a:sym typeface="Poppins"/>
              </a:endParaRPr>
            </a:p>
          </p:txBody>
        </p:sp>
        <p:sp>
          <p:nvSpPr>
            <p:cNvPr id="1515" name="Google Shape;1515;p165"/>
            <p:cNvSpPr/>
            <p:nvPr/>
          </p:nvSpPr>
          <p:spPr>
            <a:xfrm>
              <a:off x="7732248" y="1866571"/>
              <a:ext cx="90300" cy="83100"/>
            </a:xfrm>
            <a:prstGeom prst="ellipse">
              <a:avLst/>
            </a:prstGeom>
            <a:solidFill>
              <a:srgbClr val="2EB67F"/>
            </a:solidFill>
            <a:ln>
              <a:noFill/>
            </a:ln>
            <a:effectLst>
              <a:outerShdw blurRad="114300" dist="9525" algn="ctr" rotWithShape="0">
                <a:srgbClr val="39608E">
                  <a:alpha val="36080"/>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Poppins"/>
                <a:ea typeface="Poppins"/>
                <a:cs typeface="Poppins"/>
                <a:sym typeface="Poppins"/>
              </a:endParaRPr>
            </a:p>
          </p:txBody>
        </p:sp>
        <p:sp>
          <p:nvSpPr>
            <p:cNvPr id="1516" name="Google Shape;1516;p165"/>
            <p:cNvSpPr/>
            <p:nvPr/>
          </p:nvSpPr>
          <p:spPr>
            <a:xfrm>
              <a:off x="5698848" y="1866709"/>
              <a:ext cx="90300" cy="83100"/>
            </a:xfrm>
            <a:prstGeom prst="ellipse">
              <a:avLst/>
            </a:prstGeom>
            <a:solidFill>
              <a:srgbClr val="36C5F2"/>
            </a:solidFill>
            <a:ln>
              <a:noFill/>
            </a:ln>
            <a:effectLst>
              <a:outerShdw blurRad="114300" dist="9525" algn="ctr" rotWithShape="0">
                <a:srgbClr val="39608E">
                  <a:alpha val="36080"/>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Poppins"/>
                <a:ea typeface="Poppins"/>
                <a:cs typeface="Poppins"/>
                <a:sym typeface="Poppins"/>
              </a:endParaRPr>
            </a:p>
          </p:txBody>
        </p:sp>
        <p:sp>
          <p:nvSpPr>
            <p:cNvPr id="1517" name="Google Shape;1517;p165"/>
            <p:cNvSpPr/>
            <p:nvPr/>
          </p:nvSpPr>
          <p:spPr>
            <a:xfrm>
              <a:off x="4488253" y="2079496"/>
              <a:ext cx="90300" cy="83100"/>
            </a:xfrm>
            <a:prstGeom prst="ellipse">
              <a:avLst/>
            </a:prstGeom>
            <a:solidFill>
              <a:srgbClr val="CF2051"/>
            </a:solidFill>
            <a:ln>
              <a:noFill/>
            </a:ln>
            <a:effectLst>
              <a:outerShdw blurRad="114300" dist="9525" algn="ctr" rotWithShape="0">
                <a:srgbClr val="39608E">
                  <a:alpha val="36080"/>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Poppins"/>
                <a:ea typeface="Poppins"/>
                <a:cs typeface="Poppins"/>
                <a:sym typeface="Poppins"/>
              </a:endParaRPr>
            </a:p>
          </p:txBody>
        </p:sp>
        <p:sp>
          <p:nvSpPr>
            <p:cNvPr id="1518" name="Google Shape;1518;p165"/>
            <p:cNvSpPr/>
            <p:nvPr/>
          </p:nvSpPr>
          <p:spPr>
            <a:xfrm>
              <a:off x="8169725" y="1497894"/>
              <a:ext cx="109800" cy="99900"/>
            </a:xfrm>
            <a:prstGeom prst="ellipse">
              <a:avLst/>
            </a:prstGeom>
            <a:solidFill>
              <a:srgbClr val="FFFFFF"/>
            </a:solidFill>
            <a:ln w="19050" cap="flat" cmpd="sng">
              <a:solidFill>
                <a:srgbClr val="CCCCCC"/>
              </a:solidFill>
              <a:prstDash val="solid"/>
              <a:round/>
              <a:headEnd type="none" w="sm" len="sm"/>
              <a:tailEnd type="none" w="sm" len="sm"/>
            </a:ln>
            <a:effectLst>
              <a:outerShdw blurRad="114300" dist="9525" algn="ctr" rotWithShape="0">
                <a:srgbClr val="39608E">
                  <a:alpha val="36080"/>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Poppins"/>
                <a:ea typeface="Poppins"/>
                <a:cs typeface="Poppins"/>
                <a:sym typeface="Poppins"/>
              </a:endParaRPr>
            </a:p>
          </p:txBody>
        </p:sp>
        <p:sp>
          <p:nvSpPr>
            <p:cNvPr id="1519" name="Google Shape;1519;p165"/>
            <p:cNvSpPr/>
            <p:nvPr/>
          </p:nvSpPr>
          <p:spPr>
            <a:xfrm>
              <a:off x="5383817" y="1657167"/>
              <a:ext cx="267300" cy="245700"/>
            </a:xfrm>
            <a:prstGeom prst="ellipse">
              <a:avLst/>
            </a:prstGeom>
            <a:solidFill>
              <a:srgbClr val="FFFFFF"/>
            </a:solidFill>
            <a:ln w="28575" cap="flat" cmpd="sng">
              <a:solidFill>
                <a:srgbClr val="36C5F2"/>
              </a:solidFill>
              <a:prstDash val="solid"/>
              <a:round/>
              <a:headEnd type="none" w="sm" len="sm"/>
              <a:tailEnd type="none" w="sm" len="sm"/>
            </a:ln>
            <a:effectLst>
              <a:outerShdw blurRad="114300" dist="9525" algn="ctr" rotWithShape="0">
                <a:srgbClr val="39608E">
                  <a:alpha val="36080"/>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Poppins"/>
                <a:ea typeface="Poppins"/>
                <a:cs typeface="Poppins"/>
                <a:sym typeface="Poppins"/>
              </a:endParaRPr>
            </a:p>
          </p:txBody>
        </p:sp>
        <p:sp>
          <p:nvSpPr>
            <p:cNvPr id="1520" name="Google Shape;1520;p165"/>
            <p:cNvSpPr/>
            <p:nvPr/>
          </p:nvSpPr>
          <p:spPr>
            <a:xfrm>
              <a:off x="5398680" y="2044915"/>
              <a:ext cx="267300" cy="245700"/>
            </a:xfrm>
            <a:prstGeom prst="ellipse">
              <a:avLst/>
            </a:prstGeom>
            <a:solidFill>
              <a:srgbClr val="FFFFFF"/>
            </a:solidFill>
            <a:ln w="28575" cap="flat" cmpd="sng">
              <a:solidFill>
                <a:srgbClr val="36C5F2"/>
              </a:solidFill>
              <a:prstDash val="solid"/>
              <a:round/>
              <a:headEnd type="none" w="sm" len="sm"/>
              <a:tailEnd type="none" w="sm" len="sm"/>
            </a:ln>
            <a:effectLst>
              <a:outerShdw blurRad="114300" dist="9525" algn="ctr" rotWithShape="0">
                <a:srgbClr val="39608E">
                  <a:alpha val="36080"/>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Poppins"/>
                <a:ea typeface="Poppins"/>
                <a:cs typeface="Poppins"/>
                <a:sym typeface="Poppins"/>
              </a:endParaRPr>
            </a:p>
          </p:txBody>
        </p:sp>
        <p:sp>
          <p:nvSpPr>
            <p:cNvPr id="1521" name="Google Shape;1521;p165"/>
            <p:cNvSpPr/>
            <p:nvPr/>
          </p:nvSpPr>
          <p:spPr>
            <a:xfrm>
              <a:off x="6015100" y="1595483"/>
              <a:ext cx="267300" cy="251100"/>
            </a:xfrm>
            <a:prstGeom prst="ellipse">
              <a:avLst/>
            </a:prstGeom>
            <a:solidFill>
              <a:srgbClr val="FFFFFF"/>
            </a:solidFill>
            <a:ln w="28575" cap="flat" cmpd="sng">
              <a:solidFill>
                <a:srgbClr val="CF2051"/>
              </a:solidFill>
              <a:prstDash val="solid"/>
              <a:round/>
              <a:headEnd type="none" w="sm" len="sm"/>
              <a:tailEnd type="none" w="sm" len="sm"/>
            </a:ln>
            <a:effectLst>
              <a:outerShdw blurRad="114300" dist="9525" algn="ctr" rotWithShape="0">
                <a:srgbClr val="39608E">
                  <a:alpha val="36080"/>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Poppins"/>
                <a:ea typeface="Poppins"/>
                <a:cs typeface="Poppins"/>
                <a:sym typeface="Poppins"/>
              </a:endParaRPr>
            </a:p>
          </p:txBody>
        </p:sp>
        <p:sp>
          <p:nvSpPr>
            <p:cNvPr id="1522" name="Google Shape;1522;p165"/>
            <p:cNvSpPr/>
            <p:nvPr/>
          </p:nvSpPr>
          <p:spPr>
            <a:xfrm>
              <a:off x="6250132" y="1985408"/>
              <a:ext cx="267300" cy="245700"/>
            </a:xfrm>
            <a:prstGeom prst="ellipse">
              <a:avLst/>
            </a:prstGeom>
            <a:solidFill>
              <a:srgbClr val="FFFFFF"/>
            </a:solidFill>
            <a:ln w="28575" cap="flat" cmpd="sng">
              <a:solidFill>
                <a:srgbClr val="CF2051"/>
              </a:solidFill>
              <a:prstDash val="solid"/>
              <a:round/>
              <a:headEnd type="none" w="sm" len="sm"/>
              <a:tailEnd type="none" w="sm" len="sm"/>
            </a:ln>
            <a:effectLst>
              <a:outerShdw blurRad="114300" dist="9525" algn="ctr" rotWithShape="0">
                <a:srgbClr val="39608E">
                  <a:alpha val="36080"/>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Poppins"/>
                <a:ea typeface="Poppins"/>
                <a:cs typeface="Poppins"/>
                <a:sym typeface="Poppins"/>
              </a:endParaRPr>
            </a:p>
          </p:txBody>
        </p:sp>
        <p:sp>
          <p:nvSpPr>
            <p:cNvPr id="1523" name="Google Shape;1523;p165"/>
            <p:cNvSpPr/>
            <p:nvPr/>
          </p:nvSpPr>
          <p:spPr>
            <a:xfrm>
              <a:off x="4576505" y="1503781"/>
              <a:ext cx="267300" cy="245700"/>
            </a:xfrm>
            <a:prstGeom prst="ellipse">
              <a:avLst/>
            </a:prstGeom>
            <a:solidFill>
              <a:srgbClr val="FFFFFF"/>
            </a:solidFill>
            <a:ln w="28575" cap="flat" cmpd="sng">
              <a:solidFill>
                <a:srgbClr val="CF2051"/>
              </a:solidFill>
              <a:prstDash val="solid"/>
              <a:round/>
              <a:headEnd type="none" w="sm" len="sm"/>
              <a:tailEnd type="none" w="sm" len="sm"/>
            </a:ln>
            <a:effectLst>
              <a:outerShdw blurRad="114300" dist="9525" algn="ctr" rotWithShape="0">
                <a:srgbClr val="39608E">
                  <a:alpha val="36080"/>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Poppins"/>
                <a:ea typeface="Poppins"/>
                <a:cs typeface="Poppins"/>
                <a:sym typeface="Poppins"/>
              </a:endParaRPr>
            </a:p>
          </p:txBody>
        </p:sp>
        <p:sp>
          <p:nvSpPr>
            <p:cNvPr id="1524" name="Google Shape;1524;p165"/>
            <p:cNvSpPr/>
            <p:nvPr/>
          </p:nvSpPr>
          <p:spPr>
            <a:xfrm>
              <a:off x="4576505" y="1817029"/>
              <a:ext cx="267300" cy="245700"/>
            </a:xfrm>
            <a:prstGeom prst="ellipse">
              <a:avLst/>
            </a:prstGeom>
            <a:solidFill>
              <a:srgbClr val="FFFFFF"/>
            </a:solidFill>
            <a:ln w="28575" cap="flat" cmpd="sng">
              <a:solidFill>
                <a:srgbClr val="CF2051"/>
              </a:solidFill>
              <a:prstDash val="solid"/>
              <a:round/>
              <a:headEnd type="none" w="sm" len="sm"/>
              <a:tailEnd type="none" w="sm" len="sm"/>
            </a:ln>
            <a:effectLst>
              <a:outerShdw blurRad="114300" dist="9525" algn="ctr" rotWithShape="0">
                <a:srgbClr val="39608E">
                  <a:alpha val="36080"/>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Poppins"/>
                <a:ea typeface="Poppins"/>
                <a:cs typeface="Poppins"/>
                <a:sym typeface="Poppins"/>
              </a:endParaRPr>
            </a:p>
          </p:txBody>
        </p:sp>
        <p:pic>
          <p:nvPicPr>
            <p:cNvPr id="1525" name="Google Shape;1525;p165"/>
            <p:cNvPicPr preferRelativeResize="0"/>
            <p:nvPr/>
          </p:nvPicPr>
          <p:blipFill rotWithShape="1">
            <a:blip r:embed="rId9">
              <a:alphaModFix/>
            </a:blip>
            <a:srcRect/>
            <a:stretch/>
          </p:blipFill>
          <p:spPr>
            <a:xfrm>
              <a:off x="4612480" y="1606484"/>
              <a:ext cx="201991" cy="36642"/>
            </a:xfrm>
            <a:prstGeom prst="rect">
              <a:avLst/>
            </a:prstGeom>
            <a:noFill/>
            <a:ln>
              <a:noFill/>
            </a:ln>
          </p:spPr>
        </p:pic>
        <p:pic>
          <p:nvPicPr>
            <p:cNvPr id="1526" name="Google Shape;1526;p165"/>
            <p:cNvPicPr preferRelativeResize="0"/>
            <p:nvPr/>
          </p:nvPicPr>
          <p:blipFill rotWithShape="1">
            <a:blip r:embed="rId10">
              <a:alphaModFix/>
            </a:blip>
            <a:srcRect l="23954"/>
            <a:stretch/>
          </p:blipFill>
          <p:spPr>
            <a:xfrm>
              <a:off x="6280345" y="2108276"/>
              <a:ext cx="201991" cy="61834"/>
            </a:xfrm>
            <a:prstGeom prst="rect">
              <a:avLst/>
            </a:prstGeom>
            <a:noFill/>
            <a:ln>
              <a:noFill/>
            </a:ln>
          </p:spPr>
        </p:pic>
        <p:pic>
          <p:nvPicPr>
            <p:cNvPr id="1527" name="Google Shape;1527;p165"/>
            <p:cNvPicPr preferRelativeResize="0"/>
            <p:nvPr/>
          </p:nvPicPr>
          <p:blipFill rotWithShape="1">
            <a:blip r:embed="rId11">
              <a:alphaModFix/>
            </a:blip>
            <a:srcRect/>
            <a:stretch/>
          </p:blipFill>
          <p:spPr>
            <a:xfrm>
              <a:off x="7805595" y="2058089"/>
              <a:ext cx="252733" cy="129123"/>
            </a:xfrm>
            <a:prstGeom prst="rect">
              <a:avLst/>
            </a:prstGeom>
            <a:noFill/>
            <a:ln>
              <a:noFill/>
            </a:ln>
          </p:spPr>
        </p:pic>
        <p:pic>
          <p:nvPicPr>
            <p:cNvPr id="1496" name="Google Shape;1496;p165"/>
            <p:cNvPicPr preferRelativeResize="0"/>
            <p:nvPr/>
          </p:nvPicPr>
          <p:blipFill rotWithShape="1">
            <a:blip r:embed="rId12">
              <a:alphaModFix/>
            </a:blip>
            <a:srcRect/>
            <a:stretch/>
          </p:blipFill>
          <p:spPr>
            <a:xfrm>
              <a:off x="6071260" y="1697745"/>
              <a:ext cx="146603" cy="54235"/>
            </a:xfrm>
            <a:prstGeom prst="rect">
              <a:avLst/>
            </a:prstGeom>
            <a:noFill/>
            <a:ln>
              <a:noFill/>
            </a:ln>
          </p:spPr>
        </p:pic>
        <p:pic>
          <p:nvPicPr>
            <p:cNvPr id="1528" name="Google Shape;1528;p165"/>
            <p:cNvPicPr preferRelativeResize="0"/>
            <p:nvPr/>
          </p:nvPicPr>
          <p:blipFill rotWithShape="1">
            <a:blip r:embed="rId13">
              <a:alphaModFix/>
            </a:blip>
            <a:srcRect l="23954" t="13261" b="8"/>
            <a:stretch/>
          </p:blipFill>
          <p:spPr>
            <a:xfrm>
              <a:off x="5426792" y="2175197"/>
              <a:ext cx="201991" cy="61829"/>
            </a:xfrm>
            <a:prstGeom prst="rect">
              <a:avLst/>
            </a:prstGeom>
            <a:noFill/>
            <a:ln>
              <a:noFill/>
            </a:ln>
          </p:spPr>
        </p:pic>
        <p:pic>
          <p:nvPicPr>
            <p:cNvPr id="1529" name="Google Shape;1529;p165"/>
            <p:cNvPicPr preferRelativeResize="0"/>
            <p:nvPr/>
          </p:nvPicPr>
          <p:blipFill rotWithShape="1">
            <a:blip r:embed="rId13">
              <a:alphaModFix/>
            </a:blip>
            <a:srcRect r="68832" b="10"/>
            <a:stretch/>
          </p:blipFill>
          <p:spPr>
            <a:xfrm>
              <a:off x="5503818" y="2103719"/>
              <a:ext cx="82784" cy="71282"/>
            </a:xfrm>
            <a:prstGeom prst="rect">
              <a:avLst/>
            </a:prstGeom>
            <a:noFill/>
            <a:ln>
              <a:noFill/>
            </a:ln>
          </p:spPr>
        </p:pic>
        <p:pic>
          <p:nvPicPr>
            <p:cNvPr id="1530" name="Google Shape;1530;p165"/>
            <p:cNvPicPr preferRelativeResize="0"/>
            <p:nvPr/>
          </p:nvPicPr>
          <p:blipFill rotWithShape="1">
            <a:blip r:embed="rId10">
              <a:alphaModFix/>
            </a:blip>
            <a:srcRect r="73495"/>
            <a:stretch/>
          </p:blipFill>
          <p:spPr>
            <a:xfrm>
              <a:off x="6348613" y="2049150"/>
              <a:ext cx="70401" cy="61834"/>
            </a:xfrm>
            <a:prstGeom prst="rect">
              <a:avLst/>
            </a:prstGeom>
            <a:noFill/>
            <a:ln>
              <a:noFill/>
            </a:ln>
          </p:spPr>
        </p:pic>
        <p:sp>
          <p:nvSpPr>
            <p:cNvPr id="1531" name="Google Shape;1531;p165"/>
            <p:cNvSpPr/>
            <p:nvPr/>
          </p:nvSpPr>
          <p:spPr>
            <a:xfrm>
              <a:off x="5098859" y="2145709"/>
              <a:ext cx="128700" cy="121500"/>
            </a:xfrm>
            <a:prstGeom prst="ellipse">
              <a:avLst/>
            </a:prstGeom>
            <a:solidFill>
              <a:srgbClr val="FFFFFF"/>
            </a:solidFill>
            <a:ln w="19050" cap="flat" cmpd="sng">
              <a:solidFill>
                <a:srgbClr val="CF2051"/>
              </a:solidFill>
              <a:prstDash val="solid"/>
              <a:round/>
              <a:headEnd type="none" w="sm" len="sm"/>
              <a:tailEnd type="none" w="sm" len="sm"/>
            </a:ln>
            <a:effectLst>
              <a:outerShdw blurRad="114300" dist="9525" algn="ctr" rotWithShape="0">
                <a:srgbClr val="39608E">
                  <a:alpha val="36080"/>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Poppins"/>
                <a:ea typeface="Poppins"/>
                <a:cs typeface="Poppins"/>
                <a:sym typeface="Poppins"/>
              </a:endParaRPr>
            </a:p>
          </p:txBody>
        </p:sp>
        <p:sp>
          <p:nvSpPr>
            <p:cNvPr id="1532" name="Google Shape;1532;p165"/>
            <p:cNvSpPr/>
            <p:nvPr/>
          </p:nvSpPr>
          <p:spPr>
            <a:xfrm>
              <a:off x="4061390" y="1870355"/>
              <a:ext cx="167700" cy="164100"/>
            </a:xfrm>
            <a:prstGeom prst="ellipse">
              <a:avLst/>
            </a:prstGeom>
            <a:solidFill>
              <a:srgbClr val="FFFFFF"/>
            </a:solidFill>
            <a:ln w="19050" cap="flat" cmpd="sng">
              <a:solidFill>
                <a:srgbClr val="CF2051"/>
              </a:solidFill>
              <a:prstDash val="solid"/>
              <a:round/>
              <a:headEnd type="none" w="sm" len="sm"/>
              <a:tailEnd type="none" w="sm" len="sm"/>
            </a:ln>
            <a:effectLst>
              <a:outerShdw blurRad="114300" dist="9525" algn="ctr" rotWithShape="0">
                <a:srgbClr val="39608E">
                  <a:alpha val="36080"/>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Poppins"/>
                <a:ea typeface="Poppins"/>
                <a:cs typeface="Poppins"/>
                <a:sym typeface="Poppins"/>
              </a:endParaRPr>
            </a:p>
          </p:txBody>
        </p:sp>
        <p:sp>
          <p:nvSpPr>
            <p:cNvPr id="1533" name="Google Shape;1533;p165"/>
            <p:cNvSpPr/>
            <p:nvPr/>
          </p:nvSpPr>
          <p:spPr>
            <a:xfrm>
              <a:off x="4245615" y="1701468"/>
              <a:ext cx="128700" cy="121500"/>
            </a:xfrm>
            <a:prstGeom prst="ellipse">
              <a:avLst/>
            </a:prstGeom>
            <a:solidFill>
              <a:srgbClr val="FFFFFF"/>
            </a:solidFill>
            <a:ln w="19050" cap="flat" cmpd="sng">
              <a:solidFill>
                <a:srgbClr val="CF2051"/>
              </a:solidFill>
              <a:prstDash val="solid"/>
              <a:round/>
              <a:headEnd type="none" w="sm" len="sm"/>
              <a:tailEnd type="none" w="sm" len="sm"/>
            </a:ln>
            <a:effectLst>
              <a:outerShdw blurRad="114300" dist="9525" algn="ctr" rotWithShape="0">
                <a:srgbClr val="39608E">
                  <a:alpha val="36080"/>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Poppins"/>
                <a:ea typeface="Poppins"/>
                <a:cs typeface="Poppins"/>
                <a:sym typeface="Poppins"/>
              </a:endParaRPr>
            </a:p>
          </p:txBody>
        </p:sp>
        <p:sp>
          <p:nvSpPr>
            <p:cNvPr id="1504" name="Google Shape;1504;p165"/>
            <p:cNvSpPr/>
            <p:nvPr/>
          </p:nvSpPr>
          <p:spPr>
            <a:xfrm>
              <a:off x="4245615" y="1477834"/>
              <a:ext cx="128700" cy="121500"/>
            </a:xfrm>
            <a:prstGeom prst="ellipse">
              <a:avLst/>
            </a:prstGeom>
            <a:solidFill>
              <a:srgbClr val="FFFFFF"/>
            </a:solidFill>
            <a:ln w="19050" cap="flat" cmpd="sng">
              <a:solidFill>
                <a:srgbClr val="CF2051"/>
              </a:solidFill>
              <a:prstDash val="solid"/>
              <a:round/>
              <a:headEnd type="none" w="sm" len="sm"/>
              <a:tailEnd type="none" w="sm" len="sm"/>
            </a:ln>
            <a:effectLst>
              <a:outerShdw blurRad="114300" dist="9525" algn="ctr" rotWithShape="0">
                <a:srgbClr val="39608E">
                  <a:alpha val="36080"/>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Poppins"/>
                <a:ea typeface="Poppins"/>
                <a:cs typeface="Poppins"/>
                <a:sym typeface="Poppins"/>
              </a:endParaRPr>
            </a:p>
          </p:txBody>
        </p:sp>
        <p:sp>
          <p:nvSpPr>
            <p:cNvPr id="1534" name="Google Shape;1534;p165"/>
            <p:cNvSpPr/>
            <p:nvPr/>
          </p:nvSpPr>
          <p:spPr>
            <a:xfrm>
              <a:off x="4245615" y="2066495"/>
              <a:ext cx="128700" cy="121500"/>
            </a:xfrm>
            <a:prstGeom prst="ellipse">
              <a:avLst/>
            </a:prstGeom>
            <a:solidFill>
              <a:srgbClr val="FFFFFF"/>
            </a:solidFill>
            <a:ln w="19050" cap="flat" cmpd="sng">
              <a:solidFill>
                <a:srgbClr val="CF2051"/>
              </a:solidFill>
              <a:prstDash val="solid"/>
              <a:round/>
              <a:headEnd type="none" w="sm" len="sm"/>
              <a:tailEnd type="none" w="sm" len="sm"/>
            </a:ln>
            <a:effectLst>
              <a:outerShdw blurRad="114300" dist="9525" algn="ctr" rotWithShape="0">
                <a:srgbClr val="39608E">
                  <a:alpha val="36080"/>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Poppins"/>
                <a:ea typeface="Poppins"/>
                <a:cs typeface="Poppins"/>
                <a:sym typeface="Poppins"/>
              </a:endParaRPr>
            </a:p>
          </p:txBody>
        </p:sp>
        <p:pic>
          <p:nvPicPr>
            <p:cNvPr id="1535" name="Google Shape;1535;p165"/>
            <p:cNvPicPr preferRelativeResize="0"/>
            <p:nvPr/>
          </p:nvPicPr>
          <p:blipFill rotWithShape="1">
            <a:blip r:embed="rId14">
              <a:alphaModFix/>
            </a:blip>
            <a:srcRect t="-10" r="67955" b="10"/>
            <a:stretch/>
          </p:blipFill>
          <p:spPr>
            <a:xfrm>
              <a:off x="4274812" y="1506076"/>
              <a:ext cx="70401" cy="65138"/>
            </a:xfrm>
            <a:prstGeom prst="rect">
              <a:avLst/>
            </a:prstGeom>
            <a:noFill/>
            <a:ln>
              <a:noFill/>
            </a:ln>
          </p:spPr>
        </p:pic>
        <p:sp>
          <p:nvSpPr>
            <p:cNvPr id="1536" name="Google Shape;1536;p165"/>
            <p:cNvSpPr/>
            <p:nvPr/>
          </p:nvSpPr>
          <p:spPr>
            <a:xfrm>
              <a:off x="5094351" y="1968495"/>
              <a:ext cx="128700" cy="121500"/>
            </a:xfrm>
            <a:prstGeom prst="ellipse">
              <a:avLst/>
            </a:prstGeom>
            <a:solidFill>
              <a:srgbClr val="FFFFFF"/>
            </a:solidFill>
            <a:ln w="19050" cap="flat" cmpd="sng">
              <a:solidFill>
                <a:srgbClr val="CF2051"/>
              </a:solidFill>
              <a:prstDash val="solid"/>
              <a:round/>
              <a:headEnd type="none" w="sm" len="sm"/>
              <a:tailEnd type="none" w="sm" len="sm"/>
            </a:ln>
            <a:effectLst>
              <a:outerShdw blurRad="114300" dist="9525" algn="ctr" rotWithShape="0">
                <a:srgbClr val="39608E">
                  <a:alpha val="36080"/>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Poppins"/>
                <a:ea typeface="Poppins"/>
                <a:cs typeface="Poppins"/>
                <a:sym typeface="Poppins"/>
              </a:endParaRPr>
            </a:p>
          </p:txBody>
        </p:sp>
        <p:pic>
          <p:nvPicPr>
            <p:cNvPr id="1537" name="Google Shape;1537;p165"/>
            <p:cNvPicPr preferRelativeResize="0"/>
            <p:nvPr/>
          </p:nvPicPr>
          <p:blipFill rotWithShape="1">
            <a:blip r:embed="rId15">
              <a:alphaModFix/>
            </a:blip>
            <a:srcRect/>
            <a:stretch/>
          </p:blipFill>
          <p:spPr>
            <a:xfrm>
              <a:off x="5128426" y="1999783"/>
              <a:ext cx="60633" cy="60464"/>
            </a:xfrm>
            <a:prstGeom prst="rect">
              <a:avLst/>
            </a:prstGeom>
            <a:noFill/>
            <a:ln>
              <a:noFill/>
            </a:ln>
          </p:spPr>
        </p:pic>
        <p:sp>
          <p:nvSpPr>
            <p:cNvPr id="1538" name="Google Shape;1538;p165"/>
            <p:cNvSpPr/>
            <p:nvPr/>
          </p:nvSpPr>
          <p:spPr>
            <a:xfrm>
              <a:off x="4949756" y="2060301"/>
              <a:ext cx="101400" cy="95700"/>
            </a:xfrm>
            <a:prstGeom prst="ellipse">
              <a:avLst/>
            </a:prstGeom>
            <a:solidFill>
              <a:srgbClr val="FFFFFF"/>
            </a:solidFill>
            <a:ln w="19050" cap="flat" cmpd="sng">
              <a:solidFill>
                <a:srgbClr val="CCCCCC"/>
              </a:solidFill>
              <a:prstDash val="solid"/>
              <a:round/>
              <a:headEnd type="none" w="sm" len="sm"/>
              <a:tailEnd type="none" w="sm" len="sm"/>
            </a:ln>
            <a:effectLst>
              <a:outerShdw blurRad="114300" dist="9525" algn="ctr" rotWithShape="0">
                <a:srgbClr val="39608E">
                  <a:alpha val="36080"/>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Poppins"/>
                <a:ea typeface="Poppins"/>
                <a:cs typeface="Poppins"/>
                <a:sym typeface="Poppins"/>
              </a:endParaRPr>
            </a:p>
          </p:txBody>
        </p:sp>
        <p:sp>
          <p:nvSpPr>
            <p:cNvPr id="1539" name="Google Shape;1539;p165"/>
            <p:cNvSpPr/>
            <p:nvPr/>
          </p:nvSpPr>
          <p:spPr>
            <a:xfrm>
              <a:off x="4046150" y="1622382"/>
              <a:ext cx="101400" cy="95700"/>
            </a:xfrm>
            <a:prstGeom prst="ellipse">
              <a:avLst/>
            </a:prstGeom>
            <a:solidFill>
              <a:srgbClr val="FFFFFF"/>
            </a:solidFill>
            <a:ln w="19050" cap="flat" cmpd="sng">
              <a:solidFill>
                <a:srgbClr val="CCCCCC"/>
              </a:solidFill>
              <a:prstDash val="solid"/>
              <a:round/>
              <a:headEnd type="none" w="sm" len="sm"/>
              <a:tailEnd type="none" w="sm" len="sm"/>
            </a:ln>
            <a:effectLst>
              <a:outerShdw blurRad="114300" dist="9525" algn="ctr" rotWithShape="0">
                <a:srgbClr val="39608E">
                  <a:alpha val="36080"/>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Poppins"/>
                <a:ea typeface="Poppins"/>
                <a:cs typeface="Poppins"/>
                <a:sym typeface="Poppins"/>
              </a:endParaRPr>
            </a:p>
          </p:txBody>
        </p:sp>
        <p:sp>
          <p:nvSpPr>
            <p:cNvPr id="1540" name="Google Shape;1540;p165"/>
            <p:cNvSpPr/>
            <p:nvPr/>
          </p:nvSpPr>
          <p:spPr>
            <a:xfrm>
              <a:off x="4430379" y="1656360"/>
              <a:ext cx="90300" cy="83100"/>
            </a:xfrm>
            <a:prstGeom prst="ellipse">
              <a:avLst/>
            </a:prstGeom>
            <a:solidFill>
              <a:srgbClr val="CF2051"/>
            </a:solidFill>
            <a:ln>
              <a:noFill/>
            </a:ln>
            <a:effectLst>
              <a:outerShdw blurRad="114300" dist="9525" algn="ctr" rotWithShape="0">
                <a:srgbClr val="39608E">
                  <a:alpha val="36080"/>
                </a:srgbClr>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Poppins"/>
                <a:ea typeface="Poppins"/>
                <a:cs typeface="Poppins"/>
                <a:sym typeface="Poppins"/>
              </a:endParaRPr>
            </a:p>
          </p:txBody>
        </p:sp>
        <p:pic>
          <p:nvPicPr>
            <p:cNvPr id="1541" name="Google Shape;1541;p165"/>
            <p:cNvPicPr preferRelativeResize="0"/>
            <p:nvPr/>
          </p:nvPicPr>
          <p:blipFill rotWithShape="1">
            <a:blip r:embed="rId16">
              <a:alphaModFix/>
            </a:blip>
            <a:srcRect l="22098" t="-5884" r="39138" b="-16454"/>
            <a:stretch/>
          </p:blipFill>
          <p:spPr>
            <a:xfrm>
              <a:off x="6734296" y="1666469"/>
              <a:ext cx="539955" cy="200764"/>
            </a:xfrm>
            <a:prstGeom prst="rect">
              <a:avLst/>
            </a:prstGeom>
            <a:noFill/>
            <a:ln>
              <a:noFill/>
            </a:ln>
          </p:spPr>
        </p:pic>
        <p:pic>
          <p:nvPicPr>
            <p:cNvPr id="1542" name="Google Shape;1542;p165"/>
            <p:cNvPicPr preferRelativeResize="0"/>
            <p:nvPr/>
          </p:nvPicPr>
          <p:blipFill rotWithShape="1">
            <a:blip r:embed="rId16">
              <a:alphaModFix/>
            </a:blip>
            <a:srcRect r="77376" b="-42877"/>
            <a:stretch/>
          </p:blipFill>
          <p:spPr>
            <a:xfrm>
              <a:off x="6576078" y="1717701"/>
              <a:ext cx="128794" cy="95819"/>
            </a:xfrm>
            <a:prstGeom prst="rect">
              <a:avLst/>
            </a:prstGeom>
            <a:noFill/>
            <a:ln>
              <a:noFill/>
            </a:ln>
          </p:spPr>
        </p:pic>
        <p:pic>
          <p:nvPicPr>
            <p:cNvPr id="1543" name="Google Shape;1543;p165"/>
            <p:cNvPicPr preferRelativeResize="0"/>
            <p:nvPr/>
          </p:nvPicPr>
          <p:blipFill rotWithShape="1">
            <a:blip r:embed="rId16">
              <a:alphaModFix/>
            </a:blip>
            <a:srcRect l="64518" t="-6292"/>
            <a:stretch/>
          </p:blipFill>
          <p:spPr>
            <a:xfrm>
              <a:off x="7316059" y="1717679"/>
              <a:ext cx="201994" cy="71288"/>
            </a:xfrm>
            <a:prstGeom prst="rect">
              <a:avLst/>
            </a:prstGeom>
            <a:noFill/>
            <a:ln>
              <a:noFill/>
            </a:ln>
          </p:spPr>
        </p:pic>
        <p:pic>
          <p:nvPicPr>
            <p:cNvPr id="1544" name="Google Shape;1544;p165"/>
            <p:cNvPicPr preferRelativeResize="0"/>
            <p:nvPr/>
          </p:nvPicPr>
          <p:blipFill rotWithShape="1">
            <a:blip r:embed="rId17">
              <a:alphaModFix/>
            </a:blip>
            <a:srcRect l="33909" t="23055" r="32272" b="23328"/>
            <a:stretch/>
          </p:blipFill>
          <p:spPr>
            <a:xfrm>
              <a:off x="4108545" y="1900835"/>
              <a:ext cx="70400" cy="107714"/>
            </a:xfrm>
            <a:prstGeom prst="rect">
              <a:avLst/>
            </a:prstGeom>
            <a:noFill/>
            <a:ln>
              <a:noFill/>
            </a:ln>
          </p:spPr>
        </p:pic>
        <p:pic>
          <p:nvPicPr>
            <p:cNvPr id="1545" name="Google Shape;1545;p165"/>
            <p:cNvPicPr preferRelativeResize="0"/>
            <p:nvPr/>
          </p:nvPicPr>
          <p:blipFill>
            <a:blip r:embed="rId18">
              <a:alphaModFix/>
            </a:blip>
            <a:stretch>
              <a:fillRect/>
            </a:stretch>
          </p:blipFill>
          <p:spPr>
            <a:xfrm>
              <a:off x="5433844" y="1699021"/>
              <a:ext cx="167756" cy="161901"/>
            </a:xfrm>
            <a:prstGeom prst="rect">
              <a:avLst/>
            </a:prstGeom>
            <a:noFill/>
            <a:ln>
              <a:noFill/>
            </a:ln>
          </p:spPr>
        </p:pic>
        <p:pic>
          <p:nvPicPr>
            <p:cNvPr id="1546" name="Google Shape;1546;p165"/>
            <p:cNvPicPr preferRelativeResize="0"/>
            <p:nvPr/>
          </p:nvPicPr>
          <p:blipFill>
            <a:blip r:embed="rId19">
              <a:alphaModFix/>
            </a:blip>
            <a:stretch>
              <a:fillRect/>
            </a:stretch>
          </p:blipFill>
          <p:spPr>
            <a:xfrm>
              <a:off x="5133849" y="2167522"/>
              <a:ext cx="60633" cy="76749"/>
            </a:xfrm>
            <a:prstGeom prst="rect">
              <a:avLst/>
            </a:prstGeom>
            <a:noFill/>
            <a:ln>
              <a:noFill/>
            </a:ln>
          </p:spPr>
        </p:pic>
        <p:pic>
          <p:nvPicPr>
            <p:cNvPr id="1547" name="Google Shape;1547;p165"/>
            <p:cNvPicPr preferRelativeResize="0"/>
            <p:nvPr/>
          </p:nvPicPr>
          <p:blipFill>
            <a:blip r:embed="rId20">
              <a:alphaModFix/>
            </a:blip>
            <a:stretch>
              <a:fillRect/>
            </a:stretch>
          </p:blipFill>
          <p:spPr>
            <a:xfrm>
              <a:off x="4644925" y="1881304"/>
              <a:ext cx="128793" cy="111877"/>
            </a:xfrm>
            <a:prstGeom prst="rect">
              <a:avLst/>
            </a:prstGeom>
            <a:noFill/>
            <a:ln>
              <a:noFill/>
            </a:ln>
          </p:spPr>
        </p:pic>
      </p:grpSp>
      <p:sp>
        <p:nvSpPr>
          <p:cNvPr id="1548" name="Google Shape;1548;p165"/>
          <p:cNvSpPr txBox="1">
            <a:spLocks noGrp="1"/>
          </p:cNvSpPr>
          <p:nvPr>
            <p:ph type="title" idx="4294967295"/>
          </p:nvPr>
        </p:nvSpPr>
        <p:spPr>
          <a:xfrm>
            <a:off x="5433838" y="1764175"/>
            <a:ext cx="1153500" cy="890400"/>
          </a:xfrm>
          <a:prstGeom prst="rect">
            <a:avLst/>
          </a:prstGeom>
        </p:spPr>
        <p:txBody>
          <a:bodyPr spcFirstLastPara="1" wrap="square" lIns="91425" tIns="0" rIns="91425" bIns="45700" anchor="t" anchorCtr="0">
            <a:noAutofit/>
          </a:bodyPr>
          <a:lstStyle/>
          <a:p>
            <a:pPr marL="0" marR="0" lvl="0" indent="0" algn="l" rtl="0">
              <a:lnSpc>
                <a:spcPct val="115000"/>
              </a:lnSpc>
              <a:spcBef>
                <a:spcPts val="0"/>
              </a:spcBef>
              <a:spcAft>
                <a:spcPts val="0"/>
              </a:spcAft>
              <a:buNone/>
            </a:pPr>
            <a:r>
              <a:rPr lang="en" sz="1800" b="1">
                <a:latin typeface="Plus Jakarta Sans"/>
                <a:ea typeface="Plus Jakarta Sans"/>
                <a:cs typeface="Plus Jakarta Sans"/>
                <a:sym typeface="Plus Jakarta Sans"/>
              </a:rPr>
              <a:t>Hybrid </a:t>
            </a:r>
            <a:r>
              <a:rPr lang="en" sz="1800" b="1">
                <a:solidFill>
                  <a:srgbClr val="F16642"/>
                </a:solidFill>
                <a:latin typeface="Plus Jakarta Sans"/>
                <a:ea typeface="Plus Jakarta Sans"/>
                <a:cs typeface="Plus Jakarta Sans"/>
                <a:sym typeface="Plus Jakarta Sans"/>
              </a:rPr>
              <a:t>Data</a:t>
            </a:r>
            <a:r>
              <a:rPr lang="en" sz="1800" b="1">
                <a:latin typeface="Plus Jakarta Sans"/>
                <a:ea typeface="Plus Jakarta Sans"/>
                <a:cs typeface="Plus Jakarta Sans"/>
                <a:sym typeface="Plus Jakarta Sans"/>
              </a:rPr>
              <a:t> Platform</a:t>
            </a:r>
            <a:endParaRPr sz="1800" b="1">
              <a:latin typeface="Plus Jakarta Sans"/>
              <a:ea typeface="Plus Jakarta Sans"/>
              <a:cs typeface="Plus Jakarta Sans"/>
              <a:sym typeface="Plus Jakarta Sans"/>
            </a:endParaRPr>
          </a:p>
        </p:txBody>
      </p:sp>
      <p:sp>
        <p:nvSpPr>
          <p:cNvPr id="1549" name="Google Shape;1549;p165"/>
          <p:cNvSpPr txBox="1">
            <a:spLocks noGrp="1"/>
          </p:cNvSpPr>
          <p:nvPr>
            <p:ph type="title" idx="4294967295"/>
          </p:nvPr>
        </p:nvSpPr>
        <p:spPr>
          <a:xfrm>
            <a:off x="7209238" y="1767029"/>
            <a:ext cx="1434900" cy="982200"/>
          </a:xfrm>
          <a:prstGeom prst="rect">
            <a:avLst/>
          </a:prstGeom>
        </p:spPr>
        <p:txBody>
          <a:bodyPr spcFirstLastPara="1" wrap="square" lIns="91425" tIns="0" rIns="91425" bIns="45700" anchor="t" anchorCtr="0">
            <a:noAutofit/>
          </a:bodyPr>
          <a:lstStyle/>
          <a:p>
            <a:pPr marL="0" marR="0" lvl="0" indent="0" algn="l" rtl="0">
              <a:lnSpc>
                <a:spcPct val="115000"/>
              </a:lnSpc>
              <a:spcBef>
                <a:spcPts val="0"/>
              </a:spcBef>
              <a:spcAft>
                <a:spcPts val="0"/>
              </a:spcAft>
              <a:buNone/>
            </a:pPr>
            <a:r>
              <a:rPr lang="en" sz="1800" b="1">
                <a:latin typeface="Plus Jakarta Sans"/>
                <a:ea typeface="Plus Jakarta Sans"/>
                <a:cs typeface="Plus Jakarta Sans"/>
                <a:sym typeface="Plus Jakarta Sans"/>
              </a:rPr>
              <a:t>Hybrid </a:t>
            </a:r>
            <a:r>
              <a:rPr lang="en" sz="1800" b="1">
                <a:solidFill>
                  <a:srgbClr val="CC0000"/>
                </a:solidFill>
                <a:latin typeface="Plus Jakarta Sans"/>
                <a:ea typeface="Plus Jakarta Sans"/>
                <a:cs typeface="Plus Jakarta Sans"/>
                <a:sym typeface="Plus Jakarta Sans"/>
              </a:rPr>
              <a:t>Metadata</a:t>
            </a:r>
            <a:r>
              <a:rPr lang="en" sz="1800" b="1">
                <a:latin typeface="Plus Jakarta Sans"/>
                <a:ea typeface="Plus Jakarta Sans"/>
                <a:cs typeface="Plus Jakarta Sans"/>
                <a:sym typeface="Plus Jakarta Sans"/>
              </a:rPr>
              <a:t> Platform</a:t>
            </a:r>
            <a:endParaRPr sz="1800" b="1">
              <a:latin typeface="Plus Jakarta Sans"/>
              <a:ea typeface="Plus Jakarta Sans"/>
              <a:cs typeface="Plus Jakarta Sans"/>
              <a:sym typeface="Plus Jakarta Sans"/>
            </a:endParaRPr>
          </a:p>
        </p:txBody>
      </p:sp>
      <p:pic>
        <p:nvPicPr>
          <p:cNvPr id="1550" name="Google Shape;1550;p165"/>
          <p:cNvPicPr preferRelativeResize="0"/>
          <p:nvPr/>
        </p:nvPicPr>
        <p:blipFill rotWithShape="1">
          <a:blip r:embed="rId21">
            <a:alphaModFix/>
          </a:blip>
          <a:srcRect l="8106" t="23757" r="7888" b="25663"/>
          <a:stretch/>
        </p:blipFill>
        <p:spPr>
          <a:xfrm>
            <a:off x="7187737" y="1182623"/>
            <a:ext cx="1283724" cy="289052"/>
          </a:xfrm>
          <a:prstGeom prst="rect">
            <a:avLst/>
          </a:prstGeom>
          <a:noFill/>
          <a:ln>
            <a:noFill/>
          </a:ln>
        </p:spPr>
      </p:pic>
      <p:sp>
        <p:nvSpPr>
          <p:cNvPr id="1551" name="Google Shape;1551;p165"/>
          <p:cNvSpPr/>
          <p:nvPr/>
        </p:nvSpPr>
        <p:spPr>
          <a:xfrm>
            <a:off x="5293900" y="1586775"/>
            <a:ext cx="1364700" cy="1317900"/>
          </a:xfrm>
          <a:prstGeom prst="roundRect">
            <a:avLst>
              <a:gd name="adj" fmla="val 4901"/>
            </a:avLst>
          </a:prstGeom>
          <a:noFill/>
          <a:ln w="19050" cap="flat" cmpd="sng">
            <a:solidFill>
              <a:srgbClr val="5555F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A8AFB9"/>
              </a:solidFill>
              <a:latin typeface="Plus Jakarta Sans"/>
              <a:ea typeface="Plus Jakarta Sans"/>
              <a:cs typeface="Plus Jakarta Sans"/>
              <a:sym typeface="Plus Jakarta Sans"/>
            </a:endParaRPr>
          </a:p>
        </p:txBody>
      </p:sp>
      <p:sp>
        <p:nvSpPr>
          <p:cNvPr id="1552" name="Google Shape;1552;p165"/>
          <p:cNvSpPr/>
          <p:nvPr/>
        </p:nvSpPr>
        <p:spPr>
          <a:xfrm>
            <a:off x="7147239" y="1586775"/>
            <a:ext cx="1364700" cy="1317900"/>
          </a:xfrm>
          <a:prstGeom prst="roundRect">
            <a:avLst>
              <a:gd name="adj" fmla="val 4901"/>
            </a:avLst>
          </a:prstGeom>
          <a:noFill/>
          <a:ln w="19050" cap="flat" cmpd="sng">
            <a:solidFill>
              <a:srgbClr val="5555F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A8AFB9"/>
              </a:solidFill>
              <a:latin typeface="Plus Jakarta Sans"/>
              <a:ea typeface="Plus Jakarta Sans"/>
              <a:cs typeface="Plus Jakarta Sans"/>
              <a:sym typeface="Plus Jakarta Sans"/>
            </a:endParaRPr>
          </a:p>
        </p:txBody>
      </p:sp>
      <p:sp>
        <p:nvSpPr>
          <p:cNvPr id="1553" name="Google Shape;1553;p165"/>
          <p:cNvSpPr txBox="1"/>
          <p:nvPr/>
        </p:nvSpPr>
        <p:spPr>
          <a:xfrm>
            <a:off x="6675475" y="1946625"/>
            <a:ext cx="458700" cy="4926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 sz="2000" b="1">
                <a:solidFill>
                  <a:srgbClr val="232B3C"/>
                </a:solidFill>
                <a:latin typeface="Plus Jakarta Sans"/>
                <a:ea typeface="Plus Jakarta Sans"/>
                <a:cs typeface="Plus Jakarta Sans"/>
                <a:sym typeface="Plus Jakarta Sans"/>
              </a:rPr>
              <a:t>+</a:t>
            </a:r>
            <a:endParaRPr sz="2000"/>
          </a:p>
        </p:txBody>
      </p:sp>
      <p:pic>
        <p:nvPicPr>
          <p:cNvPr id="1554" name="Google Shape;1554;p165"/>
          <p:cNvPicPr preferRelativeResize="0"/>
          <p:nvPr/>
        </p:nvPicPr>
        <p:blipFill rotWithShape="1">
          <a:blip r:embed="rId22">
            <a:alphaModFix/>
          </a:blip>
          <a:srcRect r="41690" b="66649"/>
          <a:stretch/>
        </p:blipFill>
        <p:spPr>
          <a:xfrm>
            <a:off x="5294500" y="1228004"/>
            <a:ext cx="1434900" cy="198292"/>
          </a:xfrm>
          <a:prstGeom prst="rect">
            <a:avLst/>
          </a:prstGeom>
          <a:noFill/>
          <a:ln>
            <a:noFill/>
          </a:ln>
        </p:spPr>
      </p:pic>
      <p:sp>
        <p:nvSpPr>
          <p:cNvPr id="1555" name="Google Shape;1555;p165"/>
          <p:cNvSpPr/>
          <p:nvPr/>
        </p:nvSpPr>
        <p:spPr>
          <a:xfrm>
            <a:off x="0" y="0"/>
            <a:ext cx="2710800" cy="228600"/>
          </a:xfrm>
          <a:prstGeom prst="rect">
            <a:avLst/>
          </a:prstGeom>
          <a:solidFill>
            <a:srgbClr val="5555F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i="1">
                <a:solidFill>
                  <a:srgbClr val="FFFFFF"/>
                </a:solidFill>
                <a:latin typeface="Plus Jakarta Sans Bold"/>
                <a:ea typeface="Plus Jakarta Sans Bold"/>
                <a:cs typeface="Plus Jakarta Sans Bold"/>
                <a:sym typeface="Plus Jakarta Sans"/>
              </a:rPr>
              <a:t>Enabling Technologies</a:t>
            </a:r>
            <a:endParaRPr b="1" i="1">
              <a:solidFill>
                <a:srgbClr val="FFFFFF"/>
              </a:solidFill>
              <a:latin typeface="Plus Jakarta Sans Bold"/>
              <a:ea typeface="Plus Jakarta Sans Bold"/>
              <a:cs typeface="Plus Jakarta Sans Bold"/>
              <a:sym typeface="Plus Jakarta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559"/>
        <p:cNvGrpSpPr/>
        <p:nvPr/>
      </p:nvGrpSpPr>
      <p:grpSpPr>
        <a:xfrm>
          <a:off x="0" y="0"/>
          <a:ext cx="0" cy="0"/>
          <a:chOff x="0" y="0"/>
          <a:chExt cx="0" cy="0"/>
        </a:xfrm>
      </p:grpSpPr>
      <p:sp>
        <p:nvSpPr>
          <p:cNvPr id="1560" name="Google Shape;1560;p166"/>
          <p:cNvSpPr txBox="1"/>
          <p:nvPr/>
        </p:nvSpPr>
        <p:spPr>
          <a:xfrm>
            <a:off x="1668400" y="5467075"/>
            <a:ext cx="4222800" cy="396300"/>
          </a:xfrm>
          <a:prstGeom prst="rect">
            <a:avLst/>
          </a:prstGeom>
          <a:noFill/>
          <a:ln>
            <a:noFill/>
          </a:ln>
        </p:spPr>
        <p:txBody>
          <a:bodyPr spcFirstLastPara="1" wrap="square" lIns="91425" tIns="91425" rIns="91425" bIns="91425" anchor="t" anchorCtr="0">
            <a:noAutofit/>
          </a:bodyPr>
          <a:lstStyle/>
          <a:p>
            <a:pPr marL="0" marR="0" lvl="0" indent="0" algn="ctr" rtl="0">
              <a:lnSpc>
                <a:spcPct val="150000"/>
              </a:lnSpc>
              <a:spcBef>
                <a:spcPts val="0"/>
              </a:spcBef>
              <a:spcAft>
                <a:spcPts val="0"/>
              </a:spcAft>
              <a:buClr>
                <a:srgbClr val="000000"/>
              </a:buClr>
              <a:buSzPts val="1100"/>
              <a:buFont typeface="Arial"/>
              <a:buNone/>
            </a:pPr>
            <a:r>
              <a:rPr lang="en" sz="1000" i="0" u="none" strike="noStrike" cap="none">
                <a:solidFill>
                  <a:srgbClr val="222222"/>
                </a:solidFill>
                <a:latin typeface="Plus Jakarta Sans"/>
                <a:ea typeface="Plus Jakarta Sans"/>
                <a:cs typeface="Plus Jakarta Sans"/>
                <a:sym typeface="Plus Jakarta Sans"/>
              </a:rPr>
              <a:t>DB  |  ETL  |  Code |  Reporting  |  Analysis  |  Files</a:t>
            </a:r>
            <a:endParaRPr sz="1000" i="0" u="none" strike="noStrike" cap="none">
              <a:solidFill>
                <a:srgbClr val="222222"/>
              </a:solidFill>
              <a:latin typeface="Plus Jakarta Sans"/>
              <a:ea typeface="Plus Jakarta Sans"/>
              <a:cs typeface="Plus Jakarta Sans"/>
              <a:sym typeface="Plus Jakarta Sans"/>
            </a:endParaRPr>
          </a:p>
        </p:txBody>
      </p:sp>
      <p:grpSp>
        <p:nvGrpSpPr>
          <p:cNvPr id="1561" name="Google Shape;1561;p166"/>
          <p:cNvGrpSpPr/>
          <p:nvPr/>
        </p:nvGrpSpPr>
        <p:grpSpPr>
          <a:xfrm>
            <a:off x="3728368" y="402619"/>
            <a:ext cx="5152265" cy="4338256"/>
            <a:chOff x="652593" y="464457"/>
            <a:chExt cx="5152265" cy="4338256"/>
          </a:xfrm>
        </p:grpSpPr>
        <p:sp>
          <p:nvSpPr>
            <p:cNvPr id="1562" name="Google Shape;1562;p166"/>
            <p:cNvSpPr/>
            <p:nvPr/>
          </p:nvSpPr>
          <p:spPr>
            <a:xfrm flipH="1">
              <a:off x="2587058" y="579312"/>
              <a:ext cx="3217800" cy="1099800"/>
            </a:xfrm>
            <a:prstGeom prst="roundRect">
              <a:avLst>
                <a:gd name="adj" fmla="val 11170"/>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grpSp>
          <p:nvGrpSpPr>
            <p:cNvPr id="1563" name="Google Shape;1563;p166"/>
            <p:cNvGrpSpPr/>
            <p:nvPr/>
          </p:nvGrpSpPr>
          <p:grpSpPr>
            <a:xfrm>
              <a:off x="3104607" y="489430"/>
              <a:ext cx="2531158" cy="1076708"/>
              <a:chOff x="4000727" y="3151392"/>
              <a:chExt cx="2951100" cy="1255343"/>
            </a:xfrm>
          </p:grpSpPr>
          <p:sp>
            <p:nvSpPr>
              <p:cNvPr id="1564" name="Google Shape;1564;p166"/>
              <p:cNvSpPr txBox="1"/>
              <p:nvPr/>
            </p:nvSpPr>
            <p:spPr>
              <a:xfrm>
                <a:off x="4000735" y="3419736"/>
                <a:ext cx="2896800" cy="987000"/>
              </a:xfrm>
              <a:prstGeom prst="rect">
                <a:avLst/>
              </a:prstGeom>
              <a:noFill/>
              <a:ln>
                <a:noFill/>
              </a:ln>
            </p:spPr>
            <p:txBody>
              <a:bodyPr spcFirstLastPara="1" wrap="square" lIns="91425" tIns="91425" rIns="91425" bIns="91425" anchor="t" anchorCtr="0">
                <a:spAutoFit/>
              </a:bodyPr>
              <a:lstStyle/>
              <a:p>
                <a:pPr marL="0" marR="0" lvl="0" indent="0" algn="l" rtl="0">
                  <a:lnSpc>
                    <a:spcPct val="110000"/>
                  </a:lnSpc>
                  <a:spcBef>
                    <a:spcPts val="0"/>
                  </a:spcBef>
                  <a:spcAft>
                    <a:spcPts val="0"/>
                  </a:spcAft>
                  <a:buClr>
                    <a:schemeClr val="lt1"/>
                  </a:buClr>
                  <a:buSzPts val="1100"/>
                  <a:buFont typeface="Arial"/>
                  <a:buNone/>
                </a:pPr>
                <a:r>
                  <a:rPr lang="en" sz="1000" i="0" u="none" strike="noStrike" cap="none">
                    <a:solidFill>
                      <a:srgbClr val="222B3C"/>
                    </a:solidFill>
                    <a:latin typeface="Plus Jakarta Sans"/>
                    <a:ea typeface="Plus Jakarta Sans"/>
                    <a:cs typeface="Plus Jakarta Sans"/>
                    <a:sym typeface="Plus Jakarta Sans"/>
                  </a:rPr>
                  <a:t>Provides end-to-end lineage at the </a:t>
                </a:r>
                <a:r>
                  <a:rPr lang="en" sz="1000" b="1" i="0" u="none" strike="noStrike" cap="none">
                    <a:solidFill>
                      <a:srgbClr val="222B3C"/>
                    </a:solidFill>
                    <a:latin typeface="Plus Jakarta Sans"/>
                    <a:ea typeface="Plus Jakarta Sans"/>
                    <a:cs typeface="Plus Jakarta Sans"/>
                    <a:sym typeface="Plus Jakarta Sans"/>
                  </a:rPr>
                  <a:t>system</a:t>
                </a:r>
                <a:r>
                  <a:rPr lang="en" sz="1000" i="0" u="none" strike="noStrike" cap="none">
                    <a:solidFill>
                      <a:srgbClr val="222B3C"/>
                    </a:solidFill>
                    <a:latin typeface="Plus Jakarta Sans"/>
                    <a:ea typeface="Plus Jakarta Sans"/>
                    <a:cs typeface="Plus Jakarta Sans"/>
                    <a:sym typeface="Plus Jakarta Sans"/>
                  </a:rPr>
                  <a:t> level from the entry point, all the way to reporting, analytics and any data consumer</a:t>
                </a:r>
                <a:endParaRPr sz="1000" i="0" u="none" strike="noStrike" cap="none">
                  <a:solidFill>
                    <a:srgbClr val="222B3C"/>
                  </a:solidFill>
                  <a:latin typeface="Plus Jakarta Sans"/>
                  <a:ea typeface="Plus Jakarta Sans"/>
                  <a:cs typeface="Plus Jakarta Sans"/>
                  <a:sym typeface="Plus Jakarta Sans"/>
                </a:endParaRPr>
              </a:p>
            </p:txBody>
          </p:sp>
          <p:sp>
            <p:nvSpPr>
              <p:cNvPr id="1565" name="Google Shape;1565;p166"/>
              <p:cNvSpPr txBox="1"/>
              <p:nvPr/>
            </p:nvSpPr>
            <p:spPr>
              <a:xfrm>
                <a:off x="4000727" y="3151392"/>
                <a:ext cx="2951100" cy="340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 sz="1300" b="1" i="0" u="none" strike="noStrike" cap="none">
                    <a:solidFill>
                      <a:srgbClr val="222B3C"/>
                    </a:solidFill>
                    <a:latin typeface="Plus Jakarta Sans"/>
                    <a:ea typeface="Plus Jakarta Sans"/>
                    <a:cs typeface="Plus Jakarta Sans"/>
                    <a:sym typeface="Plus Jakarta Sans"/>
                  </a:rPr>
                  <a:t>#1  Cross-System Lineage</a:t>
                </a:r>
                <a:endParaRPr sz="1300" i="0" u="none" strike="noStrike" cap="none">
                  <a:solidFill>
                    <a:srgbClr val="222B3C"/>
                  </a:solidFill>
                  <a:latin typeface="Plus Jakarta Sans"/>
                  <a:ea typeface="Plus Jakarta Sans"/>
                  <a:cs typeface="Plus Jakarta Sans"/>
                  <a:sym typeface="Plus Jakarta Sans"/>
                </a:endParaRPr>
              </a:p>
            </p:txBody>
          </p:sp>
        </p:grpSp>
        <p:sp>
          <p:nvSpPr>
            <p:cNvPr id="1566" name="Google Shape;1566;p166"/>
            <p:cNvSpPr/>
            <p:nvPr/>
          </p:nvSpPr>
          <p:spPr>
            <a:xfrm>
              <a:off x="652593" y="464457"/>
              <a:ext cx="2231700" cy="1329300"/>
            </a:xfrm>
            <a:prstGeom prst="rect">
              <a:avLst/>
            </a:prstGeom>
            <a:solidFill>
              <a:schemeClr val="lt1"/>
            </a:solidFill>
            <a:ln>
              <a:noFill/>
            </a:ln>
            <a:effectLst>
              <a:outerShdw blurRad="1270000" dist="825500" dir="5400000" sx="90000" sy="90000" algn="t" rotWithShape="0">
                <a:srgbClr val="7F7F7F">
                  <a:alpha val="1607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00"/>
                <a:buFont typeface="Arial"/>
                <a:buNone/>
              </a:pPr>
              <a:endParaRPr sz="600" b="0" i="0" u="none" strike="noStrike" cap="none">
                <a:solidFill>
                  <a:schemeClr val="lt1"/>
                </a:solidFill>
                <a:latin typeface="Arial"/>
                <a:ea typeface="Arial"/>
                <a:cs typeface="Arial"/>
                <a:sym typeface="Arial"/>
              </a:endParaRPr>
            </a:p>
          </p:txBody>
        </p:sp>
        <p:pic>
          <p:nvPicPr>
            <p:cNvPr id="1567" name="Google Shape;1567;p166"/>
            <p:cNvPicPr preferRelativeResize="0"/>
            <p:nvPr/>
          </p:nvPicPr>
          <p:blipFill rotWithShape="1">
            <a:blip r:embed="rId3">
              <a:alphaModFix amt="91000"/>
            </a:blip>
            <a:srcRect/>
            <a:stretch/>
          </p:blipFill>
          <p:spPr>
            <a:xfrm>
              <a:off x="702983" y="510096"/>
              <a:ext cx="2130892" cy="1238151"/>
            </a:xfrm>
            <a:prstGeom prst="rect">
              <a:avLst/>
            </a:prstGeom>
            <a:noFill/>
            <a:ln>
              <a:noFill/>
            </a:ln>
          </p:spPr>
        </p:pic>
        <p:sp>
          <p:nvSpPr>
            <p:cNvPr id="1568" name="Google Shape;1568;p166"/>
            <p:cNvSpPr/>
            <p:nvPr/>
          </p:nvSpPr>
          <p:spPr>
            <a:xfrm flipH="1">
              <a:off x="2587058" y="2078329"/>
              <a:ext cx="3217800" cy="1099800"/>
            </a:xfrm>
            <a:prstGeom prst="roundRect">
              <a:avLst>
                <a:gd name="adj" fmla="val 11170"/>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0315C"/>
                </a:solidFill>
                <a:latin typeface="Poppins"/>
                <a:ea typeface="Poppins"/>
                <a:cs typeface="Poppins"/>
                <a:sym typeface="Poppins"/>
              </a:endParaRPr>
            </a:p>
          </p:txBody>
        </p:sp>
        <p:sp>
          <p:nvSpPr>
            <p:cNvPr id="1569" name="Google Shape;1569;p166"/>
            <p:cNvSpPr txBox="1"/>
            <p:nvPr/>
          </p:nvSpPr>
          <p:spPr>
            <a:xfrm>
              <a:off x="3104575" y="2218564"/>
              <a:ext cx="2484600" cy="677100"/>
            </a:xfrm>
            <a:prstGeom prst="rect">
              <a:avLst/>
            </a:prstGeom>
            <a:noFill/>
            <a:ln>
              <a:noFill/>
            </a:ln>
          </p:spPr>
          <p:txBody>
            <a:bodyPr spcFirstLastPara="1" wrap="square" lIns="91425" tIns="91425" rIns="91425" bIns="91425" anchor="t" anchorCtr="0">
              <a:spAutoFit/>
            </a:bodyPr>
            <a:lstStyle/>
            <a:p>
              <a:pPr marL="0" marR="0" lvl="0" indent="0" algn="l" rtl="0">
                <a:lnSpc>
                  <a:spcPct val="110000"/>
                </a:lnSpc>
                <a:spcBef>
                  <a:spcPts val="0"/>
                </a:spcBef>
                <a:spcAft>
                  <a:spcPts val="0"/>
                </a:spcAft>
                <a:buClr>
                  <a:schemeClr val="lt1"/>
                </a:buClr>
                <a:buSzPts val="1100"/>
                <a:buFont typeface="Arial"/>
                <a:buNone/>
              </a:pPr>
              <a:r>
                <a:rPr lang="en" sz="1000" i="0" u="none" strike="noStrike" cap="none">
                  <a:solidFill>
                    <a:srgbClr val="222B3C"/>
                  </a:solidFill>
                  <a:latin typeface="Plus Jakarta Sans"/>
                  <a:ea typeface="Plus Jakarta Sans"/>
                  <a:cs typeface="Plus Jakarta Sans"/>
                  <a:sym typeface="Plus Jakarta Sans"/>
                </a:rPr>
                <a:t>Details the </a:t>
              </a:r>
              <a:r>
                <a:rPr lang="en" sz="1000">
                  <a:solidFill>
                    <a:srgbClr val="222B3C"/>
                  </a:solidFill>
                  <a:latin typeface="Plus Jakarta Sans"/>
                  <a:ea typeface="Plus Jakarta Sans"/>
                  <a:cs typeface="Plus Jakarta Sans"/>
                  <a:sym typeface="Plus Jakarta Sans"/>
                </a:rPr>
                <a:t>asset</a:t>
              </a:r>
              <a:r>
                <a:rPr lang="en" sz="1000" i="0" u="none" strike="noStrike" cap="none">
                  <a:solidFill>
                    <a:srgbClr val="222B3C"/>
                  </a:solidFill>
                  <a:latin typeface="Plus Jakarta Sans"/>
                  <a:ea typeface="Plus Jakarta Sans"/>
                  <a:cs typeface="Plus Jakarta Sans"/>
                  <a:sym typeface="Plus Jakarta Sans"/>
                </a:rPr>
                <a:t>-level lineage </a:t>
              </a:r>
              <a:r>
                <a:rPr lang="en" sz="1000" b="1" i="0" u="none" strike="noStrike" cap="none">
                  <a:solidFill>
                    <a:srgbClr val="222B3C"/>
                  </a:solidFill>
                  <a:latin typeface="Plus Jakarta Sans"/>
                  <a:ea typeface="Plus Jakarta Sans"/>
                  <a:cs typeface="Plus Jakarta Sans"/>
                  <a:sym typeface="Plus Jakarta Sans"/>
                </a:rPr>
                <a:t>within</a:t>
              </a:r>
              <a:r>
                <a:rPr lang="en" sz="1000" i="0" u="none" strike="noStrike" cap="none">
                  <a:solidFill>
                    <a:srgbClr val="222B3C"/>
                  </a:solidFill>
                  <a:latin typeface="Plus Jakarta Sans"/>
                  <a:ea typeface="Plus Jakarta Sans"/>
                  <a:cs typeface="Plus Jakarta Sans"/>
                  <a:sym typeface="Plus Jakarta Sans"/>
                </a:rPr>
                <a:t> an ETL process, report, or database object.</a:t>
              </a:r>
              <a:endParaRPr sz="1000" i="0" u="none" strike="noStrike" cap="none">
                <a:solidFill>
                  <a:srgbClr val="222B3C"/>
                </a:solidFill>
                <a:latin typeface="Plus Jakarta Sans"/>
                <a:ea typeface="Plus Jakarta Sans"/>
                <a:cs typeface="Plus Jakarta Sans"/>
                <a:sym typeface="Plus Jakarta Sans"/>
              </a:endParaRPr>
            </a:p>
          </p:txBody>
        </p:sp>
        <p:sp>
          <p:nvSpPr>
            <p:cNvPr id="1570" name="Google Shape;1570;p166"/>
            <p:cNvSpPr txBox="1"/>
            <p:nvPr/>
          </p:nvSpPr>
          <p:spPr>
            <a:xfrm>
              <a:off x="3104567" y="1938724"/>
              <a:ext cx="2531100" cy="292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300" b="1" i="0" u="none" strike="noStrike" cap="none">
                  <a:solidFill>
                    <a:srgbClr val="222B3C"/>
                  </a:solidFill>
                  <a:latin typeface="Plus Jakarta Sans"/>
                  <a:ea typeface="Plus Jakarta Sans"/>
                  <a:cs typeface="Plus Jakarta Sans"/>
                  <a:sym typeface="Plus Jakarta Sans"/>
                </a:rPr>
                <a:t>#2  Inner-System Lineage</a:t>
              </a:r>
              <a:endParaRPr sz="1300" i="0" u="none" strike="noStrike" cap="none">
                <a:solidFill>
                  <a:srgbClr val="222B3C"/>
                </a:solidFill>
                <a:latin typeface="Plus Jakarta Sans"/>
                <a:ea typeface="Plus Jakarta Sans"/>
                <a:cs typeface="Plus Jakarta Sans"/>
                <a:sym typeface="Plus Jakarta Sans"/>
              </a:endParaRPr>
            </a:p>
          </p:txBody>
        </p:sp>
        <p:sp>
          <p:nvSpPr>
            <p:cNvPr id="1571" name="Google Shape;1571;p166"/>
            <p:cNvSpPr/>
            <p:nvPr/>
          </p:nvSpPr>
          <p:spPr>
            <a:xfrm>
              <a:off x="652593" y="1963474"/>
              <a:ext cx="2231700" cy="1329300"/>
            </a:xfrm>
            <a:prstGeom prst="rect">
              <a:avLst/>
            </a:prstGeom>
            <a:solidFill>
              <a:schemeClr val="lt1"/>
            </a:solidFill>
            <a:ln>
              <a:noFill/>
            </a:ln>
            <a:effectLst>
              <a:outerShdw blurRad="1270000" dist="825500" dir="5400000" sx="90000" sy="90000" algn="t" rotWithShape="0">
                <a:srgbClr val="7F7F7F">
                  <a:alpha val="1607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00"/>
                <a:buFont typeface="Arial"/>
                <a:buNone/>
              </a:pPr>
              <a:endParaRPr sz="600" b="0" i="0" u="none" strike="noStrike" cap="none">
                <a:solidFill>
                  <a:schemeClr val="lt1"/>
                </a:solidFill>
                <a:latin typeface="Arial"/>
                <a:ea typeface="Arial"/>
                <a:cs typeface="Arial"/>
                <a:sym typeface="Arial"/>
              </a:endParaRPr>
            </a:p>
          </p:txBody>
        </p:sp>
        <p:sp>
          <p:nvSpPr>
            <p:cNvPr id="1572" name="Google Shape;1572;p166"/>
            <p:cNvSpPr/>
            <p:nvPr/>
          </p:nvSpPr>
          <p:spPr>
            <a:xfrm flipH="1">
              <a:off x="2587058" y="3588268"/>
              <a:ext cx="3217800" cy="1099800"/>
            </a:xfrm>
            <a:prstGeom prst="roundRect">
              <a:avLst>
                <a:gd name="adj" fmla="val 11170"/>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573" name="Google Shape;1573;p166"/>
            <p:cNvSpPr txBox="1"/>
            <p:nvPr/>
          </p:nvSpPr>
          <p:spPr>
            <a:xfrm>
              <a:off x="3104568" y="3728513"/>
              <a:ext cx="2531100" cy="578700"/>
            </a:xfrm>
            <a:prstGeom prst="rect">
              <a:avLst/>
            </a:prstGeom>
            <a:noFill/>
            <a:ln>
              <a:noFill/>
            </a:ln>
          </p:spPr>
          <p:txBody>
            <a:bodyPr spcFirstLastPara="1" wrap="square" lIns="91425" tIns="91425" rIns="91425" bIns="91425" anchor="t" anchorCtr="0">
              <a:noAutofit/>
            </a:bodyPr>
            <a:lstStyle/>
            <a:p>
              <a:pPr marL="0" marR="0" lvl="0" indent="0" algn="l" rtl="0">
                <a:lnSpc>
                  <a:spcPct val="110000"/>
                </a:lnSpc>
                <a:spcBef>
                  <a:spcPts val="0"/>
                </a:spcBef>
                <a:spcAft>
                  <a:spcPts val="0"/>
                </a:spcAft>
                <a:buClr>
                  <a:schemeClr val="lt1"/>
                </a:buClr>
                <a:buSzPts val="1100"/>
                <a:buFont typeface="Arial"/>
                <a:buNone/>
              </a:pPr>
              <a:r>
                <a:rPr lang="en" sz="1000" i="0" u="none" strike="noStrike" cap="none">
                  <a:solidFill>
                    <a:srgbClr val="222B3C"/>
                  </a:solidFill>
                  <a:latin typeface="Plus Jakarta Sans"/>
                  <a:ea typeface="Plus Jakarta Sans"/>
                  <a:cs typeface="Plus Jakarta Sans"/>
                  <a:sym typeface="Plus Jakarta Sans"/>
                </a:rPr>
                <a:t>End-to-end</a:t>
              </a:r>
              <a:r>
                <a:rPr lang="en" sz="1000">
                  <a:solidFill>
                    <a:srgbClr val="222B3C"/>
                  </a:solidFill>
                  <a:latin typeface="Plus Jakarta Sans"/>
                  <a:ea typeface="Plus Jakarta Sans"/>
                  <a:cs typeface="Plus Jakarta Sans"/>
                  <a:sym typeface="Plus Jakarta Sans"/>
                </a:rPr>
                <a:t> </a:t>
              </a:r>
              <a:r>
                <a:rPr lang="en" sz="1000" b="1">
                  <a:solidFill>
                    <a:srgbClr val="222B3C"/>
                  </a:solidFill>
                  <a:latin typeface="Plus Jakarta Sans"/>
                  <a:ea typeface="Plus Jakarta Sans"/>
                  <a:cs typeface="Plus Jakarta Sans"/>
                  <a:sym typeface="Plus Jakarta Sans"/>
                </a:rPr>
                <a:t>asset</a:t>
              </a:r>
              <a:r>
                <a:rPr lang="en" sz="1000">
                  <a:solidFill>
                    <a:srgbClr val="222B3C"/>
                  </a:solidFill>
                  <a:latin typeface="Plus Jakarta Sans"/>
                  <a:ea typeface="Plus Jakarta Sans"/>
                  <a:cs typeface="Plus Jakarta Sans"/>
                  <a:sym typeface="Plus Jakarta Sans"/>
                </a:rPr>
                <a:t> level</a:t>
              </a:r>
              <a:r>
                <a:rPr lang="en" sz="1000" i="0" u="none" strike="noStrike" cap="none">
                  <a:solidFill>
                    <a:srgbClr val="222B3C"/>
                  </a:solidFill>
                  <a:latin typeface="Plus Jakarta Sans"/>
                  <a:ea typeface="Plus Jakarta Sans"/>
                  <a:cs typeface="Plus Jakarta Sans"/>
                  <a:sym typeface="Plus Jakarta Sans"/>
                </a:rPr>
                <a:t> lineage between systems from the source system into the end consumer.</a:t>
              </a:r>
              <a:endParaRPr sz="1000" i="0" u="none" strike="noStrike" cap="none">
                <a:solidFill>
                  <a:srgbClr val="222B3C"/>
                </a:solidFill>
                <a:latin typeface="Plus Jakarta Sans"/>
                <a:ea typeface="Plus Jakarta Sans"/>
                <a:cs typeface="Plus Jakarta Sans"/>
                <a:sym typeface="Plus Jakarta Sans"/>
              </a:endParaRPr>
            </a:p>
          </p:txBody>
        </p:sp>
        <p:sp>
          <p:nvSpPr>
            <p:cNvPr id="1574" name="Google Shape;1574;p166"/>
            <p:cNvSpPr txBox="1"/>
            <p:nvPr/>
          </p:nvSpPr>
          <p:spPr>
            <a:xfrm>
              <a:off x="3104576" y="3463988"/>
              <a:ext cx="2337300" cy="292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en" sz="1300" b="1" i="0" u="none" strike="noStrike" cap="none">
                  <a:solidFill>
                    <a:srgbClr val="222B3C"/>
                  </a:solidFill>
                  <a:latin typeface="Plus Jakarta Sans"/>
                  <a:ea typeface="Plus Jakarta Sans"/>
                  <a:cs typeface="Plus Jakarta Sans"/>
                  <a:sym typeface="Plus Jakarta Sans"/>
                </a:rPr>
                <a:t>#3  End to End Lineage</a:t>
              </a:r>
              <a:endParaRPr sz="1300" i="0" u="none" strike="noStrike" cap="none">
                <a:solidFill>
                  <a:srgbClr val="222B3C"/>
                </a:solidFill>
                <a:latin typeface="Plus Jakarta Sans"/>
                <a:ea typeface="Plus Jakarta Sans"/>
                <a:cs typeface="Plus Jakarta Sans"/>
                <a:sym typeface="Plus Jakarta Sans"/>
              </a:endParaRPr>
            </a:p>
          </p:txBody>
        </p:sp>
        <p:sp>
          <p:nvSpPr>
            <p:cNvPr id="1575" name="Google Shape;1575;p166"/>
            <p:cNvSpPr/>
            <p:nvPr/>
          </p:nvSpPr>
          <p:spPr>
            <a:xfrm>
              <a:off x="652593" y="3473413"/>
              <a:ext cx="2231700" cy="1329300"/>
            </a:xfrm>
            <a:prstGeom prst="rect">
              <a:avLst/>
            </a:prstGeom>
            <a:solidFill>
              <a:schemeClr val="lt1"/>
            </a:solidFill>
            <a:ln>
              <a:noFill/>
            </a:ln>
            <a:effectLst>
              <a:outerShdw blurRad="1270000" dist="825500" dir="5400000" sx="90000" sy="90000" algn="t" rotWithShape="0">
                <a:srgbClr val="7F7F7F">
                  <a:alpha val="16079"/>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600"/>
                <a:buFont typeface="Arial"/>
                <a:buNone/>
              </a:pPr>
              <a:endParaRPr sz="600" b="0" i="0" u="none" strike="noStrike" cap="none">
                <a:solidFill>
                  <a:schemeClr val="lt1"/>
                </a:solidFill>
                <a:latin typeface="Arial"/>
                <a:ea typeface="Arial"/>
                <a:cs typeface="Arial"/>
                <a:sym typeface="Arial"/>
              </a:endParaRPr>
            </a:p>
          </p:txBody>
        </p:sp>
        <p:pic>
          <p:nvPicPr>
            <p:cNvPr id="1576" name="Google Shape;1576;p166"/>
            <p:cNvPicPr preferRelativeResize="0"/>
            <p:nvPr/>
          </p:nvPicPr>
          <p:blipFill rotWithShape="1">
            <a:blip r:embed="rId4">
              <a:alphaModFix amt="91000"/>
            </a:blip>
            <a:srcRect/>
            <a:stretch/>
          </p:blipFill>
          <p:spPr>
            <a:xfrm>
              <a:off x="702983" y="2009294"/>
              <a:ext cx="2130891" cy="1250097"/>
            </a:xfrm>
            <a:prstGeom prst="rect">
              <a:avLst/>
            </a:prstGeom>
            <a:noFill/>
            <a:ln>
              <a:noFill/>
            </a:ln>
          </p:spPr>
        </p:pic>
        <p:pic>
          <p:nvPicPr>
            <p:cNvPr id="1577" name="Google Shape;1577;p166"/>
            <p:cNvPicPr preferRelativeResize="0"/>
            <p:nvPr/>
          </p:nvPicPr>
          <p:blipFill rotWithShape="1">
            <a:blip r:embed="rId5">
              <a:alphaModFix amt="91000"/>
            </a:blip>
            <a:srcRect l="5722" t="14544"/>
            <a:stretch/>
          </p:blipFill>
          <p:spPr>
            <a:xfrm>
              <a:off x="693046" y="3526554"/>
              <a:ext cx="2140828" cy="1230651"/>
            </a:xfrm>
            <a:prstGeom prst="rect">
              <a:avLst/>
            </a:prstGeom>
            <a:noFill/>
            <a:ln>
              <a:noFill/>
            </a:ln>
          </p:spPr>
        </p:pic>
      </p:grpSp>
      <p:pic>
        <p:nvPicPr>
          <p:cNvPr id="1578" name="Google Shape;1578;p166"/>
          <p:cNvPicPr preferRelativeResize="0"/>
          <p:nvPr/>
        </p:nvPicPr>
        <p:blipFill rotWithShape="1">
          <a:blip r:embed="rId6">
            <a:alphaModFix/>
          </a:blip>
          <a:srcRect/>
          <a:stretch/>
        </p:blipFill>
        <p:spPr>
          <a:xfrm>
            <a:off x="815863" y="2085637"/>
            <a:ext cx="2205972" cy="1650175"/>
          </a:xfrm>
          <a:prstGeom prst="rect">
            <a:avLst/>
          </a:prstGeom>
          <a:noFill/>
          <a:ln>
            <a:noFill/>
          </a:ln>
        </p:spPr>
      </p:pic>
      <p:pic>
        <p:nvPicPr>
          <p:cNvPr id="1579" name="Google Shape;1579;p166"/>
          <p:cNvPicPr preferRelativeResize="0"/>
          <p:nvPr/>
        </p:nvPicPr>
        <p:blipFill rotWithShape="1">
          <a:blip r:embed="rId7">
            <a:alphaModFix/>
          </a:blip>
          <a:srcRect/>
          <a:stretch/>
        </p:blipFill>
        <p:spPr>
          <a:xfrm rot="-5400000">
            <a:off x="2040156" y="2705680"/>
            <a:ext cx="2507886" cy="544527"/>
          </a:xfrm>
          <a:prstGeom prst="rect">
            <a:avLst/>
          </a:prstGeom>
          <a:noFill/>
          <a:ln>
            <a:noFill/>
          </a:ln>
        </p:spPr>
      </p:pic>
      <p:sp>
        <p:nvSpPr>
          <p:cNvPr id="1580" name="Google Shape;1580;p166"/>
          <p:cNvSpPr txBox="1">
            <a:spLocks noGrp="1"/>
          </p:cNvSpPr>
          <p:nvPr>
            <p:ph type="title"/>
          </p:nvPr>
        </p:nvSpPr>
        <p:spPr>
          <a:xfrm>
            <a:off x="533400" y="360450"/>
            <a:ext cx="3004800" cy="612900"/>
          </a:xfrm>
          <a:prstGeom prst="rect">
            <a:avLst/>
          </a:prstGeom>
          <a:noFill/>
          <a:ln>
            <a:noFill/>
          </a:ln>
        </p:spPr>
        <p:txBody>
          <a:bodyPr spcFirstLastPara="1" wrap="square" lIns="91425" tIns="0" rIns="91425" bIns="45700" anchor="t" anchorCtr="0">
            <a:noAutofit/>
          </a:bodyPr>
          <a:lstStyle/>
          <a:p>
            <a:pPr marL="0" lvl="0" indent="0" algn="l" rtl="0">
              <a:lnSpc>
                <a:spcPct val="100000"/>
              </a:lnSpc>
              <a:spcBef>
                <a:spcPts val="0"/>
              </a:spcBef>
              <a:spcAft>
                <a:spcPts val="0"/>
              </a:spcAft>
              <a:buClr>
                <a:srgbClr val="120046"/>
              </a:buClr>
              <a:buSzPts val="2000"/>
              <a:buFont typeface="Plus Jakarta Sans Medium"/>
              <a:buNone/>
            </a:pPr>
            <a:r>
              <a:rPr lang="en"/>
              <a:t>Multi-Dimensional Lineage</a:t>
            </a:r>
            <a:endParaRPr/>
          </a:p>
        </p:txBody>
      </p:sp>
      <p:sp>
        <p:nvSpPr>
          <p:cNvPr id="1581" name="Google Shape;1581;p166"/>
          <p:cNvSpPr txBox="1">
            <a:spLocks noGrp="1"/>
          </p:cNvSpPr>
          <p:nvPr>
            <p:ph type="body" idx="4294967295"/>
          </p:nvPr>
        </p:nvSpPr>
        <p:spPr>
          <a:xfrm>
            <a:off x="553964" y="1454375"/>
            <a:ext cx="2824500" cy="907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rgbClr val="000000"/>
              </a:buClr>
              <a:buSzPts val="1100"/>
              <a:buFont typeface="Arial"/>
              <a:buNone/>
            </a:pPr>
            <a:r>
              <a:rPr lang="en" sz="1000">
                <a:solidFill>
                  <a:schemeClr val="accent2"/>
                </a:solidFill>
              </a:rPr>
              <a:t>Octopai Knowledge Graph: Unveiling hidden data relationships for smarter decisions</a:t>
            </a:r>
            <a:endParaRPr sz="1000">
              <a:solidFill>
                <a:schemeClr val="accent2"/>
              </a:solidFill>
            </a:endParaRPr>
          </a:p>
          <a:p>
            <a:pPr marL="0" lvl="0" indent="0" algn="l" rtl="0">
              <a:lnSpc>
                <a:spcPct val="100000"/>
              </a:lnSpc>
              <a:spcBef>
                <a:spcPts val="0"/>
              </a:spcBef>
              <a:spcAft>
                <a:spcPts val="400"/>
              </a:spcAft>
              <a:buSzPts val="1100"/>
              <a:buNone/>
            </a:pPr>
            <a:endParaRPr sz="1000">
              <a:solidFill>
                <a:schemeClr val="accent2"/>
              </a:solidFill>
            </a:endParaRPr>
          </a:p>
        </p:txBody>
      </p:sp>
      <p:sp>
        <p:nvSpPr>
          <p:cNvPr id="1582" name="Google Shape;1582;p166"/>
          <p:cNvSpPr/>
          <p:nvPr/>
        </p:nvSpPr>
        <p:spPr>
          <a:xfrm>
            <a:off x="0" y="0"/>
            <a:ext cx="2710800" cy="228600"/>
          </a:xfrm>
          <a:prstGeom prst="rect">
            <a:avLst/>
          </a:prstGeom>
          <a:solidFill>
            <a:srgbClr val="5555F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i="1">
                <a:solidFill>
                  <a:srgbClr val="FFFFFF"/>
                </a:solidFill>
                <a:latin typeface="Plus Jakarta Sans Bold"/>
                <a:ea typeface="Plus Jakarta Sans Bold"/>
                <a:cs typeface="Plus Jakarta Sans Bold"/>
                <a:sym typeface="Plus Jakarta Sans"/>
              </a:rPr>
              <a:t>Enabling Technologies</a:t>
            </a:r>
            <a:endParaRPr b="1" i="1">
              <a:solidFill>
                <a:srgbClr val="FFFFFF"/>
              </a:solidFill>
              <a:latin typeface="Plus Jakarta Sans Bold"/>
              <a:ea typeface="Plus Jakarta Sans Bold"/>
              <a:cs typeface="Plus Jakarta Sans Bold"/>
              <a:sym typeface="Plus Jakarta Sans"/>
            </a:endParaRPr>
          </a:p>
        </p:txBody>
      </p:sp>
    </p:spTree>
  </p:cSld>
  <p:clrMapOvr>
    <a:masterClrMapping/>
  </p:clrMapOvr>
  <p:transition spd="slow">
    <p:push/>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586"/>
        <p:cNvGrpSpPr/>
        <p:nvPr/>
      </p:nvGrpSpPr>
      <p:grpSpPr>
        <a:xfrm>
          <a:off x="0" y="0"/>
          <a:ext cx="0" cy="0"/>
          <a:chOff x="0" y="0"/>
          <a:chExt cx="0" cy="0"/>
        </a:xfrm>
      </p:grpSpPr>
      <p:sp>
        <p:nvSpPr>
          <p:cNvPr id="1587" name="Google Shape;1587;p167"/>
          <p:cNvSpPr/>
          <p:nvPr/>
        </p:nvSpPr>
        <p:spPr>
          <a:xfrm>
            <a:off x="7003700" y="1939925"/>
            <a:ext cx="1759800" cy="993600"/>
          </a:xfrm>
          <a:prstGeom prst="roundRect">
            <a:avLst>
              <a:gd name="adj" fmla="val 10278"/>
            </a:avLst>
          </a:prstGeom>
          <a:solidFill>
            <a:srgbClr val="F3F3F3"/>
          </a:solid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900">
                <a:solidFill>
                  <a:srgbClr val="0A0A0A"/>
                </a:solidFill>
                <a:latin typeface="Plus Jakarta Sans"/>
                <a:ea typeface="Plus Jakarta Sans"/>
                <a:cs typeface="Plus Jakarta Sans"/>
                <a:sym typeface="Plus Jakarta Sans"/>
              </a:rPr>
              <a:t>#1</a:t>
            </a:r>
            <a:endParaRPr sz="900">
              <a:solidFill>
                <a:srgbClr val="0A0A0A"/>
              </a:solidFill>
              <a:latin typeface="Plus Jakarta Sans"/>
              <a:ea typeface="Plus Jakarta Sans"/>
              <a:cs typeface="Plus Jakarta Sans"/>
              <a:sym typeface="Plus Jakarta Sans"/>
            </a:endParaRPr>
          </a:p>
          <a:p>
            <a:pPr marL="0" lvl="0" indent="0" algn="l" rtl="0">
              <a:lnSpc>
                <a:spcPct val="115000"/>
              </a:lnSpc>
              <a:spcBef>
                <a:spcPts val="0"/>
              </a:spcBef>
              <a:spcAft>
                <a:spcPts val="0"/>
              </a:spcAft>
              <a:buNone/>
            </a:pPr>
            <a:r>
              <a:rPr lang="en" sz="900">
                <a:solidFill>
                  <a:srgbClr val="0A0A0A"/>
                </a:solidFill>
                <a:latin typeface="Plus Jakarta Sans"/>
                <a:ea typeface="Plus Jakarta Sans"/>
                <a:cs typeface="Plus Jakarta Sans"/>
                <a:sym typeface="Plus Jakarta Sans"/>
              </a:rPr>
              <a:t>Octopai extracts metadata from all major data systems and maps the data flow automatically. </a:t>
            </a:r>
            <a:endParaRPr>
              <a:latin typeface="Plus Jakarta Sans"/>
              <a:ea typeface="Plus Jakarta Sans"/>
              <a:cs typeface="Plus Jakarta Sans"/>
              <a:sym typeface="Plus Jakarta Sans"/>
            </a:endParaRPr>
          </a:p>
        </p:txBody>
      </p:sp>
      <p:sp>
        <p:nvSpPr>
          <p:cNvPr id="1588" name="Google Shape;1588;p167"/>
          <p:cNvSpPr txBox="1"/>
          <p:nvPr/>
        </p:nvSpPr>
        <p:spPr>
          <a:xfrm>
            <a:off x="5762371" y="3677100"/>
            <a:ext cx="1111800" cy="768000"/>
          </a:xfrm>
          <a:prstGeom prst="rect">
            <a:avLst/>
          </a:prstGeom>
          <a:noFill/>
          <a:ln>
            <a:noFill/>
          </a:ln>
        </p:spPr>
        <p:txBody>
          <a:bodyPr spcFirstLastPara="1" wrap="square" lIns="91425" tIns="91425" rIns="91425" bIns="91425" anchor="t" anchorCtr="0">
            <a:spAutoFit/>
          </a:bodyPr>
          <a:lstStyle/>
          <a:p>
            <a:pPr marL="0" marR="0" lvl="0" indent="0" algn="l" rtl="0">
              <a:lnSpc>
                <a:spcPct val="130000"/>
              </a:lnSpc>
              <a:spcBef>
                <a:spcPts val="0"/>
              </a:spcBef>
              <a:spcAft>
                <a:spcPts val="0"/>
              </a:spcAft>
              <a:buClr>
                <a:srgbClr val="000000"/>
              </a:buClr>
              <a:buSzPts val="2000"/>
              <a:buFont typeface="Arial"/>
              <a:buNone/>
            </a:pPr>
            <a:r>
              <a:rPr lang="en" sz="2300" b="1">
                <a:solidFill>
                  <a:srgbClr val="5555F9"/>
                </a:solidFill>
                <a:latin typeface="Plus Jakarta Sans"/>
                <a:ea typeface="Plus Jakarta Sans"/>
                <a:cs typeface="Plus Jakarta Sans"/>
                <a:sym typeface="Plus Jakarta Sans"/>
              </a:rPr>
              <a:t>3-48h </a:t>
            </a:r>
            <a:r>
              <a:rPr lang="en" sz="2300" b="1" i="0" u="none" strike="noStrike" cap="none">
                <a:solidFill>
                  <a:srgbClr val="5555F9"/>
                </a:solidFill>
                <a:latin typeface="Plus Jakarta Sans"/>
                <a:ea typeface="Plus Jakarta Sans"/>
                <a:cs typeface="Plus Jakarta Sans"/>
                <a:sym typeface="Plus Jakarta Sans"/>
              </a:rPr>
              <a:t> </a:t>
            </a:r>
            <a:endParaRPr sz="2300" b="1" i="0" u="none" strike="noStrike" cap="none">
              <a:solidFill>
                <a:srgbClr val="5555F9"/>
              </a:solidFill>
              <a:latin typeface="Plus Jakarta Sans"/>
              <a:ea typeface="Plus Jakarta Sans"/>
              <a:cs typeface="Plus Jakarta Sans"/>
              <a:sym typeface="Plus Jakarta Sans"/>
            </a:endParaRPr>
          </a:p>
          <a:p>
            <a:pPr marL="0" lvl="0" indent="0" algn="l" rtl="0">
              <a:lnSpc>
                <a:spcPct val="150000"/>
              </a:lnSpc>
              <a:spcBef>
                <a:spcPts val="0"/>
              </a:spcBef>
              <a:spcAft>
                <a:spcPts val="0"/>
              </a:spcAft>
              <a:buNone/>
            </a:pPr>
            <a:r>
              <a:rPr lang="en" sz="800">
                <a:solidFill>
                  <a:srgbClr val="100045"/>
                </a:solidFill>
                <a:latin typeface="Plus Jakarta Sans Medium"/>
                <a:ea typeface="Plus Jakarta Sans Medium"/>
                <a:cs typeface="Plus Jakarta Sans Medium"/>
                <a:sym typeface="Plus Jakarta Sans Medium"/>
              </a:rPr>
              <a:t>Time to Value </a:t>
            </a:r>
            <a:endParaRPr sz="800">
              <a:solidFill>
                <a:srgbClr val="100045"/>
              </a:solidFill>
              <a:latin typeface="Plus Jakarta Sans Medium"/>
              <a:ea typeface="Plus Jakarta Sans Medium"/>
              <a:cs typeface="Plus Jakarta Sans Medium"/>
              <a:sym typeface="Plus Jakarta Sans Medium"/>
            </a:endParaRPr>
          </a:p>
        </p:txBody>
      </p:sp>
      <p:sp>
        <p:nvSpPr>
          <p:cNvPr id="1589" name="Google Shape;1589;p167"/>
          <p:cNvSpPr txBox="1"/>
          <p:nvPr/>
        </p:nvSpPr>
        <p:spPr>
          <a:xfrm>
            <a:off x="7235450" y="3677100"/>
            <a:ext cx="1296300" cy="1014300"/>
          </a:xfrm>
          <a:prstGeom prst="rect">
            <a:avLst/>
          </a:prstGeom>
          <a:noFill/>
          <a:ln>
            <a:noFill/>
          </a:ln>
        </p:spPr>
        <p:txBody>
          <a:bodyPr spcFirstLastPara="1" wrap="square" lIns="91425" tIns="91425" rIns="91425" bIns="91425" anchor="t" anchorCtr="0">
            <a:spAutoFit/>
          </a:bodyPr>
          <a:lstStyle/>
          <a:p>
            <a:pPr marL="0" marR="0" lvl="0" indent="0" algn="l" rtl="0">
              <a:lnSpc>
                <a:spcPct val="130000"/>
              </a:lnSpc>
              <a:spcBef>
                <a:spcPts val="0"/>
              </a:spcBef>
              <a:spcAft>
                <a:spcPts val="0"/>
              </a:spcAft>
              <a:buClr>
                <a:srgbClr val="000000"/>
              </a:buClr>
              <a:buSzPts val="2000"/>
              <a:buFont typeface="Arial"/>
              <a:buNone/>
            </a:pPr>
            <a:r>
              <a:rPr lang="en" sz="2300" b="1">
                <a:solidFill>
                  <a:srgbClr val="5555F9"/>
                </a:solidFill>
                <a:latin typeface="Plus Jakarta Sans"/>
                <a:ea typeface="Plus Jakarta Sans"/>
                <a:cs typeface="Plus Jakarta Sans"/>
                <a:sym typeface="Plus Jakarta Sans"/>
              </a:rPr>
              <a:t>Hybrid</a:t>
            </a:r>
            <a:endParaRPr sz="2300" b="1">
              <a:solidFill>
                <a:srgbClr val="5555F9"/>
              </a:solidFill>
              <a:latin typeface="Plus Jakarta Sans"/>
              <a:ea typeface="Plus Jakarta Sans"/>
              <a:cs typeface="Plus Jakarta Sans"/>
              <a:sym typeface="Plus Jakarta Sans"/>
            </a:endParaRPr>
          </a:p>
          <a:p>
            <a:pPr marL="0" lvl="0" indent="0" algn="l" rtl="0">
              <a:spcBef>
                <a:spcPts val="0"/>
              </a:spcBef>
              <a:spcAft>
                <a:spcPts val="0"/>
              </a:spcAft>
              <a:buNone/>
            </a:pPr>
            <a:r>
              <a:rPr lang="en" sz="800">
                <a:solidFill>
                  <a:srgbClr val="100045"/>
                </a:solidFill>
                <a:latin typeface="Plus Jakarta Sans Medium"/>
                <a:ea typeface="Plus Jakarta Sans Medium"/>
                <a:cs typeface="Plus Jakarta Sans Medium"/>
                <a:sym typeface="Plus Jakarta Sans Medium"/>
              </a:rPr>
              <a:t>Supports OnPrem Legacy + Modern Cloud Integrations</a:t>
            </a:r>
            <a:endParaRPr sz="800">
              <a:solidFill>
                <a:srgbClr val="100045"/>
              </a:solidFill>
              <a:latin typeface="Plus Jakarta Sans Medium"/>
              <a:ea typeface="Plus Jakarta Sans Medium"/>
              <a:cs typeface="Plus Jakarta Sans Medium"/>
              <a:sym typeface="Plus Jakarta Sans Medium"/>
            </a:endParaRPr>
          </a:p>
        </p:txBody>
      </p:sp>
      <p:sp>
        <p:nvSpPr>
          <p:cNvPr id="1590" name="Google Shape;1590;p167"/>
          <p:cNvSpPr txBox="1"/>
          <p:nvPr/>
        </p:nvSpPr>
        <p:spPr>
          <a:xfrm>
            <a:off x="2829363" y="3677100"/>
            <a:ext cx="1401300" cy="891300"/>
          </a:xfrm>
          <a:prstGeom prst="rect">
            <a:avLst/>
          </a:prstGeom>
          <a:noFill/>
          <a:ln>
            <a:noFill/>
          </a:ln>
        </p:spPr>
        <p:txBody>
          <a:bodyPr spcFirstLastPara="1" wrap="square" lIns="91425" tIns="91425" rIns="91425" bIns="91425" anchor="t" anchorCtr="0">
            <a:spAutoFit/>
          </a:bodyPr>
          <a:lstStyle/>
          <a:p>
            <a:pPr marL="0" marR="0" lvl="0" indent="0" algn="l" rtl="0">
              <a:lnSpc>
                <a:spcPct val="130000"/>
              </a:lnSpc>
              <a:spcBef>
                <a:spcPts val="0"/>
              </a:spcBef>
              <a:spcAft>
                <a:spcPts val="0"/>
              </a:spcAft>
              <a:buClr>
                <a:srgbClr val="000000"/>
              </a:buClr>
              <a:buSzPts val="2000"/>
              <a:buFont typeface="Arial"/>
              <a:buNone/>
            </a:pPr>
            <a:r>
              <a:rPr lang="en" sz="2300" b="1">
                <a:solidFill>
                  <a:srgbClr val="5555F9"/>
                </a:solidFill>
                <a:latin typeface="Plus Jakarta Sans"/>
                <a:ea typeface="Plus Jakarta Sans"/>
                <a:cs typeface="Plus Jakarta Sans"/>
                <a:sym typeface="Plus Jakarta Sans"/>
              </a:rPr>
              <a:t>100%</a:t>
            </a:r>
            <a:endParaRPr sz="2300" b="1" i="0" u="none" strike="noStrike" cap="none">
              <a:solidFill>
                <a:srgbClr val="5555F9"/>
              </a:solidFill>
              <a:latin typeface="Plus Jakarta Sans"/>
              <a:ea typeface="Plus Jakarta Sans"/>
              <a:cs typeface="Plus Jakarta Sans"/>
              <a:sym typeface="Plus Jakarta Sans"/>
            </a:endParaRPr>
          </a:p>
          <a:p>
            <a:pPr marL="0" lvl="0" indent="0" algn="l" rtl="0">
              <a:spcBef>
                <a:spcPts val="0"/>
              </a:spcBef>
              <a:spcAft>
                <a:spcPts val="0"/>
              </a:spcAft>
              <a:buNone/>
            </a:pPr>
            <a:r>
              <a:rPr lang="en" sz="800">
                <a:solidFill>
                  <a:srgbClr val="100045"/>
                </a:solidFill>
                <a:latin typeface="Plus Jakarta Sans Medium"/>
                <a:ea typeface="Plus Jakarta Sans Medium"/>
                <a:cs typeface="Plus Jakarta Sans Medium"/>
                <a:sym typeface="Plus Jakarta Sans Medium"/>
              </a:rPr>
              <a:t>Automation</a:t>
            </a:r>
            <a:br>
              <a:rPr lang="en" sz="800">
                <a:solidFill>
                  <a:srgbClr val="100045"/>
                </a:solidFill>
                <a:latin typeface="Plus Jakarta Sans Medium"/>
                <a:ea typeface="Plus Jakarta Sans Medium"/>
                <a:cs typeface="Plus Jakarta Sans Medium"/>
                <a:sym typeface="Plus Jakarta Sans Medium"/>
              </a:rPr>
            </a:br>
            <a:r>
              <a:rPr lang="en" sz="800">
                <a:solidFill>
                  <a:srgbClr val="100045"/>
                </a:solidFill>
                <a:latin typeface="Plus Jakarta Sans Medium"/>
                <a:ea typeface="Plus Jakarta Sans Medium"/>
                <a:cs typeface="Plus Jakarta Sans Medium"/>
                <a:sym typeface="Plus Jakarta Sans Medium"/>
              </a:rPr>
              <a:t>Low Touch</a:t>
            </a:r>
            <a:endParaRPr sz="700">
              <a:solidFill>
                <a:srgbClr val="100045"/>
              </a:solidFill>
              <a:latin typeface="Plus Jakarta Sans Medium"/>
              <a:ea typeface="Plus Jakarta Sans Medium"/>
              <a:cs typeface="Plus Jakarta Sans Medium"/>
              <a:sym typeface="Plus Jakarta Sans Medium"/>
            </a:endParaRPr>
          </a:p>
        </p:txBody>
      </p:sp>
      <p:sp>
        <p:nvSpPr>
          <p:cNvPr id="1591" name="Google Shape;1591;p167"/>
          <p:cNvSpPr txBox="1"/>
          <p:nvPr/>
        </p:nvSpPr>
        <p:spPr>
          <a:xfrm>
            <a:off x="4296950" y="3677100"/>
            <a:ext cx="1018500" cy="891300"/>
          </a:xfrm>
          <a:prstGeom prst="rect">
            <a:avLst/>
          </a:prstGeom>
          <a:noFill/>
          <a:ln>
            <a:noFill/>
          </a:ln>
        </p:spPr>
        <p:txBody>
          <a:bodyPr spcFirstLastPara="1" wrap="square" lIns="91425" tIns="91425" rIns="91425" bIns="91425" anchor="t" anchorCtr="0">
            <a:spAutoFit/>
          </a:bodyPr>
          <a:lstStyle/>
          <a:p>
            <a:pPr marL="0" marR="0" lvl="0" indent="0" algn="l" rtl="0">
              <a:lnSpc>
                <a:spcPct val="130000"/>
              </a:lnSpc>
              <a:spcBef>
                <a:spcPts val="0"/>
              </a:spcBef>
              <a:spcAft>
                <a:spcPts val="0"/>
              </a:spcAft>
              <a:buClr>
                <a:srgbClr val="000000"/>
              </a:buClr>
              <a:buSzPts val="2000"/>
              <a:buFont typeface="Arial"/>
              <a:buNone/>
            </a:pPr>
            <a:r>
              <a:rPr lang="en" sz="2300" b="1">
                <a:solidFill>
                  <a:srgbClr val="5555F9"/>
                </a:solidFill>
                <a:latin typeface="Plus Jakarta Sans"/>
                <a:ea typeface="Plus Jakarta Sans"/>
                <a:cs typeface="Plus Jakarta Sans"/>
                <a:sym typeface="Plus Jakarta Sans"/>
              </a:rPr>
              <a:t>SaaS</a:t>
            </a:r>
            <a:endParaRPr sz="2300" b="1">
              <a:solidFill>
                <a:srgbClr val="5555F9"/>
              </a:solidFill>
              <a:latin typeface="Plus Jakarta Sans"/>
              <a:ea typeface="Plus Jakarta Sans"/>
              <a:cs typeface="Plus Jakarta Sans"/>
              <a:sym typeface="Plus Jakarta Sans"/>
            </a:endParaRPr>
          </a:p>
          <a:p>
            <a:pPr marL="0" lvl="0" indent="0" algn="l" rtl="0">
              <a:spcBef>
                <a:spcPts val="0"/>
              </a:spcBef>
              <a:spcAft>
                <a:spcPts val="0"/>
              </a:spcAft>
              <a:buNone/>
            </a:pPr>
            <a:r>
              <a:rPr lang="en" sz="800">
                <a:solidFill>
                  <a:srgbClr val="100045"/>
                </a:solidFill>
                <a:latin typeface="Plus Jakarta Sans Medium"/>
                <a:ea typeface="Plus Jakarta Sans Medium"/>
                <a:cs typeface="Plus Jakarta Sans Medium"/>
                <a:sym typeface="Plus Jakarta Sans Medium"/>
              </a:rPr>
              <a:t>No Resources Overhead</a:t>
            </a:r>
            <a:endParaRPr sz="800" i="0" u="none" strike="noStrike" cap="none">
              <a:solidFill>
                <a:srgbClr val="100045"/>
              </a:solidFill>
              <a:latin typeface="Plus Jakarta Sans Medium"/>
              <a:ea typeface="Plus Jakarta Sans Medium"/>
              <a:cs typeface="Plus Jakarta Sans Medium"/>
              <a:sym typeface="Plus Jakarta Sans Medium"/>
            </a:endParaRPr>
          </a:p>
        </p:txBody>
      </p:sp>
      <p:cxnSp>
        <p:nvCxnSpPr>
          <p:cNvPr id="1592" name="Google Shape;1592;p167"/>
          <p:cNvCxnSpPr/>
          <p:nvPr/>
        </p:nvCxnSpPr>
        <p:spPr>
          <a:xfrm>
            <a:off x="2926988" y="4161013"/>
            <a:ext cx="520500" cy="0"/>
          </a:xfrm>
          <a:prstGeom prst="straightConnector1">
            <a:avLst/>
          </a:prstGeom>
          <a:noFill/>
          <a:ln w="19050" cap="flat" cmpd="sng">
            <a:solidFill>
              <a:srgbClr val="FF550C"/>
            </a:solidFill>
            <a:prstDash val="solid"/>
            <a:round/>
            <a:headEnd type="none" w="med" len="med"/>
            <a:tailEnd type="none" w="med" len="med"/>
          </a:ln>
        </p:spPr>
      </p:cxnSp>
      <p:cxnSp>
        <p:nvCxnSpPr>
          <p:cNvPr id="1593" name="Google Shape;1593;p167"/>
          <p:cNvCxnSpPr/>
          <p:nvPr/>
        </p:nvCxnSpPr>
        <p:spPr>
          <a:xfrm>
            <a:off x="4393838" y="4161013"/>
            <a:ext cx="520500" cy="0"/>
          </a:xfrm>
          <a:prstGeom prst="straightConnector1">
            <a:avLst/>
          </a:prstGeom>
          <a:noFill/>
          <a:ln w="19050" cap="flat" cmpd="sng">
            <a:solidFill>
              <a:srgbClr val="FF550C"/>
            </a:solidFill>
            <a:prstDash val="solid"/>
            <a:round/>
            <a:headEnd type="none" w="med" len="med"/>
            <a:tailEnd type="none" w="med" len="med"/>
          </a:ln>
        </p:spPr>
      </p:cxnSp>
      <p:cxnSp>
        <p:nvCxnSpPr>
          <p:cNvPr id="1594" name="Google Shape;1594;p167"/>
          <p:cNvCxnSpPr/>
          <p:nvPr/>
        </p:nvCxnSpPr>
        <p:spPr>
          <a:xfrm>
            <a:off x="5859988" y="4161013"/>
            <a:ext cx="520500" cy="0"/>
          </a:xfrm>
          <a:prstGeom prst="straightConnector1">
            <a:avLst/>
          </a:prstGeom>
          <a:noFill/>
          <a:ln w="19050" cap="flat" cmpd="sng">
            <a:solidFill>
              <a:srgbClr val="FF550C"/>
            </a:solidFill>
            <a:prstDash val="solid"/>
            <a:round/>
            <a:headEnd type="none" w="med" len="med"/>
            <a:tailEnd type="none" w="med" len="med"/>
          </a:ln>
        </p:spPr>
      </p:cxnSp>
      <p:cxnSp>
        <p:nvCxnSpPr>
          <p:cNvPr id="1595" name="Google Shape;1595;p167"/>
          <p:cNvCxnSpPr/>
          <p:nvPr/>
        </p:nvCxnSpPr>
        <p:spPr>
          <a:xfrm>
            <a:off x="7332338" y="4161013"/>
            <a:ext cx="520500" cy="0"/>
          </a:xfrm>
          <a:prstGeom prst="straightConnector1">
            <a:avLst/>
          </a:prstGeom>
          <a:noFill/>
          <a:ln w="19050" cap="flat" cmpd="sng">
            <a:solidFill>
              <a:srgbClr val="FF550C"/>
            </a:solidFill>
            <a:prstDash val="solid"/>
            <a:round/>
            <a:headEnd type="none" w="med" len="med"/>
            <a:tailEnd type="none" w="med" len="med"/>
          </a:ln>
        </p:spPr>
      </p:cxnSp>
      <p:sp>
        <p:nvSpPr>
          <p:cNvPr id="1596" name="Google Shape;1596;p167"/>
          <p:cNvSpPr txBox="1">
            <a:spLocks noGrp="1"/>
          </p:cNvSpPr>
          <p:nvPr>
            <p:ph type="title" idx="4294967295"/>
          </p:nvPr>
        </p:nvSpPr>
        <p:spPr>
          <a:xfrm>
            <a:off x="533400" y="281778"/>
            <a:ext cx="7620000" cy="612900"/>
          </a:xfrm>
          <a:prstGeom prst="rect">
            <a:avLst/>
          </a:prstGeom>
          <a:noFill/>
          <a:ln>
            <a:noFill/>
          </a:ln>
        </p:spPr>
        <p:txBody>
          <a:bodyPr spcFirstLastPara="1" wrap="square" lIns="91425" tIns="0" rIns="91425" bIns="45700" anchor="t" anchorCtr="0">
            <a:noAutofit/>
          </a:bodyPr>
          <a:lstStyle/>
          <a:p>
            <a:pPr marL="0" lvl="0" indent="0" algn="l" rtl="0">
              <a:spcBef>
                <a:spcPts val="0"/>
              </a:spcBef>
              <a:spcAft>
                <a:spcPts val="0"/>
              </a:spcAft>
              <a:buNone/>
            </a:pPr>
            <a:r>
              <a:rPr lang="en">
                <a:solidFill>
                  <a:schemeClr val="dk1"/>
                </a:solidFill>
              </a:rPr>
              <a:t>Octopai as a Single Source of Truth for your Metadata</a:t>
            </a:r>
            <a:endParaRPr/>
          </a:p>
        </p:txBody>
      </p:sp>
      <p:pic>
        <p:nvPicPr>
          <p:cNvPr id="1597" name="Google Shape;1597;p167"/>
          <p:cNvPicPr preferRelativeResize="0"/>
          <p:nvPr/>
        </p:nvPicPr>
        <p:blipFill rotWithShape="1">
          <a:blip r:embed="rId3">
            <a:alphaModFix/>
          </a:blip>
          <a:srcRect/>
          <a:stretch/>
        </p:blipFill>
        <p:spPr>
          <a:xfrm>
            <a:off x="3698857" y="1378781"/>
            <a:ext cx="2954788" cy="2210308"/>
          </a:xfrm>
          <a:prstGeom prst="rect">
            <a:avLst/>
          </a:prstGeom>
          <a:noFill/>
          <a:ln>
            <a:noFill/>
          </a:ln>
        </p:spPr>
      </p:pic>
      <p:sp>
        <p:nvSpPr>
          <p:cNvPr id="1598" name="Google Shape;1598;p167"/>
          <p:cNvSpPr txBox="1"/>
          <p:nvPr/>
        </p:nvSpPr>
        <p:spPr>
          <a:xfrm>
            <a:off x="6078121" y="3201825"/>
            <a:ext cx="649500" cy="92400"/>
          </a:xfrm>
          <a:prstGeom prst="rect">
            <a:avLst/>
          </a:prstGeom>
          <a:noFill/>
          <a:ln>
            <a:noFill/>
          </a:ln>
        </p:spPr>
        <p:txBody>
          <a:bodyPr spcFirstLastPara="1" wrap="square" lIns="0" tIns="0" rIns="0" bIns="0" anchor="t" anchorCtr="0">
            <a:spAutoFit/>
          </a:bodyPr>
          <a:lstStyle/>
          <a:p>
            <a:pPr marL="0" lvl="0" indent="0" algn="ctr" rtl="0">
              <a:lnSpc>
                <a:spcPct val="150000"/>
              </a:lnSpc>
              <a:spcBef>
                <a:spcPts val="0"/>
              </a:spcBef>
              <a:spcAft>
                <a:spcPts val="0"/>
              </a:spcAft>
              <a:buNone/>
            </a:pPr>
            <a:r>
              <a:rPr lang="en" sz="600">
                <a:latin typeface="Plus Jakarta Sans Medium"/>
                <a:ea typeface="Plus Jakarta Sans Medium"/>
                <a:cs typeface="Plus Jakarta Sans Medium"/>
                <a:sym typeface="Plus Jakarta Sans Medium"/>
              </a:rPr>
              <a:t>Octopai SaaS</a:t>
            </a:r>
            <a:endParaRPr>
              <a:latin typeface="Plus Jakarta Sans Medium"/>
              <a:ea typeface="Plus Jakarta Sans Medium"/>
              <a:cs typeface="Plus Jakarta Sans Medium"/>
              <a:sym typeface="Plus Jakarta Sans Medium"/>
            </a:endParaRPr>
          </a:p>
        </p:txBody>
      </p:sp>
      <p:pic>
        <p:nvPicPr>
          <p:cNvPr id="1599" name="Google Shape;1599;p167"/>
          <p:cNvPicPr preferRelativeResize="0"/>
          <p:nvPr/>
        </p:nvPicPr>
        <p:blipFill rotWithShape="1">
          <a:blip r:embed="rId4">
            <a:alphaModFix/>
          </a:blip>
          <a:srcRect t="30066" b="31724"/>
          <a:stretch/>
        </p:blipFill>
        <p:spPr>
          <a:xfrm>
            <a:off x="6203963" y="3350410"/>
            <a:ext cx="369474" cy="141172"/>
          </a:xfrm>
          <a:prstGeom prst="rect">
            <a:avLst/>
          </a:prstGeom>
          <a:noFill/>
          <a:ln>
            <a:noFill/>
          </a:ln>
        </p:spPr>
      </p:pic>
      <p:pic>
        <p:nvPicPr>
          <p:cNvPr id="1600" name="Google Shape;1600;p167"/>
          <p:cNvPicPr preferRelativeResize="0"/>
          <p:nvPr/>
        </p:nvPicPr>
        <p:blipFill rotWithShape="1">
          <a:blip r:embed="rId5">
            <a:alphaModFix/>
          </a:blip>
          <a:srcRect/>
          <a:stretch/>
        </p:blipFill>
        <p:spPr>
          <a:xfrm>
            <a:off x="3428242" y="2523870"/>
            <a:ext cx="270614" cy="71972"/>
          </a:xfrm>
          <a:prstGeom prst="rect">
            <a:avLst/>
          </a:prstGeom>
          <a:noFill/>
          <a:ln>
            <a:noFill/>
          </a:ln>
        </p:spPr>
      </p:pic>
      <p:sp>
        <p:nvSpPr>
          <p:cNvPr id="1601" name="Google Shape;1601;p167"/>
          <p:cNvSpPr/>
          <p:nvPr/>
        </p:nvSpPr>
        <p:spPr>
          <a:xfrm>
            <a:off x="894161" y="851173"/>
            <a:ext cx="1839024" cy="1769580"/>
          </a:xfrm>
          <a:prstGeom prst="cloud">
            <a:avLst/>
          </a:prstGeom>
          <a:solidFill>
            <a:srgbClr val="F7F7F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lus Jakarta Sans"/>
              <a:ea typeface="Plus Jakarta Sans"/>
              <a:cs typeface="Plus Jakarta Sans"/>
              <a:sym typeface="Plus Jakarta Sans"/>
            </a:endParaRPr>
          </a:p>
        </p:txBody>
      </p:sp>
      <p:pic>
        <p:nvPicPr>
          <p:cNvPr id="1602" name="Google Shape;1602;p167"/>
          <p:cNvPicPr preferRelativeResize="0"/>
          <p:nvPr/>
        </p:nvPicPr>
        <p:blipFill rotWithShape="1">
          <a:blip r:embed="rId6">
            <a:alphaModFix/>
          </a:blip>
          <a:srcRect/>
          <a:stretch/>
        </p:blipFill>
        <p:spPr>
          <a:xfrm>
            <a:off x="1163719" y="2742721"/>
            <a:ext cx="369474" cy="207843"/>
          </a:xfrm>
          <a:prstGeom prst="rect">
            <a:avLst/>
          </a:prstGeom>
          <a:noFill/>
          <a:ln>
            <a:noFill/>
          </a:ln>
        </p:spPr>
      </p:pic>
      <p:pic>
        <p:nvPicPr>
          <p:cNvPr id="1603" name="Google Shape;1603;p167"/>
          <p:cNvPicPr preferRelativeResize="0"/>
          <p:nvPr/>
        </p:nvPicPr>
        <p:blipFill rotWithShape="1">
          <a:blip r:embed="rId7">
            <a:alphaModFix/>
          </a:blip>
          <a:srcRect/>
          <a:stretch/>
        </p:blipFill>
        <p:spPr>
          <a:xfrm>
            <a:off x="1408688" y="1364950"/>
            <a:ext cx="469894" cy="113337"/>
          </a:xfrm>
          <a:prstGeom prst="rect">
            <a:avLst/>
          </a:prstGeom>
          <a:noFill/>
          <a:ln>
            <a:noFill/>
          </a:ln>
        </p:spPr>
      </p:pic>
      <p:pic>
        <p:nvPicPr>
          <p:cNvPr id="1604" name="Google Shape;1604;p167"/>
          <p:cNvPicPr preferRelativeResize="0"/>
          <p:nvPr/>
        </p:nvPicPr>
        <p:blipFill rotWithShape="1">
          <a:blip r:embed="rId8">
            <a:alphaModFix/>
          </a:blip>
          <a:srcRect l="2570" r="-2569"/>
          <a:stretch/>
        </p:blipFill>
        <p:spPr>
          <a:xfrm>
            <a:off x="1670301" y="1229525"/>
            <a:ext cx="296764" cy="89315"/>
          </a:xfrm>
          <a:prstGeom prst="rect">
            <a:avLst/>
          </a:prstGeom>
          <a:noFill/>
          <a:ln>
            <a:noFill/>
          </a:ln>
        </p:spPr>
      </p:pic>
      <p:pic>
        <p:nvPicPr>
          <p:cNvPr id="1605" name="Google Shape;1605;p167"/>
          <p:cNvPicPr preferRelativeResize="0"/>
          <p:nvPr/>
        </p:nvPicPr>
        <p:blipFill rotWithShape="1">
          <a:blip r:embed="rId9">
            <a:alphaModFix/>
          </a:blip>
          <a:srcRect/>
          <a:stretch/>
        </p:blipFill>
        <p:spPr>
          <a:xfrm>
            <a:off x="1721600" y="1702113"/>
            <a:ext cx="447092" cy="236681"/>
          </a:xfrm>
          <a:prstGeom prst="rect">
            <a:avLst/>
          </a:prstGeom>
          <a:noFill/>
          <a:ln>
            <a:noFill/>
          </a:ln>
        </p:spPr>
      </p:pic>
      <p:pic>
        <p:nvPicPr>
          <p:cNvPr id="1606" name="Google Shape;1606;p167"/>
          <p:cNvPicPr preferRelativeResize="0"/>
          <p:nvPr/>
        </p:nvPicPr>
        <p:blipFill rotWithShape="1">
          <a:blip r:embed="rId10">
            <a:alphaModFix/>
          </a:blip>
          <a:srcRect/>
          <a:stretch/>
        </p:blipFill>
        <p:spPr>
          <a:xfrm>
            <a:off x="1322916" y="1542939"/>
            <a:ext cx="594897" cy="175150"/>
          </a:xfrm>
          <a:prstGeom prst="rect">
            <a:avLst/>
          </a:prstGeom>
          <a:noFill/>
          <a:ln>
            <a:noFill/>
          </a:ln>
        </p:spPr>
      </p:pic>
      <p:pic>
        <p:nvPicPr>
          <p:cNvPr id="1607" name="Google Shape;1607;p167"/>
          <p:cNvPicPr preferRelativeResize="0"/>
          <p:nvPr/>
        </p:nvPicPr>
        <p:blipFill rotWithShape="1">
          <a:blip r:embed="rId11">
            <a:alphaModFix/>
          </a:blip>
          <a:srcRect/>
          <a:stretch/>
        </p:blipFill>
        <p:spPr>
          <a:xfrm>
            <a:off x="1897568" y="2031128"/>
            <a:ext cx="469894" cy="160526"/>
          </a:xfrm>
          <a:prstGeom prst="rect">
            <a:avLst/>
          </a:prstGeom>
          <a:noFill/>
          <a:ln>
            <a:noFill/>
          </a:ln>
        </p:spPr>
      </p:pic>
      <p:pic>
        <p:nvPicPr>
          <p:cNvPr id="1608" name="Google Shape;1608;p167"/>
          <p:cNvPicPr preferRelativeResize="0"/>
          <p:nvPr/>
        </p:nvPicPr>
        <p:blipFill rotWithShape="1">
          <a:blip r:embed="rId12">
            <a:alphaModFix/>
          </a:blip>
          <a:srcRect/>
          <a:stretch/>
        </p:blipFill>
        <p:spPr>
          <a:xfrm>
            <a:off x="1267001" y="1786151"/>
            <a:ext cx="438620" cy="120137"/>
          </a:xfrm>
          <a:prstGeom prst="rect">
            <a:avLst/>
          </a:prstGeom>
          <a:noFill/>
          <a:ln>
            <a:noFill/>
          </a:ln>
        </p:spPr>
      </p:pic>
      <p:pic>
        <p:nvPicPr>
          <p:cNvPr id="1609" name="Google Shape;1609;p167"/>
          <p:cNvPicPr preferRelativeResize="0"/>
          <p:nvPr/>
        </p:nvPicPr>
        <p:blipFill rotWithShape="1">
          <a:blip r:embed="rId13">
            <a:alphaModFix/>
          </a:blip>
          <a:srcRect/>
          <a:stretch/>
        </p:blipFill>
        <p:spPr>
          <a:xfrm>
            <a:off x="2184654" y="1739321"/>
            <a:ext cx="367079" cy="207832"/>
          </a:xfrm>
          <a:prstGeom prst="rect">
            <a:avLst/>
          </a:prstGeom>
          <a:noFill/>
          <a:ln>
            <a:noFill/>
          </a:ln>
        </p:spPr>
      </p:pic>
      <p:pic>
        <p:nvPicPr>
          <p:cNvPr id="1610" name="Google Shape;1610;p167"/>
          <p:cNvPicPr preferRelativeResize="0"/>
          <p:nvPr/>
        </p:nvPicPr>
        <p:blipFill rotWithShape="1">
          <a:blip r:embed="rId14">
            <a:alphaModFix/>
          </a:blip>
          <a:srcRect/>
          <a:stretch/>
        </p:blipFill>
        <p:spPr>
          <a:xfrm>
            <a:off x="1646347" y="2176806"/>
            <a:ext cx="504991" cy="263237"/>
          </a:xfrm>
          <a:prstGeom prst="rect">
            <a:avLst/>
          </a:prstGeom>
          <a:noFill/>
          <a:ln>
            <a:noFill/>
          </a:ln>
        </p:spPr>
      </p:pic>
      <p:pic>
        <p:nvPicPr>
          <p:cNvPr id="1611" name="Google Shape;1611;p167"/>
          <p:cNvPicPr preferRelativeResize="0"/>
          <p:nvPr/>
        </p:nvPicPr>
        <p:blipFill rotWithShape="1">
          <a:blip r:embed="rId15">
            <a:alphaModFix/>
          </a:blip>
          <a:srcRect/>
          <a:stretch/>
        </p:blipFill>
        <p:spPr>
          <a:xfrm>
            <a:off x="2030288" y="1364682"/>
            <a:ext cx="404301" cy="124199"/>
          </a:xfrm>
          <a:prstGeom prst="rect">
            <a:avLst/>
          </a:prstGeom>
          <a:noFill/>
          <a:ln>
            <a:noFill/>
          </a:ln>
        </p:spPr>
      </p:pic>
      <p:pic>
        <p:nvPicPr>
          <p:cNvPr id="1612" name="Google Shape;1612;p167"/>
          <p:cNvPicPr preferRelativeResize="0"/>
          <p:nvPr/>
        </p:nvPicPr>
        <p:blipFill rotWithShape="1">
          <a:blip r:embed="rId16">
            <a:alphaModFix/>
          </a:blip>
          <a:srcRect/>
          <a:stretch/>
        </p:blipFill>
        <p:spPr>
          <a:xfrm>
            <a:off x="2030288" y="1572788"/>
            <a:ext cx="404301" cy="107391"/>
          </a:xfrm>
          <a:prstGeom prst="rect">
            <a:avLst/>
          </a:prstGeom>
          <a:noFill/>
          <a:ln>
            <a:noFill/>
          </a:ln>
        </p:spPr>
      </p:pic>
      <p:pic>
        <p:nvPicPr>
          <p:cNvPr id="1613" name="Google Shape;1613;p167"/>
          <p:cNvPicPr preferRelativeResize="0"/>
          <p:nvPr/>
        </p:nvPicPr>
        <p:blipFill rotWithShape="1">
          <a:blip r:embed="rId17">
            <a:alphaModFix/>
          </a:blip>
          <a:srcRect/>
          <a:stretch/>
        </p:blipFill>
        <p:spPr>
          <a:xfrm>
            <a:off x="2079036" y="1160499"/>
            <a:ext cx="259344" cy="99412"/>
          </a:xfrm>
          <a:prstGeom prst="rect">
            <a:avLst/>
          </a:prstGeom>
          <a:noFill/>
          <a:ln>
            <a:noFill/>
          </a:ln>
        </p:spPr>
      </p:pic>
      <p:pic>
        <p:nvPicPr>
          <p:cNvPr id="1614" name="Google Shape;1614;p167"/>
          <p:cNvPicPr preferRelativeResize="0"/>
          <p:nvPr/>
        </p:nvPicPr>
        <p:blipFill rotWithShape="1">
          <a:blip r:embed="rId18">
            <a:alphaModFix/>
          </a:blip>
          <a:srcRect/>
          <a:stretch/>
        </p:blipFill>
        <p:spPr>
          <a:xfrm>
            <a:off x="1266658" y="1974699"/>
            <a:ext cx="469893" cy="183327"/>
          </a:xfrm>
          <a:prstGeom prst="rect">
            <a:avLst/>
          </a:prstGeom>
          <a:noFill/>
          <a:ln>
            <a:noFill/>
          </a:ln>
        </p:spPr>
      </p:pic>
      <p:pic>
        <p:nvPicPr>
          <p:cNvPr id="1615" name="Google Shape;1615;p167"/>
          <p:cNvPicPr preferRelativeResize="0"/>
          <p:nvPr/>
        </p:nvPicPr>
        <p:blipFill rotWithShape="1">
          <a:blip r:embed="rId19">
            <a:alphaModFix/>
          </a:blip>
          <a:srcRect/>
          <a:stretch/>
        </p:blipFill>
        <p:spPr>
          <a:xfrm>
            <a:off x="2844724" y="2292800"/>
            <a:ext cx="513812" cy="507989"/>
          </a:xfrm>
          <a:prstGeom prst="rect">
            <a:avLst/>
          </a:prstGeom>
          <a:noFill/>
          <a:ln>
            <a:noFill/>
          </a:ln>
        </p:spPr>
      </p:pic>
      <p:sp>
        <p:nvSpPr>
          <p:cNvPr id="1616" name="Google Shape;1616;p167"/>
          <p:cNvSpPr txBox="1"/>
          <p:nvPr/>
        </p:nvSpPr>
        <p:spPr>
          <a:xfrm>
            <a:off x="2634630" y="2775779"/>
            <a:ext cx="934200" cy="263400"/>
          </a:xfrm>
          <a:prstGeom prst="rect">
            <a:avLst/>
          </a:prstGeom>
          <a:noFill/>
          <a:ln>
            <a:noFill/>
          </a:ln>
        </p:spPr>
        <p:txBody>
          <a:bodyPr spcFirstLastPara="1" wrap="square" lIns="68575" tIns="68575" rIns="68575" bIns="68575" anchor="t" anchorCtr="0">
            <a:noAutofit/>
          </a:bodyPr>
          <a:lstStyle/>
          <a:p>
            <a:pPr marL="0" marR="0" lvl="0" indent="0" algn="ctr" rtl="0">
              <a:lnSpc>
                <a:spcPct val="100000"/>
              </a:lnSpc>
              <a:spcBef>
                <a:spcPts val="0"/>
              </a:spcBef>
              <a:spcAft>
                <a:spcPts val="0"/>
              </a:spcAft>
              <a:buClr>
                <a:srgbClr val="000000"/>
              </a:buClr>
              <a:buSzPts val="500"/>
              <a:buFont typeface="Arial"/>
              <a:buNone/>
            </a:pPr>
            <a:r>
              <a:rPr lang="en" sz="700" i="0" u="none" strike="noStrike" cap="none">
                <a:solidFill>
                  <a:srgbClr val="0A0A0A"/>
                </a:solidFill>
                <a:latin typeface="Plus Jakarta Sans Medium"/>
                <a:ea typeface="Plus Jakarta Sans Medium"/>
                <a:cs typeface="Plus Jakarta Sans Medium"/>
                <a:sym typeface="Plus Jakarta Sans Medium"/>
              </a:rPr>
              <a:t>Automated Raw</a:t>
            </a:r>
            <a:endParaRPr sz="700" i="0" u="none" strike="noStrike" cap="none">
              <a:solidFill>
                <a:srgbClr val="0A0A0A"/>
              </a:solidFill>
              <a:latin typeface="Plus Jakarta Sans Medium"/>
              <a:ea typeface="Plus Jakarta Sans Medium"/>
              <a:cs typeface="Plus Jakarta Sans Medium"/>
              <a:sym typeface="Plus Jakarta Sans Medium"/>
            </a:endParaRPr>
          </a:p>
          <a:p>
            <a:pPr marL="0" marR="0" lvl="0" indent="0" algn="ctr" rtl="0">
              <a:lnSpc>
                <a:spcPct val="100000"/>
              </a:lnSpc>
              <a:spcBef>
                <a:spcPts val="0"/>
              </a:spcBef>
              <a:spcAft>
                <a:spcPts val="0"/>
              </a:spcAft>
              <a:buClr>
                <a:srgbClr val="000000"/>
              </a:buClr>
              <a:buSzPts val="500"/>
              <a:buFont typeface="Arial"/>
              <a:buNone/>
            </a:pPr>
            <a:r>
              <a:rPr lang="en" sz="700" i="0" u="none" strike="noStrike" cap="none">
                <a:solidFill>
                  <a:srgbClr val="0A0A0A"/>
                </a:solidFill>
                <a:latin typeface="Plus Jakarta Sans Medium"/>
                <a:ea typeface="Plus Jakarta Sans Medium"/>
                <a:cs typeface="Plus Jakarta Sans Medium"/>
                <a:sym typeface="Plus Jakarta Sans Medium"/>
              </a:rPr>
              <a:t>Metadata Extraction</a:t>
            </a:r>
            <a:endParaRPr sz="700" i="0" u="none" strike="noStrike" cap="none">
              <a:solidFill>
                <a:srgbClr val="0A0A0A"/>
              </a:solidFill>
              <a:latin typeface="Plus Jakarta Sans Medium"/>
              <a:ea typeface="Plus Jakarta Sans Medium"/>
              <a:cs typeface="Plus Jakarta Sans Medium"/>
              <a:sym typeface="Plus Jakarta Sans Medium"/>
            </a:endParaRPr>
          </a:p>
        </p:txBody>
      </p:sp>
      <p:grpSp>
        <p:nvGrpSpPr>
          <p:cNvPr id="1617" name="Google Shape;1617;p167"/>
          <p:cNvGrpSpPr/>
          <p:nvPr/>
        </p:nvGrpSpPr>
        <p:grpSpPr>
          <a:xfrm>
            <a:off x="1376964" y="2497713"/>
            <a:ext cx="1183531" cy="1367396"/>
            <a:chOff x="671562" y="3144787"/>
            <a:chExt cx="1641513" cy="1896527"/>
          </a:xfrm>
        </p:grpSpPr>
        <p:pic>
          <p:nvPicPr>
            <p:cNvPr id="1618" name="Google Shape;1618;p167"/>
            <p:cNvPicPr preferRelativeResize="0"/>
            <p:nvPr/>
          </p:nvPicPr>
          <p:blipFill rotWithShape="1">
            <a:blip r:embed="rId20">
              <a:alphaModFix/>
            </a:blip>
            <a:srcRect/>
            <a:stretch/>
          </p:blipFill>
          <p:spPr>
            <a:xfrm>
              <a:off x="671562" y="3144787"/>
              <a:ext cx="651725" cy="181256"/>
            </a:xfrm>
            <a:prstGeom prst="rect">
              <a:avLst/>
            </a:prstGeom>
            <a:noFill/>
            <a:ln>
              <a:noFill/>
            </a:ln>
          </p:spPr>
        </p:pic>
        <p:pic>
          <p:nvPicPr>
            <p:cNvPr id="1619" name="Google Shape;1619;p167"/>
            <p:cNvPicPr preferRelativeResize="0"/>
            <p:nvPr/>
          </p:nvPicPr>
          <p:blipFill rotWithShape="1">
            <a:blip r:embed="rId21">
              <a:alphaModFix/>
            </a:blip>
            <a:srcRect/>
            <a:stretch/>
          </p:blipFill>
          <p:spPr>
            <a:xfrm>
              <a:off x="1448075" y="3222179"/>
              <a:ext cx="543900" cy="102237"/>
            </a:xfrm>
            <a:prstGeom prst="rect">
              <a:avLst/>
            </a:prstGeom>
            <a:noFill/>
            <a:ln>
              <a:noFill/>
            </a:ln>
          </p:spPr>
        </p:pic>
        <p:pic>
          <p:nvPicPr>
            <p:cNvPr id="1620" name="Google Shape;1620;p167"/>
            <p:cNvPicPr preferRelativeResize="0"/>
            <p:nvPr/>
          </p:nvPicPr>
          <p:blipFill rotWithShape="1">
            <a:blip r:embed="rId22">
              <a:alphaModFix/>
            </a:blip>
            <a:srcRect/>
            <a:stretch/>
          </p:blipFill>
          <p:spPr>
            <a:xfrm>
              <a:off x="870675" y="3420606"/>
              <a:ext cx="651725" cy="107986"/>
            </a:xfrm>
            <a:prstGeom prst="rect">
              <a:avLst/>
            </a:prstGeom>
            <a:noFill/>
            <a:ln>
              <a:noFill/>
            </a:ln>
          </p:spPr>
        </p:pic>
        <p:pic>
          <p:nvPicPr>
            <p:cNvPr id="1621" name="Google Shape;1621;p167"/>
            <p:cNvPicPr preferRelativeResize="0"/>
            <p:nvPr/>
          </p:nvPicPr>
          <p:blipFill rotWithShape="1">
            <a:blip r:embed="rId23">
              <a:alphaModFix/>
            </a:blip>
            <a:srcRect/>
            <a:stretch/>
          </p:blipFill>
          <p:spPr>
            <a:xfrm>
              <a:off x="1812650" y="3428275"/>
              <a:ext cx="411600" cy="116464"/>
            </a:xfrm>
            <a:prstGeom prst="rect">
              <a:avLst/>
            </a:prstGeom>
            <a:noFill/>
            <a:ln>
              <a:noFill/>
            </a:ln>
          </p:spPr>
        </p:pic>
        <p:pic>
          <p:nvPicPr>
            <p:cNvPr id="1622" name="Google Shape;1622;p167"/>
            <p:cNvPicPr preferRelativeResize="0"/>
            <p:nvPr/>
          </p:nvPicPr>
          <p:blipFill rotWithShape="1">
            <a:blip r:embed="rId24">
              <a:alphaModFix/>
            </a:blip>
            <a:srcRect/>
            <a:stretch/>
          </p:blipFill>
          <p:spPr>
            <a:xfrm>
              <a:off x="907037" y="3492962"/>
              <a:ext cx="578997" cy="365100"/>
            </a:xfrm>
            <a:prstGeom prst="rect">
              <a:avLst/>
            </a:prstGeom>
            <a:noFill/>
            <a:ln>
              <a:noFill/>
            </a:ln>
          </p:spPr>
        </p:pic>
        <p:pic>
          <p:nvPicPr>
            <p:cNvPr id="1623" name="Google Shape;1623;p167"/>
            <p:cNvPicPr preferRelativeResize="0"/>
            <p:nvPr/>
          </p:nvPicPr>
          <p:blipFill rotWithShape="1">
            <a:blip r:embed="rId25">
              <a:alphaModFix/>
            </a:blip>
            <a:srcRect/>
            <a:stretch/>
          </p:blipFill>
          <p:spPr>
            <a:xfrm>
              <a:off x="956675" y="3813550"/>
              <a:ext cx="479715" cy="189575"/>
            </a:xfrm>
            <a:prstGeom prst="rect">
              <a:avLst/>
            </a:prstGeom>
            <a:noFill/>
            <a:ln>
              <a:noFill/>
            </a:ln>
          </p:spPr>
        </p:pic>
        <p:pic>
          <p:nvPicPr>
            <p:cNvPr id="1624" name="Google Shape;1624;p167"/>
            <p:cNvPicPr preferRelativeResize="0"/>
            <p:nvPr/>
          </p:nvPicPr>
          <p:blipFill rotWithShape="1">
            <a:blip r:embed="rId26">
              <a:alphaModFix/>
            </a:blip>
            <a:srcRect/>
            <a:stretch/>
          </p:blipFill>
          <p:spPr>
            <a:xfrm>
              <a:off x="1838600" y="3635800"/>
              <a:ext cx="359700" cy="359700"/>
            </a:xfrm>
            <a:prstGeom prst="rect">
              <a:avLst/>
            </a:prstGeom>
            <a:noFill/>
            <a:ln>
              <a:noFill/>
            </a:ln>
          </p:spPr>
        </p:pic>
        <p:pic>
          <p:nvPicPr>
            <p:cNvPr id="1625" name="Google Shape;1625;p167"/>
            <p:cNvPicPr preferRelativeResize="0"/>
            <p:nvPr/>
          </p:nvPicPr>
          <p:blipFill rotWithShape="1">
            <a:blip r:embed="rId27">
              <a:alphaModFix/>
            </a:blip>
            <a:srcRect/>
            <a:stretch/>
          </p:blipFill>
          <p:spPr>
            <a:xfrm>
              <a:off x="870675" y="4050399"/>
              <a:ext cx="747900" cy="268226"/>
            </a:xfrm>
            <a:prstGeom prst="rect">
              <a:avLst/>
            </a:prstGeom>
            <a:noFill/>
            <a:ln>
              <a:noFill/>
            </a:ln>
          </p:spPr>
        </p:pic>
        <p:pic>
          <p:nvPicPr>
            <p:cNvPr id="1626" name="Google Shape;1626;p167"/>
            <p:cNvPicPr preferRelativeResize="0"/>
            <p:nvPr/>
          </p:nvPicPr>
          <p:blipFill rotWithShape="1">
            <a:blip r:embed="rId28">
              <a:alphaModFix/>
            </a:blip>
            <a:srcRect/>
            <a:stretch/>
          </p:blipFill>
          <p:spPr>
            <a:xfrm>
              <a:off x="1723825" y="4106762"/>
              <a:ext cx="589250" cy="137512"/>
            </a:xfrm>
            <a:prstGeom prst="rect">
              <a:avLst/>
            </a:prstGeom>
            <a:noFill/>
            <a:ln>
              <a:noFill/>
            </a:ln>
          </p:spPr>
        </p:pic>
        <p:pic>
          <p:nvPicPr>
            <p:cNvPr id="1627" name="Google Shape;1627;p167"/>
            <p:cNvPicPr preferRelativeResize="0"/>
            <p:nvPr/>
          </p:nvPicPr>
          <p:blipFill rotWithShape="1">
            <a:blip r:embed="rId29">
              <a:alphaModFix/>
            </a:blip>
            <a:srcRect/>
            <a:stretch/>
          </p:blipFill>
          <p:spPr>
            <a:xfrm>
              <a:off x="917725" y="4347796"/>
              <a:ext cx="589250" cy="208821"/>
            </a:xfrm>
            <a:prstGeom prst="rect">
              <a:avLst/>
            </a:prstGeom>
            <a:noFill/>
            <a:ln>
              <a:noFill/>
            </a:ln>
          </p:spPr>
        </p:pic>
        <p:pic>
          <p:nvPicPr>
            <p:cNvPr id="1628" name="Google Shape;1628;p167"/>
            <p:cNvPicPr preferRelativeResize="0"/>
            <p:nvPr/>
          </p:nvPicPr>
          <p:blipFill rotWithShape="1">
            <a:blip r:embed="rId30">
              <a:alphaModFix/>
            </a:blip>
            <a:srcRect/>
            <a:stretch/>
          </p:blipFill>
          <p:spPr>
            <a:xfrm>
              <a:off x="1830788" y="4400300"/>
              <a:ext cx="375325" cy="99576"/>
            </a:xfrm>
            <a:prstGeom prst="rect">
              <a:avLst/>
            </a:prstGeom>
            <a:noFill/>
            <a:ln>
              <a:noFill/>
            </a:ln>
          </p:spPr>
        </p:pic>
        <p:pic>
          <p:nvPicPr>
            <p:cNvPr id="1629" name="Google Shape;1629;p167"/>
            <p:cNvPicPr preferRelativeResize="0"/>
            <p:nvPr/>
          </p:nvPicPr>
          <p:blipFill rotWithShape="1">
            <a:blip r:embed="rId31">
              <a:alphaModFix/>
            </a:blip>
            <a:srcRect/>
            <a:stretch/>
          </p:blipFill>
          <p:spPr>
            <a:xfrm>
              <a:off x="1562564" y="4624714"/>
              <a:ext cx="700400" cy="196089"/>
            </a:xfrm>
            <a:prstGeom prst="rect">
              <a:avLst/>
            </a:prstGeom>
            <a:noFill/>
            <a:ln>
              <a:noFill/>
            </a:ln>
          </p:spPr>
        </p:pic>
        <p:pic>
          <p:nvPicPr>
            <p:cNvPr id="1630" name="Google Shape;1630;p167"/>
            <p:cNvPicPr preferRelativeResize="0"/>
            <p:nvPr/>
          </p:nvPicPr>
          <p:blipFill rotWithShape="1">
            <a:blip r:embed="rId32">
              <a:alphaModFix/>
            </a:blip>
            <a:srcRect/>
            <a:stretch/>
          </p:blipFill>
          <p:spPr>
            <a:xfrm>
              <a:off x="1016671" y="4677477"/>
              <a:ext cx="359700" cy="363837"/>
            </a:xfrm>
            <a:prstGeom prst="rect">
              <a:avLst/>
            </a:prstGeom>
            <a:noFill/>
            <a:ln>
              <a:noFill/>
            </a:ln>
          </p:spPr>
        </p:pic>
      </p:grpSp>
      <p:pic>
        <p:nvPicPr>
          <p:cNvPr id="1631" name="Google Shape;1631;p167"/>
          <p:cNvPicPr preferRelativeResize="0"/>
          <p:nvPr/>
        </p:nvPicPr>
        <p:blipFill rotWithShape="1">
          <a:blip r:embed="rId5">
            <a:alphaModFix/>
          </a:blip>
          <a:srcRect/>
          <a:stretch/>
        </p:blipFill>
        <p:spPr>
          <a:xfrm>
            <a:off x="2537960" y="2503492"/>
            <a:ext cx="270614" cy="71972"/>
          </a:xfrm>
          <a:prstGeom prst="rect">
            <a:avLst/>
          </a:prstGeom>
          <a:noFill/>
          <a:ln>
            <a:noFill/>
          </a:ln>
        </p:spPr>
      </p:pic>
      <p:pic>
        <p:nvPicPr>
          <p:cNvPr id="1632" name="Google Shape;1632;p167"/>
          <p:cNvPicPr preferRelativeResize="0"/>
          <p:nvPr/>
        </p:nvPicPr>
        <p:blipFill rotWithShape="1">
          <a:blip r:embed="rId33">
            <a:alphaModFix/>
          </a:blip>
          <a:srcRect/>
          <a:stretch/>
        </p:blipFill>
        <p:spPr>
          <a:xfrm>
            <a:off x="1224469" y="3529067"/>
            <a:ext cx="270621" cy="139806"/>
          </a:xfrm>
          <a:prstGeom prst="rect">
            <a:avLst/>
          </a:prstGeom>
          <a:noFill/>
          <a:ln>
            <a:noFill/>
          </a:ln>
        </p:spPr>
      </p:pic>
      <p:pic>
        <p:nvPicPr>
          <p:cNvPr id="1633" name="Google Shape;1633;p167"/>
          <p:cNvPicPr preferRelativeResize="0"/>
          <p:nvPr/>
        </p:nvPicPr>
        <p:blipFill rotWithShape="1">
          <a:blip r:embed="rId34">
            <a:alphaModFix/>
          </a:blip>
          <a:srcRect/>
          <a:stretch/>
        </p:blipFill>
        <p:spPr>
          <a:xfrm>
            <a:off x="1148272" y="2985209"/>
            <a:ext cx="270620" cy="270620"/>
          </a:xfrm>
          <a:prstGeom prst="rect">
            <a:avLst/>
          </a:prstGeom>
          <a:noFill/>
          <a:ln>
            <a:noFill/>
          </a:ln>
        </p:spPr>
      </p:pic>
      <p:pic>
        <p:nvPicPr>
          <p:cNvPr id="1634" name="Google Shape;1634;p167"/>
          <p:cNvPicPr preferRelativeResize="0"/>
          <p:nvPr/>
        </p:nvPicPr>
        <p:blipFill rotWithShape="1">
          <a:blip r:embed="rId35">
            <a:alphaModFix/>
          </a:blip>
          <a:srcRect/>
          <a:stretch/>
        </p:blipFill>
        <p:spPr>
          <a:xfrm>
            <a:off x="1098832" y="3329117"/>
            <a:ext cx="369496" cy="126668"/>
          </a:xfrm>
          <a:prstGeom prst="rect">
            <a:avLst/>
          </a:prstGeom>
          <a:noFill/>
          <a:ln>
            <a:noFill/>
          </a:ln>
        </p:spPr>
      </p:pic>
      <p:pic>
        <p:nvPicPr>
          <p:cNvPr id="1635" name="Google Shape;1635;p167"/>
          <p:cNvPicPr preferRelativeResize="0"/>
          <p:nvPr/>
        </p:nvPicPr>
        <p:blipFill>
          <a:blip r:embed="rId36">
            <a:alphaModFix/>
          </a:blip>
          <a:stretch>
            <a:fillRect/>
          </a:stretch>
        </p:blipFill>
        <p:spPr>
          <a:xfrm>
            <a:off x="1376975" y="1059214"/>
            <a:ext cx="308700" cy="160379"/>
          </a:xfrm>
          <a:prstGeom prst="rect">
            <a:avLst/>
          </a:prstGeom>
          <a:noFill/>
          <a:ln>
            <a:noFill/>
          </a:ln>
        </p:spPr>
      </p:pic>
      <p:sp>
        <p:nvSpPr>
          <p:cNvPr id="1636" name="Google Shape;1636;p167"/>
          <p:cNvSpPr/>
          <p:nvPr/>
        </p:nvSpPr>
        <p:spPr>
          <a:xfrm rot="10800000" flipH="1">
            <a:off x="482498" y="3942432"/>
            <a:ext cx="297227" cy="297225"/>
          </a:xfrm>
          <a:custGeom>
            <a:avLst/>
            <a:gdLst/>
            <a:ahLst/>
            <a:cxnLst/>
            <a:rect l="l" t="t" r="r" b="b"/>
            <a:pathLst>
              <a:path w="756" h="756" extrusionOk="0">
                <a:moveTo>
                  <a:pt x="378" y="756"/>
                </a:moveTo>
                <a:lnTo>
                  <a:pt x="397" y="756"/>
                </a:lnTo>
                <a:lnTo>
                  <a:pt x="417" y="754"/>
                </a:lnTo>
                <a:lnTo>
                  <a:pt x="435" y="752"/>
                </a:lnTo>
                <a:lnTo>
                  <a:pt x="454" y="749"/>
                </a:lnTo>
                <a:lnTo>
                  <a:pt x="472" y="744"/>
                </a:lnTo>
                <a:lnTo>
                  <a:pt x="490" y="739"/>
                </a:lnTo>
                <a:lnTo>
                  <a:pt x="507" y="734"/>
                </a:lnTo>
                <a:lnTo>
                  <a:pt x="525" y="726"/>
                </a:lnTo>
                <a:lnTo>
                  <a:pt x="542" y="718"/>
                </a:lnTo>
                <a:lnTo>
                  <a:pt x="558" y="711"/>
                </a:lnTo>
                <a:lnTo>
                  <a:pt x="574" y="701"/>
                </a:lnTo>
                <a:lnTo>
                  <a:pt x="589" y="691"/>
                </a:lnTo>
                <a:lnTo>
                  <a:pt x="604" y="681"/>
                </a:lnTo>
                <a:lnTo>
                  <a:pt x="619" y="670"/>
                </a:lnTo>
                <a:lnTo>
                  <a:pt x="632" y="658"/>
                </a:lnTo>
                <a:lnTo>
                  <a:pt x="645" y="645"/>
                </a:lnTo>
                <a:lnTo>
                  <a:pt x="658" y="632"/>
                </a:lnTo>
                <a:lnTo>
                  <a:pt x="669" y="619"/>
                </a:lnTo>
                <a:lnTo>
                  <a:pt x="680" y="604"/>
                </a:lnTo>
                <a:lnTo>
                  <a:pt x="691" y="590"/>
                </a:lnTo>
                <a:lnTo>
                  <a:pt x="701" y="574"/>
                </a:lnTo>
                <a:lnTo>
                  <a:pt x="710" y="559"/>
                </a:lnTo>
                <a:lnTo>
                  <a:pt x="719" y="542"/>
                </a:lnTo>
                <a:lnTo>
                  <a:pt x="727" y="525"/>
                </a:lnTo>
                <a:lnTo>
                  <a:pt x="733" y="508"/>
                </a:lnTo>
                <a:lnTo>
                  <a:pt x="739" y="491"/>
                </a:lnTo>
                <a:lnTo>
                  <a:pt x="744" y="472"/>
                </a:lnTo>
                <a:lnTo>
                  <a:pt x="748" y="455"/>
                </a:lnTo>
                <a:lnTo>
                  <a:pt x="751" y="435"/>
                </a:lnTo>
                <a:lnTo>
                  <a:pt x="754" y="417"/>
                </a:lnTo>
                <a:lnTo>
                  <a:pt x="756" y="398"/>
                </a:lnTo>
                <a:lnTo>
                  <a:pt x="756" y="378"/>
                </a:lnTo>
                <a:lnTo>
                  <a:pt x="756" y="359"/>
                </a:lnTo>
                <a:lnTo>
                  <a:pt x="754" y="339"/>
                </a:lnTo>
                <a:lnTo>
                  <a:pt x="751" y="321"/>
                </a:lnTo>
                <a:lnTo>
                  <a:pt x="748" y="302"/>
                </a:lnTo>
                <a:lnTo>
                  <a:pt x="744" y="284"/>
                </a:lnTo>
                <a:lnTo>
                  <a:pt x="739" y="266"/>
                </a:lnTo>
                <a:lnTo>
                  <a:pt x="733" y="249"/>
                </a:lnTo>
                <a:lnTo>
                  <a:pt x="727" y="231"/>
                </a:lnTo>
                <a:lnTo>
                  <a:pt x="719" y="214"/>
                </a:lnTo>
                <a:lnTo>
                  <a:pt x="710" y="198"/>
                </a:lnTo>
                <a:lnTo>
                  <a:pt x="701" y="183"/>
                </a:lnTo>
                <a:lnTo>
                  <a:pt x="691" y="167"/>
                </a:lnTo>
                <a:lnTo>
                  <a:pt x="680" y="152"/>
                </a:lnTo>
                <a:lnTo>
                  <a:pt x="669" y="137"/>
                </a:lnTo>
                <a:lnTo>
                  <a:pt x="658" y="124"/>
                </a:lnTo>
                <a:lnTo>
                  <a:pt x="645" y="111"/>
                </a:lnTo>
                <a:lnTo>
                  <a:pt x="632" y="98"/>
                </a:lnTo>
                <a:lnTo>
                  <a:pt x="619" y="87"/>
                </a:lnTo>
                <a:lnTo>
                  <a:pt x="604" y="76"/>
                </a:lnTo>
                <a:lnTo>
                  <a:pt x="589" y="65"/>
                </a:lnTo>
                <a:lnTo>
                  <a:pt x="574" y="55"/>
                </a:lnTo>
                <a:lnTo>
                  <a:pt x="558" y="46"/>
                </a:lnTo>
                <a:lnTo>
                  <a:pt x="542" y="38"/>
                </a:lnTo>
                <a:lnTo>
                  <a:pt x="525" y="30"/>
                </a:lnTo>
                <a:lnTo>
                  <a:pt x="507" y="23"/>
                </a:lnTo>
                <a:lnTo>
                  <a:pt x="490" y="17"/>
                </a:lnTo>
                <a:lnTo>
                  <a:pt x="472" y="12"/>
                </a:lnTo>
                <a:lnTo>
                  <a:pt x="454" y="8"/>
                </a:lnTo>
                <a:lnTo>
                  <a:pt x="435" y="5"/>
                </a:lnTo>
                <a:lnTo>
                  <a:pt x="417" y="2"/>
                </a:lnTo>
                <a:lnTo>
                  <a:pt x="397" y="0"/>
                </a:lnTo>
                <a:lnTo>
                  <a:pt x="378" y="0"/>
                </a:lnTo>
                <a:lnTo>
                  <a:pt x="358" y="0"/>
                </a:lnTo>
                <a:lnTo>
                  <a:pt x="339" y="2"/>
                </a:lnTo>
                <a:lnTo>
                  <a:pt x="321" y="5"/>
                </a:lnTo>
                <a:lnTo>
                  <a:pt x="301" y="8"/>
                </a:lnTo>
                <a:lnTo>
                  <a:pt x="284" y="12"/>
                </a:lnTo>
                <a:lnTo>
                  <a:pt x="265" y="17"/>
                </a:lnTo>
                <a:lnTo>
                  <a:pt x="248" y="23"/>
                </a:lnTo>
                <a:lnTo>
                  <a:pt x="231" y="30"/>
                </a:lnTo>
                <a:lnTo>
                  <a:pt x="214" y="38"/>
                </a:lnTo>
                <a:lnTo>
                  <a:pt x="197" y="46"/>
                </a:lnTo>
                <a:lnTo>
                  <a:pt x="182" y="55"/>
                </a:lnTo>
                <a:lnTo>
                  <a:pt x="166" y="65"/>
                </a:lnTo>
                <a:lnTo>
                  <a:pt x="152" y="76"/>
                </a:lnTo>
                <a:lnTo>
                  <a:pt x="137" y="87"/>
                </a:lnTo>
                <a:lnTo>
                  <a:pt x="124" y="98"/>
                </a:lnTo>
                <a:lnTo>
                  <a:pt x="111" y="111"/>
                </a:lnTo>
                <a:lnTo>
                  <a:pt x="98" y="124"/>
                </a:lnTo>
                <a:lnTo>
                  <a:pt x="86" y="137"/>
                </a:lnTo>
                <a:lnTo>
                  <a:pt x="75" y="152"/>
                </a:lnTo>
                <a:lnTo>
                  <a:pt x="65" y="167"/>
                </a:lnTo>
                <a:lnTo>
                  <a:pt x="55" y="183"/>
                </a:lnTo>
                <a:lnTo>
                  <a:pt x="45" y="198"/>
                </a:lnTo>
                <a:lnTo>
                  <a:pt x="38" y="214"/>
                </a:lnTo>
                <a:lnTo>
                  <a:pt x="30" y="231"/>
                </a:lnTo>
                <a:lnTo>
                  <a:pt x="22" y="249"/>
                </a:lnTo>
                <a:lnTo>
                  <a:pt x="17" y="266"/>
                </a:lnTo>
                <a:lnTo>
                  <a:pt x="12" y="284"/>
                </a:lnTo>
                <a:lnTo>
                  <a:pt x="7" y="302"/>
                </a:lnTo>
                <a:lnTo>
                  <a:pt x="4" y="321"/>
                </a:lnTo>
                <a:lnTo>
                  <a:pt x="2" y="339"/>
                </a:lnTo>
                <a:lnTo>
                  <a:pt x="0" y="359"/>
                </a:lnTo>
                <a:lnTo>
                  <a:pt x="0" y="378"/>
                </a:lnTo>
                <a:lnTo>
                  <a:pt x="0" y="398"/>
                </a:lnTo>
                <a:lnTo>
                  <a:pt x="2" y="417"/>
                </a:lnTo>
                <a:lnTo>
                  <a:pt x="4" y="435"/>
                </a:lnTo>
                <a:lnTo>
                  <a:pt x="7" y="455"/>
                </a:lnTo>
                <a:lnTo>
                  <a:pt x="12" y="472"/>
                </a:lnTo>
                <a:lnTo>
                  <a:pt x="17" y="491"/>
                </a:lnTo>
                <a:lnTo>
                  <a:pt x="22" y="508"/>
                </a:lnTo>
                <a:lnTo>
                  <a:pt x="30" y="525"/>
                </a:lnTo>
                <a:lnTo>
                  <a:pt x="38" y="542"/>
                </a:lnTo>
                <a:lnTo>
                  <a:pt x="45" y="559"/>
                </a:lnTo>
                <a:lnTo>
                  <a:pt x="55" y="574"/>
                </a:lnTo>
                <a:lnTo>
                  <a:pt x="65" y="590"/>
                </a:lnTo>
                <a:lnTo>
                  <a:pt x="75" y="604"/>
                </a:lnTo>
                <a:lnTo>
                  <a:pt x="86" y="619"/>
                </a:lnTo>
                <a:lnTo>
                  <a:pt x="98" y="632"/>
                </a:lnTo>
                <a:lnTo>
                  <a:pt x="111" y="645"/>
                </a:lnTo>
                <a:lnTo>
                  <a:pt x="124" y="658"/>
                </a:lnTo>
                <a:lnTo>
                  <a:pt x="137" y="670"/>
                </a:lnTo>
                <a:lnTo>
                  <a:pt x="152" y="681"/>
                </a:lnTo>
                <a:lnTo>
                  <a:pt x="166" y="691"/>
                </a:lnTo>
                <a:lnTo>
                  <a:pt x="182" y="701"/>
                </a:lnTo>
                <a:lnTo>
                  <a:pt x="197" y="711"/>
                </a:lnTo>
                <a:lnTo>
                  <a:pt x="214" y="718"/>
                </a:lnTo>
                <a:lnTo>
                  <a:pt x="231" y="726"/>
                </a:lnTo>
                <a:lnTo>
                  <a:pt x="248" y="734"/>
                </a:lnTo>
                <a:lnTo>
                  <a:pt x="265" y="739"/>
                </a:lnTo>
                <a:lnTo>
                  <a:pt x="284" y="744"/>
                </a:lnTo>
                <a:lnTo>
                  <a:pt x="301" y="749"/>
                </a:lnTo>
                <a:lnTo>
                  <a:pt x="321" y="752"/>
                </a:lnTo>
                <a:lnTo>
                  <a:pt x="339" y="754"/>
                </a:lnTo>
                <a:lnTo>
                  <a:pt x="358" y="756"/>
                </a:lnTo>
                <a:lnTo>
                  <a:pt x="378" y="756"/>
                </a:lnTo>
                <a:close/>
              </a:path>
            </a:pathLst>
          </a:custGeom>
          <a:solidFill>
            <a:srgbClr val="FF550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Montserrat"/>
              <a:ea typeface="Montserrat"/>
              <a:cs typeface="Montserrat"/>
              <a:sym typeface="Montserrat"/>
            </a:endParaRPr>
          </a:p>
        </p:txBody>
      </p:sp>
      <p:sp>
        <p:nvSpPr>
          <p:cNvPr id="1637" name="Google Shape;1637;p167"/>
          <p:cNvSpPr txBox="1"/>
          <p:nvPr/>
        </p:nvSpPr>
        <p:spPr>
          <a:xfrm>
            <a:off x="438345" y="3942122"/>
            <a:ext cx="1421400" cy="758100"/>
          </a:xfrm>
          <a:prstGeom prst="rect">
            <a:avLst/>
          </a:prstGeom>
          <a:noFill/>
          <a:ln>
            <a:noFill/>
          </a:ln>
        </p:spPr>
        <p:txBody>
          <a:bodyPr spcFirstLastPara="1" wrap="square" lIns="68575" tIns="68575" rIns="68575" bIns="68575"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 sz="900" i="0" u="none" strike="noStrike" cap="none">
                <a:solidFill>
                  <a:srgbClr val="FFFFFF"/>
                </a:solidFill>
                <a:latin typeface="Plus Jakarta Sans SemiBold"/>
                <a:ea typeface="Plus Jakarta Sans SemiBold"/>
                <a:cs typeface="Plus Jakarta Sans SemiBold"/>
                <a:sym typeface="Plus Jakarta Sans SemiBold"/>
              </a:rPr>
              <a:t>+</a:t>
            </a:r>
            <a:r>
              <a:rPr lang="en" sz="900">
                <a:solidFill>
                  <a:srgbClr val="FFFFFF"/>
                </a:solidFill>
                <a:latin typeface="Plus Jakarta Sans SemiBold"/>
                <a:ea typeface="Plus Jakarta Sans SemiBold"/>
                <a:cs typeface="Plus Jakarta Sans SemiBold"/>
                <a:sym typeface="Plus Jakarta Sans SemiBold"/>
              </a:rPr>
              <a:t>6</a:t>
            </a:r>
            <a:r>
              <a:rPr lang="en" sz="900" i="0" u="none" strike="noStrike" cap="none">
                <a:solidFill>
                  <a:srgbClr val="FFFFFF"/>
                </a:solidFill>
                <a:latin typeface="Plus Jakarta Sans SemiBold"/>
                <a:ea typeface="Plus Jakarta Sans SemiBold"/>
                <a:cs typeface="Plus Jakarta Sans SemiBold"/>
                <a:sym typeface="Plus Jakarta Sans SemiBold"/>
              </a:rPr>
              <a:t>0</a:t>
            </a:r>
            <a:r>
              <a:rPr lang="en" sz="800" i="0" u="none" strike="noStrike" cap="none">
                <a:solidFill>
                  <a:srgbClr val="061222"/>
                </a:solidFill>
                <a:latin typeface="Plus Jakarta Sans SemiBold"/>
                <a:ea typeface="Plus Jakarta Sans SemiBold"/>
                <a:cs typeface="Plus Jakarta Sans SemiBold"/>
                <a:sym typeface="Plus Jakarta Sans SemiBold"/>
              </a:rPr>
              <a:t>    </a:t>
            </a:r>
            <a:r>
              <a:rPr lang="en" sz="800" i="0" u="none" strike="noStrike" cap="none">
                <a:latin typeface="Plus Jakarta Sans SemiBold"/>
                <a:ea typeface="Plus Jakarta Sans SemiBold"/>
                <a:cs typeface="Plus Jakarta Sans SemiBold"/>
                <a:sym typeface="Plus Jakarta Sans SemiBold"/>
              </a:rPr>
              <a:t>Systems</a:t>
            </a:r>
            <a:endParaRPr sz="800" i="0" u="none" strike="noStrike" cap="none">
              <a:latin typeface="Plus Jakarta Sans SemiBold"/>
              <a:ea typeface="Plus Jakarta Sans SemiBold"/>
              <a:cs typeface="Plus Jakarta Sans SemiBold"/>
              <a:sym typeface="Plus Jakarta Sans SemiBold"/>
            </a:endParaRPr>
          </a:p>
          <a:p>
            <a:pPr marL="0" marR="0" lvl="0" indent="0" algn="l" rtl="0">
              <a:lnSpc>
                <a:spcPct val="100000"/>
              </a:lnSpc>
              <a:spcBef>
                <a:spcPts val="1000"/>
              </a:spcBef>
              <a:spcAft>
                <a:spcPts val="0"/>
              </a:spcAft>
              <a:buClr>
                <a:srgbClr val="000000"/>
              </a:buClr>
              <a:buSzPts val="800"/>
              <a:buFont typeface="Arial"/>
              <a:buNone/>
            </a:pPr>
            <a:r>
              <a:rPr lang="en" sz="800" i="0" u="none" strike="noStrike" cap="none">
                <a:latin typeface="Plus Jakarta Sans"/>
                <a:ea typeface="Plus Jakarta Sans"/>
                <a:cs typeface="Plus Jakarta Sans"/>
                <a:sym typeface="Plus Jakarta Sans"/>
              </a:rPr>
              <a:t>​​DBs  |  ETLs  |  Code |  </a:t>
            </a:r>
            <a:r>
              <a:rPr lang="en" sz="800">
                <a:latin typeface="Plus Jakarta Sans"/>
                <a:ea typeface="Plus Jakarta Sans"/>
                <a:cs typeface="Plus Jakarta Sans"/>
                <a:sym typeface="Plus Jakarta Sans"/>
              </a:rPr>
              <a:t>Files</a:t>
            </a:r>
            <a:endParaRPr sz="800">
              <a:latin typeface="Plus Jakarta Sans"/>
              <a:ea typeface="Plus Jakarta Sans"/>
              <a:cs typeface="Plus Jakarta Sans"/>
              <a:sym typeface="Plus Jakarta Sans"/>
            </a:endParaRPr>
          </a:p>
          <a:p>
            <a:pPr marL="0" marR="0" lvl="0" indent="0" algn="l" rtl="0">
              <a:lnSpc>
                <a:spcPct val="100000"/>
              </a:lnSpc>
              <a:spcBef>
                <a:spcPts val="0"/>
              </a:spcBef>
              <a:spcAft>
                <a:spcPts val="0"/>
              </a:spcAft>
              <a:buClr>
                <a:srgbClr val="000000"/>
              </a:buClr>
              <a:buSzPts val="800"/>
              <a:buFont typeface="Arial"/>
              <a:buNone/>
            </a:pPr>
            <a:r>
              <a:rPr lang="en" sz="800">
                <a:latin typeface="Plus Jakarta Sans"/>
                <a:ea typeface="Plus Jakarta Sans"/>
                <a:cs typeface="Plus Jakarta Sans"/>
                <a:sym typeface="Plus Jakarta Sans"/>
              </a:rPr>
              <a:t>Dashboards </a:t>
            </a:r>
            <a:r>
              <a:rPr lang="en" sz="800" i="0" u="none" strike="noStrike" cap="none">
                <a:latin typeface="Plus Jakarta Sans"/>
                <a:ea typeface="Plus Jakarta Sans"/>
                <a:cs typeface="Plus Jakarta Sans"/>
                <a:sym typeface="Plus Jakarta Sans"/>
              </a:rPr>
              <a:t> |  Reports</a:t>
            </a:r>
            <a:endParaRPr sz="800" i="0" u="none" strike="noStrike" cap="none">
              <a:latin typeface="Plus Jakarta Sans"/>
              <a:ea typeface="Plus Jakarta Sans"/>
              <a:cs typeface="Plus Jakarta Sans"/>
              <a:sym typeface="Plus Jakarta Sans"/>
            </a:endParaRPr>
          </a:p>
        </p:txBody>
      </p:sp>
      <p:sp>
        <p:nvSpPr>
          <p:cNvPr id="1638" name="Google Shape;1638;p167"/>
          <p:cNvSpPr txBox="1"/>
          <p:nvPr/>
        </p:nvSpPr>
        <p:spPr>
          <a:xfrm>
            <a:off x="-51684" y="1165809"/>
            <a:ext cx="1365600" cy="349200"/>
          </a:xfrm>
          <a:prstGeom prst="rect">
            <a:avLst/>
          </a:prstGeom>
          <a:noFill/>
          <a:ln>
            <a:noFill/>
          </a:ln>
        </p:spPr>
        <p:txBody>
          <a:bodyPr spcFirstLastPara="1" wrap="square" lIns="68575" tIns="68575" rIns="68575" bIns="68575" anchor="t" anchorCtr="0">
            <a:noAutofit/>
          </a:bodyPr>
          <a:lstStyle/>
          <a:p>
            <a:pPr marL="0" marR="0" lvl="0" indent="0" algn="ctr" rtl="0">
              <a:lnSpc>
                <a:spcPct val="100000"/>
              </a:lnSpc>
              <a:spcBef>
                <a:spcPts val="0"/>
              </a:spcBef>
              <a:spcAft>
                <a:spcPts val="0"/>
              </a:spcAft>
              <a:buClr>
                <a:srgbClr val="000000"/>
              </a:buClr>
              <a:buSzPts val="800"/>
              <a:buFont typeface="Arial"/>
              <a:buNone/>
            </a:pPr>
            <a:r>
              <a:rPr lang="en" sz="900" i="0" u="none" strike="noStrike" cap="none">
                <a:latin typeface="Plus Jakarta Sans SemiBold"/>
                <a:ea typeface="Plus Jakarta Sans SemiBold"/>
                <a:cs typeface="Plus Jakarta Sans SemiBold"/>
                <a:sym typeface="Plus Jakarta Sans SemiBold"/>
              </a:rPr>
              <a:t>Scattered Data</a:t>
            </a:r>
            <a:br>
              <a:rPr lang="en" sz="900" i="0" u="none" strike="noStrike" cap="none">
                <a:latin typeface="Plus Jakarta Sans SemiBold"/>
                <a:ea typeface="Plus Jakarta Sans SemiBold"/>
                <a:cs typeface="Plus Jakarta Sans SemiBold"/>
                <a:sym typeface="Plus Jakarta Sans SemiBold"/>
              </a:rPr>
            </a:br>
            <a:r>
              <a:rPr lang="en" sz="900" i="0" u="none" strike="noStrike" cap="none">
                <a:latin typeface="Plus Jakarta Sans SemiBold"/>
                <a:ea typeface="Plus Jakarta Sans SemiBold"/>
                <a:cs typeface="Plus Jakarta Sans SemiBold"/>
                <a:sym typeface="Plus Jakarta Sans SemiBold"/>
              </a:rPr>
              <a:t>Landscape</a:t>
            </a:r>
            <a:endParaRPr sz="900" i="0" u="none" strike="noStrike" cap="none">
              <a:latin typeface="Plus Jakarta Sans SemiBold"/>
              <a:ea typeface="Plus Jakarta Sans SemiBold"/>
              <a:cs typeface="Plus Jakarta Sans SemiBold"/>
              <a:sym typeface="Plus Jakarta Sans SemiBold"/>
            </a:endParaRPr>
          </a:p>
        </p:txBody>
      </p:sp>
      <p:pic>
        <p:nvPicPr>
          <p:cNvPr id="1639" name="Google Shape;1639;p167"/>
          <p:cNvPicPr preferRelativeResize="0"/>
          <p:nvPr/>
        </p:nvPicPr>
        <p:blipFill>
          <a:blip r:embed="rId37">
            <a:alphaModFix/>
          </a:blip>
          <a:stretch>
            <a:fillRect/>
          </a:stretch>
        </p:blipFill>
        <p:spPr>
          <a:xfrm>
            <a:off x="894148" y="2267670"/>
            <a:ext cx="186600" cy="167940"/>
          </a:xfrm>
          <a:prstGeom prst="rect">
            <a:avLst/>
          </a:prstGeom>
          <a:noFill/>
          <a:ln>
            <a:noFill/>
          </a:ln>
        </p:spPr>
      </p:pic>
      <p:pic>
        <p:nvPicPr>
          <p:cNvPr id="1640" name="Google Shape;1640;p167"/>
          <p:cNvPicPr preferRelativeResize="0"/>
          <p:nvPr/>
        </p:nvPicPr>
        <p:blipFill>
          <a:blip r:embed="rId38">
            <a:alphaModFix/>
          </a:blip>
          <a:stretch>
            <a:fillRect/>
          </a:stretch>
        </p:blipFill>
        <p:spPr>
          <a:xfrm>
            <a:off x="1212135" y="2194629"/>
            <a:ext cx="131099" cy="314030"/>
          </a:xfrm>
          <a:prstGeom prst="rect">
            <a:avLst/>
          </a:prstGeom>
          <a:noFill/>
          <a:ln>
            <a:noFill/>
          </a:ln>
        </p:spPr>
      </p:pic>
      <p:pic>
        <p:nvPicPr>
          <p:cNvPr id="1641" name="Google Shape;1641;p167"/>
          <p:cNvPicPr preferRelativeResize="0"/>
          <p:nvPr/>
        </p:nvPicPr>
        <p:blipFill>
          <a:blip r:embed="rId39">
            <a:alphaModFix/>
          </a:blip>
          <a:stretch>
            <a:fillRect/>
          </a:stretch>
        </p:blipFill>
        <p:spPr>
          <a:xfrm>
            <a:off x="1047298" y="2504174"/>
            <a:ext cx="131100" cy="184249"/>
          </a:xfrm>
          <a:prstGeom prst="rect">
            <a:avLst/>
          </a:prstGeom>
          <a:noFill/>
          <a:ln>
            <a:noFill/>
          </a:ln>
        </p:spPr>
      </p:pic>
      <p:pic>
        <p:nvPicPr>
          <p:cNvPr id="1642" name="Google Shape;1642;p167"/>
          <p:cNvPicPr preferRelativeResize="0"/>
          <p:nvPr/>
        </p:nvPicPr>
        <p:blipFill rotWithShape="1">
          <a:blip r:embed="rId40">
            <a:alphaModFix/>
          </a:blip>
          <a:srcRect r="69747"/>
          <a:stretch/>
        </p:blipFill>
        <p:spPr>
          <a:xfrm>
            <a:off x="1047300" y="1911382"/>
            <a:ext cx="131098" cy="197862"/>
          </a:xfrm>
          <a:prstGeom prst="rect">
            <a:avLst/>
          </a:prstGeom>
          <a:noFill/>
          <a:ln>
            <a:noFill/>
          </a:ln>
        </p:spPr>
      </p:pic>
      <p:sp>
        <p:nvSpPr>
          <p:cNvPr id="1643" name="Google Shape;1643;p167"/>
          <p:cNvSpPr/>
          <p:nvPr/>
        </p:nvSpPr>
        <p:spPr>
          <a:xfrm>
            <a:off x="0" y="0"/>
            <a:ext cx="2710800" cy="228600"/>
          </a:xfrm>
          <a:prstGeom prst="rect">
            <a:avLst/>
          </a:prstGeom>
          <a:solidFill>
            <a:srgbClr val="5555F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i="1">
                <a:solidFill>
                  <a:srgbClr val="FFFFFF"/>
                </a:solidFill>
                <a:latin typeface="Plus Jakarta Sans Bold"/>
                <a:ea typeface="Plus Jakarta Sans Bold"/>
                <a:cs typeface="Plus Jakarta Sans Bold"/>
                <a:sym typeface="Plus Jakarta Sans"/>
              </a:rPr>
              <a:t>Enabling Technologies</a:t>
            </a:r>
            <a:endParaRPr b="1" i="1">
              <a:solidFill>
                <a:srgbClr val="FFFFFF"/>
              </a:solidFill>
              <a:latin typeface="Plus Jakarta Sans Bold"/>
              <a:ea typeface="Plus Jakarta Sans Bold"/>
              <a:cs typeface="Plus Jakarta Sans Bold"/>
              <a:sym typeface="Plus Jakarta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647"/>
        <p:cNvGrpSpPr/>
        <p:nvPr/>
      </p:nvGrpSpPr>
      <p:grpSpPr>
        <a:xfrm>
          <a:off x="0" y="0"/>
          <a:ext cx="0" cy="0"/>
          <a:chOff x="0" y="0"/>
          <a:chExt cx="0" cy="0"/>
        </a:xfrm>
      </p:grpSpPr>
      <p:sp>
        <p:nvSpPr>
          <p:cNvPr id="1648" name="Google Shape;1648;p168"/>
          <p:cNvSpPr/>
          <p:nvPr/>
        </p:nvSpPr>
        <p:spPr>
          <a:xfrm>
            <a:off x="327775" y="4773700"/>
            <a:ext cx="1790100" cy="1548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lus Jakarta Sans"/>
              <a:ea typeface="Plus Jakarta Sans"/>
              <a:cs typeface="Plus Jakarta Sans"/>
              <a:sym typeface="Plus Jakarta Sans"/>
            </a:endParaRPr>
          </a:p>
        </p:txBody>
      </p:sp>
      <p:sp>
        <p:nvSpPr>
          <p:cNvPr id="1649" name="Google Shape;1649;p168"/>
          <p:cNvSpPr txBox="1">
            <a:spLocks noGrp="1"/>
          </p:cNvSpPr>
          <p:nvPr>
            <p:ph type="title"/>
          </p:nvPr>
        </p:nvSpPr>
        <p:spPr>
          <a:xfrm>
            <a:off x="533400" y="284253"/>
            <a:ext cx="7620000" cy="612900"/>
          </a:xfrm>
          <a:prstGeom prst="rect">
            <a:avLst/>
          </a:prstGeom>
        </p:spPr>
        <p:txBody>
          <a:bodyPr spcFirstLastPara="1" wrap="square" lIns="91425" tIns="0" rIns="91425" bIns="45700" anchor="t" anchorCtr="0">
            <a:noAutofit/>
          </a:bodyPr>
          <a:lstStyle/>
          <a:p>
            <a:pPr marL="0" lvl="0" indent="0" algn="l" rtl="0">
              <a:lnSpc>
                <a:spcPct val="90000"/>
              </a:lnSpc>
              <a:spcBef>
                <a:spcPts val="0"/>
              </a:spcBef>
              <a:spcAft>
                <a:spcPts val="0"/>
              </a:spcAft>
              <a:buNone/>
            </a:pPr>
            <a:r>
              <a:rPr lang="en" sz="2100">
                <a:solidFill>
                  <a:srgbClr val="222B3C"/>
                </a:solidFill>
              </a:rPr>
              <a:t>Immediate ROI Built-In, from Day One</a:t>
            </a:r>
            <a:endParaRPr/>
          </a:p>
        </p:txBody>
      </p:sp>
      <p:sp>
        <p:nvSpPr>
          <p:cNvPr id="1650" name="Google Shape;1650;p168"/>
          <p:cNvSpPr txBox="1"/>
          <p:nvPr/>
        </p:nvSpPr>
        <p:spPr>
          <a:xfrm>
            <a:off x="1229225" y="4246475"/>
            <a:ext cx="6600900" cy="681900"/>
          </a:xfrm>
          <a:prstGeom prst="rect">
            <a:avLst/>
          </a:prstGeom>
          <a:noFill/>
          <a:ln>
            <a:noFill/>
          </a:ln>
        </p:spPr>
        <p:txBody>
          <a:bodyPr spcFirstLastPara="1" wrap="square" lIns="91425" tIns="91425" rIns="91425" bIns="91425" anchor="t" anchorCtr="0">
            <a:spAutoFit/>
          </a:bodyPr>
          <a:lstStyle/>
          <a:p>
            <a:pPr marL="0" marR="0" lvl="0" indent="0" algn="l" rtl="0">
              <a:lnSpc>
                <a:spcPct val="110000"/>
              </a:lnSpc>
              <a:spcBef>
                <a:spcPts val="0"/>
              </a:spcBef>
              <a:spcAft>
                <a:spcPts val="0"/>
              </a:spcAft>
              <a:buNone/>
            </a:pPr>
            <a:r>
              <a:rPr lang="en" sz="1000" i="1">
                <a:solidFill>
                  <a:srgbClr val="CF2051"/>
                </a:solidFill>
                <a:latin typeface="Poppins"/>
                <a:ea typeface="Poppins"/>
                <a:cs typeface="Poppins"/>
                <a:sym typeface="Poppins"/>
              </a:rPr>
              <a:t>“</a:t>
            </a:r>
            <a:r>
              <a:rPr lang="en" sz="1000" b="1" i="1">
                <a:solidFill>
                  <a:srgbClr val="CF2051"/>
                </a:solidFill>
                <a:latin typeface="Poppins"/>
                <a:ea typeface="Poppins"/>
                <a:cs typeface="Poppins"/>
                <a:sym typeface="Poppins"/>
              </a:rPr>
              <a:t>We’ve seen major time saves of up to 99%</a:t>
            </a:r>
            <a:r>
              <a:rPr lang="en" sz="1000" i="1">
                <a:solidFill>
                  <a:srgbClr val="CF2051"/>
                </a:solidFill>
                <a:latin typeface="Poppins"/>
                <a:ea typeface="Poppins"/>
                <a:cs typeface="Poppins"/>
                <a:sym typeface="Poppins"/>
              </a:rPr>
              <a:t> </a:t>
            </a:r>
            <a:r>
              <a:rPr lang="en" sz="1000" i="1">
                <a:solidFill>
                  <a:schemeClr val="dk1"/>
                </a:solidFill>
                <a:latin typeface="Poppins"/>
                <a:ea typeface="Poppins"/>
                <a:cs typeface="Poppins"/>
                <a:sym typeface="Poppins"/>
              </a:rPr>
              <a:t>– What took weeks in the past now takes hours or even minutes, it’s insane!” </a:t>
            </a:r>
            <a:endParaRPr sz="1000" i="1">
              <a:solidFill>
                <a:schemeClr val="dk1"/>
              </a:solidFill>
              <a:latin typeface="Poppins"/>
              <a:ea typeface="Poppins"/>
              <a:cs typeface="Poppins"/>
              <a:sym typeface="Poppins"/>
            </a:endParaRPr>
          </a:p>
          <a:p>
            <a:pPr marL="0" marR="0" lvl="0" indent="0" algn="l" rtl="0">
              <a:lnSpc>
                <a:spcPct val="110000"/>
              </a:lnSpc>
              <a:spcBef>
                <a:spcPts val="0"/>
              </a:spcBef>
              <a:spcAft>
                <a:spcPts val="0"/>
              </a:spcAft>
              <a:buNone/>
            </a:pPr>
            <a:endParaRPr sz="300">
              <a:solidFill>
                <a:schemeClr val="dk1"/>
              </a:solidFill>
              <a:latin typeface="Montserrat"/>
              <a:ea typeface="Montserrat"/>
              <a:cs typeface="Montserrat"/>
              <a:sym typeface="Montserrat"/>
            </a:endParaRPr>
          </a:p>
          <a:p>
            <a:pPr marL="0" marR="0" lvl="0" indent="0" algn="l" rtl="0">
              <a:lnSpc>
                <a:spcPct val="110000"/>
              </a:lnSpc>
              <a:spcBef>
                <a:spcPts val="0"/>
              </a:spcBef>
              <a:spcAft>
                <a:spcPts val="0"/>
              </a:spcAft>
              <a:buNone/>
            </a:pPr>
            <a:r>
              <a:rPr lang="en" sz="700">
                <a:solidFill>
                  <a:schemeClr val="dk1"/>
                </a:solidFill>
                <a:latin typeface="Montserrat"/>
                <a:ea typeface="Montserrat"/>
                <a:cs typeface="Montserrat"/>
                <a:sym typeface="Montserrat"/>
              </a:rPr>
              <a:t>Mark Horseman, Alberta Institute of Technology, </a:t>
            </a:r>
            <a:r>
              <a:rPr lang="en" sz="700" b="1">
                <a:solidFill>
                  <a:schemeClr val="dk1"/>
                </a:solidFill>
                <a:latin typeface="Montserrat"/>
                <a:ea typeface="Montserrat"/>
                <a:cs typeface="Montserrat"/>
                <a:sym typeface="Montserrat"/>
              </a:rPr>
              <a:t>Enterprise Information Management</a:t>
            </a:r>
            <a:endParaRPr sz="700" b="1" i="0" u="none" strike="noStrike" cap="none">
              <a:solidFill>
                <a:schemeClr val="dk1"/>
              </a:solidFill>
              <a:latin typeface="Montserrat"/>
              <a:ea typeface="Montserrat"/>
              <a:cs typeface="Montserrat"/>
              <a:sym typeface="Montserrat"/>
            </a:endParaRPr>
          </a:p>
        </p:txBody>
      </p:sp>
      <p:pic>
        <p:nvPicPr>
          <p:cNvPr id="1651" name="Google Shape;1651;p168"/>
          <p:cNvPicPr preferRelativeResize="0"/>
          <p:nvPr/>
        </p:nvPicPr>
        <p:blipFill rotWithShape="1">
          <a:blip r:embed="rId3">
            <a:alphaModFix/>
          </a:blip>
          <a:srcRect/>
          <a:stretch/>
        </p:blipFill>
        <p:spPr>
          <a:xfrm>
            <a:off x="510174" y="4288649"/>
            <a:ext cx="524626" cy="419150"/>
          </a:xfrm>
          <a:prstGeom prst="rect">
            <a:avLst/>
          </a:prstGeom>
          <a:noFill/>
          <a:ln>
            <a:noFill/>
          </a:ln>
        </p:spPr>
      </p:pic>
      <p:sp>
        <p:nvSpPr>
          <p:cNvPr id="1652" name="Google Shape;1652;p168"/>
          <p:cNvSpPr/>
          <p:nvPr/>
        </p:nvSpPr>
        <p:spPr>
          <a:xfrm>
            <a:off x="1071959" y="2478550"/>
            <a:ext cx="3194700" cy="1454400"/>
          </a:xfrm>
          <a:prstGeom prst="rect">
            <a:avLst/>
          </a:prstGeom>
          <a:noFill/>
          <a:ln>
            <a:noFill/>
          </a:ln>
        </p:spPr>
        <p:txBody>
          <a:bodyPr spcFirstLastPara="1" wrap="square" lIns="68575" tIns="34275" rIns="68575" bIns="34275" anchor="t" anchorCtr="0">
            <a:noAutofit/>
          </a:bodyPr>
          <a:lstStyle/>
          <a:p>
            <a:pPr marL="0" lvl="0" indent="0" algn="l" rtl="0">
              <a:lnSpc>
                <a:spcPct val="115000"/>
              </a:lnSpc>
              <a:spcBef>
                <a:spcPts val="0"/>
              </a:spcBef>
              <a:spcAft>
                <a:spcPts val="0"/>
              </a:spcAft>
              <a:buNone/>
            </a:pPr>
            <a:r>
              <a:rPr lang="en" sz="1900" b="1">
                <a:solidFill>
                  <a:srgbClr val="2D3951"/>
                </a:solidFill>
                <a:latin typeface="Poppins"/>
                <a:ea typeface="Poppins"/>
                <a:cs typeface="Poppins"/>
                <a:sym typeface="Poppins"/>
              </a:rPr>
              <a:t>Immediate</a:t>
            </a:r>
            <a:endParaRPr sz="1400" b="1">
              <a:solidFill>
                <a:srgbClr val="2D3951"/>
              </a:solidFill>
              <a:latin typeface="Poppins"/>
              <a:ea typeface="Poppins"/>
              <a:cs typeface="Poppins"/>
              <a:sym typeface="Poppins"/>
            </a:endParaRPr>
          </a:p>
          <a:p>
            <a:pPr marL="0" lvl="0" indent="0" algn="l" rtl="0">
              <a:lnSpc>
                <a:spcPct val="115000"/>
              </a:lnSpc>
              <a:spcBef>
                <a:spcPts val="0"/>
              </a:spcBef>
              <a:spcAft>
                <a:spcPts val="0"/>
              </a:spcAft>
              <a:buNone/>
            </a:pPr>
            <a:r>
              <a:rPr lang="en" sz="1400">
                <a:solidFill>
                  <a:schemeClr val="dk1"/>
                </a:solidFill>
                <a:latin typeface="Poppins"/>
                <a:ea typeface="Poppins"/>
                <a:cs typeface="Poppins"/>
                <a:sym typeface="Poppins"/>
              </a:rPr>
              <a:t>Time to Value</a:t>
            </a:r>
            <a:endParaRPr sz="900">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endParaRPr sz="800">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r>
              <a:rPr lang="en" sz="800">
                <a:solidFill>
                  <a:schemeClr val="dk1"/>
                </a:solidFill>
                <a:latin typeface="Poppins"/>
                <a:ea typeface="Poppins"/>
                <a:cs typeface="Poppins"/>
                <a:sym typeface="Poppins"/>
              </a:rPr>
              <a:t>Cut the time to resolution from weeks to minutes by automating tasks, allowing teams to swiftly pivot to and accelerate the delivery of strategic projects, thereby significantly enhancing the organization's time to value</a:t>
            </a:r>
            <a:endParaRPr sz="800">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endParaRPr sz="800">
              <a:solidFill>
                <a:schemeClr val="dk1"/>
              </a:solidFill>
              <a:latin typeface="Poppins"/>
              <a:ea typeface="Poppins"/>
              <a:cs typeface="Poppins"/>
              <a:sym typeface="Poppins"/>
            </a:endParaRPr>
          </a:p>
        </p:txBody>
      </p:sp>
      <p:sp>
        <p:nvSpPr>
          <p:cNvPr id="1653" name="Google Shape;1653;p168"/>
          <p:cNvSpPr/>
          <p:nvPr/>
        </p:nvSpPr>
        <p:spPr>
          <a:xfrm>
            <a:off x="1047250" y="859325"/>
            <a:ext cx="2848800" cy="1194000"/>
          </a:xfrm>
          <a:prstGeom prst="rect">
            <a:avLst/>
          </a:prstGeom>
          <a:noFill/>
          <a:ln>
            <a:noFill/>
          </a:ln>
        </p:spPr>
        <p:txBody>
          <a:bodyPr spcFirstLastPara="1" wrap="square" lIns="68575" tIns="34275" rIns="68575" bIns="34275" anchor="t" anchorCtr="0">
            <a:noAutofit/>
          </a:bodyPr>
          <a:lstStyle/>
          <a:p>
            <a:pPr marL="0" lvl="0" indent="0" algn="l" rtl="0">
              <a:lnSpc>
                <a:spcPct val="115000"/>
              </a:lnSpc>
              <a:spcBef>
                <a:spcPts val="0"/>
              </a:spcBef>
              <a:spcAft>
                <a:spcPts val="0"/>
              </a:spcAft>
              <a:buNone/>
            </a:pPr>
            <a:r>
              <a:rPr lang="en" sz="1900" b="1">
                <a:solidFill>
                  <a:srgbClr val="2D3951"/>
                </a:solidFill>
                <a:latin typeface="Poppins"/>
                <a:ea typeface="Poppins"/>
                <a:cs typeface="Poppins"/>
                <a:sym typeface="Poppins"/>
              </a:rPr>
              <a:t>90%</a:t>
            </a:r>
            <a:r>
              <a:rPr lang="en" sz="1900">
                <a:solidFill>
                  <a:srgbClr val="2D3951"/>
                </a:solidFill>
                <a:latin typeface="Poppins"/>
                <a:ea typeface="Poppins"/>
                <a:cs typeface="Poppins"/>
                <a:sym typeface="Poppins"/>
              </a:rPr>
              <a:t> </a:t>
            </a:r>
            <a:endParaRPr sz="1900">
              <a:solidFill>
                <a:srgbClr val="2D3951"/>
              </a:solidFill>
              <a:latin typeface="Poppins"/>
              <a:ea typeface="Poppins"/>
              <a:cs typeface="Poppins"/>
              <a:sym typeface="Poppins"/>
            </a:endParaRPr>
          </a:p>
          <a:p>
            <a:pPr marL="0" lvl="0" indent="0" algn="l" rtl="0">
              <a:lnSpc>
                <a:spcPct val="115000"/>
              </a:lnSpc>
              <a:spcBef>
                <a:spcPts val="0"/>
              </a:spcBef>
              <a:spcAft>
                <a:spcPts val="0"/>
              </a:spcAft>
              <a:buNone/>
            </a:pPr>
            <a:r>
              <a:rPr lang="en" sz="1400">
                <a:solidFill>
                  <a:schemeClr val="dk1"/>
                </a:solidFill>
                <a:latin typeface="Poppins"/>
                <a:ea typeface="Poppins"/>
                <a:cs typeface="Poppins"/>
                <a:sym typeface="Poppins"/>
              </a:rPr>
              <a:t>Time Savings </a:t>
            </a:r>
            <a:endParaRPr sz="1400">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endParaRPr sz="800">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r>
              <a:rPr lang="en" sz="800">
                <a:solidFill>
                  <a:schemeClr val="dk1"/>
                </a:solidFill>
                <a:latin typeface="Poppins"/>
                <a:ea typeface="Poppins"/>
                <a:cs typeface="Poppins"/>
                <a:sym typeface="Poppins"/>
              </a:rPr>
              <a:t>Save over 90% of the  time spent on root cause analysis, change impact analysis, migration, and decommissioning of legacy systems, significantly accelerating these critical processes </a:t>
            </a:r>
            <a:endParaRPr sz="800">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endParaRPr sz="800">
              <a:solidFill>
                <a:schemeClr val="dk1"/>
              </a:solidFill>
              <a:latin typeface="Poppins"/>
              <a:ea typeface="Poppins"/>
              <a:cs typeface="Poppins"/>
              <a:sym typeface="Poppins"/>
            </a:endParaRPr>
          </a:p>
        </p:txBody>
      </p:sp>
      <p:sp>
        <p:nvSpPr>
          <p:cNvPr id="1654" name="Google Shape;1654;p168"/>
          <p:cNvSpPr/>
          <p:nvPr/>
        </p:nvSpPr>
        <p:spPr>
          <a:xfrm>
            <a:off x="4877450" y="859325"/>
            <a:ext cx="3219300" cy="1273200"/>
          </a:xfrm>
          <a:prstGeom prst="rect">
            <a:avLst/>
          </a:prstGeom>
          <a:noFill/>
          <a:ln>
            <a:noFill/>
          </a:ln>
        </p:spPr>
        <p:txBody>
          <a:bodyPr spcFirstLastPara="1" wrap="square" lIns="68575" tIns="34275" rIns="68575" bIns="34275" anchor="t" anchorCtr="0">
            <a:noAutofit/>
          </a:bodyPr>
          <a:lstStyle/>
          <a:p>
            <a:pPr marL="0" lvl="0" indent="0" algn="l" rtl="0">
              <a:lnSpc>
                <a:spcPct val="115000"/>
              </a:lnSpc>
              <a:spcBef>
                <a:spcPts val="0"/>
              </a:spcBef>
              <a:spcAft>
                <a:spcPts val="0"/>
              </a:spcAft>
              <a:buNone/>
            </a:pPr>
            <a:r>
              <a:rPr lang="en" sz="1900" b="1">
                <a:solidFill>
                  <a:srgbClr val="2D3951"/>
                </a:solidFill>
                <a:latin typeface="Poppins"/>
                <a:ea typeface="Poppins"/>
                <a:cs typeface="Poppins"/>
                <a:sym typeface="Poppins"/>
              </a:rPr>
              <a:t>25%</a:t>
            </a:r>
            <a:endParaRPr sz="1400" b="1">
              <a:solidFill>
                <a:srgbClr val="2D3951"/>
              </a:solidFill>
              <a:latin typeface="Poppins"/>
              <a:ea typeface="Poppins"/>
              <a:cs typeface="Poppins"/>
              <a:sym typeface="Poppins"/>
            </a:endParaRPr>
          </a:p>
          <a:p>
            <a:pPr marL="0" lvl="0" indent="0" algn="l" rtl="0">
              <a:lnSpc>
                <a:spcPct val="115000"/>
              </a:lnSpc>
              <a:spcBef>
                <a:spcPts val="0"/>
              </a:spcBef>
              <a:spcAft>
                <a:spcPts val="0"/>
              </a:spcAft>
              <a:buNone/>
            </a:pPr>
            <a:r>
              <a:rPr lang="en" sz="1400">
                <a:solidFill>
                  <a:schemeClr val="dk1"/>
                </a:solidFill>
                <a:latin typeface="Poppins"/>
                <a:ea typeface="Poppins"/>
                <a:cs typeface="Poppins"/>
                <a:sym typeface="Poppins"/>
              </a:rPr>
              <a:t>Cost Reduction</a:t>
            </a:r>
            <a:r>
              <a:rPr lang="en" sz="900">
                <a:solidFill>
                  <a:schemeClr val="dk1"/>
                </a:solidFill>
                <a:latin typeface="Poppins"/>
                <a:ea typeface="Poppins"/>
                <a:cs typeface="Poppins"/>
                <a:sym typeface="Poppins"/>
              </a:rPr>
              <a:t> </a:t>
            </a:r>
            <a:endParaRPr sz="900">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endParaRPr sz="800">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r>
              <a:rPr lang="en" sz="800">
                <a:solidFill>
                  <a:schemeClr val="dk1"/>
                </a:solidFill>
                <a:latin typeface="Poppins"/>
                <a:ea typeface="Poppins"/>
                <a:cs typeface="Poppins"/>
                <a:sym typeface="Poppins"/>
              </a:rPr>
              <a:t>Combat “data obesity” by adopting continuous cleansing routines, and curb escalating cloud expenditures by at least 25%, and ensuring delivery of strategic migration projects in half of the budget </a:t>
            </a:r>
            <a:endParaRPr sz="800">
              <a:solidFill>
                <a:schemeClr val="dk1"/>
              </a:solidFill>
              <a:latin typeface="Poppins"/>
              <a:ea typeface="Poppins"/>
              <a:cs typeface="Poppins"/>
              <a:sym typeface="Poppins"/>
            </a:endParaRPr>
          </a:p>
        </p:txBody>
      </p:sp>
      <p:sp>
        <p:nvSpPr>
          <p:cNvPr id="1655" name="Google Shape;1655;p168"/>
          <p:cNvSpPr/>
          <p:nvPr/>
        </p:nvSpPr>
        <p:spPr>
          <a:xfrm>
            <a:off x="4911343" y="2468025"/>
            <a:ext cx="3128100" cy="1273200"/>
          </a:xfrm>
          <a:prstGeom prst="rect">
            <a:avLst/>
          </a:prstGeom>
          <a:noFill/>
          <a:ln>
            <a:noFill/>
          </a:ln>
        </p:spPr>
        <p:txBody>
          <a:bodyPr spcFirstLastPara="1" wrap="square" lIns="68575" tIns="34275" rIns="68575" bIns="34275" anchor="t" anchorCtr="0">
            <a:noAutofit/>
          </a:bodyPr>
          <a:lstStyle/>
          <a:p>
            <a:pPr marL="0" lvl="0" indent="0" algn="l" rtl="0">
              <a:lnSpc>
                <a:spcPct val="115000"/>
              </a:lnSpc>
              <a:spcBef>
                <a:spcPts val="0"/>
              </a:spcBef>
              <a:spcAft>
                <a:spcPts val="0"/>
              </a:spcAft>
              <a:buNone/>
            </a:pPr>
            <a:r>
              <a:rPr lang="en" sz="1900" b="1">
                <a:solidFill>
                  <a:srgbClr val="2D3951"/>
                </a:solidFill>
                <a:latin typeface="Poppins"/>
                <a:ea typeface="Poppins"/>
                <a:cs typeface="Poppins"/>
                <a:sym typeface="Poppins"/>
              </a:rPr>
              <a:t>X10</a:t>
            </a:r>
            <a:endParaRPr sz="1400" b="1">
              <a:solidFill>
                <a:srgbClr val="2D3951"/>
              </a:solidFill>
              <a:latin typeface="Poppins"/>
              <a:ea typeface="Poppins"/>
              <a:cs typeface="Poppins"/>
              <a:sym typeface="Poppins"/>
            </a:endParaRPr>
          </a:p>
          <a:p>
            <a:pPr marL="0" lvl="0" indent="0" algn="l" rtl="0">
              <a:lnSpc>
                <a:spcPct val="115000"/>
              </a:lnSpc>
              <a:spcBef>
                <a:spcPts val="0"/>
              </a:spcBef>
              <a:spcAft>
                <a:spcPts val="0"/>
              </a:spcAft>
              <a:buNone/>
            </a:pPr>
            <a:r>
              <a:rPr lang="en" sz="1400">
                <a:solidFill>
                  <a:schemeClr val="dk1"/>
                </a:solidFill>
                <a:latin typeface="Poppins"/>
                <a:ea typeface="Poppins"/>
                <a:cs typeface="Poppins"/>
                <a:sym typeface="Poppins"/>
              </a:rPr>
              <a:t>Production Stability</a:t>
            </a:r>
            <a:r>
              <a:rPr lang="en" sz="900">
                <a:solidFill>
                  <a:schemeClr val="dk1"/>
                </a:solidFill>
                <a:latin typeface="Poppins"/>
                <a:ea typeface="Poppins"/>
                <a:cs typeface="Poppins"/>
                <a:sym typeface="Poppins"/>
              </a:rPr>
              <a:t> </a:t>
            </a:r>
            <a:endParaRPr sz="900">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endParaRPr sz="800">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r>
              <a:rPr lang="en" sz="800">
                <a:solidFill>
                  <a:schemeClr val="dk1"/>
                </a:solidFill>
                <a:latin typeface="Poppins"/>
                <a:ea typeface="Poppins"/>
                <a:cs typeface="Poppins"/>
                <a:sym typeface="Poppins"/>
              </a:rPr>
              <a:t>Boost quality and stability, reducing reported tickets and shrinking investigation times from days to minutes. Through proactive change impact analysis, it preemptively addresses potential issues, ensuring a seamless and reliable operational framework.</a:t>
            </a:r>
            <a:endParaRPr sz="800">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endParaRPr sz="800">
              <a:solidFill>
                <a:schemeClr val="dk1"/>
              </a:solidFill>
              <a:latin typeface="Poppins"/>
              <a:ea typeface="Poppins"/>
              <a:cs typeface="Poppins"/>
              <a:sym typeface="Poppins"/>
            </a:endParaRPr>
          </a:p>
        </p:txBody>
      </p:sp>
      <p:pic>
        <p:nvPicPr>
          <p:cNvPr id="1656" name="Google Shape;1656;p168"/>
          <p:cNvPicPr preferRelativeResize="0"/>
          <p:nvPr/>
        </p:nvPicPr>
        <p:blipFill>
          <a:blip r:embed="rId4">
            <a:alphaModFix/>
          </a:blip>
          <a:stretch>
            <a:fillRect/>
          </a:stretch>
        </p:blipFill>
        <p:spPr>
          <a:xfrm rot="-5400000" flipH="1">
            <a:off x="807876" y="1165036"/>
            <a:ext cx="497224" cy="18475"/>
          </a:xfrm>
          <a:prstGeom prst="rect">
            <a:avLst/>
          </a:prstGeom>
          <a:noFill/>
          <a:ln>
            <a:noFill/>
          </a:ln>
        </p:spPr>
      </p:pic>
      <p:pic>
        <p:nvPicPr>
          <p:cNvPr id="1657" name="Google Shape;1657;p168"/>
          <p:cNvPicPr preferRelativeResize="0"/>
          <p:nvPr/>
        </p:nvPicPr>
        <p:blipFill>
          <a:blip r:embed="rId4">
            <a:alphaModFix/>
          </a:blip>
          <a:stretch>
            <a:fillRect/>
          </a:stretch>
        </p:blipFill>
        <p:spPr>
          <a:xfrm rot="-5400000" flipH="1">
            <a:off x="4638076" y="1165036"/>
            <a:ext cx="497224" cy="18475"/>
          </a:xfrm>
          <a:prstGeom prst="rect">
            <a:avLst/>
          </a:prstGeom>
          <a:noFill/>
          <a:ln>
            <a:noFill/>
          </a:ln>
        </p:spPr>
      </p:pic>
      <p:pic>
        <p:nvPicPr>
          <p:cNvPr id="1658" name="Google Shape;1658;p168"/>
          <p:cNvPicPr preferRelativeResize="0"/>
          <p:nvPr/>
        </p:nvPicPr>
        <p:blipFill>
          <a:blip r:embed="rId4">
            <a:alphaModFix/>
          </a:blip>
          <a:stretch>
            <a:fillRect/>
          </a:stretch>
        </p:blipFill>
        <p:spPr>
          <a:xfrm rot="-5400000" flipH="1">
            <a:off x="822963" y="2795849"/>
            <a:ext cx="497224" cy="18475"/>
          </a:xfrm>
          <a:prstGeom prst="rect">
            <a:avLst/>
          </a:prstGeom>
          <a:noFill/>
          <a:ln>
            <a:noFill/>
          </a:ln>
        </p:spPr>
      </p:pic>
      <p:pic>
        <p:nvPicPr>
          <p:cNvPr id="1659" name="Google Shape;1659;p168"/>
          <p:cNvPicPr preferRelativeResize="0"/>
          <p:nvPr/>
        </p:nvPicPr>
        <p:blipFill>
          <a:blip r:embed="rId4">
            <a:alphaModFix/>
          </a:blip>
          <a:stretch>
            <a:fillRect/>
          </a:stretch>
        </p:blipFill>
        <p:spPr>
          <a:xfrm rot="-5400000" flipH="1">
            <a:off x="4638063" y="2717924"/>
            <a:ext cx="497224" cy="18475"/>
          </a:xfrm>
          <a:prstGeom prst="rect">
            <a:avLst/>
          </a:prstGeom>
          <a:noFill/>
          <a:ln>
            <a:noFill/>
          </a:ln>
        </p:spPr>
      </p:pic>
      <p:cxnSp>
        <p:nvCxnSpPr>
          <p:cNvPr id="1660" name="Google Shape;1660;p168"/>
          <p:cNvCxnSpPr/>
          <p:nvPr/>
        </p:nvCxnSpPr>
        <p:spPr>
          <a:xfrm rot="10800000">
            <a:off x="507300" y="4159925"/>
            <a:ext cx="8129400" cy="0"/>
          </a:xfrm>
          <a:prstGeom prst="straightConnector1">
            <a:avLst/>
          </a:prstGeom>
          <a:noFill/>
          <a:ln w="9525" cap="flat" cmpd="sng">
            <a:solidFill>
              <a:srgbClr val="A8AFB9"/>
            </a:solidFill>
            <a:prstDash val="dot"/>
            <a:round/>
            <a:headEnd type="none" w="med" len="med"/>
            <a:tailEnd type="none" w="med" len="med"/>
          </a:ln>
        </p:spPr>
      </p:cxnSp>
      <p:sp>
        <p:nvSpPr>
          <p:cNvPr id="1661" name="Google Shape;1661;p168"/>
          <p:cNvSpPr/>
          <p:nvPr/>
        </p:nvSpPr>
        <p:spPr>
          <a:xfrm>
            <a:off x="0" y="0"/>
            <a:ext cx="2710800" cy="228600"/>
          </a:xfrm>
          <a:prstGeom prst="rect">
            <a:avLst/>
          </a:prstGeom>
          <a:solidFill>
            <a:srgbClr val="5555F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i="1">
                <a:solidFill>
                  <a:srgbClr val="FFFFFF"/>
                </a:solidFill>
                <a:latin typeface="Plus Jakarta Sans Bold"/>
                <a:ea typeface="Plus Jakarta Sans Bold"/>
                <a:cs typeface="Plus Jakarta Sans Bold"/>
                <a:sym typeface="Plus Jakarta Sans"/>
              </a:rPr>
              <a:t>Enabling Technologies</a:t>
            </a:r>
            <a:endParaRPr b="1" i="1">
              <a:solidFill>
                <a:srgbClr val="FFFFFF"/>
              </a:solidFill>
              <a:latin typeface="Plus Jakarta Sans Bold"/>
              <a:ea typeface="Plus Jakarta Sans Bold"/>
              <a:cs typeface="Plus Jakarta Sans Bold"/>
              <a:sym typeface="Plus Jakarta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665"/>
        <p:cNvGrpSpPr/>
        <p:nvPr/>
      </p:nvGrpSpPr>
      <p:grpSpPr>
        <a:xfrm>
          <a:off x="0" y="0"/>
          <a:ext cx="0" cy="0"/>
          <a:chOff x="0" y="0"/>
          <a:chExt cx="0" cy="0"/>
        </a:xfrm>
      </p:grpSpPr>
      <p:sp>
        <p:nvSpPr>
          <p:cNvPr id="1666" name="Google Shape;1666;p169"/>
          <p:cNvSpPr/>
          <p:nvPr/>
        </p:nvSpPr>
        <p:spPr>
          <a:xfrm>
            <a:off x="238575" y="4780725"/>
            <a:ext cx="1958100" cy="2481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lus Jakarta Sans"/>
              <a:ea typeface="Plus Jakarta Sans"/>
              <a:cs typeface="Plus Jakarta Sans"/>
              <a:sym typeface="Plus Jakarta Sans"/>
            </a:endParaRPr>
          </a:p>
        </p:txBody>
      </p:sp>
      <p:sp>
        <p:nvSpPr>
          <p:cNvPr id="1667" name="Google Shape;1667;p169"/>
          <p:cNvSpPr txBox="1">
            <a:spLocks noGrp="1"/>
          </p:cNvSpPr>
          <p:nvPr>
            <p:ph type="title" idx="4294967295"/>
          </p:nvPr>
        </p:nvSpPr>
        <p:spPr>
          <a:xfrm>
            <a:off x="533400" y="284253"/>
            <a:ext cx="7620000" cy="612900"/>
          </a:xfrm>
          <a:prstGeom prst="rect">
            <a:avLst/>
          </a:prstGeom>
          <a:noFill/>
          <a:ln>
            <a:noFill/>
          </a:ln>
        </p:spPr>
        <p:txBody>
          <a:bodyPr spcFirstLastPara="1" wrap="square" lIns="91425" tIns="0" rIns="91425" bIns="45700" anchor="t" anchorCtr="0">
            <a:noAutofit/>
          </a:bodyPr>
          <a:lstStyle/>
          <a:p>
            <a:pPr marL="0" lvl="0" indent="0" algn="l" rtl="0">
              <a:lnSpc>
                <a:spcPct val="100000"/>
              </a:lnSpc>
              <a:spcBef>
                <a:spcPts val="0"/>
              </a:spcBef>
              <a:spcAft>
                <a:spcPts val="0"/>
              </a:spcAft>
              <a:buClr>
                <a:schemeClr val="lt1"/>
              </a:buClr>
              <a:buSzPts val="2000"/>
              <a:buFont typeface="Plus Jakarta Sans Medium"/>
              <a:buNone/>
            </a:pPr>
            <a:r>
              <a:rPr lang="en"/>
              <a:t>Empowering Data Teams</a:t>
            </a:r>
            <a:endParaRPr/>
          </a:p>
          <a:p>
            <a:pPr marL="0" lvl="0" indent="0" algn="l" rtl="0">
              <a:lnSpc>
                <a:spcPct val="100000"/>
              </a:lnSpc>
              <a:spcBef>
                <a:spcPts val="0"/>
              </a:spcBef>
              <a:spcAft>
                <a:spcPts val="0"/>
              </a:spcAft>
              <a:buClr>
                <a:schemeClr val="lt1"/>
              </a:buClr>
              <a:buSzPts val="2000"/>
              <a:buFont typeface="Plus Jakarta Sans Medium"/>
              <a:buNone/>
            </a:pPr>
            <a:endParaRPr/>
          </a:p>
        </p:txBody>
      </p:sp>
      <p:sp>
        <p:nvSpPr>
          <p:cNvPr id="1668" name="Google Shape;1668;p169"/>
          <p:cNvSpPr txBox="1"/>
          <p:nvPr/>
        </p:nvSpPr>
        <p:spPr>
          <a:xfrm>
            <a:off x="533400" y="734275"/>
            <a:ext cx="3312300" cy="324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sz="1100">
                <a:solidFill>
                  <a:srgbClr val="5555F9"/>
                </a:solidFill>
                <a:latin typeface="Plus Jakarta Sans SemiBold"/>
                <a:ea typeface="Plus Jakarta Sans SemiBold"/>
                <a:cs typeface="Plus Jakarta Sans SemiBold"/>
                <a:sym typeface="Plus Jakarta Sans SemiBold"/>
              </a:rPr>
              <a:t>Aligning Data Lineage with Critical Challenges</a:t>
            </a:r>
            <a:endParaRPr sz="1100">
              <a:solidFill>
                <a:srgbClr val="5555F9"/>
              </a:solidFill>
              <a:latin typeface="Plus Jakarta Sans SemiBold"/>
              <a:ea typeface="Plus Jakarta Sans SemiBold"/>
              <a:cs typeface="Plus Jakarta Sans SemiBold"/>
              <a:sym typeface="Plus Jakarta Sans SemiBold"/>
            </a:endParaRPr>
          </a:p>
          <a:p>
            <a:pPr marL="0" lvl="0" indent="0" algn="l" rtl="0">
              <a:spcBef>
                <a:spcPts val="0"/>
              </a:spcBef>
              <a:spcAft>
                <a:spcPts val="400"/>
              </a:spcAft>
              <a:buNone/>
            </a:pPr>
            <a:endParaRPr sz="1100">
              <a:solidFill>
                <a:srgbClr val="5555F9"/>
              </a:solidFill>
              <a:latin typeface="Plus Jakarta Sans SemiBold"/>
              <a:ea typeface="Plus Jakarta Sans SemiBold"/>
              <a:cs typeface="Plus Jakarta Sans SemiBold"/>
              <a:sym typeface="Plus Jakarta Sans SemiBold"/>
            </a:endParaRPr>
          </a:p>
        </p:txBody>
      </p:sp>
      <p:grpSp>
        <p:nvGrpSpPr>
          <p:cNvPr id="1669" name="Google Shape;1669;p169"/>
          <p:cNvGrpSpPr/>
          <p:nvPr/>
        </p:nvGrpSpPr>
        <p:grpSpPr>
          <a:xfrm>
            <a:off x="510175" y="1231513"/>
            <a:ext cx="2053500" cy="995100"/>
            <a:chOff x="510175" y="1002913"/>
            <a:chExt cx="2053500" cy="995100"/>
          </a:xfrm>
        </p:grpSpPr>
        <p:sp>
          <p:nvSpPr>
            <p:cNvPr id="1670" name="Google Shape;1670;p169"/>
            <p:cNvSpPr/>
            <p:nvPr/>
          </p:nvSpPr>
          <p:spPr>
            <a:xfrm>
              <a:off x="510175" y="1002913"/>
              <a:ext cx="2053500" cy="995100"/>
            </a:xfrm>
            <a:prstGeom prst="rect">
              <a:avLst/>
            </a:prstGeom>
            <a:noFill/>
            <a:ln>
              <a:noFill/>
            </a:ln>
          </p:spPr>
          <p:txBody>
            <a:bodyPr spcFirstLastPara="1" wrap="square" lIns="68575" tIns="34275" rIns="68575" bIns="34275" anchor="t" anchorCtr="0">
              <a:noAutofit/>
            </a:bodyPr>
            <a:lstStyle/>
            <a:p>
              <a:pPr marL="0" lvl="0" indent="0" algn="l" rtl="0">
                <a:lnSpc>
                  <a:spcPct val="115000"/>
                </a:lnSpc>
                <a:spcBef>
                  <a:spcPts val="0"/>
                </a:spcBef>
                <a:spcAft>
                  <a:spcPts val="0"/>
                </a:spcAft>
                <a:buNone/>
              </a:pPr>
              <a:r>
                <a:rPr lang="en" sz="1400">
                  <a:solidFill>
                    <a:schemeClr val="dk1"/>
                  </a:solidFill>
                  <a:latin typeface="Poppins"/>
                  <a:ea typeface="Poppins"/>
                  <a:cs typeface="Poppins"/>
                  <a:sym typeface="Poppins"/>
                </a:rPr>
                <a:t>Enables Complete Visibility </a:t>
              </a:r>
              <a:endParaRPr sz="1400">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r>
                <a:rPr lang="en" sz="800">
                  <a:solidFill>
                    <a:schemeClr val="dk1"/>
                  </a:solidFill>
                  <a:latin typeface="Poppins"/>
                  <a:ea typeface="Poppins"/>
                  <a:cs typeface="Poppins"/>
                  <a:sym typeface="Poppins"/>
                </a:rPr>
                <a:t>Uncover inefficiencies and drive savings by illuminating the hidden corners of your data flows</a:t>
              </a:r>
              <a:endParaRPr sz="800">
                <a:solidFill>
                  <a:schemeClr val="dk1"/>
                </a:solidFill>
                <a:latin typeface="Poppins"/>
                <a:ea typeface="Poppins"/>
                <a:cs typeface="Poppins"/>
                <a:sym typeface="Poppins"/>
              </a:endParaRPr>
            </a:p>
          </p:txBody>
        </p:sp>
        <p:pic>
          <p:nvPicPr>
            <p:cNvPr id="1671" name="Google Shape;1671;p169"/>
            <p:cNvPicPr preferRelativeResize="0"/>
            <p:nvPr/>
          </p:nvPicPr>
          <p:blipFill>
            <a:blip r:embed="rId3">
              <a:alphaModFix/>
            </a:blip>
            <a:stretch>
              <a:fillRect/>
            </a:stretch>
          </p:blipFill>
          <p:spPr>
            <a:xfrm rot="-5400000" flipH="1">
              <a:off x="320324" y="1268979"/>
              <a:ext cx="398177" cy="18475"/>
            </a:xfrm>
            <a:prstGeom prst="rect">
              <a:avLst/>
            </a:prstGeom>
            <a:noFill/>
            <a:ln>
              <a:noFill/>
            </a:ln>
          </p:spPr>
        </p:pic>
      </p:grpSp>
      <p:grpSp>
        <p:nvGrpSpPr>
          <p:cNvPr id="1672" name="Google Shape;1672;p169"/>
          <p:cNvGrpSpPr/>
          <p:nvPr/>
        </p:nvGrpSpPr>
        <p:grpSpPr>
          <a:xfrm>
            <a:off x="2884698" y="1231513"/>
            <a:ext cx="1749300" cy="995100"/>
            <a:chOff x="2884698" y="1002913"/>
            <a:chExt cx="1749300" cy="995100"/>
          </a:xfrm>
        </p:grpSpPr>
        <p:sp>
          <p:nvSpPr>
            <p:cNvPr id="1673" name="Google Shape;1673;p169"/>
            <p:cNvSpPr/>
            <p:nvPr/>
          </p:nvSpPr>
          <p:spPr>
            <a:xfrm>
              <a:off x="2884698" y="1002913"/>
              <a:ext cx="1749300" cy="995100"/>
            </a:xfrm>
            <a:prstGeom prst="rect">
              <a:avLst/>
            </a:prstGeom>
            <a:noFill/>
            <a:ln>
              <a:noFill/>
            </a:ln>
          </p:spPr>
          <p:txBody>
            <a:bodyPr spcFirstLastPara="1" wrap="square" lIns="68575" tIns="34275" rIns="68575" bIns="34275" anchor="t" anchorCtr="0">
              <a:noAutofit/>
            </a:bodyPr>
            <a:lstStyle/>
            <a:p>
              <a:pPr marL="0" lvl="0" indent="0" algn="l" rtl="0">
                <a:lnSpc>
                  <a:spcPct val="115000"/>
                </a:lnSpc>
                <a:spcBef>
                  <a:spcPts val="0"/>
                </a:spcBef>
                <a:spcAft>
                  <a:spcPts val="0"/>
                </a:spcAft>
                <a:buNone/>
              </a:pPr>
              <a:r>
                <a:rPr lang="en" sz="1400">
                  <a:solidFill>
                    <a:schemeClr val="dk1"/>
                  </a:solidFill>
                  <a:latin typeface="Poppins"/>
                  <a:ea typeface="Poppins"/>
                  <a:cs typeface="Poppins"/>
                  <a:sym typeface="Poppins"/>
                </a:rPr>
                <a:t>Adopt Best Practices </a:t>
              </a:r>
              <a:endParaRPr sz="1400">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r>
                <a:rPr lang="en" sz="800">
                  <a:solidFill>
                    <a:schemeClr val="dk1"/>
                  </a:solidFill>
                  <a:latin typeface="Poppins"/>
                  <a:ea typeface="Poppins"/>
                  <a:cs typeface="Poppins"/>
                  <a:sym typeface="Poppins"/>
                </a:rPr>
                <a:t>Streamline data operations and pave the way for seamless AI integration. </a:t>
              </a:r>
              <a:endParaRPr sz="800">
                <a:solidFill>
                  <a:schemeClr val="dk1"/>
                </a:solidFill>
                <a:latin typeface="Poppins"/>
                <a:ea typeface="Poppins"/>
                <a:cs typeface="Poppins"/>
                <a:sym typeface="Poppins"/>
              </a:endParaRPr>
            </a:p>
          </p:txBody>
        </p:sp>
        <p:pic>
          <p:nvPicPr>
            <p:cNvPr id="1674" name="Google Shape;1674;p169"/>
            <p:cNvPicPr preferRelativeResize="0"/>
            <p:nvPr/>
          </p:nvPicPr>
          <p:blipFill>
            <a:blip r:embed="rId3">
              <a:alphaModFix/>
            </a:blip>
            <a:stretch>
              <a:fillRect/>
            </a:stretch>
          </p:blipFill>
          <p:spPr>
            <a:xfrm rot="-5400000" flipH="1">
              <a:off x="2694849" y="1268979"/>
              <a:ext cx="398177" cy="18475"/>
            </a:xfrm>
            <a:prstGeom prst="rect">
              <a:avLst/>
            </a:prstGeom>
            <a:noFill/>
            <a:ln>
              <a:noFill/>
            </a:ln>
          </p:spPr>
        </p:pic>
      </p:grpSp>
      <p:grpSp>
        <p:nvGrpSpPr>
          <p:cNvPr id="1675" name="Google Shape;1675;p169"/>
          <p:cNvGrpSpPr/>
          <p:nvPr/>
        </p:nvGrpSpPr>
        <p:grpSpPr>
          <a:xfrm>
            <a:off x="4878825" y="1192850"/>
            <a:ext cx="1958100" cy="995100"/>
            <a:chOff x="4955025" y="964250"/>
            <a:chExt cx="1958100" cy="995100"/>
          </a:xfrm>
        </p:grpSpPr>
        <p:sp>
          <p:nvSpPr>
            <p:cNvPr id="1676" name="Google Shape;1676;p169"/>
            <p:cNvSpPr/>
            <p:nvPr/>
          </p:nvSpPr>
          <p:spPr>
            <a:xfrm>
              <a:off x="4955025" y="964250"/>
              <a:ext cx="1958100" cy="995100"/>
            </a:xfrm>
            <a:prstGeom prst="rect">
              <a:avLst/>
            </a:prstGeom>
            <a:noFill/>
            <a:ln>
              <a:noFill/>
            </a:ln>
          </p:spPr>
          <p:txBody>
            <a:bodyPr spcFirstLastPara="1" wrap="square" lIns="68575" tIns="34275" rIns="68575" bIns="34275" anchor="t" anchorCtr="0">
              <a:noAutofit/>
            </a:bodyPr>
            <a:lstStyle/>
            <a:p>
              <a:pPr marL="0" lvl="0" indent="0" algn="l" rtl="0">
                <a:lnSpc>
                  <a:spcPct val="115000"/>
                </a:lnSpc>
                <a:spcBef>
                  <a:spcPts val="0"/>
                </a:spcBef>
                <a:spcAft>
                  <a:spcPts val="0"/>
                </a:spcAft>
                <a:buNone/>
              </a:pPr>
              <a:r>
                <a:rPr lang="en" sz="1400">
                  <a:solidFill>
                    <a:schemeClr val="dk1"/>
                  </a:solidFill>
                  <a:latin typeface="Poppins"/>
                  <a:ea typeface="Poppins"/>
                  <a:cs typeface="Poppins"/>
                  <a:sym typeface="Poppins"/>
                </a:rPr>
                <a:t>Decision-Making Precision</a:t>
              </a:r>
              <a:endParaRPr sz="1400">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r>
                <a:rPr lang="en" sz="800">
                  <a:solidFill>
                    <a:schemeClr val="dk1"/>
                  </a:solidFill>
                  <a:latin typeface="Poppins"/>
                  <a:ea typeface="Poppins"/>
                  <a:cs typeface="Poppins"/>
                  <a:sym typeface="Poppins"/>
                </a:rPr>
                <a:t>Fortify the backbone of your strategic initiatives with the data clarity provided by Octopai automated mapping</a:t>
              </a:r>
              <a:endParaRPr sz="800">
                <a:solidFill>
                  <a:schemeClr val="dk1"/>
                </a:solidFill>
                <a:latin typeface="Poppins"/>
                <a:ea typeface="Poppins"/>
                <a:cs typeface="Poppins"/>
                <a:sym typeface="Poppins"/>
              </a:endParaRPr>
            </a:p>
          </p:txBody>
        </p:sp>
        <p:pic>
          <p:nvPicPr>
            <p:cNvPr id="1677" name="Google Shape;1677;p169"/>
            <p:cNvPicPr preferRelativeResize="0"/>
            <p:nvPr/>
          </p:nvPicPr>
          <p:blipFill>
            <a:blip r:embed="rId3">
              <a:alphaModFix/>
            </a:blip>
            <a:stretch>
              <a:fillRect/>
            </a:stretch>
          </p:blipFill>
          <p:spPr>
            <a:xfrm rot="-5400000" flipH="1">
              <a:off x="4765174" y="1242029"/>
              <a:ext cx="398177" cy="18475"/>
            </a:xfrm>
            <a:prstGeom prst="rect">
              <a:avLst/>
            </a:prstGeom>
            <a:noFill/>
            <a:ln>
              <a:noFill/>
            </a:ln>
          </p:spPr>
        </p:pic>
      </p:grpSp>
      <p:grpSp>
        <p:nvGrpSpPr>
          <p:cNvPr id="1678" name="Google Shape;1678;p169"/>
          <p:cNvGrpSpPr/>
          <p:nvPr/>
        </p:nvGrpSpPr>
        <p:grpSpPr>
          <a:xfrm>
            <a:off x="510175" y="2552238"/>
            <a:ext cx="1958100" cy="995100"/>
            <a:chOff x="510175" y="2323638"/>
            <a:chExt cx="1958100" cy="995100"/>
          </a:xfrm>
        </p:grpSpPr>
        <p:sp>
          <p:nvSpPr>
            <p:cNvPr id="1679" name="Google Shape;1679;p169"/>
            <p:cNvSpPr/>
            <p:nvPr/>
          </p:nvSpPr>
          <p:spPr>
            <a:xfrm>
              <a:off x="510175" y="2323638"/>
              <a:ext cx="1958100" cy="995100"/>
            </a:xfrm>
            <a:prstGeom prst="rect">
              <a:avLst/>
            </a:prstGeom>
            <a:noFill/>
            <a:ln>
              <a:noFill/>
            </a:ln>
          </p:spPr>
          <p:txBody>
            <a:bodyPr spcFirstLastPara="1" wrap="square" lIns="68575" tIns="34275" rIns="68575" bIns="34275" anchor="t" anchorCtr="0">
              <a:noAutofit/>
            </a:bodyPr>
            <a:lstStyle/>
            <a:p>
              <a:pPr marL="0" lvl="0" indent="0" algn="l" rtl="0">
                <a:lnSpc>
                  <a:spcPct val="115000"/>
                </a:lnSpc>
                <a:spcBef>
                  <a:spcPts val="0"/>
                </a:spcBef>
                <a:spcAft>
                  <a:spcPts val="0"/>
                </a:spcAft>
                <a:buNone/>
              </a:pPr>
              <a:r>
                <a:rPr lang="en" sz="1400">
                  <a:solidFill>
                    <a:schemeClr val="dk1"/>
                  </a:solidFill>
                  <a:latin typeface="Poppins"/>
                  <a:ea typeface="Poppins"/>
                  <a:cs typeface="Poppins"/>
                  <a:sym typeface="Poppins"/>
                </a:rPr>
                <a:t>AI</a:t>
              </a:r>
              <a:endParaRPr sz="1400">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r>
                <a:rPr lang="en" sz="1400">
                  <a:solidFill>
                    <a:schemeClr val="dk1"/>
                  </a:solidFill>
                  <a:latin typeface="Poppins"/>
                  <a:ea typeface="Poppins"/>
                  <a:cs typeface="Poppins"/>
                  <a:sym typeface="Poppins"/>
                </a:rPr>
                <a:t>Readiness</a:t>
              </a:r>
              <a:endParaRPr sz="1400">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r>
                <a:rPr lang="en" sz="800">
                  <a:solidFill>
                    <a:schemeClr val="dk1"/>
                  </a:solidFill>
                  <a:latin typeface="Poppins"/>
                  <a:ea typeface="Poppins"/>
                  <a:cs typeface="Poppins"/>
                  <a:sym typeface="Poppins"/>
                </a:rPr>
                <a:t>Solidify the foundation of your future AI projects with our solution's robust data structuring, equipping you with the power to act on opportunities with confidence</a:t>
              </a:r>
              <a:endParaRPr sz="800">
                <a:solidFill>
                  <a:schemeClr val="dk1"/>
                </a:solidFill>
                <a:latin typeface="Poppins"/>
                <a:ea typeface="Poppins"/>
                <a:cs typeface="Poppins"/>
                <a:sym typeface="Poppins"/>
              </a:endParaRPr>
            </a:p>
          </p:txBody>
        </p:sp>
        <p:pic>
          <p:nvPicPr>
            <p:cNvPr id="1680" name="Google Shape;1680;p169"/>
            <p:cNvPicPr preferRelativeResize="0"/>
            <p:nvPr/>
          </p:nvPicPr>
          <p:blipFill>
            <a:blip r:embed="rId3">
              <a:alphaModFix/>
            </a:blip>
            <a:stretch>
              <a:fillRect/>
            </a:stretch>
          </p:blipFill>
          <p:spPr>
            <a:xfrm rot="-5400000" flipH="1">
              <a:off x="320324" y="2588029"/>
              <a:ext cx="398177" cy="18475"/>
            </a:xfrm>
            <a:prstGeom prst="rect">
              <a:avLst/>
            </a:prstGeom>
            <a:noFill/>
            <a:ln>
              <a:noFill/>
            </a:ln>
          </p:spPr>
        </p:pic>
      </p:grpSp>
      <p:grpSp>
        <p:nvGrpSpPr>
          <p:cNvPr id="1681" name="Google Shape;1681;p169"/>
          <p:cNvGrpSpPr/>
          <p:nvPr/>
        </p:nvGrpSpPr>
        <p:grpSpPr>
          <a:xfrm>
            <a:off x="2884700" y="2500975"/>
            <a:ext cx="1818300" cy="995100"/>
            <a:chOff x="2884700" y="2272375"/>
            <a:chExt cx="1818300" cy="995100"/>
          </a:xfrm>
        </p:grpSpPr>
        <p:sp>
          <p:nvSpPr>
            <p:cNvPr id="1682" name="Google Shape;1682;p169"/>
            <p:cNvSpPr/>
            <p:nvPr/>
          </p:nvSpPr>
          <p:spPr>
            <a:xfrm>
              <a:off x="2884700" y="2272375"/>
              <a:ext cx="1818300" cy="995100"/>
            </a:xfrm>
            <a:prstGeom prst="rect">
              <a:avLst/>
            </a:prstGeom>
            <a:noFill/>
            <a:ln>
              <a:noFill/>
            </a:ln>
          </p:spPr>
          <p:txBody>
            <a:bodyPr spcFirstLastPara="1" wrap="square" lIns="68575" tIns="34275" rIns="68575" bIns="34275" anchor="t" anchorCtr="0">
              <a:noAutofit/>
            </a:bodyPr>
            <a:lstStyle/>
            <a:p>
              <a:pPr marL="0" lvl="0" indent="0" algn="l" rtl="0">
                <a:lnSpc>
                  <a:spcPct val="115000"/>
                </a:lnSpc>
                <a:spcBef>
                  <a:spcPts val="0"/>
                </a:spcBef>
                <a:spcAft>
                  <a:spcPts val="0"/>
                </a:spcAft>
                <a:buNone/>
              </a:pPr>
              <a:r>
                <a:rPr lang="en" sz="1400">
                  <a:solidFill>
                    <a:schemeClr val="dk1"/>
                  </a:solidFill>
                  <a:latin typeface="Poppins"/>
                  <a:ea typeface="Poppins"/>
                  <a:cs typeface="Poppins"/>
                  <a:sym typeface="Poppins"/>
                </a:rPr>
                <a:t>Elevating Data Quality Continuously</a:t>
              </a:r>
              <a:endParaRPr sz="1400">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r>
                <a:rPr lang="en" sz="800">
                  <a:solidFill>
                    <a:schemeClr val="dk1"/>
                  </a:solidFill>
                  <a:latin typeface="Poppins"/>
                  <a:ea typeface="Poppins"/>
                  <a:cs typeface="Poppins"/>
                  <a:sym typeface="Poppins"/>
                </a:rPr>
                <a:t>By proactively securing the integrity of your data, you're not just avoiding disruptions; you're fortifying your strategy with preemptive intelligence</a:t>
              </a:r>
              <a:endParaRPr sz="800">
                <a:solidFill>
                  <a:schemeClr val="dk1"/>
                </a:solidFill>
                <a:latin typeface="Poppins"/>
                <a:ea typeface="Poppins"/>
                <a:cs typeface="Poppins"/>
                <a:sym typeface="Poppins"/>
              </a:endParaRPr>
            </a:p>
          </p:txBody>
        </p:sp>
        <p:pic>
          <p:nvPicPr>
            <p:cNvPr id="1683" name="Google Shape;1683;p169"/>
            <p:cNvPicPr preferRelativeResize="0"/>
            <p:nvPr/>
          </p:nvPicPr>
          <p:blipFill>
            <a:blip r:embed="rId3">
              <a:alphaModFix/>
            </a:blip>
            <a:stretch>
              <a:fillRect/>
            </a:stretch>
          </p:blipFill>
          <p:spPr>
            <a:xfrm rot="-5400000" flipH="1">
              <a:off x="2694849" y="2513504"/>
              <a:ext cx="398177" cy="18475"/>
            </a:xfrm>
            <a:prstGeom prst="rect">
              <a:avLst/>
            </a:prstGeom>
            <a:noFill/>
            <a:ln>
              <a:noFill/>
            </a:ln>
          </p:spPr>
        </p:pic>
      </p:grpSp>
      <p:grpSp>
        <p:nvGrpSpPr>
          <p:cNvPr id="1684" name="Google Shape;1684;p169"/>
          <p:cNvGrpSpPr/>
          <p:nvPr/>
        </p:nvGrpSpPr>
        <p:grpSpPr>
          <a:xfrm>
            <a:off x="4878825" y="2491450"/>
            <a:ext cx="1926600" cy="1722300"/>
            <a:chOff x="4955025" y="2262850"/>
            <a:chExt cx="1926600" cy="1722300"/>
          </a:xfrm>
        </p:grpSpPr>
        <p:sp>
          <p:nvSpPr>
            <p:cNvPr id="1685" name="Google Shape;1685;p169"/>
            <p:cNvSpPr/>
            <p:nvPr/>
          </p:nvSpPr>
          <p:spPr>
            <a:xfrm>
              <a:off x="4955025" y="2262850"/>
              <a:ext cx="1926600" cy="1722300"/>
            </a:xfrm>
            <a:prstGeom prst="rect">
              <a:avLst/>
            </a:prstGeom>
            <a:noFill/>
            <a:ln>
              <a:noFill/>
            </a:ln>
          </p:spPr>
          <p:txBody>
            <a:bodyPr spcFirstLastPara="1" wrap="square" lIns="68575" tIns="34275" rIns="68575" bIns="34275" anchor="t" anchorCtr="0">
              <a:noAutofit/>
            </a:bodyPr>
            <a:lstStyle/>
            <a:p>
              <a:pPr marL="0" lvl="0" indent="0" algn="l" rtl="0">
                <a:lnSpc>
                  <a:spcPct val="115000"/>
                </a:lnSpc>
                <a:spcBef>
                  <a:spcPts val="0"/>
                </a:spcBef>
                <a:spcAft>
                  <a:spcPts val="0"/>
                </a:spcAft>
                <a:buNone/>
              </a:pPr>
              <a:r>
                <a:rPr lang="en" sz="1400">
                  <a:solidFill>
                    <a:schemeClr val="dk1"/>
                  </a:solidFill>
                  <a:latin typeface="Poppins"/>
                  <a:ea typeface="Poppins"/>
                  <a:cs typeface="Poppins"/>
                  <a:sym typeface="Poppins"/>
                </a:rPr>
                <a:t>Retain Organizational Knowledge </a:t>
              </a:r>
              <a:endParaRPr sz="1400">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r>
                <a:rPr lang="en" sz="800">
                  <a:solidFill>
                    <a:schemeClr val="dk1"/>
                  </a:solidFill>
                  <a:latin typeface="Poppins"/>
                  <a:ea typeface="Poppins"/>
                  <a:cs typeface="Poppins"/>
                  <a:sym typeface="Poppins"/>
                </a:rPr>
                <a:t>Retain data intelligence in one place and easily onboard new team members. Free your Knowledge Professionals to progress forward </a:t>
              </a:r>
              <a:endParaRPr sz="800">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endParaRPr sz="800">
                <a:solidFill>
                  <a:schemeClr val="dk1"/>
                </a:solidFill>
                <a:latin typeface="Poppins"/>
                <a:ea typeface="Poppins"/>
                <a:cs typeface="Poppins"/>
                <a:sym typeface="Poppins"/>
              </a:endParaRPr>
            </a:p>
          </p:txBody>
        </p:sp>
        <p:pic>
          <p:nvPicPr>
            <p:cNvPr id="1686" name="Google Shape;1686;p169"/>
            <p:cNvPicPr preferRelativeResize="0"/>
            <p:nvPr/>
          </p:nvPicPr>
          <p:blipFill>
            <a:blip r:embed="rId3">
              <a:alphaModFix/>
            </a:blip>
            <a:stretch>
              <a:fillRect/>
            </a:stretch>
          </p:blipFill>
          <p:spPr>
            <a:xfrm rot="-5400000" flipH="1">
              <a:off x="4765174" y="2513504"/>
              <a:ext cx="398177" cy="18475"/>
            </a:xfrm>
            <a:prstGeom prst="rect">
              <a:avLst/>
            </a:prstGeom>
            <a:noFill/>
            <a:ln>
              <a:noFill/>
            </a:ln>
          </p:spPr>
        </p:pic>
      </p:grpSp>
      <p:grpSp>
        <p:nvGrpSpPr>
          <p:cNvPr id="1687" name="Google Shape;1687;p169"/>
          <p:cNvGrpSpPr/>
          <p:nvPr/>
        </p:nvGrpSpPr>
        <p:grpSpPr>
          <a:xfrm>
            <a:off x="7005225" y="1193354"/>
            <a:ext cx="1889700" cy="1565100"/>
            <a:chOff x="7014325" y="2272375"/>
            <a:chExt cx="1889700" cy="1565100"/>
          </a:xfrm>
        </p:grpSpPr>
        <p:sp>
          <p:nvSpPr>
            <p:cNvPr id="1688" name="Google Shape;1688;p169"/>
            <p:cNvSpPr/>
            <p:nvPr/>
          </p:nvSpPr>
          <p:spPr>
            <a:xfrm>
              <a:off x="7014325" y="2272375"/>
              <a:ext cx="1889700" cy="1565100"/>
            </a:xfrm>
            <a:prstGeom prst="rect">
              <a:avLst/>
            </a:prstGeom>
            <a:noFill/>
            <a:ln>
              <a:noFill/>
            </a:ln>
          </p:spPr>
          <p:txBody>
            <a:bodyPr spcFirstLastPara="1" wrap="square" lIns="68575" tIns="34275" rIns="68575" bIns="34275" anchor="t" anchorCtr="0">
              <a:noAutofit/>
            </a:bodyPr>
            <a:lstStyle/>
            <a:p>
              <a:pPr marL="0" lvl="0" indent="0" algn="l" rtl="0">
                <a:lnSpc>
                  <a:spcPct val="115000"/>
                </a:lnSpc>
                <a:spcBef>
                  <a:spcPts val="0"/>
                </a:spcBef>
                <a:spcAft>
                  <a:spcPts val="0"/>
                </a:spcAft>
                <a:buNone/>
              </a:pPr>
              <a:r>
                <a:rPr lang="en" sz="1400">
                  <a:solidFill>
                    <a:schemeClr val="dk1"/>
                  </a:solidFill>
                  <a:latin typeface="Poppins"/>
                  <a:ea typeface="Poppins"/>
                  <a:cs typeface="Poppins"/>
                  <a:sym typeface="Poppins"/>
                </a:rPr>
                <a:t>Simplify Audit Preparation</a:t>
              </a:r>
              <a:endParaRPr sz="1400">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r>
                <a:rPr lang="en" sz="800">
                  <a:solidFill>
                    <a:schemeClr val="dk1"/>
                  </a:solidFill>
                  <a:latin typeface="Poppins"/>
                  <a:ea typeface="Poppins"/>
                  <a:cs typeface="Poppins"/>
                  <a:sym typeface="Poppins"/>
                </a:rPr>
                <a:t>Comply with data regulations by instantly understanding of sensitive data flows and segmentation. </a:t>
              </a:r>
              <a:endParaRPr sz="800">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r>
                <a:rPr lang="en" sz="800">
                  <a:solidFill>
                    <a:schemeClr val="dk1"/>
                  </a:solidFill>
                  <a:latin typeface="Poppins"/>
                  <a:ea typeface="Poppins"/>
                  <a:cs typeface="Poppins"/>
                  <a:sym typeface="Poppins"/>
                </a:rPr>
                <a:t>Detect data leakage and run fast incident responses</a:t>
              </a:r>
              <a:endParaRPr sz="800">
                <a:solidFill>
                  <a:schemeClr val="dk1"/>
                </a:solidFill>
                <a:latin typeface="Poppins"/>
                <a:ea typeface="Poppins"/>
                <a:cs typeface="Poppins"/>
                <a:sym typeface="Poppins"/>
              </a:endParaRPr>
            </a:p>
            <a:p>
              <a:pPr marL="0" lvl="0" indent="0" algn="l" rtl="0">
                <a:lnSpc>
                  <a:spcPct val="115000"/>
                </a:lnSpc>
                <a:spcBef>
                  <a:spcPts val="0"/>
                </a:spcBef>
                <a:spcAft>
                  <a:spcPts val="0"/>
                </a:spcAft>
                <a:buNone/>
              </a:pPr>
              <a:endParaRPr sz="800">
                <a:solidFill>
                  <a:schemeClr val="dk1"/>
                </a:solidFill>
                <a:latin typeface="Poppins"/>
                <a:ea typeface="Poppins"/>
                <a:cs typeface="Poppins"/>
                <a:sym typeface="Poppins"/>
              </a:endParaRPr>
            </a:p>
          </p:txBody>
        </p:sp>
        <p:pic>
          <p:nvPicPr>
            <p:cNvPr id="1689" name="Google Shape;1689;p169"/>
            <p:cNvPicPr preferRelativeResize="0"/>
            <p:nvPr/>
          </p:nvPicPr>
          <p:blipFill>
            <a:blip r:embed="rId3">
              <a:alphaModFix/>
            </a:blip>
            <a:stretch>
              <a:fillRect/>
            </a:stretch>
          </p:blipFill>
          <p:spPr>
            <a:xfrm rot="-5400000" flipH="1">
              <a:off x="6824474" y="2562516"/>
              <a:ext cx="398177" cy="18475"/>
            </a:xfrm>
            <a:prstGeom prst="rect">
              <a:avLst/>
            </a:prstGeom>
            <a:noFill/>
            <a:ln>
              <a:noFill/>
            </a:ln>
          </p:spPr>
        </p:pic>
      </p:grpSp>
      <p:sp>
        <p:nvSpPr>
          <p:cNvPr id="1690" name="Google Shape;1690;p169"/>
          <p:cNvSpPr txBox="1"/>
          <p:nvPr/>
        </p:nvSpPr>
        <p:spPr>
          <a:xfrm>
            <a:off x="1147850" y="4288650"/>
            <a:ext cx="6631800" cy="711900"/>
          </a:xfrm>
          <a:prstGeom prst="rect">
            <a:avLst/>
          </a:prstGeom>
          <a:noFill/>
          <a:ln>
            <a:noFill/>
          </a:ln>
        </p:spPr>
        <p:txBody>
          <a:bodyPr spcFirstLastPara="1" wrap="square" lIns="91425" tIns="0" rIns="91425" bIns="0" anchor="t" anchorCtr="0">
            <a:spAutoFit/>
          </a:bodyPr>
          <a:lstStyle/>
          <a:p>
            <a:pPr marL="0" marR="0" lvl="0" indent="0" algn="l" rtl="0">
              <a:lnSpc>
                <a:spcPct val="115000"/>
              </a:lnSpc>
              <a:spcBef>
                <a:spcPts val="0"/>
              </a:spcBef>
              <a:spcAft>
                <a:spcPts val="0"/>
              </a:spcAft>
              <a:buClr>
                <a:srgbClr val="000000"/>
              </a:buClr>
              <a:buSzPts val="1100"/>
              <a:buFont typeface="Arial"/>
              <a:buNone/>
            </a:pPr>
            <a:r>
              <a:rPr lang="en" sz="900" i="1" u="none" strike="noStrike" cap="none">
                <a:solidFill>
                  <a:srgbClr val="000000"/>
                </a:solidFill>
                <a:latin typeface="Poppins"/>
                <a:ea typeface="Poppins"/>
                <a:cs typeface="Poppins"/>
                <a:sym typeface="Poppins"/>
              </a:rPr>
              <a:t>“There is no area of the company that Octopai has not affected positively. We have reduced the amount of ‘busywork’ and simultaneously </a:t>
            </a:r>
            <a:r>
              <a:rPr lang="en" sz="900" b="1" i="1" u="none" strike="noStrike" cap="none">
                <a:solidFill>
                  <a:srgbClr val="CF2051"/>
                </a:solidFill>
                <a:latin typeface="Poppins"/>
                <a:ea typeface="Poppins"/>
                <a:cs typeface="Poppins"/>
                <a:sym typeface="Poppins"/>
              </a:rPr>
              <a:t>empowering our department to deliver more direct business value</a:t>
            </a:r>
            <a:r>
              <a:rPr lang="en" sz="900" i="1" u="none" strike="noStrike" cap="none">
                <a:solidFill>
                  <a:srgbClr val="CF2051"/>
                </a:solidFill>
                <a:latin typeface="Poppins"/>
                <a:ea typeface="Poppins"/>
                <a:cs typeface="Poppins"/>
                <a:sym typeface="Poppins"/>
              </a:rPr>
              <a:t>.</a:t>
            </a:r>
            <a:r>
              <a:rPr lang="en" sz="900" i="1" u="none" strike="noStrike" cap="none">
                <a:solidFill>
                  <a:srgbClr val="000000"/>
                </a:solidFill>
                <a:latin typeface="Poppins"/>
                <a:ea typeface="Poppins"/>
                <a:cs typeface="Poppins"/>
                <a:sym typeface="Poppins"/>
              </a:rPr>
              <a:t> Confidence and trust in our data has increased a hundredfold - both within </a:t>
            </a:r>
            <a:r>
              <a:rPr lang="en" sz="900" i="1">
                <a:solidFill>
                  <a:srgbClr val="000000"/>
                </a:solidFill>
                <a:latin typeface="Poppins"/>
                <a:ea typeface="Poppins"/>
                <a:cs typeface="Poppins"/>
                <a:sym typeface="Poppins"/>
              </a:rPr>
              <a:t>data teams </a:t>
            </a:r>
            <a:r>
              <a:rPr lang="en" sz="900" i="1" u="none" strike="noStrike" cap="none">
                <a:solidFill>
                  <a:srgbClr val="000000"/>
                </a:solidFill>
                <a:latin typeface="Poppins"/>
                <a:ea typeface="Poppins"/>
                <a:cs typeface="Poppins"/>
                <a:sym typeface="Poppins"/>
              </a:rPr>
              <a:t>and across the company.”</a:t>
            </a:r>
            <a:endParaRPr sz="900" i="1" u="none" strike="noStrike" cap="none">
              <a:solidFill>
                <a:srgbClr val="000000"/>
              </a:solidFill>
              <a:latin typeface="Poppins"/>
              <a:ea typeface="Poppins"/>
              <a:cs typeface="Poppins"/>
              <a:sym typeface="Poppins"/>
            </a:endParaRPr>
          </a:p>
          <a:p>
            <a:pPr marL="0" marR="0" lvl="0" indent="0" algn="l" rtl="0">
              <a:lnSpc>
                <a:spcPct val="115000"/>
              </a:lnSpc>
              <a:spcBef>
                <a:spcPts val="0"/>
              </a:spcBef>
              <a:spcAft>
                <a:spcPts val="0"/>
              </a:spcAft>
              <a:buClr>
                <a:srgbClr val="000000"/>
              </a:buClr>
              <a:buSzPts val="1100"/>
              <a:buFont typeface="Arial"/>
              <a:buNone/>
            </a:pPr>
            <a:endParaRPr sz="800" i="1">
              <a:solidFill>
                <a:srgbClr val="000000"/>
              </a:solidFill>
              <a:latin typeface="Poppins"/>
              <a:ea typeface="Poppins"/>
              <a:cs typeface="Poppins"/>
              <a:sym typeface="Poppins"/>
            </a:endParaRPr>
          </a:p>
          <a:p>
            <a:pPr marL="0" marR="0" lvl="0" indent="0" algn="l" rtl="0">
              <a:lnSpc>
                <a:spcPct val="100000"/>
              </a:lnSpc>
              <a:spcBef>
                <a:spcPts val="0"/>
              </a:spcBef>
              <a:spcAft>
                <a:spcPts val="1200"/>
              </a:spcAft>
              <a:buClr>
                <a:srgbClr val="000000"/>
              </a:buClr>
              <a:buSzPts val="1100"/>
              <a:buFont typeface="Arial"/>
              <a:buNone/>
            </a:pPr>
            <a:r>
              <a:rPr lang="en" sz="600" i="0" u="none" strike="noStrike" cap="none">
                <a:solidFill>
                  <a:srgbClr val="000000"/>
                </a:solidFill>
                <a:latin typeface="Poppins"/>
                <a:ea typeface="Poppins"/>
                <a:cs typeface="Poppins"/>
                <a:sym typeface="Poppins"/>
              </a:rPr>
              <a:t>Lance Dobell, Mediolanum, </a:t>
            </a:r>
            <a:r>
              <a:rPr lang="en" sz="600" b="1" i="0" u="none" strike="noStrike" cap="none">
                <a:solidFill>
                  <a:srgbClr val="000000"/>
                </a:solidFill>
                <a:latin typeface="Poppins"/>
                <a:ea typeface="Poppins"/>
                <a:cs typeface="Poppins"/>
                <a:sym typeface="Poppins"/>
              </a:rPr>
              <a:t>Senior Enterprise Data Architect</a:t>
            </a:r>
            <a:endParaRPr sz="600" b="1" i="0" u="none" strike="noStrike" cap="none">
              <a:solidFill>
                <a:srgbClr val="000000"/>
              </a:solidFill>
              <a:latin typeface="Poppins"/>
              <a:ea typeface="Poppins"/>
              <a:cs typeface="Poppins"/>
              <a:sym typeface="Poppins"/>
            </a:endParaRPr>
          </a:p>
        </p:txBody>
      </p:sp>
      <p:pic>
        <p:nvPicPr>
          <p:cNvPr id="1691" name="Google Shape;1691;p169"/>
          <p:cNvPicPr preferRelativeResize="0"/>
          <p:nvPr/>
        </p:nvPicPr>
        <p:blipFill rotWithShape="1">
          <a:blip r:embed="rId4">
            <a:alphaModFix/>
          </a:blip>
          <a:srcRect/>
          <a:stretch/>
        </p:blipFill>
        <p:spPr>
          <a:xfrm>
            <a:off x="510174" y="4288649"/>
            <a:ext cx="524626" cy="419150"/>
          </a:xfrm>
          <a:prstGeom prst="rect">
            <a:avLst/>
          </a:prstGeom>
          <a:noFill/>
          <a:ln>
            <a:noFill/>
          </a:ln>
        </p:spPr>
      </p:pic>
      <p:cxnSp>
        <p:nvCxnSpPr>
          <p:cNvPr id="1692" name="Google Shape;1692;p169"/>
          <p:cNvCxnSpPr/>
          <p:nvPr/>
        </p:nvCxnSpPr>
        <p:spPr>
          <a:xfrm rot="10800000">
            <a:off x="507300" y="4159925"/>
            <a:ext cx="8129400" cy="0"/>
          </a:xfrm>
          <a:prstGeom prst="straightConnector1">
            <a:avLst/>
          </a:prstGeom>
          <a:noFill/>
          <a:ln w="9525" cap="flat" cmpd="sng">
            <a:solidFill>
              <a:srgbClr val="A8AFB9"/>
            </a:solidFill>
            <a:prstDash val="dot"/>
            <a:round/>
            <a:headEnd type="none" w="med" len="med"/>
            <a:tailEnd type="none" w="med" len="med"/>
          </a:ln>
        </p:spPr>
      </p:cxnSp>
      <p:sp>
        <p:nvSpPr>
          <p:cNvPr id="1693" name="Google Shape;1693;p169"/>
          <p:cNvSpPr/>
          <p:nvPr/>
        </p:nvSpPr>
        <p:spPr>
          <a:xfrm>
            <a:off x="0" y="0"/>
            <a:ext cx="2710800" cy="228600"/>
          </a:xfrm>
          <a:prstGeom prst="rect">
            <a:avLst/>
          </a:prstGeom>
          <a:solidFill>
            <a:srgbClr val="5555F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i="1">
                <a:solidFill>
                  <a:srgbClr val="FFFFFF"/>
                </a:solidFill>
                <a:latin typeface="Plus Jakarta Sans Bold"/>
                <a:ea typeface="Plus Jakarta Sans Bold"/>
                <a:cs typeface="Plus Jakarta Sans Bold"/>
                <a:sym typeface="Plus Jakarta Sans"/>
              </a:rPr>
              <a:t>Enabling Technologies</a:t>
            </a:r>
            <a:endParaRPr b="1" i="1">
              <a:solidFill>
                <a:srgbClr val="FFFFFF"/>
              </a:solidFill>
              <a:latin typeface="Plus Jakarta Sans Bold"/>
              <a:ea typeface="Plus Jakarta Sans Bold"/>
              <a:cs typeface="Plus Jakarta Sans Bold"/>
              <a:sym typeface="Plus Jakarta Sans"/>
            </a:endParaRPr>
          </a:p>
        </p:txBody>
      </p:sp>
    </p:spTree>
  </p:cSld>
  <p:clrMapOvr>
    <a:masterClrMapping/>
  </p:clrMapOvr>
  <p:transition spd="slow">
    <p:push/>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697"/>
        <p:cNvGrpSpPr/>
        <p:nvPr/>
      </p:nvGrpSpPr>
      <p:grpSpPr>
        <a:xfrm>
          <a:off x="0" y="0"/>
          <a:ext cx="0" cy="0"/>
          <a:chOff x="0" y="0"/>
          <a:chExt cx="0" cy="0"/>
        </a:xfrm>
      </p:grpSpPr>
      <p:sp>
        <p:nvSpPr>
          <p:cNvPr id="1698" name="Google Shape;1698;p170"/>
          <p:cNvSpPr/>
          <p:nvPr/>
        </p:nvSpPr>
        <p:spPr>
          <a:xfrm rot="-5400344">
            <a:off x="-1027825" y="2397250"/>
            <a:ext cx="2998800" cy="394800"/>
          </a:xfrm>
          <a:prstGeom prst="uturnArrow">
            <a:avLst>
              <a:gd name="adj1" fmla="val 25000"/>
              <a:gd name="adj2" fmla="val 25000"/>
              <a:gd name="adj3" fmla="val 25000"/>
              <a:gd name="adj4" fmla="val 43750"/>
              <a:gd name="adj5" fmla="val 75000"/>
            </a:avLst>
          </a:prstGeom>
          <a:solidFill>
            <a:srgbClr val="BFBFBF"/>
          </a:solidFill>
          <a:ln w="9525" cap="flat" cmpd="sng">
            <a:solidFill>
              <a:srgbClr val="BFBFB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lus Jakarta Sans"/>
              <a:ea typeface="Plus Jakarta Sans"/>
              <a:cs typeface="Plus Jakarta Sans"/>
              <a:sym typeface="Plus Jakarta Sans"/>
            </a:endParaRPr>
          </a:p>
        </p:txBody>
      </p:sp>
      <p:sp>
        <p:nvSpPr>
          <p:cNvPr id="1699" name="Google Shape;1699;p170"/>
          <p:cNvSpPr/>
          <p:nvPr/>
        </p:nvSpPr>
        <p:spPr>
          <a:xfrm>
            <a:off x="4721750" y="2742138"/>
            <a:ext cx="4222800" cy="1435500"/>
          </a:xfrm>
          <a:prstGeom prst="roundRect">
            <a:avLst>
              <a:gd name="adj" fmla="val 10104"/>
            </a:avLst>
          </a:prstGeom>
          <a:solidFill>
            <a:schemeClr val="lt2"/>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lus Jakarta Sans"/>
              <a:ea typeface="Plus Jakarta Sans"/>
              <a:cs typeface="Plus Jakarta Sans"/>
              <a:sym typeface="Plus Jakarta Sans"/>
            </a:endParaRPr>
          </a:p>
        </p:txBody>
      </p:sp>
      <p:sp>
        <p:nvSpPr>
          <p:cNvPr id="1700" name="Google Shape;1700;p170"/>
          <p:cNvSpPr/>
          <p:nvPr/>
        </p:nvSpPr>
        <p:spPr>
          <a:xfrm>
            <a:off x="4721750" y="1056400"/>
            <a:ext cx="4222800" cy="1435500"/>
          </a:xfrm>
          <a:prstGeom prst="roundRect">
            <a:avLst>
              <a:gd name="adj" fmla="val 10104"/>
            </a:avLst>
          </a:prstGeom>
          <a:solidFill>
            <a:schemeClr val="lt2"/>
          </a:solid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lus Jakarta Sans"/>
              <a:ea typeface="Plus Jakarta Sans"/>
              <a:cs typeface="Plus Jakarta Sans"/>
              <a:sym typeface="Plus Jakarta Sans"/>
            </a:endParaRPr>
          </a:p>
        </p:txBody>
      </p:sp>
      <p:sp>
        <p:nvSpPr>
          <p:cNvPr id="1701" name="Google Shape;1701;p170"/>
          <p:cNvSpPr txBox="1">
            <a:spLocks noGrp="1"/>
          </p:cNvSpPr>
          <p:nvPr>
            <p:ph type="title"/>
          </p:nvPr>
        </p:nvSpPr>
        <p:spPr>
          <a:xfrm>
            <a:off x="533400" y="284253"/>
            <a:ext cx="7620000" cy="612900"/>
          </a:xfrm>
          <a:prstGeom prst="rect">
            <a:avLst/>
          </a:prstGeom>
          <a:noFill/>
          <a:ln>
            <a:noFill/>
          </a:ln>
        </p:spPr>
        <p:txBody>
          <a:bodyPr spcFirstLastPara="1" wrap="square" lIns="91425" tIns="0" rIns="91425" bIns="45700" anchor="t" anchorCtr="0">
            <a:noAutofit/>
          </a:bodyPr>
          <a:lstStyle/>
          <a:p>
            <a:pPr marL="0" lvl="0" indent="0" algn="l" rtl="0">
              <a:lnSpc>
                <a:spcPct val="100000"/>
              </a:lnSpc>
              <a:spcBef>
                <a:spcPts val="0"/>
              </a:spcBef>
              <a:spcAft>
                <a:spcPts val="0"/>
              </a:spcAft>
              <a:buClr>
                <a:srgbClr val="120046"/>
              </a:buClr>
              <a:buSzPts val="2000"/>
              <a:buFont typeface="Plus Jakarta Sans Medium"/>
              <a:buNone/>
            </a:pPr>
            <a:r>
              <a:rPr lang="en"/>
              <a:t>Octopai Low Touch Solution Automatically Harvests Metadata</a:t>
            </a:r>
            <a:endParaRPr/>
          </a:p>
        </p:txBody>
      </p:sp>
      <p:sp>
        <p:nvSpPr>
          <p:cNvPr id="1702" name="Google Shape;1702;p170"/>
          <p:cNvSpPr txBox="1">
            <a:spLocks noGrp="1"/>
          </p:cNvSpPr>
          <p:nvPr>
            <p:ph type="body" idx="4294967295"/>
          </p:nvPr>
        </p:nvSpPr>
        <p:spPr>
          <a:xfrm>
            <a:off x="533400" y="1519625"/>
            <a:ext cx="3911700" cy="1864500"/>
          </a:xfrm>
          <a:prstGeom prst="rect">
            <a:avLst/>
          </a:prstGeom>
          <a:noFill/>
          <a:ln>
            <a:noFill/>
          </a:ln>
        </p:spPr>
        <p:txBody>
          <a:bodyPr spcFirstLastPara="1" wrap="square" lIns="91425" tIns="45700" rIns="91425" bIns="45700" anchor="t" anchorCtr="0">
            <a:noAutofit/>
          </a:bodyPr>
          <a:lstStyle/>
          <a:p>
            <a:pPr marL="0" lvl="0" indent="0" algn="l" rtl="0">
              <a:spcBef>
                <a:spcPts val="1500"/>
              </a:spcBef>
              <a:spcAft>
                <a:spcPts val="0"/>
              </a:spcAft>
              <a:buClr>
                <a:srgbClr val="000000"/>
              </a:buClr>
              <a:buSzPts val="1400"/>
              <a:buFont typeface="Plus Jakarta Sans"/>
              <a:buNone/>
            </a:pPr>
            <a:r>
              <a:rPr lang="en" sz="1200">
                <a:solidFill>
                  <a:srgbClr val="222222"/>
                </a:solidFill>
              </a:rPr>
              <a:t>Octopai identifies the organizational data architecture and instantly builds the data flow maps, </a:t>
            </a:r>
            <a:r>
              <a:rPr lang="en" sz="1200">
                <a:solidFill>
                  <a:srgbClr val="222222"/>
                </a:solidFill>
                <a:latin typeface="Plus Jakarta Sans SemiBold"/>
                <a:ea typeface="Plus Jakarta Sans SemiBold"/>
                <a:cs typeface="Plus Jakarta Sans SemiBold"/>
                <a:sym typeface="Plus Jakarta Sans SemiBold"/>
              </a:rPr>
              <a:t>with no manual intervention required</a:t>
            </a:r>
            <a:r>
              <a:rPr lang="en" sz="1200">
                <a:solidFill>
                  <a:srgbClr val="222222"/>
                </a:solidFill>
              </a:rPr>
              <a:t>, ensuring metadata is always </a:t>
            </a:r>
            <a:r>
              <a:rPr lang="en" sz="1200">
                <a:solidFill>
                  <a:srgbClr val="222222"/>
                </a:solidFill>
                <a:latin typeface="Plus Jakarta Sans SemiBold"/>
                <a:ea typeface="Plus Jakarta Sans SemiBold"/>
                <a:cs typeface="Plus Jakarta Sans SemiBold"/>
                <a:sym typeface="Plus Jakarta Sans SemiBold"/>
              </a:rPr>
              <a:t>up-to-date.</a:t>
            </a:r>
            <a:endParaRPr sz="1200">
              <a:solidFill>
                <a:srgbClr val="222222"/>
              </a:solidFill>
              <a:latin typeface="Plus Jakarta Sans SemiBold"/>
              <a:ea typeface="Plus Jakarta Sans SemiBold"/>
              <a:cs typeface="Plus Jakarta Sans SemiBold"/>
              <a:sym typeface="Plus Jakarta Sans SemiBold"/>
            </a:endParaRPr>
          </a:p>
          <a:p>
            <a:pPr marL="0" lvl="0" indent="0" algn="l" rtl="0">
              <a:spcBef>
                <a:spcPts val="1500"/>
              </a:spcBef>
              <a:spcAft>
                <a:spcPts val="1000"/>
              </a:spcAft>
              <a:buClr>
                <a:srgbClr val="000000"/>
              </a:buClr>
              <a:buSzPts val="1400"/>
              <a:buFont typeface="Plus Jakarta Sans"/>
              <a:buNone/>
            </a:pPr>
            <a:r>
              <a:rPr lang="en" sz="1200">
                <a:solidFill>
                  <a:srgbClr val="222222"/>
                </a:solidFill>
              </a:rPr>
              <a:t>Octopai's innovative and proven technology can analyze all data manipulations and scripts, offering </a:t>
            </a:r>
            <a:r>
              <a:rPr lang="en" sz="1200">
                <a:solidFill>
                  <a:srgbClr val="222222"/>
                </a:solidFill>
                <a:latin typeface="Plus Jakarta Sans SemiBold"/>
                <a:ea typeface="Plus Jakarta Sans SemiBold"/>
                <a:cs typeface="Plus Jakarta Sans SemiBold"/>
                <a:sym typeface="Plus Jakarta Sans SemiBold"/>
              </a:rPr>
              <a:t>the broadest and most comprehensive coverage for enterprises.</a:t>
            </a:r>
            <a:endParaRPr sz="1200">
              <a:solidFill>
                <a:srgbClr val="222222"/>
              </a:solidFill>
            </a:endParaRPr>
          </a:p>
        </p:txBody>
      </p:sp>
      <p:sp>
        <p:nvSpPr>
          <p:cNvPr id="1703" name="Google Shape;1703;p170"/>
          <p:cNvSpPr txBox="1"/>
          <p:nvPr/>
        </p:nvSpPr>
        <p:spPr>
          <a:xfrm>
            <a:off x="1668390" y="3717409"/>
            <a:ext cx="1981200" cy="708000"/>
          </a:xfrm>
          <a:prstGeom prst="rect">
            <a:avLst/>
          </a:prstGeom>
          <a:noFill/>
          <a:ln>
            <a:noFill/>
          </a:ln>
        </p:spPr>
        <p:txBody>
          <a:bodyPr spcFirstLastPara="1" wrap="square" lIns="121900" tIns="60925" rIns="121900" bIns="60925" anchor="t" anchorCtr="0">
            <a:spAutoFit/>
          </a:bodyPr>
          <a:lstStyle/>
          <a:p>
            <a:pPr marL="0" marR="0" lvl="0" indent="0" algn="l" rtl="0">
              <a:lnSpc>
                <a:spcPct val="100000"/>
              </a:lnSpc>
              <a:spcBef>
                <a:spcPts val="0"/>
              </a:spcBef>
              <a:spcAft>
                <a:spcPts val="0"/>
              </a:spcAft>
              <a:buClr>
                <a:srgbClr val="305868"/>
              </a:buClr>
              <a:buSzPts val="1300"/>
              <a:buFont typeface="Arial"/>
              <a:buNone/>
            </a:pPr>
            <a:r>
              <a:rPr lang="en" sz="1900" i="0" u="sng" strike="noStrike" cap="none">
                <a:solidFill>
                  <a:schemeClr val="hlink"/>
                </a:solidFill>
                <a:latin typeface="Plus Jakarta Sans"/>
                <a:ea typeface="Plus Jakarta Sans"/>
                <a:cs typeface="Plus Jakarta Sans"/>
                <a:sym typeface="Plus Jakarta Sans"/>
                <a:hlinkClick r:id="rId3"/>
              </a:rPr>
              <a:t>Data Systems </a:t>
            </a:r>
            <a:endParaRPr sz="1900" i="0" u="none" strike="noStrike" cap="none">
              <a:solidFill>
                <a:srgbClr val="222222"/>
              </a:solidFill>
              <a:latin typeface="Plus Jakarta Sans"/>
              <a:ea typeface="Plus Jakarta Sans"/>
              <a:cs typeface="Plus Jakarta Sans"/>
              <a:sym typeface="Plus Jakarta Sans"/>
            </a:endParaRPr>
          </a:p>
          <a:p>
            <a:pPr marL="0" marR="0" lvl="0" indent="0" algn="l" rtl="0">
              <a:lnSpc>
                <a:spcPct val="100000"/>
              </a:lnSpc>
              <a:spcBef>
                <a:spcPts val="0"/>
              </a:spcBef>
              <a:spcAft>
                <a:spcPts val="0"/>
              </a:spcAft>
              <a:buClr>
                <a:srgbClr val="305868"/>
              </a:buClr>
              <a:buSzPts val="1300"/>
              <a:buFont typeface="Arial"/>
              <a:buNone/>
            </a:pPr>
            <a:r>
              <a:rPr lang="en" sz="1900" b="1" i="0" u="sng" strike="noStrike" cap="none">
                <a:solidFill>
                  <a:schemeClr val="hlink"/>
                </a:solidFill>
                <a:latin typeface="Plus Jakarta Sans"/>
                <a:ea typeface="Plus Jakarta Sans"/>
                <a:cs typeface="Plus Jakarta Sans"/>
                <a:sym typeface="Plus Jakarta Sans"/>
                <a:hlinkClick r:id="rId3"/>
              </a:rPr>
              <a:t>out of the box </a:t>
            </a:r>
            <a:endParaRPr sz="1900" b="1" i="0" u="none" strike="noStrike" cap="none">
              <a:solidFill>
                <a:srgbClr val="222222"/>
              </a:solidFill>
              <a:latin typeface="Plus Jakarta Sans"/>
              <a:ea typeface="Plus Jakarta Sans"/>
              <a:cs typeface="Plus Jakarta Sans"/>
              <a:sym typeface="Plus Jakarta Sans"/>
            </a:endParaRPr>
          </a:p>
        </p:txBody>
      </p:sp>
      <p:sp>
        <p:nvSpPr>
          <p:cNvPr id="1704" name="Google Shape;1704;p170"/>
          <p:cNvSpPr txBox="1"/>
          <p:nvPr/>
        </p:nvSpPr>
        <p:spPr>
          <a:xfrm>
            <a:off x="1668400" y="5467075"/>
            <a:ext cx="4222800" cy="396300"/>
          </a:xfrm>
          <a:prstGeom prst="rect">
            <a:avLst/>
          </a:prstGeom>
          <a:noFill/>
          <a:ln>
            <a:noFill/>
          </a:ln>
        </p:spPr>
        <p:txBody>
          <a:bodyPr spcFirstLastPara="1" wrap="square" lIns="91425" tIns="91425" rIns="91425" bIns="91425" anchor="t" anchorCtr="0">
            <a:noAutofit/>
          </a:bodyPr>
          <a:lstStyle/>
          <a:p>
            <a:pPr marL="0" marR="0" lvl="0" indent="0" algn="ctr" rtl="0">
              <a:lnSpc>
                <a:spcPct val="150000"/>
              </a:lnSpc>
              <a:spcBef>
                <a:spcPts val="0"/>
              </a:spcBef>
              <a:spcAft>
                <a:spcPts val="0"/>
              </a:spcAft>
              <a:buClr>
                <a:srgbClr val="000000"/>
              </a:buClr>
              <a:buSzPts val="1100"/>
              <a:buFont typeface="Arial"/>
              <a:buNone/>
            </a:pPr>
            <a:r>
              <a:rPr lang="en" sz="1000" i="0" u="none" strike="noStrike" cap="none">
                <a:solidFill>
                  <a:srgbClr val="222222"/>
                </a:solidFill>
                <a:latin typeface="Plus Jakarta Sans"/>
                <a:ea typeface="Plus Jakarta Sans"/>
                <a:cs typeface="Plus Jakarta Sans"/>
                <a:sym typeface="Plus Jakarta Sans"/>
              </a:rPr>
              <a:t>DB  |  ETL  |  Code |  Reporting  |  Analysis  |  Files</a:t>
            </a:r>
            <a:endParaRPr sz="1000" i="0" u="none" strike="noStrike" cap="none">
              <a:solidFill>
                <a:srgbClr val="222222"/>
              </a:solidFill>
              <a:latin typeface="Plus Jakarta Sans"/>
              <a:ea typeface="Plus Jakarta Sans"/>
              <a:cs typeface="Plus Jakarta Sans"/>
              <a:sym typeface="Plus Jakarta Sans"/>
            </a:endParaRPr>
          </a:p>
        </p:txBody>
      </p:sp>
      <p:sp>
        <p:nvSpPr>
          <p:cNvPr id="1705" name="Google Shape;1705;p170"/>
          <p:cNvSpPr txBox="1">
            <a:spLocks noGrp="1"/>
          </p:cNvSpPr>
          <p:nvPr>
            <p:ph type="body" idx="4294967295"/>
          </p:nvPr>
        </p:nvSpPr>
        <p:spPr>
          <a:xfrm>
            <a:off x="533400" y="1072800"/>
            <a:ext cx="3740100" cy="324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 sz="1100" u="sng">
                <a:solidFill>
                  <a:schemeClr val="hlink"/>
                </a:solidFill>
                <a:latin typeface="Plus Jakarta Sans SemiBold"/>
                <a:ea typeface="Plus Jakarta Sans SemiBold"/>
                <a:cs typeface="Plus Jakarta Sans SemiBold"/>
                <a:sym typeface="Plus Jakarta Sans SemiBold"/>
                <a:hlinkClick r:id="rId4"/>
              </a:rPr>
              <a:t>From all major On-Premise and Cloud Data Systems</a:t>
            </a:r>
            <a:r>
              <a:rPr lang="en" sz="1100">
                <a:solidFill>
                  <a:schemeClr val="accent2"/>
                </a:solidFill>
                <a:latin typeface="Plus Jakarta Sans SemiBold"/>
                <a:ea typeface="Plus Jakarta Sans SemiBold"/>
                <a:cs typeface="Plus Jakarta Sans SemiBold"/>
                <a:sym typeface="Plus Jakarta Sans SemiBold"/>
              </a:rPr>
              <a:t>   </a:t>
            </a:r>
            <a:endParaRPr sz="1100">
              <a:latin typeface="Plus Jakarta Sans SemiBold"/>
              <a:ea typeface="Plus Jakarta Sans SemiBold"/>
              <a:cs typeface="Plus Jakarta Sans SemiBold"/>
              <a:sym typeface="Plus Jakarta Sans SemiBold"/>
            </a:endParaRPr>
          </a:p>
        </p:txBody>
      </p:sp>
      <p:sp>
        <p:nvSpPr>
          <p:cNvPr id="1706" name="Google Shape;1706;p170"/>
          <p:cNvSpPr/>
          <p:nvPr/>
        </p:nvSpPr>
        <p:spPr>
          <a:xfrm>
            <a:off x="627700" y="3586450"/>
            <a:ext cx="959700" cy="959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900"/>
              <a:buFont typeface="Arial"/>
              <a:buNone/>
            </a:pPr>
            <a:endParaRPr sz="2600">
              <a:latin typeface="Plus Jakarta Sans"/>
              <a:ea typeface="Plus Jakarta Sans"/>
              <a:cs typeface="Plus Jakarta Sans"/>
              <a:sym typeface="Plus Jakarta Sans"/>
            </a:endParaRPr>
          </a:p>
        </p:txBody>
      </p:sp>
      <p:sp>
        <p:nvSpPr>
          <p:cNvPr id="1707" name="Google Shape;1707;p170"/>
          <p:cNvSpPr txBox="1"/>
          <p:nvPr/>
        </p:nvSpPr>
        <p:spPr>
          <a:xfrm>
            <a:off x="627700" y="3743050"/>
            <a:ext cx="959700" cy="6465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3000">
                <a:solidFill>
                  <a:schemeClr val="lt1"/>
                </a:solidFill>
                <a:latin typeface="Plus Jakarta Sans SemiBold"/>
                <a:ea typeface="Plus Jakarta Sans SemiBold"/>
                <a:cs typeface="Plus Jakarta Sans SemiBold"/>
                <a:sym typeface="Plus Jakarta Sans SemiBold"/>
              </a:rPr>
              <a:t>+60</a:t>
            </a:r>
            <a:endParaRPr sz="3000">
              <a:latin typeface="Plus Jakarta Sans"/>
              <a:ea typeface="Plus Jakarta Sans"/>
              <a:cs typeface="Plus Jakarta Sans"/>
              <a:sym typeface="Plus Jakarta Sans"/>
            </a:endParaRPr>
          </a:p>
        </p:txBody>
      </p:sp>
      <p:pic>
        <p:nvPicPr>
          <p:cNvPr id="1708" name="Google Shape;1708;p170"/>
          <p:cNvPicPr preferRelativeResize="0"/>
          <p:nvPr/>
        </p:nvPicPr>
        <p:blipFill rotWithShape="1">
          <a:blip r:embed="rId5">
            <a:alphaModFix/>
          </a:blip>
          <a:srcRect l="66074" t="38786" r="23731" b="52107"/>
          <a:stretch/>
        </p:blipFill>
        <p:spPr>
          <a:xfrm>
            <a:off x="8378841" y="2144935"/>
            <a:ext cx="424848" cy="250126"/>
          </a:xfrm>
          <a:prstGeom prst="rect">
            <a:avLst/>
          </a:prstGeom>
          <a:noFill/>
          <a:ln>
            <a:noFill/>
          </a:ln>
        </p:spPr>
      </p:pic>
      <p:sp>
        <p:nvSpPr>
          <p:cNvPr id="1709" name="Google Shape;1709;p170"/>
          <p:cNvSpPr/>
          <p:nvPr/>
        </p:nvSpPr>
        <p:spPr>
          <a:xfrm>
            <a:off x="4904925" y="874900"/>
            <a:ext cx="396300" cy="3963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lus Jakarta Sans"/>
              <a:ea typeface="Plus Jakarta Sans"/>
              <a:cs typeface="Plus Jakarta Sans"/>
              <a:sym typeface="Plus Jakarta Sans"/>
            </a:endParaRPr>
          </a:p>
        </p:txBody>
      </p:sp>
      <p:sp>
        <p:nvSpPr>
          <p:cNvPr id="1710" name="Google Shape;1710;p170"/>
          <p:cNvSpPr/>
          <p:nvPr/>
        </p:nvSpPr>
        <p:spPr>
          <a:xfrm>
            <a:off x="4904925" y="2560625"/>
            <a:ext cx="396300" cy="396300"/>
          </a:xfrm>
          <a:prstGeom prst="roundRect">
            <a:avLst>
              <a:gd name="adj" fmla="val 16667"/>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lus Jakarta Sans"/>
              <a:ea typeface="Plus Jakarta Sans"/>
              <a:cs typeface="Plus Jakarta Sans"/>
              <a:sym typeface="Plus Jakarta Sans"/>
            </a:endParaRPr>
          </a:p>
        </p:txBody>
      </p:sp>
      <p:sp>
        <p:nvSpPr>
          <p:cNvPr id="1711" name="Google Shape;1711;p170"/>
          <p:cNvSpPr/>
          <p:nvPr/>
        </p:nvSpPr>
        <p:spPr>
          <a:xfrm>
            <a:off x="4721750" y="4270275"/>
            <a:ext cx="4222800" cy="324000"/>
          </a:xfrm>
          <a:prstGeom prst="roundRect">
            <a:avLst>
              <a:gd name="adj" fmla="val 29375"/>
            </a:avLst>
          </a:prstGeom>
          <a:solidFill>
            <a:srgbClr val="D9D9D9"/>
          </a:solid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None/>
            </a:pPr>
            <a:r>
              <a:rPr lang="en" sz="1000">
                <a:solidFill>
                  <a:srgbClr val="0A0A0A"/>
                </a:solidFill>
                <a:latin typeface="Plus Jakarta Sans Medium"/>
                <a:ea typeface="Plus Jakarta Sans Medium"/>
                <a:cs typeface="Plus Jakarta Sans Medium"/>
                <a:sym typeface="Plus Jakarta Sans Medium"/>
              </a:rPr>
              <a:t>DB  |  ETL  |  Code |  Reporting  |  Analysis  |  Files</a:t>
            </a:r>
            <a:endParaRPr sz="1000">
              <a:solidFill>
                <a:srgbClr val="0A0A0A"/>
              </a:solidFill>
              <a:latin typeface="Plus Jakarta Sans Medium"/>
              <a:ea typeface="Plus Jakarta Sans Medium"/>
              <a:cs typeface="Plus Jakarta Sans Medium"/>
              <a:sym typeface="Plus Jakarta Sans Medium"/>
            </a:endParaRPr>
          </a:p>
        </p:txBody>
      </p:sp>
      <p:pic>
        <p:nvPicPr>
          <p:cNvPr id="1712" name="Google Shape;1712;p170"/>
          <p:cNvPicPr preferRelativeResize="0"/>
          <p:nvPr/>
        </p:nvPicPr>
        <p:blipFill rotWithShape="1">
          <a:blip r:embed="rId6">
            <a:alphaModFix/>
          </a:blip>
          <a:srcRect/>
          <a:stretch/>
        </p:blipFill>
        <p:spPr>
          <a:xfrm>
            <a:off x="4949646" y="919604"/>
            <a:ext cx="306878" cy="306878"/>
          </a:xfrm>
          <a:prstGeom prst="rect">
            <a:avLst/>
          </a:prstGeom>
          <a:noFill/>
          <a:ln>
            <a:noFill/>
          </a:ln>
        </p:spPr>
      </p:pic>
      <p:pic>
        <p:nvPicPr>
          <p:cNvPr id="1713" name="Google Shape;1713;p170"/>
          <p:cNvPicPr preferRelativeResize="0"/>
          <p:nvPr/>
        </p:nvPicPr>
        <p:blipFill rotWithShape="1">
          <a:blip r:embed="rId7">
            <a:alphaModFix/>
          </a:blip>
          <a:srcRect/>
          <a:stretch/>
        </p:blipFill>
        <p:spPr>
          <a:xfrm>
            <a:off x="4949644" y="2600615"/>
            <a:ext cx="306878" cy="306878"/>
          </a:xfrm>
          <a:prstGeom prst="rect">
            <a:avLst/>
          </a:prstGeom>
          <a:noFill/>
          <a:ln>
            <a:noFill/>
          </a:ln>
        </p:spPr>
      </p:pic>
      <p:pic>
        <p:nvPicPr>
          <p:cNvPr id="1714" name="Google Shape;1714;p170"/>
          <p:cNvPicPr preferRelativeResize="0"/>
          <p:nvPr/>
        </p:nvPicPr>
        <p:blipFill rotWithShape="1">
          <a:blip r:embed="rId8">
            <a:alphaModFix/>
          </a:blip>
          <a:srcRect l="21209" r="21203"/>
          <a:stretch/>
        </p:blipFill>
        <p:spPr>
          <a:xfrm>
            <a:off x="8533089" y="3542663"/>
            <a:ext cx="270600" cy="264350"/>
          </a:xfrm>
          <a:prstGeom prst="rect">
            <a:avLst/>
          </a:prstGeom>
          <a:noFill/>
          <a:ln>
            <a:noFill/>
          </a:ln>
        </p:spPr>
      </p:pic>
      <p:pic>
        <p:nvPicPr>
          <p:cNvPr id="1715" name="Google Shape;1715;p170"/>
          <p:cNvPicPr preferRelativeResize="0"/>
          <p:nvPr/>
        </p:nvPicPr>
        <p:blipFill rotWithShape="1">
          <a:blip r:embed="rId9">
            <a:alphaModFix/>
          </a:blip>
          <a:srcRect/>
          <a:stretch/>
        </p:blipFill>
        <p:spPr>
          <a:xfrm>
            <a:off x="7347945" y="1897878"/>
            <a:ext cx="624115" cy="150550"/>
          </a:xfrm>
          <a:prstGeom prst="rect">
            <a:avLst/>
          </a:prstGeom>
          <a:noFill/>
          <a:ln>
            <a:noFill/>
          </a:ln>
        </p:spPr>
      </p:pic>
      <p:pic>
        <p:nvPicPr>
          <p:cNvPr id="1716" name="Google Shape;1716;p170"/>
          <p:cNvPicPr preferRelativeResize="0"/>
          <p:nvPr/>
        </p:nvPicPr>
        <p:blipFill rotWithShape="1">
          <a:blip r:embed="rId10">
            <a:alphaModFix/>
          </a:blip>
          <a:srcRect/>
          <a:stretch/>
        </p:blipFill>
        <p:spPr>
          <a:xfrm>
            <a:off x="8411539" y="1619845"/>
            <a:ext cx="392150" cy="118041"/>
          </a:xfrm>
          <a:prstGeom prst="rect">
            <a:avLst/>
          </a:prstGeom>
          <a:noFill/>
          <a:ln>
            <a:noFill/>
          </a:ln>
        </p:spPr>
      </p:pic>
      <p:pic>
        <p:nvPicPr>
          <p:cNvPr id="1717" name="Google Shape;1717;p170"/>
          <p:cNvPicPr preferRelativeResize="0"/>
          <p:nvPr/>
        </p:nvPicPr>
        <p:blipFill rotWithShape="1">
          <a:blip r:embed="rId11">
            <a:alphaModFix/>
          </a:blip>
          <a:srcRect/>
          <a:stretch/>
        </p:blipFill>
        <p:spPr>
          <a:xfrm>
            <a:off x="4895635" y="1545203"/>
            <a:ext cx="505000" cy="267325"/>
          </a:xfrm>
          <a:prstGeom prst="rect">
            <a:avLst/>
          </a:prstGeom>
          <a:noFill/>
          <a:ln>
            <a:noFill/>
          </a:ln>
        </p:spPr>
      </p:pic>
      <p:pic>
        <p:nvPicPr>
          <p:cNvPr id="1718" name="Google Shape;1718;p170"/>
          <p:cNvPicPr preferRelativeResize="0"/>
          <p:nvPr/>
        </p:nvPicPr>
        <p:blipFill rotWithShape="1">
          <a:blip r:embed="rId12">
            <a:alphaModFix/>
          </a:blip>
          <a:srcRect/>
          <a:stretch/>
        </p:blipFill>
        <p:spPr>
          <a:xfrm>
            <a:off x="5762137" y="1591291"/>
            <a:ext cx="594897" cy="175150"/>
          </a:xfrm>
          <a:prstGeom prst="rect">
            <a:avLst/>
          </a:prstGeom>
          <a:noFill/>
          <a:ln>
            <a:noFill/>
          </a:ln>
        </p:spPr>
      </p:pic>
      <p:pic>
        <p:nvPicPr>
          <p:cNvPr id="1719" name="Google Shape;1719;p170"/>
          <p:cNvPicPr preferRelativeResize="0"/>
          <p:nvPr/>
        </p:nvPicPr>
        <p:blipFill rotWithShape="1">
          <a:blip r:embed="rId13">
            <a:alphaModFix/>
          </a:blip>
          <a:srcRect/>
          <a:stretch/>
        </p:blipFill>
        <p:spPr>
          <a:xfrm>
            <a:off x="4895635" y="1326019"/>
            <a:ext cx="513800" cy="175522"/>
          </a:xfrm>
          <a:prstGeom prst="rect">
            <a:avLst/>
          </a:prstGeom>
          <a:noFill/>
          <a:ln>
            <a:noFill/>
          </a:ln>
        </p:spPr>
      </p:pic>
      <p:pic>
        <p:nvPicPr>
          <p:cNvPr id="1720" name="Google Shape;1720;p170"/>
          <p:cNvPicPr preferRelativeResize="0"/>
          <p:nvPr/>
        </p:nvPicPr>
        <p:blipFill rotWithShape="1">
          <a:blip r:embed="rId14">
            <a:alphaModFix/>
          </a:blip>
          <a:srcRect/>
          <a:stretch/>
        </p:blipFill>
        <p:spPr>
          <a:xfrm>
            <a:off x="6584423" y="1319971"/>
            <a:ext cx="594900" cy="162979"/>
          </a:xfrm>
          <a:prstGeom prst="rect">
            <a:avLst/>
          </a:prstGeom>
          <a:noFill/>
          <a:ln>
            <a:noFill/>
          </a:ln>
        </p:spPr>
      </p:pic>
      <p:pic>
        <p:nvPicPr>
          <p:cNvPr id="1721" name="Google Shape;1721;p170"/>
          <p:cNvPicPr preferRelativeResize="0"/>
          <p:nvPr/>
        </p:nvPicPr>
        <p:blipFill rotWithShape="1">
          <a:blip r:embed="rId15">
            <a:alphaModFix/>
          </a:blip>
          <a:srcRect/>
          <a:stretch/>
        </p:blipFill>
        <p:spPr>
          <a:xfrm>
            <a:off x="8378839" y="1293498"/>
            <a:ext cx="424850" cy="240564"/>
          </a:xfrm>
          <a:prstGeom prst="rect">
            <a:avLst/>
          </a:prstGeom>
          <a:noFill/>
          <a:ln>
            <a:noFill/>
          </a:ln>
        </p:spPr>
      </p:pic>
      <p:pic>
        <p:nvPicPr>
          <p:cNvPr id="1722" name="Google Shape;1722;p170"/>
          <p:cNvPicPr preferRelativeResize="0"/>
          <p:nvPr/>
        </p:nvPicPr>
        <p:blipFill rotWithShape="1">
          <a:blip r:embed="rId16">
            <a:alphaModFix/>
          </a:blip>
          <a:srcRect/>
          <a:stretch/>
        </p:blipFill>
        <p:spPr>
          <a:xfrm>
            <a:off x="7464526" y="1244215"/>
            <a:ext cx="594900" cy="310109"/>
          </a:xfrm>
          <a:prstGeom prst="rect">
            <a:avLst/>
          </a:prstGeom>
          <a:noFill/>
          <a:ln>
            <a:noFill/>
          </a:ln>
        </p:spPr>
      </p:pic>
      <p:pic>
        <p:nvPicPr>
          <p:cNvPr id="1723" name="Google Shape;1723;p170"/>
          <p:cNvPicPr preferRelativeResize="0"/>
          <p:nvPr/>
        </p:nvPicPr>
        <p:blipFill rotWithShape="1">
          <a:blip r:embed="rId17">
            <a:alphaModFix/>
          </a:blip>
          <a:srcRect/>
          <a:stretch/>
        </p:blipFill>
        <p:spPr>
          <a:xfrm>
            <a:off x="7448478" y="2187170"/>
            <a:ext cx="539250" cy="165656"/>
          </a:xfrm>
          <a:prstGeom prst="rect">
            <a:avLst/>
          </a:prstGeom>
          <a:noFill/>
          <a:ln>
            <a:noFill/>
          </a:ln>
        </p:spPr>
      </p:pic>
      <p:pic>
        <p:nvPicPr>
          <p:cNvPr id="1724" name="Google Shape;1724;p170"/>
          <p:cNvPicPr preferRelativeResize="0"/>
          <p:nvPr/>
        </p:nvPicPr>
        <p:blipFill rotWithShape="1">
          <a:blip r:embed="rId18">
            <a:alphaModFix/>
          </a:blip>
          <a:srcRect/>
          <a:stretch/>
        </p:blipFill>
        <p:spPr>
          <a:xfrm>
            <a:off x="5784499" y="1345382"/>
            <a:ext cx="469900" cy="124816"/>
          </a:xfrm>
          <a:prstGeom prst="rect">
            <a:avLst/>
          </a:prstGeom>
          <a:noFill/>
          <a:ln>
            <a:noFill/>
          </a:ln>
        </p:spPr>
      </p:pic>
      <p:pic>
        <p:nvPicPr>
          <p:cNvPr id="1725" name="Google Shape;1725;p170"/>
          <p:cNvPicPr preferRelativeResize="0"/>
          <p:nvPr/>
        </p:nvPicPr>
        <p:blipFill rotWithShape="1">
          <a:blip r:embed="rId19">
            <a:alphaModFix/>
          </a:blip>
          <a:srcRect/>
          <a:stretch/>
        </p:blipFill>
        <p:spPr>
          <a:xfrm>
            <a:off x="7704162" y="1612568"/>
            <a:ext cx="345875" cy="132595"/>
          </a:xfrm>
          <a:prstGeom prst="rect">
            <a:avLst/>
          </a:prstGeom>
          <a:noFill/>
          <a:ln>
            <a:noFill/>
          </a:ln>
        </p:spPr>
      </p:pic>
      <p:pic>
        <p:nvPicPr>
          <p:cNvPr id="1726" name="Google Shape;1726;p170"/>
          <p:cNvPicPr preferRelativeResize="0"/>
          <p:nvPr/>
        </p:nvPicPr>
        <p:blipFill rotWithShape="1">
          <a:blip r:embed="rId20">
            <a:alphaModFix/>
          </a:blip>
          <a:srcRect/>
          <a:stretch/>
        </p:blipFill>
        <p:spPr>
          <a:xfrm>
            <a:off x="6552363" y="2171489"/>
            <a:ext cx="505001" cy="197019"/>
          </a:xfrm>
          <a:prstGeom prst="rect">
            <a:avLst/>
          </a:prstGeom>
          <a:noFill/>
          <a:ln>
            <a:noFill/>
          </a:ln>
        </p:spPr>
      </p:pic>
      <p:pic>
        <p:nvPicPr>
          <p:cNvPr id="1727" name="Google Shape;1727;p170"/>
          <p:cNvPicPr preferRelativeResize="0"/>
          <p:nvPr/>
        </p:nvPicPr>
        <p:blipFill rotWithShape="1">
          <a:blip r:embed="rId21">
            <a:alphaModFix/>
          </a:blip>
          <a:srcRect/>
          <a:stretch/>
        </p:blipFill>
        <p:spPr>
          <a:xfrm>
            <a:off x="4895635" y="3003854"/>
            <a:ext cx="662553" cy="184250"/>
          </a:xfrm>
          <a:prstGeom prst="rect">
            <a:avLst/>
          </a:prstGeom>
          <a:noFill/>
          <a:ln>
            <a:noFill/>
          </a:ln>
        </p:spPr>
      </p:pic>
      <p:pic>
        <p:nvPicPr>
          <p:cNvPr id="1728" name="Google Shape;1728;p170"/>
          <p:cNvPicPr preferRelativeResize="0"/>
          <p:nvPr/>
        </p:nvPicPr>
        <p:blipFill rotWithShape="1">
          <a:blip r:embed="rId22">
            <a:alphaModFix/>
          </a:blip>
          <a:srcRect/>
          <a:stretch/>
        </p:blipFill>
        <p:spPr>
          <a:xfrm>
            <a:off x="6802328" y="3924811"/>
            <a:ext cx="469900" cy="88342"/>
          </a:xfrm>
          <a:prstGeom prst="rect">
            <a:avLst/>
          </a:prstGeom>
          <a:noFill/>
          <a:ln>
            <a:noFill/>
          </a:ln>
        </p:spPr>
      </p:pic>
      <p:pic>
        <p:nvPicPr>
          <p:cNvPr id="1729" name="Google Shape;1729;p170"/>
          <p:cNvPicPr preferRelativeResize="0"/>
          <p:nvPr/>
        </p:nvPicPr>
        <p:blipFill rotWithShape="1">
          <a:blip r:embed="rId23">
            <a:alphaModFix/>
          </a:blip>
          <a:srcRect/>
          <a:stretch/>
        </p:blipFill>
        <p:spPr>
          <a:xfrm>
            <a:off x="6556024" y="3619955"/>
            <a:ext cx="662550" cy="109767"/>
          </a:xfrm>
          <a:prstGeom prst="rect">
            <a:avLst/>
          </a:prstGeom>
          <a:noFill/>
          <a:ln>
            <a:noFill/>
          </a:ln>
        </p:spPr>
      </p:pic>
      <p:pic>
        <p:nvPicPr>
          <p:cNvPr id="1730" name="Google Shape;1730;p170"/>
          <p:cNvPicPr preferRelativeResize="0"/>
          <p:nvPr/>
        </p:nvPicPr>
        <p:blipFill rotWithShape="1">
          <a:blip r:embed="rId24">
            <a:alphaModFix/>
          </a:blip>
          <a:srcRect/>
          <a:stretch/>
        </p:blipFill>
        <p:spPr>
          <a:xfrm>
            <a:off x="8411539" y="3309911"/>
            <a:ext cx="392150" cy="110971"/>
          </a:xfrm>
          <a:prstGeom prst="rect">
            <a:avLst/>
          </a:prstGeom>
          <a:noFill/>
          <a:ln>
            <a:noFill/>
          </a:ln>
        </p:spPr>
      </p:pic>
      <p:pic>
        <p:nvPicPr>
          <p:cNvPr id="1731" name="Google Shape;1731;p170"/>
          <p:cNvPicPr preferRelativeResize="0"/>
          <p:nvPr/>
        </p:nvPicPr>
        <p:blipFill rotWithShape="1">
          <a:blip r:embed="rId25">
            <a:alphaModFix/>
          </a:blip>
          <a:srcRect t="27864" b="27864"/>
          <a:stretch/>
        </p:blipFill>
        <p:spPr>
          <a:xfrm>
            <a:off x="5629142" y="3599563"/>
            <a:ext cx="539250" cy="150550"/>
          </a:xfrm>
          <a:prstGeom prst="rect">
            <a:avLst/>
          </a:prstGeom>
          <a:noFill/>
          <a:ln>
            <a:noFill/>
          </a:ln>
        </p:spPr>
      </p:pic>
      <p:pic>
        <p:nvPicPr>
          <p:cNvPr id="1732" name="Google Shape;1732;p170"/>
          <p:cNvPicPr preferRelativeResize="0"/>
          <p:nvPr/>
        </p:nvPicPr>
        <p:blipFill rotWithShape="1">
          <a:blip r:embed="rId26">
            <a:alphaModFix/>
          </a:blip>
          <a:srcRect/>
          <a:stretch/>
        </p:blipFill>
        <p:spPr>
          <a:xfrm>
            <a:off x="8298689" y="1873358"/>
            <a:ext cx="505000" cy="199591"/>
          </a:xfrm>
          <a:prstGeom prst="rect">
            <a:avLst/>
          </a:prstGeom>
          <a:noFill/>
          <a:ln>
            <a:noFill/>
          </a:ln>
        </p:spPr>
      </p:pic>
      <p:pic>
        <p:nvPicPr>
          <p:cNvPr id="1733" name="Google Shape;1733;p170"/>
          <p:cNvPicPr preferRelativeResize="0"/>
          <p:nvPr/>
        </p:nvPicPr>
        <p:blipFill rotWithShape="1">
          <a:blip r:embed="rId27">
            <a:alphaModFix/>
          </a:blip>
          <a:srcRect/>
          <a:stretch/>
        </p:blipFill>
        <p:spPr>
          <a:xfrm>
            <a:off x="7349594" y="2989309"/>
            <a:ext cx="594900" cy="213341"/>
          </a:xfrm>
          <a:prstGeom prst="rect">
            <a:avLst/>
          </a:prstGeom>
          <a:noFill/>
          <a:ln>
            <a:noFill/>
          </a:ln>
        </p:spPr>
      </p:pic>
      <p:pic>
        <p:nvPicPr>
          <p:cNvPr id="1734" name="Google Shape;1734;p170"/>
          <p:cNvPicPr preferRelativeResize="0"/>
          <p:nvPr/>
        </p:nvPicPr>
        <p:blipFill rotWithShape="1">
          <a:blip r:embed="rId28">
            <a:alphaModFix/>
          </a:blip>
          <a:srcRect/>
          <a:stretch/>
        </p:blipFill>
        <p:spPr>
          <a:xfrm>
            <a:off x="7606207" y="3611914"/>
            <a:ext cx="539250" cy="125848"/>
          </a:xfrm>
          <a:prstGeom prst="rect">
            <a:avLst/>
          </a:prstGeom>
          <a:noFill/>
          <a:ln>
            <a:noFill/>
          </a:ln>
        </p:spPr>
      </p:pic>
      <p:pic>
        <p:nvPicPr>
          <p:cNvPr id="1735" name="Google Shape;1735;p170"/>
          <p:cNvPicPr preferRelativeResize="0"/>
          <p:nvPr/>
        </p:nvPicPr>
        <p:blipFill rotWithShape="1">
          <a:blip r:embed="rId29">
            <a:alphaModFix/>
          </a:blip>
          <a:srcRect/>
          <a:stretch/>
        </p:blipFill>
        <p:spPr>
          <a:xfrm>
            <a:off x="7338494" y="3247984"/>
            <a:ext cx="662550" cy="234826"/>
          </a:xfrm>
          <a:prstGeom prst="rect">
            <a:avLst/>
          </a:prstGeom>
          <a:noFill/>
          <a:ln>
            <a:noFill/>
          </a:ln>
        </p:spPr>
      </p:pic>
      <p:pic>
        <p:nvPicPr>
          <p:cNvPr id="1736" name="Google Shape;1736;p170"/>
          <p:cNvPicPr preferRelativeResize="0"/>
          <p:nvPr/>
        </p:nvPicPr>
        <p:blipFill rotWithShape="1">
          <a:blip r:embed="rId30">
            <a:alphaModFix/>
          </a:blip>
          <a:srcRect/>
          <a:stretch/>
        </p:blipFill>
        <p:spPr>
          <a:xfrm>
            <a:off x="6037797" y="3897448"/>
            <a:ext cx="539250" cy="143069"/>
          </a:xfrm>
          <a:prstGeom prst="rect">
            <a:avLst/>
          </a:prstGeom>
          <a:noFill/>
          <a:ln>
            <a:noFill/>
          </a:ln>
        </p:spPr>
      </p:pic>
      <p:pic>
        <p:nvPicPr>
          <p:cNvPr id="1737" name="Google Shape;1737;p170"/>
          <p:cNvPicPr preferRelativeResize="0"/>
          <p:nvPr/>
        </p:nvPicPr>
        <p:blipFill rotWithShape="1">
          <a:blip r:embed="rId31">
            <a:alphaModFix/>
          </a:blip>
          <a:srcRect/>
          <a:stretch/>
        </p:blipFill>
        <p:spPr>
          <a:xfrm>
            <a:off x="7497509" y="3862307"/>
            <a:ext cx="762099" cy="213350"/>
          </a:xfrm>
          <a:prstGeom prst="rect">
            <a:avLst/>
          </a:prstGeom>
          <a:noFill/>
          <a:ln>
            <a:noFill/>
          </a:ln>
        </p:spPr>
      </p:pic>
      <p:pic>
        <p:nvPicPr>
          <p:cNvPr id="1738" name="Google Shape;1738;p170"/>
          <p:cNvPicPr preferRelativeResize="0"/>
          <p:nvPr/>
        </p:nvPicPr>
        <p:blipFill rotWithShape="1">
          <a:blip r:embed="rId32">
            <a:alphaModFix/>
          </a:blip>
          <a:srcRect/>
          <a:stretch/>
        </p:blipFill>
        <p:spPr>
          <a:xfrm>
            <a:off x="6657400" y="3228522"/>
            <a:ext cx="270600" cy="273749"/>
          </a:xfrm>
          <a:prstGeom prst="rect">
            <a:avLst/>
          </a:prstGeom>
          <a:noFill/>
          <a:ln>
            <a:noFill/>
          </a:ln>
        </p:spPr>
      </p:pic>
      <p:pic>
        <p:nvPicPr>
          <p:cNvPr id="1739" name="Google Shape;1739;p170"/>
          <p:cNvPicPr preferRelativeResize="0"/>
          <p:nvPr/>
        </p:nvPicPr>
        <p:blipFill rotWithShape="1">
          <a:blip r:embed="rId33">
            <a:alphaModFix/>
          </a:blip>
          <a:srcRect/>
          <a:stretch/>
        </p:blipFill>
        <p:spPr>
          <a:xfrm>
            <a:off x="4895635" y="3585502"/>
            <a:ext cx="345875" cy="178673"/>
          </a:xfrm>
          <a:prstGeom prst="rect">
            <a:avLst/>
          </a:prstGeom>
          <a:noFill/>
          <a:ln>
            <a:noFill/>
          </a:ln>
        </p:spPr>
      </p:pic>
      <p:pic>
        <p:nvPicPr>
          <p:cNvPr id="1740" name="Google Shape;1740;p170"/>
          <p:cNvPicPr preferRelativeResize="0"/>
          <p:nvPr/>
        </p:nvPicPr>
        <p:blipFill rotWithShape="1">
          <a:blip r:embed="rId34">
            <a:alphaModFix/>
          </a:blip>
          <a:srcRect/>
          <a:stretch/>
        </p:blipFill>
        <p:spPr>
          <a:xfrm>
            <a:off x="5901030" y="3192459"/>
            <a:ext cx="345875" cy="345875"/>
          </a:xfrm>
          <a:prstGeom prst="rect">
            <a:avLst/>
          </a:prstGeom>
          <a:noFill/>
          <a:ln>
            <a:noFill/>
          </a:ln>
        </p:spPr>
      </p:pic>
      <p:pic>
        <p:nvPicPr>
          <p:cNvPr id="1741" name="Google Shape;1741;p170"/>
          <p:cNvPicPr preferRelativeResize="0"/>
          <p:nvPr/>
        </p:nvPicPr>
        <p:blipFill rotWithShape="1">
          <a:blip r:embed="rId35">
            <a:alphaModFix/>
          </a:blip>
          <a:srcRect/>
          <a:stretch/>
        </p:blipFill>
        <p:spPr>
          <a:xfrm>
            <a:off x="4895635" y="3263422"/>
            <a:ext cx="594900" cy="203948"/>
          </a:xfrm>
          <a:prstGeom prst="rect">
            <a:avLst/>
          </a:prstGeom>
          <a:noFill/>
          <a:ln>
            <a:noFill/>
          </a:ln>
        </p:spPr>
      </p:pic>
      <p:pic>
        <p:nvPicPr>
          <p:cNvPr id="1742" name="Google Shape;1742;p170"/>
          <p:cNvPicPr preferRelativeResize="0"/>
          <p:nvPr/>
        </p:nvPicPr>
        <p:blipFill>
          <a:blip r:embed="rId36">
            <a:alphaModFix/>
          </a:blip>
          <a:stretch>
            <a:fillRect/>
          </a:stretch>
        </p:blipFill>
        <p:spPr>
          <a:xfrm>
            <a:off x="5949300" y="2164023"/>
            <a:ext cx="211950" cy="211950"/>
          </a:xfrm>
          <a:prstGeom prst="rect">
            <a:avLst/>
          </a:prstGeom>
          <a:noFill/>
          <a:ln>
            <a:noFill/>
          </a:ln>
        </p:spPr>
      </p:pic>
      <p:pic>
        <p:nvPicPr>
          <p:cNvPr id="1743" name="Google Shape;1743;p170"/>
          <p:cNvPicPr preferRelativeResize="0"/>
          <p:nvPr/>
        </p:nvPicPr>
        <p:blipFill>
          <a:blip r:embed="rId37">
            <a:alphaModFix/>
          </a:blip>
          <a:stretch>
            <a:fillRect/>
          </a:stretch>
        </p:blipFill>
        <p:spPr>
          <a:xfrm>
            <a:off x="8289888" y="3029154"/>
            <a:ext cx="513802" cy="133651"/>
          </a:xfrm>
          <a:prstGeom prst="rect">
            <a:avLst/>
          </a:prstGeom>
          <a:noFill/>
          <a:ln>
            <a:noFill/>
          </a:ln>
        </p:spPr>
      </p:pic>
      <p:pic>
        <p:nvPicPr>
          <p:cNvPr id="1744" name="Google Shape;1744;p170"/>
          <p:cNvPicPr preferRelativeResize="0"/>
          <p:nvPr/>
        </p:nvPicPr>
        <p:blipFill>
          <a:blip r:embed="rId38">
            <a:alphaModFix/>
          </a:blip>
          <a:stretch>
            <a:fillRect/>
          </a:stretch>
        </p:blipFill>
        <p:spPr>
          <a:xfrm>
            <a:off x="4895635" y="3885012"/>
            <a:ext cx="186600" cy="167940"/>
          </a:xfrm>
          <a:prstGeom prst="rect">
            <a:avLst/>
          </a:prstGeom>
          <a:noFill/>
          <a:ln>
            <a:noFill/>
          </a:ln>
        </p:spPr>
      </p:pic>
      <p:pic>
        <p:nvPicPr>
          <p:cNvPr id="1745" name="Google Shape;1745;p170"/>
          <p:cNvPicPr preferRelativeResize="0"/>
          <p:nvPr/>
        </p:nvPicPr>
        <p:blipFill>
          <a:blip r:embed="rId39">
            <a:alphaModFix/>
          </a:blip>
          <a:stretch>
            <a:fillRect/>
          </a:stretch>
        </p:blipFill>
        <p:spPr>
          <a:xfrm>
            <a:off x="6873101" y="2909727"/>
            <a:ext cx="131099" cy="314030"/>
          </a:xfrm>
          <a:prstGeom prst="rect">
            <a:avLst/>
          </a:prstGeom>
          <a:noFill/>
          <a:ln>
            <a:noFill/>
          </a:ln>
        </p:spPr>
      </p:pic>
      <p:pic>
        <p:nvPicPr>
          <p:cNvPr id="1746" name="Google Shape;1746;p170"/>
          <p:cNvPicPr preferRelativeResize="0"/>
          <p:nvPr/>
        </p:nvPicPr>
        <p:blipFill>
          <a:blip r:embed="rId40">
            <a:alphaModFix/>
          </a:blip>
          <a:stretch>
            <a:fillRect/>
          </a:stretch>
        </p:blipFill>
        <p:spPr>
          <a:xfrm>
            <a:off x="5761513" y="1866708"/>
            <a:ext cx="270625" cy="212891"/>
          </a:xfrm>
          <a:prstGeom prst="rect">
            <a:avLst/>
          </a:prstGeom>
          <a:noFill/>
          <a:ln>
            <a:noFill/>
          </a:ln>
        </p:spPr>
      </p:pic>
      <p:pic>
        <p:nvPicPr>
          <p:cNvPr id="1747" name="Google Shape;1747;p170"/>
          <p:cNvPicPr preferRelativeResize="0"/>
          <p:nvPr/>
        </p:nvPicPr>
        <p:blipFill>
          <a:blip r:embed="rId41">
            <a:alphaModFix/>
          </a:blip>
          <a:stretch>
            <a:fillRect/>
          </a:stretch>
        </p:blipFill>
        <p:spPr>
          <a:xfrm>
            <a:off x="6718536" y="1582682"/>
            <a:ext cx="624125" cy="192368"/>
          </a:xfrm>
          <a:prstGeom prst="rect">
            <a:avLst/>
          </a:prstGeom>
          <a:noFill/>
          <a:ln>
            <a:noFill/>
          </a:ln>
        </p:spPr>
      </p:pic>
      <p:pic>
        <p:nvPicPr>
          <p:cNvPr id="1748" name="Google Shape;1748;p170"/>
          <p:cNvPicPr preferRelativeResize="0"/>
          <p:nvPr/>
        </p:nvPicPr>
        <p:blipFill rotWithShape="1">
          <a:blip r:embed="rId42">
            <a:alphaModFix/>
          </a:blip>
          <a:srcRect l="9376" t="19696" r="9368" b="19696"/>
          <a:stretch/>
        </p:blipFill>
        <p:spPr>
          <a:xfrm>
            <a:off x="6358766" y="1843434"/>
            <a:ext cx="662550" cy="259439"/>
          </a:xfrm>
          <a:prstGeom prst="rect">
            <a:avLst/>
          </a:prstGeom>
          <a:noFill/>
          <a:ln>
            <a:noFill/>
          </a:ln>
        </p:spPr>
      </p:pic>
      <p:pic>
        <p:nvPicPr>
          <p:cNvPr id="1749" name="Google Shape;1749;p170"/>
          <p:cNvPicPr preferRelativeResize="0"/>
          <p:nvPr/>
        </p:nvPicPr>
        <p:blipFill rotWithShape="1">
          <a:blip r:embed="rId43">
            <a:alphaModFix/>
          </a:blip>
          <a:srcRect t="34642" b="34642"/>
          <a:stretch/>
        </p:blipFill>
        <p:spPr>
          <a:xfrm>
            <a:off x="4895635" y="2168249"/>
            <a:ext cx="662551" cy="203499"/>
          </a:xfrm>
          <a:prstGeom prst="rect">
            <a:avLst/>
          </a:prstGeom>
          <a:noFill/>
          <a:ln>
            <a:noFill/>
          </a:ln>
        </p:spPr>
      </p:pic>
      <p:pic>
        <p:nvPicPr>
          <p:cNvPr id="1750" name="Google Shape;1750;p170"/>
          <p:cNvPicPr preferRelativeResize="0"/>
          <p:nvPr/>
        </p:nvPicPr>
        <p:blipFill rotWithShape="1">
          <a:blip r:embed="rId26">
            <a:alphaModFix/>
          </a:blip>
          <a:srcRect/>
          <a:stretch/>
        </p:blipFill>
        <p:spPr>
          <a:xfrm>
            <a:off x="5307516" y="3869187"/>
            <a:ext cx="505000" cy="199591"/>
          </a:xfrm>
          <a:prstGeom prst="rect">
            <a:avLst/>
          </a:prstGeom>
          <a:noFill/>
          <a:ln>
            <a:noFill/>
          </a:ln>
        </p:spPr>
      </p:pic>
      <p:pic>
        <p:nvPicPr>
          <p:cNvPr id="1751" name="Google Shape;1751;p170"/>
          <p:cNvPicPr preferRelativeResize="0"/>
          <p:nvPr/>
        </p:nvPicPr>
        <p:blipFill>
          <a:blip r:embed="rId44">
            <a:alphaModFix/>
          </a:blip>
          <a:stretch>
            <a:fillRect/>
          </a:stretch>
        </p:blipFill>
        <p:spPr>
          <a:xfrm>
            <a:off x="5903582" y="3030113"/>
            <a:ext cx="624125" cy="131733"/>
          </a:xfrm>
          <a:prstGeom prst="rect">
            <a:avLst/>
          </a:prstGeom>
          <a:noFill/>
          <a:ln>
            <a:noFill/>
          </a:ln>
        </p:spPr>
      </p:pic>
      <p:pic>
        <p:nvPicPr>
          <p:cNvPr id="1752" name="Google Shape;1752;p170"/>
          <p:cNvPicPr preferRelativeResize="0"/>
          <p:nvPr/>
        </p:nvPicPr>
        <p:blipFill>
          <a:blip r:embed="rId45">
            <a:alphaModFix/>
          </a:blip>
          <a:stretch>
            <a:fillRect/>
          </a:stretch>
        </p:blipFill>
        <p:spPr>
          <a:xfrm>
            <a:off x="8496815" y="3843915"/>
            <a:ext cx="306874" cy="250135"/>
          </a:xfrm>
          <a:prstGeom prst="rect">
            <a:avLst/>
          </a:prstGeom>
          <a:noFill/>
          <a:ln>
            <a:noFill/>
          </a:ln>
        </p:spPr>
      </p:pic>
      <p:pic>
        <p:nvPicPr>
          <p:cNvPr id="1753" name="Google Shape;1753;p170"/>
          <p:cNvPicPr preferRelativeResize="0"/>
          <p:nvPr/>
        </p:nvPicPr>
        <p:blipFill>
          <a:blip r:embed="rId46">
            <a:alphaModFix/>
          </a:blip>
          <a:stretch>
            <a:fillRect/>
          </a:stretch>
        </p:blipFill>
        <p:spPr>
          <a:xfrm>
            <a:off x="4895635" y="1855978"/>
            <a:ext cx="539249" cy="234350"/>
          </a:xfrm>
          <a:prstGeom prst="rect">
            <a:avLst/>
          </a:prstGeom>
          <a:noFill/>
          <a:ln>
            <a:noFill/>
          </a:ln>
        </p:spPr>
      </p:pic>
      <p:sp>
        <p:nvSpPr>
          <p:cNvPr id="1754" name="Google Shape;1754;p170"/>
          <p:cNvSpPr/>
          <p:nvPr/>
        </p:nvSpPr>
        <p:spPr>
          <a:xfrm rot="-8975222">
            <a:off x="3512150" y="4212109"/>
            <a:ext cx="513799" cy="250108"/>
          </a:xfrm>
          <a:prstGeom prst="rightArrow">
            <a:avLst>
              <a:gd name="adj1" fmla="val 50000"/>
              <a:gd name="adj2" fmla="val 50000"/>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lus Jakarta Sans"/>
              <a:ea typeface="Plus Jakarta Sans"/>
              <a:cs typeface="Plus Jakarta Sans"/>
              <a:sym typeface="Plus Jakarta Sans"/>
            </a:endParaRPr>
          </a:p>
        </p:txBody>
      </p:sp>
      <p:sp>
        <p:nvSpPr>
          <p:cNvPr id="1755" name="Google Shape;1755;p170"/>
          <p:cNvSpPr txBox="1"/>
          <p:nvPr/>
        </p:nvSpPr>
        <p:spPr>
          <a:xfrm>
            <a:off x="3221425" y="4461725"/>
            <a:ext cx="1453500" cy="345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latin typeface="Plus Jakarta Sans"/>
                <a:ea typeface="Plus Jakarta Sans"/>
                <a:cs typeface="Plus Jakarta Sans"/>
                <a:sym typeface="Plus Jakarta Sans"/>
              </a:rPr>
              <a:t>Link to all 60 </a:t>
            </a:r>
            <a:endParaRPr sz="1200">
              <a:latin typeface="Plus Jakarta Sans"/>
              <a:ea typeface="Plus Jakarta Sans"/>
              <a:cs typeface="Plus Jakarta Sans"/>
              <a:sym typeface="Plus Jakarta Sans"/>
            </a:endParaRPr>
          </a:p>
        </p:txBody>
      </p:sp>
      <p:sp>
        <p:nvSpPr>
          <p:cNvPr id="1756" name="Google Shape;1756;p170"/>
          <p:cNvSpPr/>
          <p:nvPr/>
        </p:nvSpPr>
        <p:spPr>
          <a:xfrm>
            <a:off x="0" y="0"/>
            <a:ext cx="2710800" cy="228600"/>
          </a:xfrm>
          <a:prstGeom prst="rect">
            <a:avLst/>
          </a:prstGeom>
          <a:solidFill>
            <a:srgbClr val="5555F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i="1">
                <a:solidFill>
                  <a:srgbClr val="FFFFFF"/>
                </a:solidFill>
                <a:latin typeface="Plus Jakarta Sans Bold"/>
                <a:ea typeface="Plus Jakarta Sans Bold"/>
                <a:cs typeface="Plus Jakarta Sans Bold"/>
                <a:sym typeface="Plus Jakarta Sans"/>
              </a:rPr>
              <a:t>Enabling Technologies</a:t>
            </a:r>
            <a:endParaRPr b="1" i="1">
              <a:solidFill>
                <a:srgbClr val="FFFFFF"/>
              </a:solidFill>
              <a:latin typeface="Plus Jakarta Sans Bold"/>
              <a:ea typeface="Plus Jakarta Sans Bold"/>
              <a:cs typeface="Plus Jakarta Sans Bold"/>
              <a:sym typeface="Plus Jakarta San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760"/>
        <p:cNvGrpSpPr/>
        <p:nvPr/>
      </p:nvGrpSpPr>
      <p:grpSpPr>
        <a:xfrm>
          <a:off x="0" y="0"/>
          <a:ext cx="0" cy="0"/>
          <a:chOff x="0" y="0"/>
          <a:chExt cx="0" cy="0"/>
        </a:xfrm>
      </p:grpSpPr>
      <p:sp>
        <p:nvSpPr>
          <p:cNvPr id="1761" name="Google Shape;1761;p171"/>
          <p:cNvSpPr txBox="1">
            <a:spLocks noGrp="1"/>
          </p:cNvSpPr>
          <p:nvPr>
            <p:ph type="body" idx="1"/>
          </p:nvPr>
        </p:nvSpPr>
        <p:spPr>
          <a:xfrm>
            <a:off x="533400" y="1247900"/>
            <a:ext cx="1822800" cy="3134700"/>
          </a:xfrm>
          <a:prstGeom prst="rect">
            <a:avLst/>
          </a:prstGeom>
          <a:ln w="19050" cap="flat" cmpd="sng">
            <a:solidFill>
              <a:srgbClr val="D8D8D8"/>
            </a:solidFill>
            <a:prstDash val="dash"/>
            <a:round/>
            <a:headEnd type="none" w="sm" len="sm"/>
            <a:tailEnd type="none" w="sm" len="sm"/>
          </a:ln>
        </p:spPr>
        <p:txBody>
          <a:bodyPr spcFirstLastPara="1" wrap="square" lIns="91425" tIns="45700" rIns="91425" bIns="45700" anchor="t" anchorCtr="0">
            <a:noAutofit/>
          </a:bodyPr>
          <a:lstStyle/>
          <a:p>
            <a:pPr marL="0" lvl="0" indent="0" algn="ctr" rtl="0">
              <a:spcBef>
                <a:spcPts val="0"/>
              </a:spcBef>
              <a:spcAft>
                <a:spcPts val="0"/>
              </a:spcAft>
              <a:buNone/>
            </a:pPr>
            <a:br>
              <a:rPr lang="en" b="1"/>
            </a:br>
            <a:br>
              <a:rPr lang="en" b="1"/>
            </a:br>
            <a:br>
              <a:rPr lang="en" b="1"/>
            </a:br>
            <a:br>
              <a:rPr lang="en" b="1"/>
            </a:br>
            <a:br>
              <a:rPr lang="en" b="1"/>
            </a:br>
            <a:br>
              <a:rPr lang="en" b="1"/>
            </a:br>
            <a:r>
              <a:rPr lang="en" b="1"/>
              <a:t>Payments Co.</a:t>
            </a:r>
            <a:br>
              <a:rPr lang="en"/>
            </a:br>
            <a:br>
              <a:rPr lang="en"/>
            </a:br>
            <a:r>
              <a:rPr lang="en" i="1"/>
              <a:t>Fraud Detection</a:t>
            </a:r>
            <a:endParaRPr i="1"/>
          </a:p>
        </p:txBody>
      </p:sp>
      <p:sp>
        <p:nvSpPr>
          <p:cNvPr id="1762" name="Google Shape;1762;p171"/>
          <p:cNvSpPr txBox="1">
            <a:spLocks noGrp="1"/>
          </p:cNvSpPr>
          <p:nvPr>
            <p:ph type="title"/>
          </p:nvPr>
        </p:nvSpPr>
        <p:spPr>
          <a:xfrm>
            <a:off x="533400" y="284253"/>
            <a:ext cx="7620000" cy="612900"/>
          </a:xfrm>
          <a:prstGeom prst="rect">
            <a:avLst/>
          </a:prstGeom>
        </p:spPr>
        <p:txBody>
          <a:bodyPr spcFirstLastPara="1" wrap="square" lIns="91425" tIns="0" rIns="91425" bIns="45700" anchor="t" anchorCtr="0">
            <a:noAutofit/>
          </a:bodyPr>
          <a:lstStyle/>
          <a:p>
            <a:pPr marL="0" lvl="0" indent="0" algn="l" rtl="0">
              <a:spcBef>
                <a:spcPts val="0"/>
              </a:spcBef>
              <a:spcAft>
                <a:spcPts val="0"/>
              </a:spcAft>
              <a:buNone/>
            </a:pPr>
            <a:r>
              <a:rPr lang="en"/>
              <a:t>Customer stories</a:t>
            </a:r>
            <a:endParaRPr/>
          </a:p>
        </p:txBody>
      </p:sp>
      <p:sp>
        <p:nvSpPr>
          <p:cNvPr id="1763" name="Google Shape;1763;p171"/>
          <p:cNvSpPr txBox="1">
            <a:spLocks noGrp="1"/>
          </p:cNvSpPr>
          <p:nvPr>
            <p:ph type="body" idx="2"/>
          </p:nvPr>
        </p:nvSpPr>
        <p:spPr>
          <a:xfrm>
            <a:off x="2635548" y="1247900"/>
            <a:ext cx="1822800" cy="3134700"/>
          </a:xfrm>
          <a:prstGeom prst="rect">
            <a:avLst/>
          </a:prstGeom>
          <a:ln w="19050" cap="flat" cmpd="sng">
            <a:solidFill>
              <a:srgbClr val="D8D8D8"/>
            </a:solidFill>
            <a:prstDash val="dash"/>
            <a:round/>
            <a:headEnd type="none" w="sm" len="sm"/>
            <a:tailEnd type="none" w="sm" len="sm"/>
          </a:ln>
        </p:spPr>
        <p:txBody>
          <a:bodyPr spcFirstLastPara="1" wrap="square" lIns="91425" tIns="45700" rIns="91425" bIns="45700" anchor="t" anchorCtr="0">
            <a:noAutofit/>
          </a:bodyPr>
          <a:lstStyle/>
          <a:p>
            <a:pPr marL="0" lvl="0" indent="0" algn="ctr" rtl="0">
              <a:spcBef>
                <a:spcPts val="0"/>
              </a:spcBef>
              <a:spcAft>
                <a:spcPts val="0"/>
              </a:spcAft>
              <a:buNone/>
            </a:pPr>
            <a:br>
              <a:rPr lang="en" b="1"/>
            </a:br>
            <a:br>
              <a:rPr lang="en" b="1"/>
            </a:br>
            <a:br>
              <a:rPr lang="en" b="1"/>
            </a:br>
            <a:br>
              <a:rPr lang="en" b="1"/>
            </a:br>
            <a:br>
              <a:rPr lang="en" b="1"/>
            </a:br>
            <a:br>
              <a:rPr lang="en" b="1"/>
            </a:br>
            <a:r>
              <a:rPr lang="en" b="1"/>
              <a:t>Oil &amp; Gas Co.</a:t>
            </a:r>
            <a:br>
              <a:rPr lang="en"/>
            </a:br>
            <a:br>
              <a:rPr lang="en"/>
            </a:br>
            <a:r>
              <a:rPr lang="en" i="1"/>
              <a:t>Edge-to-AI Cybersecurity</a:t>
            </a:r>
            <a:r>
              <a:rPr lang="en"/>
              <a:t> </a:t>
            </a:r>
            <a:endParaRPr/>
          </a:p>
        </p:txBody>
      </p:sp>
      <p:sp>
        <p:nvSpPr>
          <p:cNvPr id="1764" name="Google Shape;1764;p171"/>
          <p:cNvSpPr txBox="1">
            <a:spLocks noGrp="1"/>
          </p:cNvSpPr>
          <p:nvPr>
            <p:ph type="body" idx="3"/>
          </p:nvPr>
        </p:nvSpPr>
        <p:spPr>
          <a:xfrm>
            <a:off x="4737700" y="1247900"/>
            <a:ext cx="1822800" cy="3134700"/>
          </a:xfrm>
          <a:prstGeom prst="rect">
            <a:avLst/>
          </a:prstGeom>
          <a:ln w="19050" cap="flat" cmpd="sng">
            <a:solidFill>
              <a:srgbClr val="D8D8D8"/>
            </a:solidFill>
            <a:prstDash val="dash"/>
            <a:round/>
            <a:headEnd type="none" w="sm" len="sm"/>
            <a:tailEnd type="none" w="sm" len="sm"/>
          </a:ln>
        </p:spPr>
        <p:txBody>
          <a:bodyPr spcFirstLastPara="1" wrap="square" lIns="91425" tIns="45700" rIns="91425" bIns="45700" anchor="t" anchorCtr="0">
            <a:noAutofit/>
          </a:bodyPr>
          <a:lstStyle/>
          <a:p>
            <a:pPr marL="0" lvl="0" indent="0" algn="ctr" rtl="0">
              <a:spcBef>
                <a:spcPts val="0"/>
              </a:spcBef>
              <a:spcAft>
                <a:spcPts val="0"/>
              </a:spcAft>
              <a:buNone/>
            </a:pPr>
            <a:br>
              <a:rPr lang="en" b="1"/>
            </a:br>
            <a:br>
              <a:rPr lang="en" b="1"/>
            </a:br>
            <a:br>
              <a:rPr lang="en" b="1"/>
            </a:br>
            <a:br>
              <a:rPr lang="en" b="1"/>
            </a:br>
            <a:br>
              <a:rPr lang="en" b="1"/>
            </a:br>
            <a:br>
              <a:rPr lang="en" b="1"/>
            </a:br>
            <a:r>
              <a:rPr lang="en" b="1"/>
              <a:t>Banking Co.</a:t>
            </a:r>
            <a:br>
              <a:rPr lang="en"/>
            </a:br>
            <a:br>
              <a:rPr lang="en"/>
            </a:br>
            <a:r>
              <a:rPr lang="en" i="1"/>
              <a:t>End-to-end Enterprise AI / ML platform</a:t>
            </a:r>
            <a:endParaRPr i="1"/>
          </a:p>
        </p:txBody>
      </p:sp>
      <p:grpSp>
        <p:nvGrpSpPr>
          <p:cNvPr id="1765" name="Google Shape;1765;p171"/>
          <p:cNvGrpSpPr/>
          <p:nvPr/>
        </p:nvGrpSpPr>
        <p:grpSpPr>
          <a:xfrm>
            <a:off x="955718" y="1472367"/>
            <a:ext cx="907917" cy="854983"/>
            <a:chOff x="3205479" y="5100288"/>
            <a:chExt cx="540652" cy="494696"/>
          </a:xfrm>
        </p:grpSpPr>
        <p:sp>
          <p:nvSpPr>
            <p:cNvPr id="1766" name="Google Shape;1766;p171"/>
            <p:cNvSpPr/>
            <p:nvPr/>
          </p:nvSpPr>
          <p:spPr>
            <a:xfrm>
              <a:off x="3546475" y="5403850"/>
              <a:ext cx="54609" cy="54609"/>
            </a:xfrm>
            <a:custGeom>
              <a:avLst/>
              <a:gdLst/>
              <a:ahLst/>
              <a:cxnLst/>
              <a:rect l="l" t="t" r="r" b="b"/>
              <a:pathLst>
                <a:path w="54609" h="54609" extrusionOk="0">
                  <a:moveTo>
                    <a:pt x="54610" y="27305"/>
                  </a:moveTo>
                  <a:cubicBezTo>
                    <a:pt x="54610" y="42385"/>
                    <a:pt x="42385" y="54610"/>
                    <a:pt x="27305" y="54610"/>
                  </a:cubicBezTo>
                  <a:cubicBezTo>
                    <a:pt x="12225" y="54610"/>
                    <a:pt x="0" y="42385"/>
                    <a:pt x="0" y="27305"/>
                  </a:cubicBezTo>
                  <a:cubicBezTo>
                    <a:pt x="0" y="12225"/>
                    <a:pt x="12225" y="0"/>
                    <a:pt x="27305" y="0"/>
                  </a:cubicBezTo>
                  <a:cubicBezTo>
                    <a:pt x="42385" y="0"/>
                    <a:pt x="54610" y="12225"/>
                    <a:pt x="54610" y="27305"/>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767" name="Google Shape;1767;p171"/>
            <p:cNvSpPr/>
            <p:nvPr/>
          </p:nvSpPr>
          <p:spPr>
            <a:xfrm>
              <a:off x="3482975" y="5323204"/>
              <a:ext cx="54609" cy="54610"/>
            </a:xfrm>
            <a:custGeom>
              <a:avLst/>
              <a:gdLst/>
              <a:ahLst/>
              <a:cxnLst/>
              <a:rect l="l" t="t" r="r" b="b"/>
              <a:pathLst>
                <a:path w="54609" h="54610" extrusionOk="0">
                  <a:moveTo>
                    <a:pt x="27305" y="13335"/>
                  </a:moveTo>
                  <a:cubicBezTo>
                    <a:pt x="34925" y="13335"/>
                    <a:pt x="40640" y="19685"/>
                    <a:pt x="40640" y="26670"/>
                  </a:cubicBezTo>
                  <a:cubicBezTo>
                    <a:pt x="40640" y="33655"/>
                    <a:pt x="34290" y="40005"/>
                    <a:pt x="27305" y="40005"/>
                  </a:cubicBezTo>
                  <a:cubicBezTo>
                    <a:pt x="20320" y="40005"/>
                    <a:pt x="13970" y="33655"/>
                    <a:pt x="13970" y="26670"/>
                  </a:cubicBezTo>
                  <a:cubicBezTo>
                    <a:pt x="13970" y="19685"/>
                    <a:pt x="19685" y="13335"/>
                    <a:pt x="27305" y="13335"/>
                  </a:cubicBezTo>
                  <a:moveTo>
                    <a:pt x="27305" y="0"/>
                  </a:moveTo>
                  <a:cubicBezTo>
                    <a:pt x="12065" y="0"/>
                    <a:pt x="0" y="12065"/>
                    <a:pt x="0" y="27305"/>
                  </a:cubicBezTo>
                  <a:cubicBezTo>
                    <a:pt x="0" y="42545"/>
                    <a:pt x="12065" y="54610"/>
                    <a:pt x="27305" y="54610"/>
                  </a:cubicBezTo>
                  <a:cubicBezTo>
                    <a:pt x="42545" y="54610"/>
                    <a:pt x="54610" y="42545"/>
                    <a:pt x="54610" y="27305"/>
                  </a:cubicBezTo>
                  <a:cubicBezTo>
                    <a:pt x="54610" y="12065"/>
                    <a:pt x="41910" y="0"/>
                    <a:pt x="27305" y="0"/>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768" name="Google Shape;1768;p171"/>
            <p:cNvSpPr/>
            <p:nvPr/>
          </p:nvSpPr>
          <p:spPr>
            <a:xfrm>
              <a:off x="3455670" y="5485130"/>
              <a:ext cx="54609" cy="54609"/>
            </a:xfrm>
            <a:custGeom>
              <a:avLst/>
              <a:gdLst/>
              <a:ahLst/>
              <a:cxnLst/>
              <a:rect l="l" t="t" r="r" b="b"/>
              <a:pathLst>
                <a:path w="54609" h="54609" extrusionOk="0">
                  <a:moveTo>
                    <a:pt x="54610" y="27305"/>
                  </a:moveTo>
                  <a:cubicBezTo>
                    <a:pt x="54610" y="42385"/>
                    <a:pt x="42385" y="54610"/>
                    <a:pt x="27305" y="54610"/>
                  </a:cubicBezTo>
                  <a:cubicBezTo>
                    <a:pt x="12225" y="54610"/>
                    <a:pt x="0" y="42385"/>
                    <a:pt x="0" y="27305"/>
                  </a:cubicBezTo>
                  <a:cubicBezTo>
                    <a:pt x="0" y="12225"/>
                    <a:pt x="12225" y="0"/>
                    <a:pt x="27305" y="0"/>
                  </a:cubicBezTo>
                  <a:cubicBezTo>
                    <a:pt x="42385" y="0"/>
                    <a:pt x="54610" y="12225"/>
                    <a:pt x="54610" y="27305"/>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769" name="Google Shape;1769;p171"/>
            <p:cNvSpPr/>
            <p:nvPr/>
          </p:nvSpPr>
          <p:spPr>
            <a:xfrm>
              <a:off x="3205479" y="5100288"/>
              <a:ext cx="540652" cy="337851"/>
            </a:xfrm>
            <a:custGeom>
              <a:avLst/>
              <a:gdLst/>
              <a:ahLst/>
              <a:cxnLst/>
              <a:rect l="l" t="t" r="r" b="b"/>
              <a:pathLst>
                <a:path w="540652" h="337851" extrusionOk="0">
                  <a:moveTo>
                    <a:pt x="447040" y="337852"/>
                  </a:moveTo>
                  <a:lnTo>
                    <a:pt x="433070" y="337852"/>
                  </a:lnTo>
                  <a:lnTo>
                    <a:pt x="433070" y="324517"/>
                  </a:lnTo>
                  <a:lnTo>
                    <a:pt x="446405" y="324517"/>
                  </a:lnTo>
                  <a:cubicBezTo>
                    <a:pt x="491490" y="324517"/>
                    <a:pt x="527685" y="288322"/>
                    <a:pt x="527685" y="243237"/>
                  </a:cubicBezTo>
                  <a:cubicBezTo>
                    <a:pt x="527685" y="204502"/>
                    <a:pt x="500380" y="171482"/>
                    <a:pt x="462915" y="163862"/>
                  </a:cubicBezTo>
                  <a:lnTo>
                    <a:pt x="455930" y="162592"/>
                  </a:lnTo>
                  <a:lnTo>
                    <a:pt x="457835" y="155607"/>
                  </a:lnTo>
                  <a:cubicBezTo>
                    <a:pt x="459740" y="149257"/>
                    <a:pt x="460375" y="142272"/>
                    <a:pt x="460375" y="135287"/>
                  </a:cubicBezTo>
                  <a:cubicBezTo>
                    <a:pt x="460375" y="90202"/>
                    <a:pt x="424180" y="54007"/>
                    <a:pt x="379095" y="54007"/>
                  </a:cubicBezTo>
                  <a:cubicBezTo>
                    <a:pt x="357505" y="54007"/>
                    <a:pt x="336550" y="62897"/>
                    <a:pt x="321310" y="78137"/>
                  </a:cubicBezTo>
                  <a:lnTo>
                    <a:pt x="315595" y="84487"/>
                  </a:lnTo>
                  <a:lnTo>
                    <a:pt x="311150" y="77502"/>
                  </a:lnTo>
                  <a:cubicBezTo>
                    <a:pt x="271145" y="14637"/>
                    <a:pt x="187325" y="-3778"/>
                    <a:pt x="124460" y="36862"/>
                  </a:cubicBezTo>
                  <a:cubicBezTo>
                    <a:pt x="71755" y="70517"/>
                    <a:pt x="48895" y="136557"/>
                    <a:pt x="69850" y="195612"/>
                  </a:cubicBezTo>
                  <a:lnTo>
                    <a:pt x="72390" y="203232"/>
                  </a:lnTo>
                  <a:lnTo>
                    <a:pt x="64135" y="204502"/>
                  </a:lnTo>
                  <a:cubicBezTo>
                    <a:pt x="31115" y="210852"/>
                    <a:pt x="9525" y="243237"/>
                    <a:pt x="15875" y="275622"/>
                  </a:cubicBezTo>
                  <a:cubicBezTo>
                    <a:pt x="21590" y="303562"/>
                    <a:pt x="45720" y="323882"/>
                    <a:pt x="74295" y="324517"/>
                  </a:cubicBezTo>
                  <a:lnTo>
                    <a:pt x="74295" y="337852"/>
                  </a:lnTo>
                  <a:cubicBezTo>
                    <a:pt x="33020" y="337852"/>
                    <a:pt x="0" y="304197"/>
                    <a:pt x="0" y="262922"/>
                  </a:cubicBezTo>
                  <a:cubicBezTo>
                    <a:pt x="0" y="229902"/>
                    <a:pt x="22225" y="200692"/>
                    <a:pt x="53975" y="191802"/>
                  </a:cubicBezTo>
                  <a:cubicBezTo>
                    <a:pt x="29845" y="113062"/>
                    <a:pt x="74295" y="29877"/>
                    <a:pt x="153035" y="6382"/>
                  </a:cubicBezTo>
                  <a:cubicBezTo>
                    <a:pt x="213995" y="-12033"/>
                    <a:pt x="280670" y="10192"/>
                    <a:pt x="317500" y="62897"/>
                  </a:cubicBezTo>
                  <a:cubicBezTo>
                    <a:pt x="357505" y="29242"/>
                    <a:pt x="417195" y="34322"/>
                    <a:pt x="450850" y="74327"/>
                  </a:cubicBezTo>
                  <a:cubicBezTo>
                    <a:pt x="464820" y="91472"/>
                    <a:pt x="473075" y="112427"/>
                    <a:pt x="473075" y="134652"/>
                  </a:cubicBezTo>
                  <a:cubicBezTo>
                    <a:pt x="473075" y="140367"/>
                    <a:pt x="472440" y="146082"/>
                    <a:pt x="471170" y="151797"/>
                  </a:cubicBezTo>
                  <a:cubicBezTo>
                    <a:pt x="521335" y="165767"/>
                    <a:pt x="551180" y="217837"/>
                    <a:pt x="537210" y="268637"/>
                  </a:cubicBezTo>
                  <a:cubicBezTo>
                    <a:pt x="526415" y="309277"/>
                    <a:pt x="489585" y="337852"/>
                    <a:pt x="447040" y="337852"/>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770" name="Google Shape;1770;p171"/>
            <p:cNvSpPr/>
            <p:nvPr/>
          </p:nvSpPr>
          <p:spPr>
            <a:xfrm>
              <a:off x="3531235" y="5343525"/>
              <a:ext cx="100329" cy="13335"/>
            </a:xfrm>
            <a:custGeom>
              <a:avLst/>
              <a:gdLst/>
              <a:ahLst/>
              <a:cxnLst/>
              <a:rect l="l" t="t" r="r" b="b"/>
              <a:pathLst>
                <a:path w="100329" h="13335" extrusionOk="0">
                  <a:moveTo>
                    <a:pt x="0" y="0"/>
                  </a:moveTo>
                  <a:lnTo>
                    <a:pt x="100330" y="0"/>
                  </a:lnTo>
                  <a:lnTo>
                    <a:pt x="100330" y="13335"/>
                  </a:lnTo>
                  <a:lnTo>
                    <a:pt x="0" y="13335"/>
                  </a:ln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771" name="Google Shape;1771;p171"/>
            <p:cNvSpPr/>
            <p:nvPr/>
          </p:nvSpPr>
          <p:spPr>
            <a:xfrm>
              <a:off x="3395345" y="5424170"/>
              <a:ext cx="243204" cy="13335"/>
            </a:xfrm>
            <a:custGeom>
              <a:avLst/>
              <a:gdLst/>
              <a:ahLst/>
              <a:cxnLst/>
              <a:rect l="l" t="t" r="r" b="b"/>
              <a:pathLst>
                <a:path w="243204" h="13335" extrusionOk="0">
                  <a:moveTo>
                    <a:pt x="0" y="0"/>
                  </a:moveTo>
                  <a:lnTo>
                    <a:pt x="243205" y="0"/>
                  </a:lnTo>
                  <a:lnTo>
                    <a:pt x="243205" y="13335"/>
                  </a:lnTo>
                  <a:lnTo>
                    <a:pt x="0" y="13335"/>
                  </a:ln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772" name="Google Shape;1772;p171"/>
            <p:cNvSpPr/>
            <p:nvPr/>
          </p:nvSpPr>
          <p:spPr>
            <a:xfrm>
              <a:off x="3265170" y="5269865"/>
              <a:ext cx="373379" cy="325119"/>
            </a:xfrm>
            <a:custGeom>
              <a:avLst/>
              <a:gdLst/>
              <a:ahLst/>
              <a:cxnLst/>
              <a:rect l="l" t="t" r="r" b="b"/>
              <a:pathLst>
                <a:path w="373379" h="325119" extrusionOk="0">
                  <a:moveTo>
                    <a:pt x="360045" y="13335"/>
                  </a:moveTo>
                  <a:lnTo>
                    <a:pt x="360045" y="311150"/>
                  </a:lnTo>
                  <a:lnTo>
                    <a:pt x="149860" y="311150"/>
                  </a:lnTo>
                  <a:lnTo>
                    <a:pt x="18415" y="162560"/>
                  </a:lnTo>
                  <a:lnTo>
                    <a:pt x="149860" y="13970"/>
                  </a:lnTo>
                  <a:lnTo>
                    <a:pt x="360045" y="13970"/>
                  </a:lnTo>
                  <a:moveTo>
                    <a:pt x="373380" y="0"/>
                  </a:moveTo>
                  <a:lnTo>
                    <a:pt x="143510" y="0"/>
                  </a:lnTo>
                  <a:lnTo>
                    <a:pt x="0" y="162560"/>
                  </a:lnTo>
                  <a:lnTo>
                    <a:pt x="143510" y="325120"/>
                  </a:lnTo>
                  <a:lnTo>
                    <a:pt x="373380" y="325120"/>
                  </a:lnTo>
                  <a:lnTo>
                    <a:pt x="373380" y="0"/>
                  </a:ln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773" name="Google Shape;1773;p171"/>
            <p:cNvSpPr/>
            <p:nvPr/>
          </p:nvSpPr>
          <p:spPr>
            <a:xfrm>
              <a:off x="3498215" y="5505450"/>
              <a:ext cx="133985" cy="13335"/>
            </a:xfrm>
            <a:custGeom>
              <a:avLst/>
              <a:gdLst/>
              <a:ahLst/>
              <a:cxnLst/>
              <a:rect l="l" t="t" r="r" b="b"/>
              <a:pathLst>
                <a:path w="133985" h="13335" extrusionOk="0">
                  <a:moveTo>
                    <a:pt x="0" y="0"/>
                  </a:moveTo>
                  <a:lnTo>
                    <a:pt x="133985" y="0"/>
                  </a:lnTo>
                  <a:lnTo>
                    <a:pt x="133985" y="13335"/>
                  </a:lnTo>
                  <a:lnTo>
                    <a:pt x="0" y="13335"/>
                  </a:ln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774" name="Google Shape;1774;p171"/>
            <p:cNvSpPr/>
            <p:nvPr/>
          </p:nvSpPr>
          <p:spPr>
            <a:xfrm>
              <a:off x="3334384" y="5397500"/>
              <a:ext cx="67310" cy="67309"/>
            </a:xfrm>
            <a:custGeom>
              <a:avLst/>
              <a:gdLst/>
              <a:ahLst/>
              <a:cxnLst/>
              <a:rect l="l" t="t" r="r" b="b"/>
              <a:pathLst>
                <a:path w="67310" h="67309" extrusionOk="0">
                  <a:moveTo>
                    <a:pt x="33655" y="13335"/>
                  </a:moveTo>
                  <a:cubicBezTo>
                    <a:pt x="45085" y="13335"/>
                    <a:pt x="53975" y="22225"/>
                    <a:pt x="53975" y="33655"/>
                  </a:cubicBezTo>
                  <a:cubicBezTo>
                    <a:pt x="53975" y="45085"/>
                    <a:pt x="45085" y="53975"/>
                    <a:pt x="33655" y="53975"/>
                  </a:cubicBezTo>
                  <a:cubicBezTo>
                    <a:pt x="22225" y="53975"/>
                    <a:pt x="13335" y="45085"/>
                    <a:pt x="13335" y="33655"/>
                  </a:cubicBezTo>
                  <a:cubicBezTo>
                    <a:pt x="13335" y="22225"/>
                    <a:pt x="22860" y="13335"/>
                    <a:pt x="33655" y="13335"/>
                  </a:cubicBezTo>
                  <a:moveTo>
                    <a:pt x="33655" y="0"/>
                  </a:moveTo>
                  <a:cubicBezTo>
                    <a:pt x="15240" y="0"/>
                    <a:pt x="0" y="15240"/>
                    <a:pt x="0" y="33655"/>
                  </a:cubicBezTo>
                  <a:cubicBezTo>
                    <a:pt x="0" y="52070"/>
                    <a:pt x="15240" y="67310"/>
                    <a:pt x="33655" y="67310"/>
                  </a:cubicBezTo>
                  <a:cubicBezTo>
                    <a:pt x="52070" y="67310"/>
                    <a:pt x="67310" y="52070"/>
                    <a:pt x="67310" y="33655"/>
                  </a:cubicBezTo>
                  <a:cubicBezTo>
                    <a:pt x="67310" y="15240"/>
                    <a:pt x="52705" y="0"/>
                    <a:pt x="33655" y="0"/>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grpSp>
      <p:grpSp>
        <p:nvGrpSpPr>
          <p:cNvPr id="1775" name="Google Shape;1775;p171"/>
          <p:cNvGrpSpPr/>
          <p:nvPr/>
        </p:nvGrpSpPr>
        <p:grpSpPr>
          <a:xfrm>
            <a:off x="5154136" y="1472363"/>
            <a:ext cx="907886" cy="854974"/>
            <a:chOff x="8434705" y="3020695"/>
            <a:chExt cx="541020" cy="542290"/>
          </a:xfrm>
        </p:grpSpPr>
        <p:sp>
          <p:nvSpPr>
            <p:cNvPr id="1776" name="Google Shape;1776;p171"/>
            <p:cNvSpPr/>
            <p:nvPr/>
          </p:nvSpPr>
          <p:spPr>
            <a:xfrm>
              <a:off x="8536305" y="3421380"/>
              <a:ext cx="67309" cy="67309"/>
            </a:xfrm>
            <a:custGeom>
              <a:avLst/>
              <a:gdLst/>
              <a:ahLst/>
              <a:cxnLst/>
              <a:rect l="l" t="t" r="r" b="b"/>
              <a:pathLst>
                <a:path w="67309" h="67309" extrusionOk="0">
                  <a:moveTo>
                    <a:pt x="67310" y="33655"/>
                  </a:moveTo>
                  <a:cubicBezTo>
                    <a:pt x="67310" y="52242"/>
                    <a:pt x="52242" y="67310"/>
                    <a:pt x="33655" y="67310"/>
                  </a:cubicBezTo>
                  <a:cubicBezTo>
                    <a:pt x="15068" y="67310"/>
                    <a:pt x="0" y="52242"/>
                    <a:pt x="0" y="33655"/>
                  </a:cubicBezTo>
                  <a:cubicBezTo>
                    <a:pt x="0" y="15068"/>
                    <a:pt x="15068" y="0"/>
                    <a:pt x="33655" y="0"/>
                  </a:cubicBezTo>
                  <a:cubicBezTo>
                    <a:pt x="52242" y="0"/>
                    <a:pt x="67310" y="15068"/>
                    <a:pt x="67310" y="33655"/>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777" name="Google Shape;1777;p171"/>
            <p:cNvSpPr/>
            <p:nvPr/>
          </p:nvSpPr>
          <p:spPr>
            <a:xfrm>
              <a:off x="8671559" y="3420745"/>
              <a:ext cx="67309" cy="67309"/>
            </a:xfrm>
            <a:custGeom>
              <a:avLst/>
              <a:gdLst/>
              <a:ahLst/>
              <a:cxnLst/>
              <a:rect l="l" t="t" r="r" b="b"/>
              <a:pathLst>
                <a:path w="67309" h="67309" extrusionOk="0">
                  <a:moveTo>
                    <a:pt x="33655" y="0"/>
                  </a:moveTo>
                  <a:cubicBezTo>
                    <a:pt x="15240" y="0"/>
                    <a:pt x="0" y="15240"/>
                    <a:pt x="0" y="33655"/>
                  </a:cubicBezTo>
                  <a:cubicBezTo>
                    <a:pt x="0" y="52070"/>
                    <a:pt x="15240" y="67310"/>
                    <a:pt x="33655" y="67310"/>
                  </a:cubicBezTo>
                  <a:cubicBezTo>
                    <a:pt x="52070" y="67310"/>
                    <a:pt x="67310" y="52070"/>
                    <a:pt x="67310" y="33655"/>
                  </a:cubicBezTo>
                  <a:cubicBezTo>
                    <a:pt x="67310" y="15240"/>
                    <a:pt x="52070" y="0"/>
                    <a:pt x="33655" y="0"/>
                  </a:cubicBezTo>
                  <a:close/>
                  <a:moveTo>
                    <a:pt x="33655" y="54610"/>
                  </a:moveTo>
                  <a:cubicBezTo>
                    <a:pt x="22225" y="54610"/>
                    <a:pt x="13335" y="45720"/>
                    <a:pt x="13335" y="34290"/>
                  </a:cubicBezTo>
                  <a:cubicBezTo>
                    <a:pt x="13335" y="22860"/>
                    <a:pt x="22225" y="13970"/>
                    <a:pt x="33655" y="13970"/>
                  </a:cubicBezTo>
                  <a:cubicBezTo>
                    <a:pt x="45085" y="13970"/>
                    <a:pt x="53975" y="22860"/>
                    <a:pt x="53975" y="34290"/>
                  </a:cubicBezTo>
                  <a:cubicBezTo>
                    <a:pt x="53975" y="45085"/>
                    <a:pt x="45085" y="54610"/>
                    <a:pt x="33655" y="54610"/>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778" name="Google Shape;1778;p171"/>
            <p:cNvSpPr/>
            <p:nvPr/>
          </p:nvSpPr>
          <p:spPr>
            <a:xfrm>
              <a:off x="8671560" y="3333115"/>
              <a:ext cx="67309" cy="67309"/>
            </a:xfrm>
            <a:custGeom>
              <a:avLst/>
              <a:gdLst/>
              <a:ahLst/>
              <a:cxnLst/>
              <a:rect l="l" t="t" r="r" b="b"/>
              <a:pathLst>
                <a:path w="67309" h="67309" extrusionOk="0">
                  <a:moveTo>
                    <a:pt x="67310" y="33655"/>
                  </a:moveTo>
                  <a:cubicBezTo>
                    <a:pt x="67310" y="52242"/>
                    <a:pt x="52242" y="67310"/>
                    <a:pt x="33654" y="67310"/>
                  </a:cubicBezTo>
                  <a:cubicBezTo>
                    <a:pt x="15067" y="67310"/>
                    <a:pt x="-1" y="52242"/>
                    <a:pt x="-1" y="33655"/>
                  </a:cubicBezTo>
                  <a:cubicBezTo>
                    <a:pt x="-1" y="15068"/>
                    <a:pt x="15067" y="0"/>
                    <a:pt x="33654" y="0"/>
                  </a:cubicBezTo>
                  <a:cubicBezTo>
                    <a:pt x="52242" y="0"/>
                    <a:pt x="67310" y="15068"/>
                    <a:pt x="67310" y="33655"/>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779" name="Google Shape;1779;p171"/>
            <p:cNvSpPr/>
            <p:nvPr/>
          </p:nvSpPr>
          <p:spPr>
            <a:xfrm>
              <a:off x="8806815" y="3333115"/>
              <a:ext cx="67309" cy="67309"/>
            </a:xfrm>
            <a:custGeom>
              <a:avLst/>
              <a:gdLst/>
              <a:ahLst/>
              <a:cxnLst/>
              <a:rect l="l" t="t" r="r" b="b"/>
              <a:pathLst>
                <a:path w="67309" h="67309" extrusionOk="0">
                  <a:moveTo>
                    <a:pt x="33655" y="67310"/>
                  </a:moveTo>
                  <a:cubicBezTo>
                    <a:pt x="52070" y="67310"/>
                    <a:pt x="67310" y="52070"/>
                    <a:pt x="67310" y="33655"/>
                  </a:cubicBezTo>
                  <a:cubicBezTo>
                    <a:pt x="67310" y="15240"/>
                    <a:pt x="52070" y="0"/>
                    <a:pt x="33655" y="0"/>
                  </a:cubicBezTo>
                  <a:cubicBezTo>
                    <a:pt x="15240" y="0"/>
                    <a:pt x="0" y="15240"/>
                    <a:pt x="0" y="33655"/>
                  </a:cubicBezTo>
                  <a:cubicBezTo>
                    <a:pt x="0" y="52705"/>
                    <a:pt x="15240" y="67310"/>
                    <a:pt x="33655" y="67310"/>
                  </a:cubicBezTo>
                  <a:close/>
                  <a:moveTo>
                    <a:pt x="33655" y="13335"/>
                  </a:moveTo>
                  <a:cubicBezTo>
                    <a:pt x="45085" y="13335"/>
                    <a:pt x="53975" y="22225"/>
                    <a:pt x="53975" y="33655"/>
                  </a:cubicBezTo>
                  <a:cubicBezTo>
                    <a:pt x="53975" y="45085"/>
                    <a:pt x="45085" y="53975"/>
                    <a:pt x="33655" y="53975"/>
                  </a:cubicBezTo>
                  <a:cubicBezTo>
                    <a:pt x="22225" y="53975"/>
                    <a:pt x="13335" y="45085"/>
                    <a:pt x="13335" y="33655"/>
                  </a:cubicBezTo>
                  <a:cubicBezTo>
                    <a:pt x="13335" y="22225"/>
                    <a:pt x="22225" y="13335"/>
                    <a:pt x="33655" y="13335"/>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780" name="Google Shape;1780;p171"/>
            <p:cNvSpPr/>
            <p:nvPr/>
          </p:nvSpPr>
          <p:spPr>
            <a:xfrm>
              <a:off x="8806815" y="3421380"/>
              <a:ext cx="67309" cy="67309"/>
            </a:xfrm>
            <a:custGeom>
              <a:avLst/>
              <a:gdLst/>
              <a:ahLst/>
              <a:cxnLst/>
              <a:rect l="l" t="t" r="r" b="b"/>
              <a:pathLst>
                <a:path w="67309" h="67309" extrusionOk="0">
                  <a:moveTo>
                    <a:pt x="67310" y="33655"/>
                  </a:moveTo>
                  <a:cubicBezTo>
                    <a:pt x="67310" y="52242"/>
                    <a:pt x="52242" y="67310"/>
                    <a:pt x="33655" y="67310"/>
                  </a:cubicBezTo>
                  <a:cubicBezTo>
                    <a:pt x="15067" y="67310"/>
                    <a:pt x="-1" y="52242"/>
                    <a:pt x="-1" y="33655"/>
                  </a:cubicBezTo>
                  <a:cubicBezTo>
                    <a:pt x="-1" y="15068"/>
                    <a:pt x="15067" y="0"/>
                    <a:pt x="33655" y="0"/>
                  </a:cubicBezTo>
                  <a:cubicBezTo>
                    <a:pt x="52242" y="0"/>
                    <a:pt x="67310" y="15068"/>
                    <a:pt x="67310" y="33655"/>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781" name="Google Shape;1781;p171"/>
            <p:cNvSpPr/>
            <p:nvPr/>
          </p:nvSpPr>
          <p:spPr>
            <a:xfrm>
              <a:off x="8806815" y="3245485"/>
              <a:ext cx="67309" cy="67309"/>
            </a:xfrm>
            <a:custGeom>
              <a:avLst/>
              <a:gdLst/>
              <a:ahLst/>
              <a:cxnLst/>
              <a:rect l="l" t="t" r="r" b="b"/>
              <a:pathLst>
                <a:path w="67309" h="67309" extrusionOk="0">
                  <a:moveTo>
                    <a:pt x="67310" y="33655"/>
                  </a:moveTo>
                  <a:cubicBezTo>
                    <a:pt x="67310" y="52242"/>
                    <a:pt x="52242" y="67310"/>
                    <a:pt x="33655" y="67310"/>
                  </a:cubicBezTo>
                  <a:cubicBezTo>
                    <a:pt x="15067" y="67310"/>
                    <a:pt x="-1" y="52242"/>
                    <a:pt x="-1" y="33655"/>
                  </a:cubicBezTo>
                  <a:cubicBezTo>
                    <a:pt x="-1" y="15068"/>
                    <a:pt x="15067" y="0"/>
                    <a:pt x="33655" y="0"/>
                  </a:cubicBezTo>
                  <a:cubicBezTo>
                    <a:pt x="52242" y="0"/>
                    <a:pt x="67310" y="15068"/>
                    <a:pt x="67310" y="33655"/>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782" name="Google Shape;1782;p171"/>
            <p:cNvSpPr/>
            <p:nvPr/>
          </p:nvSpPr>
          <p:spPr>
            <a:xfrm>
              <a:off x="8671559" y="3069589"/>
              <a:ext cx="67309" cy="67310"/>
            </a:xfrm>
            <a:custGeom>
              <a:avLst/>
              <a:gdLst/>
              <a:ahLst/>
              <a:cxnLst/>
              <a:rect l="l" t="t" r="r" b="b"/>
              <a:pathLst>
                <a:path w="67309" h="67310" extrusionOk="0">
                  <a:moveTo>
                    <a:pt x="33655" y="67310"/>
                  </a:moveTo>
                  <a:cubicBezTo>
                    <a:pt x="52070" y="67310"/>
                    <a:pt x="67310" y="52070"/>
                    <a:pt x="67310" y="33655"/>
                  </a:cubicBezTo>
                  <a:cubicBezTo>
                    <a:pt x="67310" y="15240"/>
                    <a:pt x="52070" y="0"/>
                    <a:pt x="33655" y="0"/>
                  </a:cubicBezTo>
                  <a:cubicBezTo>
                    <a:pt x="15240" y="0"/>
                    <a:pt x="0" y="15240"/>
                    <a:pt x="0" y="33655"/>
                  </a:cubicBezTo>
                  <a:cubicBezTo>
                    <a:pt x="0" y="52070"/>
                    <a:pt x="15240" y="67310"/>
                    <a:pt x="33655" y="67310"/>
                  </a:cubicBezTo>
                  <a:close/>
                  <a:moveTo>
                    <a:pt x="33655" y="13335"/>
                  </a:moveTo>
                  <a:cubicBezTo>
                    <a:pt x="45085" y="13335"/>
                    <a:pt x="53975" y="22225"/>
                    <a:pt x="53975" y="33655"/>
                  </a:cubicBezTo>
                  <a:cubicBezTo>
                    <a:pt x="53975" y="45085"/>
                    <a:pt x="45085" y="53975"/>
                    <a:pt x="33655" y="53975"/>
                  </a:cubicBezTo>
                  <a:cubicBezTo>
                    <a:pt x="22225" y="53975"/>
                    <a:pt x="13335" y="45085"/>
                    <a:pt x="13335" y="33655"/>
                  </a:cubicBezTo>
                  <a:cubicBezTo>
                    <a:pt x="13335" y="22225"/>
                    <a:pt x="22225" y="13335"/>
                    <a:pt x="33655" y="13335"/>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783" name="Google Shape;1783;p171"/>
            <p:cNvSpPr/>
            <p:nvPr/>
          </p:nvSpPr>
          <p:spPr>
            <a:xfrm>
              <a:off x="8434705" y="3549650"/>
              <a:ext cx="541020" cy="13335"/>
            </a:xfrm>
            <a:custGeom>
              <a:avLst/>
              <a:gdLst/>
              <a:ahLst/>
              <a:cxnLst/>
              <a:rect l="l" t="t" r="r" b="b"/>
              <a:pathLst>
                <a:path w="541020" h="13335" extrusionOk="0">
                  <a:moveTo>
                    <a:pt x="0" y="0"/>
                  </a:moveTo>
                  <a:lnTo>
                    <a:pt x="541020" y="0"/>
                  </a:lnTo>
                  <a:lnTo>
                    <a:pt x="541020" y="13335"/>
                  </a:lnTo>
                  <a:lnTo>
                    <a:pt x="0" y="13335"/>
                  </a:ln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784" name="Google Shape;1784;p171"/>
            <p:cNvSpPr/>
            <p:nvPr/>
          </p:nvSpPr>
          <p:spPr>
            <a:xfrm>
              <a:off x="8455659" y="3020695"/>
              <a:ext cx="500380" cy="508000"/>
            </a:xfrm>
            <a:custGeom>
              <a:avLst/>
              <a:gdLst/>
              <a:ahLst/>
              <a:cxnLst/>
              <a:rect l="l" t="t" r="r" b="b"/>
              <a:pathLst>
                <a:path w="500380" h="508000" extrusionOk="0">
                  <a:moveTo>
                    <a:pt x="40005" y="494665"/>
                  </a:moveTo>
                  <a:lnTo>
                    <a:pt x="6350" y="494665"/>
                  </a:lnTo>
                  <a:lnTo>
                    <a:pt x="6350" y="508000"/>
                  </a:lnTo>
                  <a:lnTo>
                    <a:pt x="493395" y="508000"/>
                  </a:lnTo>
                  <a:lnTo>
                    <a:pt x="493395" y="494665"/>
                  </a:lnTo>
                  <a:lnTo>
                    <a:pt x="459740" y="494665"/>
                  </a:lnTo>
                  <a:lnTo>
                    <a:pt x="459740" y="197485"/>
                  </a:lnTo>
                  <a:lnTo>
                    <a:pt x="500380" y="197485"/>
                  </a:lnTo>
                  <a:lnTo>
                    <a:pt x="500380" y="146050"/>
                  </a:lnTo>
                  <a:lnTo>
                    <a:pt x="250190" y="0"/>
                  </a:lnTo>
                  <a:lnTo>
                    <a:pt x="0" y="146050"/>
                  </a:lnTo>
                  <a:lnTo>
                    <a:pt x="0" y="197485"/>
                  </a:lnTo>
                  <a:lnTo>
                    <a:pt x="40640" y="197485"/>
                  </a:lnTo>
                  <a:lnTo>
                    <a:pt x="40005" y="494665"/>
                  </a:lnTo>
                  <a:lnTo>
                    <a:pt x="40005" y="494665"/>
                  </a:lnTo>
                  <a:close/>
                  <a:moveTo>
                    <a:pt x="53340" y="494665"/>
                  </a:moveTo>
                  <a:lnTo>
                    <a:pt x="53340" y="197485"/>
                  </a:lnTo>
                  <a:lnTo>
                    <a:pt x="175260" y="197485"/>
                  </a:lnTo>
                  <a:lnTo>
                    <a:pt x="175260" y="495300"/>
                  </a:lnTo>
                  <a:lnTo>
                    <a:pt x="53340" y="495300"/>
                  </a:lnTo>
                  <a:lnTo>
                    <a:pt x="53340" y="494665"/>
                  </a:lnTo>
                  <a:close/>
                  <a:moveTo>
                    <a:pt x="188595" y="494665"/>
                  </a:moveTo>
                  <a:lnTo>
                    <a:pt x="188595" y="197485"/>
                  </a:lnTo>
                  <a:lnTo>
                    <a:pt x="310515" y="197485"/>
                  </a:lnTo>
                  <a:lnTo>
                    <a:pt x="310515" y="495300"/>
                  </a:lnTo>
                  <a:lnTo>
                    <a:pt x="188595" y="495300"/>
                  </a:lnTo>
                  <a:lnTo>
                    <a:pt x="188595" y="494665"/>
                  </a:lnTo>
                  <a:close/>
                  <a:moveTo>
                    <a:pt x="445770" y="494665"/>
                  </a:moveTo>
                  <a:lnTo>
                    <a:pt x="323850" y="494665"/>
                  </a:lnTo>
                  <a:lnTo>
                    <a:pt x="323850" y="197485"/>
                  </a:lnTo>
                  <a:lnTo>
                    <a:pt x="445770" y="197485"/>
                  </a:lnTo>
                  <a:lnTo>
                    <a:pt x="445770" y="494665"/>
                  </a:lnTo>
                  <a:close/>
                  <a:moveTo>
                    <a:pt x="467995" y="143510"/>
                  </a:moveTo>
                  <a:lnTo>
                    <a:pt x="31115" y="143510"/>
                  </a:lnTo>
                  <a:lnTo>
                    <a:pt x="249555" y="15875"/>
                  </a:lnTo>
                  <a:lnTo>
                    <a:pt x="467995" y="143510"/>
                  </a:lnTo>
                  <a:close/>
                  <a:moveTo>
                    <a:pt x="12700" y="156845"/>
                  </a:moveTo>
                  <a:lnTo>
                    <a:pt x="486410" y="156845"/>
                  </a:lnTo>
                  <a:lnTo>
                    <a:pt x="486410" y="184150"/>
                  </a:lnTo>
                  <a:lnTo>
                    <a:pt x="12700" y="184150"/>
                  </a:lnTo>
                  <a:lnTo>
                    <a:pt x="12700" y="156845"/>
                  </a:ln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grpSp>
      <p:grpSp>
        <p:nvGrpSpPr>
          <p:cNvPr id="1785" name="Google Shape;1785;p171"/>
          <p:cNvGrpSpPr/>
          <p:nvPr/>
        </p:nvGrpSpPr>
        <p:grpSpPr>
          <a:xfrm>
            <a:off x="3054947" y="1472365"/>
            <a:ext cx="907893" cy="854990"/>
            <a:chOff x="9324340" y="3024504"/>
            <a:chExt cx="520700" cy="534035"/>
          </a:xfrm>
        </p:grpSpPr>
        <p:sp>
          <p:nvSpPr>
            <p:cNvPr id="1786" name="Google Shape;1786;p171"/>
            <p:cNvSpPr/>
            <p:nvPr/>
          </p:nvSpPr>
          <p:spPr>
            <a:xfrm>
              <a:off x="9324340" y="3024504"/>
              <a:ext cx="520700" cy="534035"/>
            </a:xfrm>
            <a:custGeom>
              <a:avLst/>
              <a:gdLst/>
              <a:ahLst/>
              <a:cxnLst/>
              <a:rect l="l" t="t" r="r" b="b"/>
              <a:pathLst>
                <a:path w="520700" h="534035" extrusionOk="0">
                  <a:moveTo>
                    <a:pt x="448310" y="264795"/>
                  </a:moveTo>
                  <a:lnTo>
                    <a:pt x="422275" y="0"/>
                  </a:lnTo>
                  <a:lnTo>
                    <a:pt x="328930" y="0"/>
                  </a:lnTo>
                  <a:lnTo>
                    <a:pt x="304800" y="251460"/>
                  </a:lnTo>
                  <a:lnTo>
                    <a:pt x="189230" y="323850"/>
                  </a:lnTo>
                  <a:lnTo>
                    <a:pt x="189230" y="217805"/>
                  </a:lnTo>
                  <a:lnTo>
                    <a:pt x="0" y="332105"/>
                  </a:lnTo>
                  <a:lnTo>
                    <a:pt x="0" y="534035"/>
                  </a:lnTo>
                  <a:lnTo>
                    <a:pt x="520700" y="534035"/>
                  </a:lnTo>
                  <a:lnTo>
                    <a:pt x="520700" y="217170"/>
                  </a:lnTo>
                  <a:lnTo>
                    <a:pt x="448310" y="264795"/>
                  </a:lnTo>
                  <a:close/>
                  <a:moveTo>
                    <a:pt x="341630" y="13335"/>
                  </a:moveTo>
                  <a:lnTo>
                    <a:pt x="410210" y="13335"/>
                  </a:lnTo>
                  <a:lnTo>
                    <a:pt x="435610" y="273050"/>
                  </a:lnTo>
                  <a:lnTo>
                    <a:pt x="358775" y="323215"/>
                  </a:lnTo>
                  <a:lnTo>
                    <a:pt x="358775" y="217170"/>
                  </a:lnTo>
                  <a:lnTo>
                    <a:pt x="319405" y="241935"/>
                  </a:lnTo>
                  <a:lnTo>
                    <a:pt x="341630" y="13335"/>
                  </a:lnTo>
                  <a:close/>
                  <a:moveTo>
                    <a:pt x="508000" y="520700"/>
                  </a:moveTo>
                  <a:lnTo>
                    <a:pt x="13970" y="520700"/>
                  </a:lnTo>
                  <a:lnTo>
                    <a:pt x="13970" y="339725"/>
                  </a:lnTo>
                  <a:lnTo>
                    <a:pt x="175895" y="241935"/>
                  </a:lnTo>
                  <a:lnTo>
                    <a:pt x="175895" y="347980"/>
                  </a:lnTo>
                  <a:lnTo>
                    <a:pt x="344805" y="241935"/>
                  </a:lnTo>
                  <a:lnTo>
                    <a:pt x="344805" y="348615"/>
                  </a:lnTo>
                  <a:lnTo>
                    <a:pt x="507365" y="242570"/>
                  </a:lnTo>
                  <a:lnTo>
                    <a:pt x="508000" y="520700"/>
                  </a:lnTo>
                  <a:lnTo>
                    <a:pt x="508000" y="520700"/>
                  </a:ln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787" name="Google Shape;1787;p171"/>
            <p:cNvSpPr/>
            <p:nvPr/>
          </p:nvSpPr>
          <p:spPr>
            <a:xfrm>
              <a:off x="9457055" y="3402965"/>
              <a:ext cx="67309" cy="67309"/>
            </a:xfrm>
            <a:custGeom>
              <a:avLst/>
              <a:gdLst/>
              <a:ahLst/>
              <a:cxnLst/>
              <a:rect l="l" t="t" r="r" b="b"/>
              <a:pathLst>
                <a:path w="67309" h="67309" extrusionOk="0">
                  <a:moveTo>
                    <a:pt x="67310" y="33655"/>
                  </a:moveTo>
                  <a:cubicBezTo>
                    <a:pt x="67310" y="52242"/>
                    <a:pt x="52242" y="67310"/>
                    <a:pt x="33655" y="67310"/>
                  </a:cubicBezTo>
                  <a:cubicBezTo>
                    <a:pt x="15068" y="67310"/>
                    <a:pt x="0" y="52242"/>
                    <a:pt x="0" y="33655"/>
                  </a:cubicBezTo>
                  <a:cubicBezTo>
                    <a:pt x="0" y="15068"/>
                    <a:pt x="15068" y="0"/>
                    <a:pt x="33655" y="0"/>
                  </a:cubicBezTo>
                  <a:cubicBezTo>
                    <a:pt x="52242" y="0"/>
                    <a:pt x="67310" y="15068"/>
                    <a:pt x="67310" y="33655"/>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788" name="Google Shape;1788;p171"/>
            <p:cNvSpPr/>
            <p:nvPr/>
          </p:nvSpPr>
          <p:spPr>
            <a:xfrm>
              <a:off x="9551669" y="3402965"/>
              <a:ext cx="67310" cy="67309"/>
            </a:xfrm>
            <a:custGeom>
              <a:avLst/>
              <a:gdLst/>
              <a:ahLst/>
              <a:cxnLst/>
              <a:rect l="l" t="t" r="r" b="b"/>
              <a:pathLst>
                <a:path w="67310" h="67309" extrusionOk="0">
                  <a:moveTo>
                    <a:pt x="33655" y="0"/>
                  </a:moveTo>
                  <a:cubicBezTo>
                    <a:pt x="15240" y="0"/>
                    <a:pt x="0" y="15240"/>
                    <a:pt x="0" y="33655"/>
                  </a:cubicBezTo>
                  <a:cubicBezTo>
                    <a:pt x="0" y="52070"/>
                    <a:pt x="15240" y="67310"/>
                    <a:pt x="33655" y="67310"/>
                  </a:cubicBezTo>
                  <a:cubicBezTo>
                    <a:pt x="52070" y="67310"/>
                    <a:pt x="67311" y="52070"/>
                    <a:pt x="67311" y="33655"/>
                  </a:cubicBezTo>
                  <a:cubicBezTo>
                    <a:pt x="67311" y="15240"/>
                    <a:pt x="52070" y="0"/>
                    <a:pt x="33655" y="0"/>
                  </a:cubicBezTo>
                  <a:close/>
                  <a:moveTo>
                    <a:pt x="33655" y="53975"/>
                  </a:moveTo>
                  <a:cubicBezTo>
                    <a:pt x="22225" y="53975"/>
                    <a:pt x="13336" y="45085"/>
                    <a:pt x="13336" y="33655"/>
                  </a:cubicBezTo>
                  <a:cubicBezTo>
                    <a:pt x="13336" y="22225"/>
                    <a:pt x="22225" y="13335"/>
                    <a:pt x="33655" y="13335"/>
                  </a:cubicBezTo>
                  <a:cubicBezTo>
                    <a:pt x="45086" y="13335"/>
                    <a:pt x="53975" y="22225"/>
                    <a:pt x="53975" y="33655"/>
                  </a:cubicBezTo>
                  <a:cubicBezTo>
                    <a:pt x="53975" y="45085"/>
                    <a:pt x="44450" y="53975"/>
                    <a:pt x="33655" y="53975"/>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789" name="Google Shape;1789;p171"/>
            <p:cNvSpPr/>
            <p:nvPr/>
          </p:nvSpPr>
          <p:spPr>
            <a:xfrm>
              <a:off x="9646285" y="3402965"/>
              <a:ext cx="67309" cy="67309"/>
            </a:xfrm>
            <a:custGeom>
              <a:avLst/>
              <a:gdLst/>
              <a:ahLst/>
              <a:cxnLst/>
              <a:rect l="l" t="t" r="r" b="b"/>
              <a:pathLst>
                <a:path w="67309" h="67309" extrusionOk="0">
                  <a:moveTo>
                    <a:pt x="67310" y="33655"/>
                  </a:moveTo>
                  <a:cubicBezTo>
                    <a:pt x="67310" y="52242"/>
                    <a:pt x="52242" y="67310"/>
                    <a:pt x="33654" y="67310"/>
                  </a:cubicBezTo>
                  <a:cubicBezTo>
                    <a:pt x="15067" y="67310"/>
                    <a:pt x="-1" y="52242"/>
                    <a:pt x="-1" y="33655"/>
                  </a:cubicBezTo>
                  <a:cubicBezTo>
                    <a:pt x="-1" y="15068"/>
                    <a:pt x="15067" y="0"/>
                    <a:pt x="33654" y="0"/>
                  </a:cubicBezTo>
                  <a:cubicBezTo>
                    <a:pt x="52242" y="0"/>
                    <a:pt x="67310" y="15068"/>
                    <a:pt x="67310" y="33655"/>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790" name="Google Shape;1790;p171"/>
            <p:cNvSpPr/>
            <p:nvPr/>
          </p:nvSpPr>
          <p:spPr>
            <a:xfrm>
              <a:off x="9740900" y="3403600"/>
              <a:ext cx="67309" cy="67309"/>
            </a:xfrm>
            <a:custGeom>
              <a:avLst/>
              <a:gdLst/>
              <a:ahLst/>
              <a:cxnLst/>
              <a:rect l="l" t="t" r="r" b="b"/>
              <a:pathLst>
                <a:path w="67309" h="67309" extrusionOk="0">
                  <a:moveTo>
                    <a:pt x="33655" y="67310"/>
                  </a:moveTo>
                  <a:cubicBezTo>
                    <a:pt x="52070" y="67310"/>
                    <a:pt x="67310" y="52070"/>
                    <a:pt x="67310" y="33655"/>
                  </a:cubicBezTo>
                  <a:cubicBezTo>
                    <a:pt x="67310" y="15240"/>
                    <a:pt x="52070" y="0"/>
                    <a:pt x="33655" y="0"/>
                  </a:cubicBezTo>
                  <a:cubicBezTo>
                    <a:pt x="15240" y="0"/>
                    <a:pt x="0" y="15240"/>
                    <a:pt x="0" y="33655"/>
                  </a:cubicBezTo>
                  <a:cubicBezTo>
                    <a:pt x="0" y="52070"/>
                    <a:pt x="15240" y="67310"/>
                    <a:pt x="33655" y="67310"/>
                  </a:cubicBezTo>
                  <a:close/>
                  <a:moveTo>
                    <a:pt x="33655" y="12700"/>
                  </a:moveTo>
                  <a:cubicBezTo>
                    <a:pt x="45085" y="12700"/>
                    <a:pt x="53975" y="21590"/>
                    <a:pt x="53975" y="33020"/>
                  </a:cubicBezTo>
                  <a:cubicBezTo>
                    <a:pt x="53975" y="44450"/>
                    <a:pt x="45085" y="53340"/>
                    <a:pt x="33655" y="53340"/>
                  </a:cubicBezTo>
                  <a:cubicBezTo>
                    <a:pt x="22225" y="53340"/>
                    <a:pt x="13335" y="44450"/>
                    <a:pt x="13335" y="33020"/>
                  </a:cubicBezTo>
                  <a:cubicBezTo>
                    <a:pt x="13335" y="22225"/>
                    <a:pt x="22225" y="12700"/>
                    <a:pt x="33655" y="12700"/>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791" name="Google Shape;1791;p171"/>
            <p:cNvSpPr/>
            <p:nvPr/>
          </p:nvSpPr>
          <p:spPr>
            <a:xfrm>
              <a:off x="9362440" y="3402965"/>
              <a:ext cx="67309" cy="67309"/>
            </a:xfrm>
            <a:custGeom>
              <a:avLst/>
              <a:gdLst/>
              <a:ahLst/>
              <a:cxnLst/>
              <a:rect l="l" t="t" r="r" b="b"/>
              <a:pathLst>
                <a:path w="67309" h="67309" extrusionOk="0">
                  <a:moveTo>
                    <a:pt x="33655" y="0"/>
                  </a:moveTo>
                  <a:cubicBezTo>
                    <a:pt x="15240" y="0"/>
                    <a:pt x="0" y="15240"/>
                    <a:pt x="0" y="33655"/>
                  </a:cubicBezTo>
                  <a:cubicBezTo>
                    <a:pt x="0" y="52070"/>
                    <a:pt x="15240" y="67310"/>
                    <a:pt x="33655" y="67310"/>
                  </a:cubicBezTo>
                  <a:cubicBezTo>
                    <a:pt x="52070" y="67310"/>
                    <a:pt x="67310" y="52070"/>
                    <a:pt x="67310" y="33655"/>
                  </a:cubicBezTo>
                  <a:cubicBezTo>
                    <a:pt x="67310" y="15240"/>
                    <a:pt x="52070" y="0"/>
                    <a:pt x="33655" y="0"/>
                  </a:cubicBezTo>
                  <a:close/>
                  <a:moveTo>
                    <a:pt x="33655" y="53975"/>
                  </a:moveTo>
                  <a:cubicBezTo>
                    <a:pt x="22225" y="53975"/>
                    <a:pt x="13335" y="45085"/>
                    <a:pt x="13335" y="33655"/>
                  </a:cubicBezTo>
                  <a:cubicBezTo>
                    <a:pt x="13335" y="22225"/>
                    <a:pt x="22225" y="13335"/>
                    <a:pt x="33655" y="13335"/>
                  </a:cubicBezTo>
                  <a:cubicBezTo>
                    <a:pt x="45085" y="13335"/>
                    <a:pt x="53975" y="22225"/>
                    <a:pt x="53975" y="33655"/>
                  </a:cubicBezTo>
                  <a:cubicBezTo>
                    <a:pt x="53975" y="45085"/>
                    <a:pt x="44450" y="53975"/>
                    <a:pt x="33655" y="53975"/>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grpSp>
      <p:sp>
        <p:nvSpPr>
          <p:cNvPr id="1792" name="Google Shape;1792;p171"/>
          <p:cNvSpPr txBox="1">
            <a:spLocks noGrp="1"/>
          </p:cNvSpPr>
          <p:nvPr>
            <p:ph type="body" idx="3"/>
          </p:nvPr>
        </p:nvSpPr>
        <p:spPr>
          <a:xfrm>
            <a:off x="6795100" y="1247900"/>
            <a:ext cx="1822800" cy="3134700"/>
          </a:xfrm>
          <a:prstGeom prst="rect">
            <a:avLst/>
          </a:prstGeom>
          <a:ln w="19050" cap="flat" cmpd="sng">
            <a:solidFill>
              <a:srgbClr val="D8D8D8"/>
            </a:solidFill>
            <a:prstDash val="dash"/>
            <a:round/>
            <a:headEnd type="none" w="sm" len="sm"/>
            <a:tailEnd type="none" w="sm" len="sm"/>
          </a:ln>
        </p:spPr>
        <p:txBody>
          <a:bodyPr spcFirstLastPara="1" wrap="square" lIns="91425" tIns="45700" rIns="91425" bIns="45700" anchor="t" anchorCtr="0">
            <a:noAutofit/>
          </a:bodyPr>
          <a:lstStyle/>
          <a:p>
            <a:pPr marL="0" lvl="0" indent="0" algn="ctr" rtl="0">
              <a:spcBef>
                <a:spcPts val="0"/>
              </a:spcBef>
              <a:spcAft>
                <a:spcPts val="0"/>
              </a:spcAft>
              <a:buNone/>
            </a:pPr>
            <a:br>
              <a:rPr lang="en" b="1"/>
            </a:br>
            <a:br>
              <a:rPr lang="en" b="1"/>
            </a:br>
            <a:br>
              <a:rPr lang="en" b="1"/>
            </a:br>
            <a:br>
              <a:rPr lang="en" b="1"/>
            </a:br>
            <a:br>
              <a:rPr lang="en" b="1"/>
            </a:br>
            <a:br>
              <a:rPr lang="en" b="1"/>
            </a:br>
            <a:r>
              <a:rPr lang="en" b="1"/>
              <a:t>Global Pharma Co.</a:t>
            </a:r>
            <a:br>
              <a:rPr lang="en"/>
            </a:br>
            <a:br>
              <a:rPr lang="en"/>
            </a:br>
            <a:r>
              <a:rPr lang="en" i="1"/>
              <a:t>Petabyte-Scale Drug Discovery AI / ML Platform</a:t>
            </a:r>
            <a:endParaRPr i="1"/>
          </a:p>
        </p:txBody>
      </p:sp>
      <p:sp>
        <p:nvSpPr>
          <p:cNvPr id="1793" name="Google Shape;1793;p171"/>
          <p:cNvSpPr/>
          <p:nvPr/>
        </p:nvSpPr>
        <p:spPr>
          <a:xfrm>
            <a:off x="7360906" y="1652953"/>
            <a:ext cx="704008" cy="613256"/>
          </a:xfrm>
          <a:custGeom>
            <a:avLst/>
            <a:gdLst/>
            <a:ahLst/>
            <a:cxnLst/>
            <a:rect l="l" t="t" r="r" b="b"/>
            <a:pathLst>
              <a:path w="487203" h="487679" extrusionOk="0">
                <a:moveTo>
                  <a:pt x="449104" y="38100"/>
                </a:moveTo>
                <a:lnTo>
                  <a:pt x="449104" y="38100"/>
                </a:lnTo>
                <a:cubicBezTo>
                  <a:pt x="423704" y="12700"/>
                  <a:pt x="390684" y="0"/>
                  <a:pt x="357664" y="0"/>
                </a:cubicBezTo>
                <a:cubicBezTo>
                  <a:pt x="324644" y="0"/>
                  <a:pt x="291624" y="12700"/>
                  <a:pt x="266224" y="38100"/>
                </a:cubicBezTo>
                <a:lnTo>
                  <a:pt x="37624" y="266700"/>
                </a:lnTo>
                <a:cubicBezTo>
                  <a:pt x="-12541" y="316865"/>
                  <a:pt x="-12541" y="398780"/>
                  <a:pt x="37624" y="449580"/>
                </a:cubicBezTo>
                <a:lnTo>
                  <a:pt x="37624" y="449580"/>
                </a:lnTo>
                <a:cubicBezTo>
                  <a:pt x="63024" y="474980"/>
                  <a:pt x="96044" y="487680"/>
                  <a:pt x="129064" y="487680"/>
                </a:cubicBezTo>
                <a:cubicBezTo>
                  <a:pt x="162084" y="487680"/>
                  <a:pt x="195104" y="474980"/>
                  <a:pt x="220504" y="449580"/>
                </a:cubicBezTo>
                <a:lnTo>
                  <a:pt x="449104" y="220980"/>
                </a:lnTo>
                <a:cubicBezTo>
                  <a:pt x="499904" y="170815"/>
                  <a:pt x="499904" y="88900"/>
                  <a:pt x="449104" y="38100"/>
                </a:cubicBezTo>
                <a:close/>
                <a:moveTo>
                  <a:pt x="211614" y="440055"/>
                </a:moveTo>
                <a:cubicBezTo>
                  <a:pt x="190024" y="461645"/>
                  <a:pt x="160814" y="473710"/>
                  <a:pt x="129699" y="473710"/>
                </a:cubicBezTo>
                <a:cubicBezTo>
                  <a:pt x="98584" y="473710"/>
                  <a:pt x="70009" y="461645"/>
                  <a:pt x="47784" y="440055"/>
                </a:cubicBezTo>
                <a:cubicBezTo>
                  <a:pt x="26194" y="418465"/>
                  <a:pt x="14129" y="389255"/>
                  <a:pt x="14129" y="358140"/>
                </a:cubicBezTo>
                <a:cubicBezTo>
                  <a:pt x="14129" y="327025"/>
                  <a:pt x="26194" y="298450"/>
                  <a:pt x="47784" y="276225"/>
                </a:cubicBezTo>
                <a:lnTo>
                  <a:pt x="157004" y="167005"/>
                </a:lnTo>
                <a:lnTo>
                  <a:pt x="200819" y="210820"/>
                </a:lnTo>
                <a:cubicBezTo>
                  <a:pt x="184309" y="231775"/>
                  <a:pt x="185579" y="262890"/>
                  <a:pt x="205264" y="281940"/>
                </a:cubicBezTo>
                <a:cubicBezTo>
                  <a:pt x="216059" y="292735"/>
                  <a:pt x="229394" y="297815"/>
                  <a:pt x="243364" y="297815"/>
                </a:cubicBezTo>
                <a:cubicBezTo>
                  <a:pt x="254794" y="297815"/>
                  <a:pt x="266859" y="294005"/>
                  <a:pt x="276384" y="286385"/>
                </a:cubicBezTo>
                <a:lnTo>
                  <a:pt x="320199" y="330200"/>
                </a:lnTo>
                <a:lnTo>
                  <a:pt x="211614" y="440055"/>
                </a:lnTo>
                <a:close/>
                <a:moveTo>
                  <a:pt x="210979" y="220345"/>
                </a:moveTo>
                <a:lnTo>
                  <a:pt x="267494" y="276860"/>
                </a:lnTo>
                <a:cubicBezTo>
                  <a:pt x="260509" y="281940"/>
                  <a:pt x="252254" y="284480"/>
                  <a:pt x="243999" y="284480"/>
                </a:cubicBezTo>
                <a:cubicBezTo>
                  <a:pt x="233204" y="284480"/>
                  <a:pt x="223044" y="280035"/>
                  <a:pt x="215424" y="272415"/>
                </a:cubicBezTo>
                <a:cubicBezTo>
                  <a:pt x="200819" y="258445"/>
                  <a:pt x="199549" y="236220"/>
                  <a:pt x="210979" y="220345"/>
                </a:cubicBezTo>
                <a:close/>
                <a:moveTo>
                  <a:pt x="439579" y="211455"/>
                </a:moveTo>
                <a:lnTo>
                  <a:pt x="330359" y="320675"/>
                </a:lnTo>
                <a:lnTo>
                  <a:pt x="286544" y="276860"/>
                </a:lnTo>
                <a:cubicBezTo>
                  <a:pt x="287179" y="275590"/>
                  <a:pt x="288449" y="274320"/>
                  <a:pt x="289084" y="273685"/>
                </a:cubicBezTo>
                <a:cubicBezTo>
                  <a:pt x="290989" y="270510"/>
                  <a:pt x="292894" y="267335"/>
                  <a:pt x="294164" y="264160"/>
                </a:cubicBezTo>
                <a:cubicBezTo>
                  <a:pt x="294799" y="262255"/>
                  <a:pt x="295434" y="260985"/>
                  <a:pt x="296069" y="259080"/>
                </a:cubicBezTo>
                <a:cubicBezTo>
                  <a:pt x="299244" y="248920"/>
                  <a:pt x="299244" y="238125"/>
                  <a:pt x="296069" y="227965"/>
                </a:cubicBezTo>
                <a:cubicBezTo>
                  <a:pt x="295434" y="226060"/>
                  <a:pt x="294799" y="224790"/>
                  <a:pt x="294164" y="222885"/>
                </a:cubicBezTo>
                <a:cubicBezTo>
                  <a:pt x="292894" y="219710"/>
                  <a:pt x="290989" y="216535"/>
                  <a:pt x="289084" y="213360"/>
                </a:cubicBezTo>
                <a:cubicBezTo>
                  <a:pt x="287179" y="210185"/>
                  <a:pt x="284639" y="207645"/>
                  <a:pt x="282099" y="205105"/>
                </a:cubicBezTo>
                <a:cubicBezTo>
                  <a:pt x="277019" y="200025"/>
                  <a:pt x="270669" y="195580"/>
                  <a:pt x="264319" y="193040"/>
                </a:cubicBezTo>
                <a:cubicBezTo>
                  <a:pt x="261144" y="191770"/>
                  <a:pt x="258604" y="191135"/>
                  <a:pt x="255429" y="190500"/>
                </a:cubicBezTo>
                <a:cubicBezTo>
                  <a:pt x="253524" y="189865"/>
                  <a:pt x="250984" y="189865"/>
                  <a:pt x="249079" y="189230"/>
                </a:cubicBezTo>
                <a:cubicBezTo>
                  <a:pt x="247174" y="189230"/>
                  <a:pt x="245904" y="189230"/>
                  <a:pt x="243999" y="189230"/>
                </a:cubicBezTo>
                <a:lnTo>
                  <a:pt x="243999" y="189230"/>
                </a:lnTo>
                <a:cubicBezTo>
                  <a:pt x="240824" y="189230"/>
                  <a:pt x="237014" y="189865"/>
                  <a:pt x="233839" y="190500"/>
                </a:cubicBezTo>
                <a:cubicBezTo>
                  <a:pt x="225584" y="191770"/>
                  <a:pt x="217964" y="195580"/>
                  <a:pt x="210979" y="200660"/>
                </a:cubicBezTo>
                <a:lnTo>
                  <a:pt x="167164" y="156845"/>
                </a:lnTo>
                <a:lnTo>
                  <a:pt x="276384" y="47625"/>
                </a:lnTo>
                <a:cubicBezTo>
                  <a:pt x="297974" y="26035"/>
                  <a:pt x="327184" y="13970"/>
                  <a:pt x="358299" y="13970"/>
                </a:cubicBezTo>
                <a:cubicBezTo>
                  <a:pt x="389414" y="13970"/>
                  <a:pt x="417989" y="26035"/>
                  <a:pt x="440214" y="47625"/>
                </a:cubicBezTo>
                <a:cubicBezTo>
                  <a:pt x="461804" y="69215"/>
                  <a:pt x="473869" y="98425"/>
                  <a:pt x="473869" y="129540"/>
                </a:cubicBezTo>
                <a:cubicBezTo>
                  <a:pt x="473869" y="160655"/>
                  <a:pt x="461804" y="189865"/>
                  <a:pt x="439579" y="211455"/>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pic>
        <p:nvPicPr>
          <p:cNvPr id="1794" name="Google Shape;1794;p171"/>
          <p:cNvPicPr preferRelativeResize="0"/>
          <p:nvPr/>
        </p:nvPicPr>
        <p:blipFill>
          <a:blip r:embed="rId3">
            <a:alphaModFix/>
          </a:blip>
          <a:stretch>
            <a:fillRect/>
          </a:stretch>
        </p:blipFill>
        <p:spPr>
          <a:xfrm>
            <a:off x="3642625" y="3829225"/>
            <a:ext cx="713825" cy="428300"/>
          </a:xfrm>
          <a:prstGeom prst="rect">
            <a:avLst/>
          </a:prstGeom>
          <a:noFill/>
          <a:ln>
            <a:noFill/>
          </a:ln>
        </p:spPr>
      </p:pic>
      <p:pic>
        <p:nvPicPr>
          <p:cNvPr id="1795" name="Google Shape;1795;p171"/>
          <p:cNvPicPr preferRelativeResize="0"/>
          <p:nvPr/>
        </p:nvPicPr>
        <p:blipFill>
          <a:blip r:embed="rId3">
            <a:alphaModFix/>
          </a:blip>
          <a:stretch>
            <a:fillRect/>
          </a:stretch>
        </p:blipFill>
        <p:spPr>
          <a:xfrm>
            <a:off x="7797395" y="3829225"/>
            <a:ext cx="713825" cy="4283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800"/>
        <p:cNvGrpSpPr/>
        <p:nvPr/>
      </p:nvGrpSpPr>
      <p:grpSpPr>
        <a:xfrm>
          <a:off x="0" y="0"/>
          <a:ext cx="0" cy="0"/>
          <a:chOff x="0" y="0"/>
          <a:chExt cx="0" cy="0"/>
        </a:xfrm>
      </p:grpSpPr>
      <p:sp>
        <p:nvSpPr>
          <p:cNvPr id="1801" name="Google Shape;1801;p172"/>
          <p:cNvSpPr txBox="1">
            <a:spLocks noGrp="1"/>
          </p:cNvSpPr>
          <p:nvPr>
            <p:ph type="title"/>
          </p:nvPr>
        </p:nvSpPr>
        <p:spPr>
          <a:xfrm>
            <a:off x="533400" y="284253"/>
            <a:ext cx="7620000" cy="612900"/>
          </a:xfrm>
          <a:prstGeom prst="rect">
            <a:avLst/>
          </a:prstGeom>
        </p:spPr>
        <p:txBody>
          <a:bodyPr spcFirstLastPara="1" wrap="square" lIns="91425" tIns="0" rIns="91425" bIns="45700" anchor="t" anchorCtr="0">
            <a:noAutofit/>
          </a:bodyPr>
          <a:lstStyle/>
          <a:p>
            <a:pPr marL="0" lvl="0" indent="0" algn="l" rtl="0">
              <a:spcBef>
                <a:spcPts val="0"/>
              </a:spcBef>
              <a:spcAft>
                <a:spcPts val="0"/>
              </a:spcAft>
              <a:buNone/>
            </a:pPr>
            <a:r>
              <a:rPr lang="en" b="1">
                <a:latin typeface="Plus Jakarta Sans"/>
                <a:ea typeface="Plus Jakarta Sans"/>
                <a:cs typeface="Plus Jakarta Sans"/>
                <a:sym typeface="Plus Jakarta Sans"/>
              </a:rPr>
              <a:t>Case Study:</a:t>
            </a:r>
            <a:r>
              <a:rPr lang="en"/>
              <a:t> Fraud detection in real time on Cloudera</a:t>
            </a:r>
            <a:endParaRPr/>
          </a:p>
        </p:txBody>
      </p:sp>
      <p:sp>
        <p:nvSpPr>
          <p:cNvPr id="1802" name="Google Shape;1802;p172"/>
          <p:cNvSpPr txBox="1">
            <a:spLocks noGrp="1"/>
          </p:cNvSpPr>
          <p:nvPr>
            <p:ph type="body" idx="1"/>
          </p:nvPr>
        </p:nvSpPr>
        <p:spPr>
          <a:xfrm>
            <a:off x="533400" y="734285"/>
            <a:ext cx="5029200" cy="324000"/>
          </a:xfrm>
          <a:prstGeom prst="rect">
            <a:avLst/>
          </a:prstGeom>
        </p:spPr>
        <p:txBody>
          <a:bodyPr spcFirstLastPara="1" wrap="square" lIns="91425" tIns="45700" rIns="91425" bIns="45700" anchor="t" anchorCtr="0">
            <a:noAutofit/>
          </a:bodyPr>
          <a:lstStyle/>
          <a:p>
            <a:pPr marL="0" lvl="0" indent="0" algn="l" rtl="0">
              <a:spcBef>
                <a:spcPts val="0"/>
              </a:spcBef>
              <a:spcAft>
                <a:spcPts val="400"/>
              </a:spcAft>
              <a:buNone/>
            </a:pPr>
            <a:r>
              <a:rPr lang="en"/>
              <a:t>Cloudera Stack to drive end to end Fraud detection</a:t>
            </a:r>
            <a:endParaRPr/>
          </a:p>
        </p:txBody>
      </p:sp>
      <p:sp>
        <p:nvSpPr>
          <p:cNvPr id="1803" name="Google Shape;1803;p172"/>
          <p:cNvSpPr txBox="1"/>
          <p:nvPr/>
        </p:nvSpPr>
        <p:spPr>
          <a:xfrm>
            <a:off x="411497" y="1593242"/>
            <a:ext cx="1653900" cy="258600"/>
          </a:xfrm>
          <a:prstGeom prst="rect">
            <a:avLst/>
          </a:prstGeom>
          <a:noFill/>
          <a:ln>
            <a:noFill/>
          </a:ln>
        </p:spPr>
        <p:txBody>
          <a:bodyPr spcFirstLastPara="1" wrap="square" lIns="0" tIns="45700" rIns="91425" bIns="45700" anchor="b" anchorCtr="0">
            <a:noAutofit/>
          </a:bodyPr>
          <a:lstStyle/>
          <a:p>
            <a:pPr marL="0" marR="0" lvl="0" indent="0" algn="l" rtl="0">
              <a:lnSpc>
                <a:spcPct val="80000"/>
              </a:lnSpc>
              <a:spcBef>
                <a:spcPts val="0"/>
              </a:spcBef>
              <a:spcAft>
                <a:spcPts val="0"/>
              </a:spcAft>
              <a:buClr>
                <a:srgbClr val="FF8300"/>
              </a:buClr>
              <a:buSzPts val="1350"/>
              <a:buFont typeface="Lato"/>
              <a:buNone/>
            </a:pPr>
            <a:r>
              <a:rPr lang="en" sz="1400" b="1">
                <a:solidFill>
                  <a:srgbClr val="008CFF"/>
                </a:solidFill>
                <a:latin typeface="Lato"/>
                <a:ea typeface="Lato"/>
                <a:cs typeface="Lato"/>
                <a:sym typeface="Lato"/>
              </a:rPr>
              <a:t>CHALLENGE</a:t>
            </a:r>
            <a:endParaRPr sz="1400" b="1">
              <a:solidFill>
                <a:srgbClr val="008CFF"/>
              </a:solidFill>
              <a:latin typeface="Roboto"/>
              <a:ea typeface="Roboto"/>
              <a:cs typeface="Roboto"/>
              <a:sym typeface="Roboto"/>
            </a:endParaRPr>
          </a:p>
        </p:txBody>
      </p:sp>
      <p:sp>
        <p:nvSpPr>
          <p:cNvPr id="1804" name="Google Shape;1804;p172"/>
          <p:cNvSpPr txBox="1"/>
          <p:nvPr/>
        </p:nvSpPr>
        <p:spPr>
          <a:xfrm>
            <a:off x="2296366" y="1593242"/>
            <a:ext cx="1656000" cy="258600"/>
          </a:xfrm>
          <a:prstGeom prst="rect">
            <a:avLst/>
          </a:prstGeom>
          <a:noFill/>
          <a:ln>
            <a:noFill/>
          </a:ln>
        </p:spPr>
        <p:txBody>
          <a:bodyPr spcFirstLastPara="1" wrap="square" lIns="0" tIns="45700" rIns="91425" bIns="45700" anchor="b" anchorCtr="0">
            <a:noAutofit/>
          </a:bodyPr>
          <a:lstStyle/>
          <a:p>
            <a:pPr marL="0" marR="0" lvl="0" indent="0" algn="l" rtl="0">
              <a:lnSpc>
                <a:spcPct val="80000"/>
              </a:lnSpc>
              <a:spcBef>
                <a:spcPts val="0"/>
              </a:spcBef>
              <a:spcAft>
                <a:spcPts val="0"/>
              </a:spcAft>
              <a:buClr>
                <a:srgbClr val="FF8300"/>
              </a:buClr>
              <a:buSzPts val="1350"/>
              <a:buFont typeface="Lato"/>
              <a:buNone/>
            </a:pPr>
            <a:r>
              <a:rPr lang="en" sz="1400" b="1">
                <a:solidFill>
                  <a:srgbClr val="008CFF"/>
                </a:solidFill>
                <a:latin typeface="Lato"/>
                <a:ea typeface="Lato"/>
                <a:cs typeface="Lato"/>
                <a:sym typeface="Lato"/>
              </a:rPr>
              <a:t>SOLUTION</a:t>
            </a:r>
            <a:endParaRPr sz="1400" b="1">
              <a:solidFill>
                <a:srgbClr val="008CFF"/>
              </a:solidFill>
              <a:latin typeface="Roboto"/>
              <a:ea typeface="Roboto"/>
              <a:cs typeface="Roboto"/>
              <a:sym typeface="Roboto"/>
            </a:endParaRPr>
          </a:p>
        </p:txBody>
      </p:sp>
      <p:sp>
        <p:nvSpPr>
          <p:cNvPr id="1805" name="Google Shape;1805;p172"/>
          <p:cNvSpPr txBox="1"/>
          <p:nvPr/>
        </p:nvSpPr>
        <p:spPr>
          <a:xfrm>
            <a:off x="4181235" y="1593242"/>
            <a:ext cx="1603800" cy="258600"/>
          </a:xfrm>
          <a:prstGeom prst="rect">
            <a:avLst/>
          </a:prstGeom>
          <a:noFill/>
          <a:ln>
            <a:noFill/>
          </a:ln>
        </p:spPr>
        <p:txBody>
          <a:bodyPr spcFirstLastPara="1" wrap="square" lIns="0" tIns="45700" rIns="91425" bIns="45700" anchor="b" anchorCtr="0">
            <a:noAutofit/>
          </a:bodyPr>
          <a:lstStyle/>
          <a:p>
            <a:pPr marL="0" marR="0" lvl="0" indent="0" algn="l" rtl="0">
              <a:lnSpc>
                <a:spcPct val="80000"/>
              </a:lnSpc>
              <a:spcBef>
                <a:spcPts val="0"/>
              </a:spcBef>
              <a:spcAft>
                <a:spcPts val="0"/>
              </a:spcAft>
              <a:buClr>
                <a:srgbClr val="FF8300"/>
              </a:buClr>
              <a:buSzPts val="1350"/>
              <a:buFont typeface="Lato"/>
              <a:buNone/>
            </a:pPr>
            <a:r>
              <a:rPr lang="en" sz="1400" b="1">
                <a:solidFill>
                  <a:srgbClr val="008CFF"/>
                </a:solidFill>
                <a:latin typeface="Lato"/>
                <a:ea typeface="Lato"/>
                <a:cs typeface="Lato"/>
                <a:sym typeface="Lato"/>
              </a:rPr>
              <a:t>OUTCOMES</a:t>
            </a:r>
            <a:endParaRPr sz="1400" b="1">
              <a:solidFill>
                <a:srgbClr val="008CFF"/>
              </a:solidFill>
              <a:latin typeface="Roboto"/>
              <a:ea typeface="Roboto"/>
              <a:cs typeface="Roboto"/>
              <a:sym typeface="Roboto"/>
            </a:endParaRPr>
          </a:p>
        </p:txBody>
      </p:sp>
      <p:grpSp>
        <p:nvGrpSpPr>
          <p:cNvPr id="1806" name="Google Shape;1806;p172"/>
          <p:cNvGrpSpPr/>
          <p:nvPr/>
        </p:nvGrpSpPr>
        <p:grpSpPr>
          <a:xfrm>
            <a:off x="411499" y="1450181"/>
            <a:ext cx="5423615" cy="1990933"/>
            <a:chOff x="411480" y="2889781"/>
            <a:chExt cx="8320980" cy="2869606"/>
          </a:xfrm>
        </p:grpSpPr>
        <p:sp>
          <p:nvSpPr>
            <p:cNvPr id="1807" name="Google Shape;1807;p172"/>
            <p:cNvSpPr txBox="1"/>
            <p:nvPr/>
          </p:nvSpPr>
          <p:spPr>
            <a:xfrm>
              <a:off x="411483" y="3568795"/>
              <a:ext cx="2537400" cy="1948800"/>
            </a:xfrm>
            <a:prstGeom prst="rect">
              <a:avLst/>
            </a:prstGeom>
            <a:noFill/>
            <a:ln>
              <a:noFill/>
            </a:ln>
          </p:spPr>
          <p:txBody>
            <a:bodyPr spcFirstLastPara="1" wrap="square" lIns="0" tIns="45700" rIns="91425" bIns="45700"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 sz="900" b="1">
                  <a:solidFill>
                    <a:srgbClr val="008CFF"/>
                  </a:solidFill>
                  <a:latin typeface="Roboto"/>
                  <a:ea typeface="Roboto"/>
                  <a:cs typeface="Roboto"/>
                  <a:sym typeface="Roboto"/>
                </a:rPr>
                <a:t>Low latency required:</a:t>
              </a:r>
              <a:endParaRPr sz="1000">
                <a:solidFill>
                  <a:srgbClr val="008CFF"/>
                </a:solidFill>
                <a:latin typeface="Roboto"/>
                <a:ea typeface="Roboto"/>
                <a:cs typeface="Roboto"/>
                <a:sym typeface="Roboto"/>
              </a:endParaRPr>
            </a:p>
            <a:p>
              <a:pPr marL="0" marR="0" lvl="0" indent="0" algn="l" rtl="0">
                <a:lnSpc>
                  <a:spcPct val="100000"/>
                </a:lnSpc>
                <a:spcBef>
                  <a:spcPts val="0"/>
                </a:spcBef>
                <a:spcAft>
                  <a:spcPts val="0"/>
                </a:spcAft>
                <a:buClr>
                  <a:srgbClr val="000000"/>
                </a:buClr>
                <a:buSzPts val="1000"/>
                <a:buFont typeface="Arial"/>
                <a:buNone/>
              </a:pPr>
              <a:r>
                <a:rPr lang="en" sz="800">
                  <a:solidFill>
                    <a:srgbClr val="B4B4B4"/>
                  </a:solidFill>
                  <a:latin typeface="Roboto"/>
                  <a:ea typeface="Roboto"/>
                  <a:cs typeface="Roboto"/>
                  <a:sym typeface="Roboto"/>
                </a:rPr>
                <a:t>.The system needs to be able to block a transaction</a:t>
              </a:r>
              <a:endParaRPr sz="800">
                <a:solidFill>
                  <a:srgbClr val="B4B4B4"/>
                </a:solidFill>
                <a:latin typeface="Roboto"/>
                <a:ea typeface="Roboto"/>
                <a:cs typeface="Roboto"/>
                <a:sym typeface="Roboto"/>
              </a:endParaRPr>
            </a:p>
            <a:p>
              <a:pPr marL="0" marR="0" lvl="0" indent="0" algn="l" rtl="0">
                <a:lnSpc>
                  <a:spcPct val="100000"/>
                </a:lnSpc>
                <a:spcBef>
                  <a:spcPts val="0"/>
                </a:spcBef>
                <a:spcAft>
                  <a:spcPts val="0"/>
                </a:spcAft>
                <a:buClr>
                  <a:srgbClr val="000000"/>
                </a:buClr>
                <a:buSzPts val="1000"/>
                <a:buFont typeface="Arial"/>
                <a:buNone/>
              </a:pPr>
              <a:endParaRPr sz="600">
                <a:solidFill>
                  <a:srgbClr val="B4B4B4"/>
                </a:solidFill>
                <a:latin typeface="Roboto"/>
                <a:ea typeface="Roboto"/>
                <a:cs typeface="Roboto"/>
                <a:sym typeface="Roboto"/>
              </a:endParaRPr>
            </a:p>
            <a:p>
              <a:pPr marL="0" marR="0" lvl="0" indent="0" algn="l" rtl="0">
                <a:lnSpc>
                  <a:spcPct val="100000"/>
                </a:lnSpc>
                <a:spcBef>
                  <a:spcPts val="0"/>
                </a:spcBef>
                <a:spcAft>
                  <a:spcPts val="0"/>
                </a:spcAft>
                <a:buClr>
                  <a:srgbClr val="000000"/>
                </a:buClr>
                <a:buSzPts val="1000"/>
                <a:buFont typeface="Arial"/>
                <a:buNone/>
              </a:pPr>
              <a:r>
                <a:rPr lang="en" sz="900" b="1">
                  <a:solidFill>
                    <a:srgbClr val="008CFF"/>
                  </a:solidFill>
                  <a:latin typeface="Roboto"/>
                  <a:ea typeface="Roboto"/>
                  <a:cs typeface="Roboto"/>
                  <a:sym typeface="Roboto"/>
                </a:rPr>
                <a:t>Real time data:</a:t>
              </a:r>
              <a:r>
                <a:rPr lang="en" sz="800">
                  <a:solidFill>
                    <a:srgbClr val="B4B4B4"/>
                  </a:solidFill>
                  <a:latin typeface="Roboto"/>
                  <a:ea typeface="Roboto"/>
                  <a:cs typeface="Roboto"/>
                  <a:sym typeface="Roboto"/>
                </a:rPr>
                <a:t> Many signals need to come in real time</a:t>
              </a:r>
              <a:endParaRPr sz="800">
                <a:solidFill>
                  <a:srgbClr val="B4B4B4"/>
                </a:solidFill>
                <a:latin typeface="Roboto"/>
                <a:ea typeface="Roboto"/>
                <a:cs typeface="Roboto"/>
                <a:sym typeface="Roboto"/>
              </a:endParaRPr>
            </a:p>
            <a:p>
              <a:pPr marL="0" marR="0" lvl="0" indent="0" algn="l" rtl="0">
                <a:lnSpc>
                  <a:spcPct val="100000"/>
                </a:lnSpc>
                <a:spcBef>
                  <a:spcPts val="0"/>
                </a:spcBef>
                <a:spcAft>
                  <a:spcPts val="0"/>
                </a:spcAft>
                <a:buClr>
                  <a:srgbClr val="000000"/>
                </a:buClr>
                <a:buSzPts val="1000"/>
                <a:buFont typeface="Arial"/>
                <a:buNone/>
              </a:pPr>
              <a:endParaRPr sz="600">
                <a:solidFill>
                  <a:srgbClr val="B4B4B4"/>
                </a:solidFill>
                <a:latin typeface="Roboto"/>
                <a:ea typeface="Roboto"/>
                <a:cs typeface="Roboto"/>
                <a:sym typeface="Roboto"/>
              </a:endParaRPr>
            </a:p>
            <a:p>
              <a:pPr marL="0" marR="0" lvl="0" indent="0" algn="l" rtl="0">
                <a:lnSpc>
                  <a:spcPct val="100000"/>
                </a:lnSpc>
                <a:spcBef>
                  <a:spcPts val="0"/>
                </a:spcBef>
                <a:spcAft>
                  <a:spcPts val="0"/>
                </a:spcAft>
                <a:buClr>
                  <a:srgbClr val="000000"/>
                </a:buClr>
                <a:buSzPts val="1000"/>
                <a:buFont typeface="Arial"/>
                <a:buNone/>
              </a:pPr>
              <a:r>
                <a:rPr lang="en" sz="900" b="1">
                  <a:solidFill>
                    <a:srgbClr val="008CFF"/>
                  </a:solidFill>
                  <a:latin typeface="Roboto"/>
                  <a:ea typeface="Roboto"/>
                  <a:cs typeface="Roboto"/>
                  <a:sym typeface="Roboto"/>
                </a:rPr>
                <a:t>Critical systems:</a:t>
              </a:r>
              <a:r>
                <a:rPr lang="en" sz="800">
                  <a:solidFill>
                    <a:srgbClr val="FF8300"/>
                  </a:solidFill>
                  <a:latin typeface="Roboto"/>
                  <a:ea typeface="Roboto"/>
                  <a:cs typeface="Roboto"/>
                  <a:sym typeface="Roboto"/>
                </a:rPr>
                <a:t> </a:t>
              </a:r>
              <a:r>
                <a:rPr lang="en" sz="800">
                  <a:solidFill>
                    <a:srgbClr val="B4B4B4"/>
                  </a:solidFill>
                  <a:latin typeface="Roboto"/>
                  <a:ea typeface="Roboto"/>
                  <a:cs typeface="Roboto"/>
                  <a:sym typeface="Roboto"/>
                </a:rPr>
                <a:t>The system needs to be observable and auditable</a:t>
              </a:r>
              <a:endParaRPr sz="800">
                <a:solidFill>
                  <a:srgbClr val="B4B4B4"/>
                </a:solidFill>
                <a:latin typeface="Roboto"/>
                <a:ea typeface="Roboto"/>
                <a:cs typeface="Roboto"/>
                <a:sym typeface="Roboto"/>
              </a:endParaRPr>
            </a:p>
          </p:txBody>
        </p:sp>
        <p:cxnSp>
          <p:nvCxnSpPr>
            <p:cNvPr id="1808" name="Google Shape;1808;p172"/>
            <p:cNvCxnSpPr/>
            <p:nvPr/>
          </p:nvCxnSpPr>
          <p:spPr>
            <a:xfrm>
              <a:off x="411480" y="3411554"/>
              <a:ext cx="2537400" cy="0"/>
            </a:xfrm>
            <a:prstGeom prst="straightConnector1">
              <a:avLst/>
            </a:prstGeom>
            <a:noFill/>
            <a:ln w="9525" cap="flat" cmpd="sng">
              <a:solidFill>
                <a:srgbClr val="828282"/>
              </a:solidFill>
              <a:prstDash val="solid"/>
              <a:round/>
              <a:headEnd type="none" w="sm" len="sm"/>
              <a:tailEnd type="none" w="sm" len="sm"/>
            </a:ln>
          </p:spPr>
        </p:cxnSp>
        <p:cxnSp>
          <p:nvCxnSpPr>
            <p:cNvPr id="1809" name="Google Shape;1809;p172"/>
            <p:cNvCxnSpPr/>
            <p:nvPr/>
          </p:nvCxnSpPr>
          <p:spPr>
            <a:xfrm>
              <a:off x="411480" y="2889781"/>
              <a:ext cx="2537400" cy="0"/>
            </a:xfrm>
            <a:prstGeom prst="straightConnector1">
              <a:avLst/>
            </a:prstGeom>
            <a:noFill/>
            <a:ln w="9525" cap="flat" cmpd="sng">
              <a:solidFill>
                <a:srgbClr val="828282"/>
              </a:solidFill>
              <a:prstDash val="solid"/>
              <a:round/>
              <a:headEnd type="none" w="sm" len="sm"/>
              <a:tailEnd type="none" w="sm" len="sm"/>
            </a:ln>
          </p:spPr>
        </p:cxnSp>
        <p:cxnSp>
          <p:nvCxnSpPr>
            <p:cNvPr id="1810" name="Google Shape;1810;p172"/>
            <p:cNvCxnSpPr/>
            <p:nvPr/>
          </p:nvCxnSpPr>
          <p:spPr>
            <a:xfrm>
              <a:off x="3303270" y="3411554"/>
              <a:ext cx="2537400" cy="0"/>
            </a:xfrm>
            <a:prstGeom prst="straightConnector1">
              <a:avLst/>
            </a:prstGeom>
            <a:noFill/>
            <a:ln w="9525" cap="flat" cmpd="sng">
              <a:solidFill>
                <a:srgbClr val="828282"/>
              </a:solidFill>
              <a:prstDash val="solid"/>
              <a:round/>
              <a:headEnd type="none" w="sm" len="sm"/>
              <a:tailEnd type="none" w="sm" len="sm"/>
            </a:ln>
          </p:spPr>
        </p:cxnSp>
        <p:cxnSp>
          <p:nvCxnSpPr>
            <p:cNvPr id="1811" name="Google Shape;1811;p172"/>
            <p:cNvCxnSpPr/>
            <p:nvPr/>
          </p:nvCxnSpPr>
          <p:spPr>
            <a:xfrm>
              <a:off x="6195060" y="3411554"/>
              <a:ext cx="2537400" cy="0"/>
            </a:xfrm>
            <a:prstGeom prst="straightConnector1">
              <a:avLst/>
            </a:prstGeom>
            <a:noFill/>
            <a:ln w="9525" cap="flat" cmpd="sng">
              <a:solidFill>
                <a:srgbClr val="828282"/>
              </a:solidFill>
              <a:prstDash val="solid"/>
              <a:round/>
              <a:headEnd type="none" w="sm" len="sm"/>
              <a:tailEnd type="none" w="sm" len="sm"/>
            </a:ln>
          </p:spPr>
        </p:cxnSp>
        <p:cxnSp>
          <p:nvCxnSpPr>
            <p:cNvPr id="1812" name="Google Shape;1812;p172"/>
            <p:cNvCxnSpPr/>
            <p:nvPr/>
          </p:nvCxnSpPr>
          <p:spPr>
            <a:xfrm>
              <a:off x="6195060" y="2889781"/>
              <a:ext cx="2537400" cy="0"/>
            </a:xfrm>
            <a:prstGeom prst="straightConnector1">
              <a:avLst/>
            </a:prstGeom>
            <a:noFill/>
            <a:ln w="9525" cap="flat" cmpd="sng">
              <a:solidFill>
                <a:srgbClr val="828282"/>
              </a:solidFill>
              <a:prstDash val="solid"/>
              <a:round/>
              <a:headEnd type="none" w="sm" len="sm"/>
              <a:tailEnd type="none" w="sm" len="sm"/>
            </a:ln>
          </p:spPr>
        </p:cxnSp>
        <p:sp>
          <p:nvSpPr>
            <p:cNvPr id="1813" name="Google Shape;1813;p172"/>
            <p:cNvSpPr txBox="1"/>
            <p:nvPr/>
          </p:nvSpPr>
          <p:spPr>
            <a:xfrm>
              <a:off x="3303283" y="3568787"/>
              <a:ext cx="2537400" cy="2190600"/>
            </a:xfrm>
            <a:prstGeom prst="rect">
              <a:avLst/>
            </a:prstGeom>
            <a:noFill/>
            <a:ln>
              <a:noFill/>
            </a:ln>
          </p:spPr>
          <p:txBody>
            <a:bodyPr spcFirstLastPara="1" wrap="square" lIns="0" tIns="45700" rIns="91425" bIns="45700"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 sz="900" b="1">
                  <a:solidFill>
                    <a:srgbClr val="008CFF"/>
                  </a:solidFill>
                  <a:latin typeface="Roboto"/>
                  <a:ea typeface="Roboto"/>
                  <a:cs typeface="Roboto"/>
                  <a:sym typeface="Roboto"/>
                </a:rPr>
                <a:t>HBase</a:t>
              </a:r>
              <a:r>
                <a:rPr lang="en" sz="800">
                  <a:solidFill>
                    <a:srgbClr val="B4B4B4"/>
                  </a:solidFill>
                  <a:latin typeface="Roboto"/>
                  <a:ea typeface="Roboto"/>
                  <a:cs typeface="Roboto"/>
                  <a:sym typeface="Roboto"/>
                </a:rPr>
                <a:t> for strong reliability for the features</a:t>
              </a:r>
              <a:r>
                <a:rPr lang="en" sz="1000" b="1">
                  <a:solidFill>
                    <a:srgbClr val="FF8300"/>
                  </a:solidFill>
                  <a:latin typeface="Roboto"/>
                  <a:ea typeface="Roboto"/>
                  <a:cs typeface="Roboto"/>
                  <a:sym typeface="Roboto"/>
                </a:rPr>
                <a:t> </a:t>
              </a:r>
              <a:endParaRPr sz="800" b="1">
                <a:solidFill>
                  <a:srgbClr val="B4B4B4"/>
                </a:solidFill>
                <a:latin typeface="Roboto"/>
                <a:ea typeface="Roboto"/>
                <a:cs typeface="Roboto"/>
                <a:sym typeface="Roboto"/>
              </a:endParaRPr>
            </a:p>
            <a:p>
              <a:pPr marL="0" marR="0" lvl="0" indent="0" algn="l" rtl="0">
                <a:lnSpc>
                  <a:spcPct val="100000"/>
                </a:lnSpc>
                <a:spcBef>
                  <a:spcPts val="0"/>
                </a:spcBef>
                <a:spcAft>
                  <a:spcPts val="0"/>
                </a:spcAft>
                <a:buClr>
                  <a:srgbClr val="000000"/>
                </a:buClr>
                <a:buSzPts val="1000"/>
                <a:buFont typeface="Arial"/>
                <a:buNone/>
              </a:pPr>
              <a:endParaRPr sz="600">
                <a:solidFill>
                  <a:srgbClr val="B4B4B4"/>
                </a:solidFill>
                <a:latin typeface="Roboto"/>
                <a:ea typeface="Roboto"/>
                <a:cs typeface="Roboto"/>
                <a:sym typeface="Roboto"/>
              </a:endParaRPr>
            </a:p>
            <a:p>
              <a:pPr marL="0" marR="0" lvl="0" indent="0" algn="l" rtl="0">
                <a:lnSpc>
                  <a:spcPct val="100000"/>
                </a:lnSpc>
                <a:spcBef>
                  <a:spcPts val="0"/>
                </a:spcBef>
                <a:spcAft>
                  <a:spcPts val="0"/>
                </a:spcAft>
                <a:buClr>
                  <a:srgbClr val="000000"/>
                </a:buClr>
                <a:buSzPts val="1000"/>
                <a:buFont typeface="Arial"/>
                <a:buNone/>
              </a:pPr>
              <a:r>
                <a:rPr lang="en" sz="900" b="1">
                  <a:solidFill>
                    <a:srgbClr val="008CFF"/>
                  </a:solidFill>
                  <a:latin typeface="Roboto"/>
                  <a:ea typeface="Roboto"/>
                  <a:cs typeface="Roboto"/>
                  <a:sym typeface="Roboto"/>
                </a:rPr>
                <a:t>Kafka and Flink for RT features:</a:t>
              </a:r>
              <a:r>
                <a:rPr lang="en" sz="1000">
                  <a:solidFill>
                    <a:srgbClr val="B4B4B4"/>
                  </a:solidFill>
                  <a:latin typeface="Roboto"/>
                  <a:ea typeface="Roboto"/>
                  <a:cs typeface="Roboto"/>
                  <a:sym typeface="Roboto"/>
                </a:rPr>
                <a:t> </a:t>
              </a:r>
              <a:r>
                <a:rPr lang="en" sz="800">
                  <a:solidFill>
                    <a:srgbClr val="B4B4B4"/>
                  </a:solidFill>
                  <a:latin typeface="Roboto"/>
                  <a:ea typeface="Roboto"/>
                  <a:cs typeface="Roboto"/>
                  <a:sym typeface="Roboto"/>
                </a:rPr>
                <a:t>Keep feature updated</a:t>
              </a:r>
              <a:endParaRPr sz="800">
                <a:solidFill>
                  <a:srgbClr val="B4B4B4"/>
                </a:solidFill>
                <a:latin typeface="Roboto"/>
                <a:ea typeface="Roboto"/>
                <a:cs typeface="Roboto"/>
                <a:sym typeface="Roboto"/>
              </a:endParaRPr>
            </a:p>
            <a:p>
              <a:pPr marL="0" marR="0" lvl="0" indent="0" algn="l" rtl="0">
                <a:lnSpc>
                  <a:spcPct val="100000"/>
                </a:lnSpc>
                <a:spcBef>
                  <a:spcPts val="0"/>
                </a:spcBef>
                <a:spcAft>
                  <a:spcPts val="0"/>
                </a:spcAft>
                <a:buClr>
                  <a:srgbClr val="000000"/>
                </a:buClr>
                <a:buSzPts val="1000"/>
                <a:buFont typeface="Arial"/>
                <a:buNone/>
              </a:pPr>
              <a:endParaRPr sz="600">
                <a:solidFill>
                  <a:srgbClr val="B4B4B4"/>
                </a:solidFill>
                <a:latin typeface="Roboto"/>
                <a:ea typeface="Roboto"/>
                <a:cs typeface="Roboto"/>
                <a:sym typeface="Roboto"/>
              </a:endParaRPr>
            </a:p>
            <a:p>
              <a:pPr marL="0" marR="0" lvl="0" indent="0" algn="l" rtl="0">
                <a:lnSpc>
                  <a:spcPct val="100000"/>
                </a:lnSpc>
                <a:spcBef>
                  <a:spcPts val="0"/>
                </a:spcBef>
                <a:spcAft>
                  <a:spcPts val="0"/>
                </a:spcAft>
                <a:buClr>
                  <a:srgbClr val="000000"/>
                </a:buClr>
                <a:buSzPts val="1000"/>
                <a:buFont typeface="Arial"/>
                <a:buNone/>
              </a:pPr>
              <a:r>
                <a:rPr lang="en" sz="900" b="1">
                  <a:solidFill>
                    <a:srgbClr val="008CFF"/>
                  </a:solidFill>
                  <a:latin typeface="Roboto"/>
                  <a:ea typeface="Roboto"/>
                  <a:cs typeface="Roboto"/>
                  <a:sym typeface="Roboto"/>
                </a:rPr>
                <a:t>Cloudera AI for model:</a:t>
              </a:r>
              <a:endParaRPr sz="900" b="1">
                <a:solidFill>
                  <a:srgbClr val="008CFF"/>
                </a:solidFill>
                <a:latin typeface="Roboto"/>
                <a:ea typeface="Roboto"/>
                <a:cs typeface="Roboto"/>
                <a:sym typeface="Roboto"/>
              </a:endParaRPr>
            </a:p>
            <a:p>
              <a:pPr marL="0" marR="0" lvl="0" indent="0" algn="l" rtl="0">
                <a:lnSpc>
                  <a:spcPct val="100000"/>
                </a:lnSpc>
                <a:spcBef>
                  <a:spcPts val="0"/>
                </a:spcBef>
                <a:spcAft>
                  <a:spcPts val="0"/>
                </a:spcAft>
                <a:buClr>
                  <a:srgbClr val="000000"/>
                </a:buClr>
                <a:buSzPts val="1000"/>
                <a:buFont typeface="Arial"/>
                <a:buNone/>
              </a:pPr>
              <a:r>
                <a:rPr lang="en" sz="800">
                  <a:solidFill>
                    <a:srgbClr val="B4B4B4"/>
                  </a:solidFill>
                  <a:latin typeface="Roboto"/>
                  <a:ea typeface="Roboto"/>
                  <a:cs typeface="Roboto"/>
                  <a:sym typeface="Roboto"/>
                </a:rPr>
                <a:t>Fast model inference </a:t>
              </a:r>
              <a:endParaRPr sz="800">
                <a:solidFill>
                  <a:srgbClr val="B4B4B4"/>
                </a:solidFill>
                <a:latin typeface="Roboto"/>
                <a:ea typeface="Roboto"/>
                <a:cs typeface="Roboto"/>
                <a:sym typeface="Roboto"/>
              </a:endParaRPr>
            </a:p>
          </p:txBody>
        </p:sp>
        <p:cxnSp>
          <p:nvCxnSpPr>
            <p:cNvPr id="1814" name="Google Shape;1814;p172"/>
            <p:cNvCxnSpPr/>
            <p:nvPr/>
          </p:nvCxnSpPr>
          <p:spPr>
            <a:xfrm>
              <a:off x="3303270" y="2889781"/>
              <a:ext cx="2537400" cy="0"/>
            </a:xfrm>
            <a:prstGeom prst="straightConnector1">
              <a:avLst/>
            </a:prstGeom>
            <a:noFill/>
            <a:ln w="9525" cap="flat" cmpd="sng">
              <a:solidFill>
                <a:srgbClr val="828282"/>
              </a:solidFill>
              <a:prstDash val="solid"/>
              <a:round/>
              <a:headEnd type="none" w="sm" len="sm"/>
              <a:tailEnd type="none" w="sm" len="sm"/>
            </a:ln>
          </p:spPr>
        </p:cxnSp>
      </p:grpSp>
      <p:sp>
        <p:nvSpPr>
          <p:cNvPr id="1815" name="Google Shape;1815;p172"/>
          <p:cNvSpPr txBox="1"/>
          <p:nvPr/>
        </p:nvSpPr>
        <p:spPr>
          <a:xfrm>
            <a:off x="4156175" y="1941349"/>
            <a:ext cx="1653900" cy="2190600"/>
          </a:xfrm>
          <a:prstGeom prst="rect">
            <a:avLst/>
          </a:prstGeom>
          <a:noFill/>
          <a:ln>
            <a:noFill/>
          </a:ln>
        </p:spPr>
        <p:txBody>
          <a:bodyPr spcFirstLastPara="1" wrap="square" lIns="0" tIns="45700" rIns="91425" bIns="45700"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 sz="900" b="1">
                <a:solidFill>
                  <a:srgbClr val="008CFF"/>
                </a:solidFill>
                <a:latin typeface="Roboto"/>
                <a:ea typeface="Roboto"/>
                <a:cs typeface="Roboto"/>
                <a:sym typeface="Roboto"/>
              </a:rPr>
              <a:t>Real time: </a:t>
            </a:r>
            <a:r>
              <a:rPr lang="en" sz="800">
                <a:solidFill>
                  <a:srgbClr val="B4B4B4"/>
                </a:solidFill>
                <a:latin typeface="Roboto"/>
                <a:ea typeface="Roboto"/>
                <a:cs typeface="Roboto"/>
                <a:sym typeface="Roboto"/>
              </a:rPr>
              <a:t>Low latency thanks to Kafka real time feature and Hbase</a:t>
            </a:r>
            <a:endParaRPr sz="800" b="1">
              <a:solidFill>
                <a:srgbClr val="B4B4B4"/>
              </a:solidFill>
              <a:latin typeface="Roboto"/>
              <a:ea typeface="Roboto"/>
              <a:cs typeface="Roboto"/>
              <a:sym typeface="Roboto"/>
            </a:endParaRPr>
          </a:p>
          <a:p>
            <a:pPr marL="0" marR="0" lvl="0" indent="0" algn="l" rtl="0">
              <a:lnSpc>
                <a:spcPct val="100000"/>
              </a:lnSpc>
              <a:spcBef>
                <a:spcPts val="0"/>
              </a:spcBef>
              <a:spcAft>
                <a:spcPts val="0"/>
              </a:spcAft>
              <a:buClr>
                <a:srgbClr val="000000"/>
              </a:buClr>
              <a:buSzPts val="1000"/>
              <a:buFont typeface="Arial"/>
              <a:buNone/>
            </a:pPr>
            <a:endParaRPr sz="600">
              <a:solidFill>
                <a:srgbClr val="B4B4B4"/>
              </a:solidFill>
              <a:latin typeface="Roboto"/>
              <a:ea typeface="Roboto"/>
              <a:cs typeface="Roboto"/>
              <a:sym typeface="Roboto"/>
            </a:endParaRPr>
          </a:p>
          <a:p>
            <a:pPr marL="0" marR="0" lvl="0" indent="0" algn="l" rtl="0">
              <a:lnSpc>
                <a:spcPct val="100000"/>
              </a:lnSpc>
              <a:spcBef>
                <a:spcPts val="0"/>
              </a:spcBef>
              <a:spcAft>
                <a:spcPts val="0"/>
              </a:spcAft>
              <a:buClr>
                <a:srgbClr val="000000"/>
              </a:buClr>
              <a:buSzPts val="1000"/>
              <a:buFont typeface="Arial"/>
              <a:buNone/>
            </a:pPr>
            <a:r>
              <a:rPr lang="en" sz="900" b="1">
                <a:solidFill>
                  <a:srgbClr val="008CFF"/>
                </a:solidFill>
                <a:latin typeface="Roboto"/>
                <a:ea typeface="Roboto"/>
                <a:cs typeface="Roboto"/>
                <a:sym typeface="Roboto"/>
              </a:rPr>
              <a:t>Transaction blocking: </a:t>
            </a:r>
            <a:r>
              <a:rPr lang="en" sz="800">
                <a:solidFill>
                  <a:srgbClr val="B4B4B4"/>
                </a:solidFill>
                <a:latin typeface="Roboto"/>
                <a:ea typeface="Roboto"/>
                <a:cs typeface="Roboto"/>
                <a:sym typeface="Roboto"/>
              </a:rPr>
              <a:t>Ability to block transaction</a:t>
            </a:r>
            <a:endParaRPr sz="800">
              <a:solidFill>
                <a:srgbClr val="B4B4B4"/>
              </a:solidFill>
              <a:latin typeface="Roboto"/>
              <a:ea typeface="Roboto"/>
              <a:cs typeface="Roboto"/>
              <a:sym typeface="Roboto"/>
            </a:endParaRPr>
          </a:p>
          <a:p>
            <a:pPr marL="0" marR="0" lvl="0" indent="0" algn="l" rtl="0">
              <a:lnSpc>
                <a:spcPct val="100000"/>
              </a:lnSpc>
              <a:spcBef>
                <a:spcPts val="0"/>
              </a:spcBef>
              <a:spcAft>
                <a:spcPts val="0"/>
              </a:spcAft>
              <a:buClr>
                <a:srgbClr val="000000"/>
              </a:buClr>
              <a:buSzPts val="1000"/>
              <a:buFont typeface="Arial"/>
              <a:buNone/>
            </a:pPr>
            <a:endParaRPr sz="600">
              <a:solidFill>
                <a:srgbClr val="B4B4B4"/>
              </a:solidFill>
              <a:latin typeface="Roboto"/>
              <a:ea typeface="Roboto"/>
              <a:cs typeface="Roboto"/>
              <a:sym typeface="Roboto"/>
            </a:endParaRPr>
          </a:p>
          <a:p>
            <a:pPr marL="0" marR="0" lvl="0" indent="0" algn="l" rtl="0">
              <a:lnSpc>
                <a:spcPct val="100000"/>
              </a:lnSpc>
              <a:spcBef>
                <a:spcPts val="0"/>
              </a:spcBef>
              <a:spcAft>
                <a:spcPts val="0"/>
              </a:spcAft>
              <a:buClr>
                <a:srgbClr val="000000"/>
              </a:buClr>
              <a:buSzPts val="1000"/>
              <a:buFont typeface="Arial"/>
              <a:buNone/>
            </a:pPr>
            <a:r>
              <a:rPr lang="en" sz="900" b="1">
                <a:solidFill>
                  <a:srgbClr val="008CFF"/>
                </a:solidFill>
                <a:latin typeface="Roboto"/>
                <a:ea typeface="Roboto"/>
                <a:cs typeface="Roboto"/>
                <a:sym typeface="Roboto"/>
              </a:rPr>
              <a:t>Ability to evolve: </a:t>
            </a:r>
            <a:r>
              <a:rPr lang="en" sz="800">
                <a:solidFill>
                  <a:srgbClr val="B4B4B4"/>
                </a:solidFill>
                <a:latin typeface="Roboto"/>
                <a:ea typeface="Roboto"/>
                <a:cs typeface="Roboto"/>
                <a:sym typeface="Roboto"/>
              </a:rPr>
              <a:t>Internally develop to enable evolution and ability to adapt</a:t>
            </a:r>
            <a:endParaRPr sz="900" b="1">
              <a:solidFill>
                <a:srgbClr val="008CFF"/>
              </a:solidFill>
              <a:latin typeface="Roboto"/>
              <a:ea typeface="Roboto"/>
              <a:cs typeface="Roboto"/>
              <a:sym typeface="Roboto"/>
            </a:endParaRPr>
          </a:p>
          <a:p>
            <a:pPr marL="0" marR="0" lvl="0" indent="0" algn="l" rtl="0">
              <a:lnSpc>
                <a:spcPct val="100000"/>
              </a:lnSpc>
              <a:spcBef>
                <a:spcPts val="0"/>
              </a:spcBef>
              <a:spcAft>
                <a:spcPts val="0"/>
              </a:spcAft>
              <a:buClr>
                <a:srgbClr val="000000"/>
              </a:buClr>
              <a:buSzPts val="1000"/>
              <a:buFont typeface="Arial"/>
              <a:buNone/>
            </a:pPr>
            <a:endParaRPr sz="1000">
              <a:solidFill>
                <a:srgbClr val="B4B4B4"/>
              </a:solidFill>
              <a:latin typeface="Roboto"/>
              <a:ea typeface="Roboto"/>
              <a:cs typeface="Roboto"/>
              <a:sym typeface="Roboto"/>
            </a:endParaRPr>
          </a:p>
        </p:txBody>
      </p:sp>
      <p:pic>
        <p:nvPicPr>
          <p:cNvPr id="1816" name="Google Shape;1816;p172"/>
          <p:cNvPicPr preferRelativeResize="0"/>
          <p:nvPr/>
        </p:nvPicPr>
        <p:blipFill>
          <a:blip r:embed="rId3">
            <a:alphaModFix/>
          </a:blip>
          <a:stretch>
            <a:fillRect/>
          </a:stretch>
        </p:blipFill>
        <p:spPr>
          <a:xfrm>
            <a:off x="6284302" y="1276349"/>
            <a:ext cx="2250100" cy="2250100"/>
          </a:xfrm>
          <a:prstGeom prst="rect">
            <a:avLst/>
          </a:prstGeom>
          <a:noFill/>
          <a:ln>
            <a:noFill/>
          </a:ln>
        </p:spPr>
      </p:pic>
      <p:sp>
        <p:nvSpPr>
          <p:cNvPr id="1817" name="Google Shape;1817;p172"/>
          <p:cNvSpPr/>
          <p:nvPr/>
        </p:nvSpPr>
        <p:spPr>
          <a:xfrm>
            <a:off x="0" y="0"/>
            <a:ext cx="2710800" cy="228600"/>
          </a:xfrm>
          <a:prstGeom prst="rect">
            <a:avLst/>
          </a:prstGeom>
          <a:solidFill>
            <a:srgbClr val="5555F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i="1">
                <a:solidFill>
                  <a:schemeClr val="lt1"/>
                </a:solidFill>
                <a:latin typeface="Plus Jakarta Sans Bold"/>
                <a:ea typeface="Plus Jakarta Sans Bold"/>
                <a:cs typeface="Plus Jakarta Sans Bold"/>
                <a:sym typeface="Plus Jakarta Sans"/>
              </a:rPr>
              <a:t>Customer stories</a:t>
            </a:r>
            <a:endParaRPr b="1" i="1">
              <a:solidFill>
                <a:srgbClr val="FFFFFF"/>
              </a:solidFill>
              <a:latin typeface="Plus Jakarta Sans Bold"/>
              <a:ea typeface="Plus Jakarta Sans Bold"/>
              <a:cs typeface="Plus Jakarta Sans Bold"/>
              <a:sym typeface="Plus Jakarta San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822"/>
        <p:cNvGrpSpPr/>
        <p:nvPr/>
      </p:nvGrpSpPr>
      <p:grpSpPr>
        <a:xfrm>
          <a:off x="0" y="0"/>
          <a:ext cx="0" cy="0"/>
          <a:chOff x="0" y="0"/>
          <a:chExt cx="0" cy="0"/>
        </a:xfrm>
      </p:grpSpPr>
      <p:sp>
        <p:nvSpPr>
          <p:cNvPr id="1823" name="Google Shape;1823;p173"/>
          <p:cNvSpPr/>
          <p:nvPr/>
        </p:nvSpPr>
        <p:spPr>
          <a:xfrm>
            <a:off x="689225" y="1931079"/>
            <a:ext cx="1080000" cy="961500"/>
          </a:xfrm>
          <a:prstGeom prst="roundRect">
            <a:avLst>
              <a:gd name="adj" fmla="val 6924"/>
            </a:avLst>
          </a:prstGeom>
          <a:solidFill>
            <a:srgbClr val="F5F5F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824" name="Google Shape;1824;p173"/>
          <p:cNvSpPr/>
          <p:nvPr/>
        </p:nvSpPr>
        <p:spPr>
          <a:xfrm>
            <a:off x="2170100" y="2911900"/>
            <a:ext cx="1080000" cy="775500"/>
          </a:xfrm>
          <a:prstGeom prst="roundRect">
            <a:avLst>
              <a:gd name="adj" fmla="val 6924"/>
            </a:avLst>
          </a:prstGeom>
          <a:solidFill>
            <a:srgbClr val="F5F5F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1825" name="Google Shape;1825;p173"/>
          <p:cNvSpPr/>
          <p:nvPr/>
        </p:nvSpPr>
        <p:spPr>
          <a:xfrm>
            <a:off x="684825" y="2964988"/>
            <a:ext cx="1080000" cy="1596900"/>
          </a:xfrm>
          <a:prstGeom prst="roundRect">
            <a:avLst>
              <a:gd name="adj" fmla="val 9883"/>
            </a:avLst>
          </a:prstGeom>
          <a:solidFill>
            <a:srgbClr val="F5F5F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 </a:t>
            </a:r>
            <a:endParaRPr>
              <a:latin typeface="Roboto"/>
              <a:ea typeface="Roboto"/>
              <a:cs typeface="Roboto"/>
              <a:sym typeface="Roboto"/>
            </a:endParaRPr>
          </a:p>
        </p:txBody>
      </p:sp>
      <p:sp>
        <p:nvSpPr>
          <p:cNvPr id="1826" name="Google Shape;1826;p173"/>
          <p:cNvSpPr/>
          <p:nvPr/>
        </p:nvSpPr>
        <p:spPr>
          <a:xfrm>
            <a:off x="715375" y="897154"/>
            <a:ext cx="1080000" cy="961500"/>
          </a:xfrm>
          <a:prstGeom prst="roundRect">
            <a:avLst>
              <a:gd name="adj" fmla="val 6924"/>
            </a:avLst>
          </a:prstGeom>
          <a:solidFill>
            <a:srgbClr val="E8F6F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a:latin typeface="Roboto"/>
              <a:ea typeface="Roboto"/>
              <a:cs typeface="Roboto"/>
              <a:sym typeface="Roboto"/>
            </a:endParaRPr>
          </a:p>
        </p:txBody>
      </p:sp>
      <p:sp>
        <p:nvSpPr>
          <p:cNvPr id="1827" name="Google Shape;1827;p173"/>
          <p:cNvSpPr txBox="1"/>
          <p:nvPr/>
        </p:nvSpPr>
        <p:spPr>
          <a:xfrm>
            <a:off x="715375" y="1035550"/>
            <a:ext cx="1080000" cy="199500"/>
          </a:xfrm>
          <a:prstGeom prst="rect">
            <a:avLst/>
          </a:prstGeom>
          <a:noFill/>
          <a:ln>
            <a:noFill/>
          </a:ln>
        </p:spPr>
        <p:txBody>
          <a:bodyPr spcFirstLastPara="1" wrap="square" lIns="91425" tIns="0" rIns="91425" bIns="0" anchor="ctr" anchorCtr="0">
            <a:noAutofit/>
          </a:bodyPr>
          <a:lstStyle/>
          <a:p>
            <a:pPr marL="0" lvl="0" indent="0" algn="ctr" rtl="0">
              <a:lnSpc>
                <a:spcPct val="133333"/>
              </a:lnSpc>
              <a:spcBef>
                <a:spcPts val="0"/>
              </a:spcBef>
              <a:spcAft>
                <a:spcPts val="0"/>
              </a:spcAft>
              <a:buNone/>
            </a:pPr>
            <a:r>
              <a:rPr lang="en" sz="800" b="1">
                <a:latin typeface="Lato"/>
                <a:ea typeface="Lato"/>
                <a:cs typeface="Lato"/>
                <a:sym typeface="Lato"/>
              </a:rPr>
              <a:t>Transaction RT data</a:t>
            </a:r>
            <a:endParaRPr sz="800" b="1">
              <a:latin typeface="Lato"/>
              <a:ea typeface="Lato"/>
              <a:cs typeface="Lato"/>
              <a:sym typeface="Lato"/>
            </a:endParaRPr>
          </a:p>
        </p:txBody>
      </p:sp>
      <p:sp>
        <p:nvSpPr>
          <p:cNvPr id="1828" name="Google Shape;1828;p173"/>
          <p:cNvSpPr txBox="1"/>
          <p:nvPr/>
        </p:nvSpPr>
        <p:spPr>
          <a:xfrm>
            <a:off x="685649" y="3097975"/>
            <a:ext cx="1080000" cy="199500"/>
          </a:xfrm>
          <a:prstGeom prst="rect">
            <a:avLst/>
          </a:prstGeom>
          <a:noFill/>
          <a:ln>
            <a:noFill/>
          </a:ln>
        </p:spPr>
        <p:txBody>
          <a:bodyPr spcFirstLastPara="1" wrap="square" lIns="91425" tIns="0" rIns="91425" bIns="0" anchor="ctr" anchorCtr="0">
            <a:noAutofit/>
          </a:bodyPr>
          <a:lstStyle/>
          <a:p>
            <a:pPr marL="0" lvl="0" indent="0" algn="ctr" rtl="0">
              <a:lnSpc>
                <a:spcPct val="133333"/>
              </a:lnSpc>
              <a:spcBef>
                <a:spcPts val="0"/>
              </a:spcBef>
              <a:spcAft>
                <a:spcPts val="0"/>
              </a:spcAft>
              <a:buNone/>
            </a:pPr>
            <a:r>
              <a:rPr lang="en" sz="800" b="1">
                <a:latin typeface="Lato"/>
                <a:ea typeface="Lato"/>
                <a:cs typeface="Lato"/>
                <a:sym typeface="Lato"/>
              </a:rPr>
              <a:t>Customer data</a:t>
            </a:r>
            <a:endParaRPr sz="800" b="1">
              <a:latin typeface="Lato"/>
              <a:ea typeface="Lato"/>
              <a:cs typeface="Lato"/>
              <a:sym typeface="Lato"/>
            </a:endParaRPr>
          </a:p>
        </p:txBody>
      </p:sp>
      <p:sp>
        <p:nvSpPr>
          <p:cNvPr id="1829" name="Google Shape;1829;p173"/>
          <p:cNvSpPr txBox="1"/>
          <p:nvPr/>
        </p:nvSpPr>
        <p:spPr>
          <a:xfrm>
            <a:off x="922124" y="2573502"/>
            <a:ext cx="671700" cy="279300"/>
          </a:xfrm>
          <a:prstGeom prst="rect">
            <a:avLst/>
          </a:prstGeom>
          <a:noFill/>
          <a:ln>
            <a:noFill/>
          </a:ln>
        </p:spPr>
        <p:txBody>
          <a:bodyPr spcFirstLastPara="1" wrap="square" lIns="91425" tIns="45700" rIns="91425" bIns="45700" anchor="ctr" anchorCtr="0">
            <a:noAutofit/>
          </a:bodyPr>
          <a:lstStyle/>
          <a:p>
            <a:pPr marL="0" lvl="0" indent="0" algn="ctr" rtl="0">
              <a:lnSpc>
                <a:spcPct val="75000"/>
              </a:lnSpc>
              <a:spcBef>
                <a:spcPts val="0"/>
              </a:spcBef>
              <a:spcAft>
                <a:spcPts val="0"/>
              </a:spcAft>
              <a:buNone/>
            </a:pPr>
            <a:r>
              <a:rPr lang="en" sz="700" b="1">
                <a:solidFill>
                  <a:srgbClr val="666666"/>
                </a:solidFill>
                <a:latin typeface="Lato"/>
                <a:ea typeface="Lato"/>
                <a:cs typeface="Lato"/>
                <a:sym typeface="Lato"/>
              </a:rPr>
              <a:t>History</a:t>
            </a:r>
            <a:endParaRPr sz="700" b="1">
              <a:solidFill>
                <a:srgbClr val="666666"/>
              </a:solidFill>
              <a:latin typeface="Lato"/>
              <a:ea typeface="Lato"/>
              <a:cs typeface="Lato"/>
              <a:sym typeface="Lato"/>
            </a:endParaRPr>
          </a:p>
        </p:txBody>
      </p:sp>
      <p:grpSp>
        <p:nvGrpSpPr>
          <p:cNvPr id="1830" name="Google Shape;1830;p173"/>
          <p:cNvGrpSpPr/>
          <p:nvPr/>
        </p:nvGrpSpPr>
        <p:grpSpPr>
          <a:xfrm>
            <a:off x="1073364" y="3397238"/>
            <a:ext cx="279310" cy="314172"/>
            <a:chOff x="6713219" y="3048635"/>
            <a:chExt cx="432435" cy="486410"/>
          </a:xfrm>
        </p:grpSpPr>
        <p:sp>
          <p:nvSpPr>
            <p:cNvPr id="1831" name="Google Shape;1831;p173"/>
            <p:cNvSpPr/>
            <p:nvPr/>
          </p:nvSpPr>
          <p:spPr>
            <a:xfrm>
              <a:off x="6830059" y="3115945"/>
              <a:ext cx="81280" cy="81279"/>
            </a:xfrm>
            <a:custGeom>
              <a:avLst/>
              <a:gdLst/>
              <a:ahLst/>
              <a:cxnLst/>
              <a:rect l="l" t="t" r="r" b="b"/>
              <a:pathLst>
                <a:path w="81280" h="81279" extrusionOk="0">
                  <a:moveTo>
                    <a:pt x="40640" y="0"/>
                  </a:moveTo>
                  <a:cubicBezTo>
                    <a:pt x="18415" y="0"/>
                    <a:pt x="0" y="18415"/>
                    <a:pt x="0" y="40640"/>
                  </a:cubicBezTo>
                  <a:cubicBezTo>
                    <a:pt x="0" y="62865"/>
                    <a:pt x="18415" y="81280"/>
                    <a:pt x="40640" y="81280"/>
                  </a:cubicBezTo>
                  <a:cubicBezTo>
                    <a:pt x="62865" y="81280"/>
                    <a:pt x="81280" y="62865"/>
                    <a:pt x="81280" y="40640"/>
                  </a:cubicBezTo>
                  <a:cubicBezTo>
                    <a:pt x="81280" y="18415"/>
                    <a:pt x="62865" y="0"/>
                    <a:pt x="40640" y="0"/>
                  </a:cubicBezTo>
                  <a:close/>
                  <a:moveTo>
                    <a:pt x="40640" y="67945"/>
                  </a:moveTo>
                  <a:cubicBezTo>
                    <a:pt x="26035" y="67945"/>
                    <a:pt x="13335" y="55880"/>
                    <a:pt x="13335" y="40640"/>
                  </a:cubicBezTo>
                  <a:cubicBezTo>
                    <a:pt x="13335" y="25400"/>
                    <a:pt x="25400" y="13335"/>
                    <a:pt x="40640" y="13335"/>
                  </a:cubicBezTo>
                  <a:cubicBezTo>
                    <a:pt x="55245" y="13335"/>
                    <a:pt x="67945" y="25400"/>
                    <a:pt x="67945" y="40640"/>
                  </a:cubicBezTo>
                  <a:cubicBezTo>
                    <a:pt x="67945" y="55880"/>
                    <a:pt x="55245" y="67945"/>
                    <a:pt x="40640" y="67945"/>
                  </a:cubicBezTo>
                  <a:close/>
                </a:path>
              </a:pathLst>
            </a:custGeom>
            <a:solidFill>
              <a:srgbClr val="008CF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832" name="Google Shape;1832;p173"/>
            <p:cNvSpPr/>
            <p:nvPr/>
          </p:nvSpPr>
          <p:spPr>
            <a:xfrm>
              <a:off x="6830059" y="3251200"/>
              <a:ext cx="81280" cy="81279"/>
            </a:xfrm>
            <a:custGeom>
              <a:avLst/>
              <a:gdLst/>
              <a:ahLst/>
              <a:cxnLst/>
              <a:rect l="l" t="t" r="r" b="b"/>
              <a:pathLst>
                <a:path w="81280" h="81279" extrusionOk="0">
                  <a:moveTo>
                    <a:pt x="40640" y="0"/>
                  </a:moveTo>
                  <a:cubicBezTo>
                    <a:pt x="18415" y="0"/>
                    <a:pt x="0" y="18415"/>
                    <a:pt x="0" y="40640"/>
                  </a:cubicBezTo>
                  <a:cubicBezTo>
                    <a:pt x="0" y="62865"/>
                    <a:pt x="18415" y="81280"/>
                    <a:pt x="40640" y="81280"/>
                  </a:cubicBezTo>
                  <a:cubicBezTo>
                    <a:pt x="62865" y="81280"/>
                    <a:pt x="81280" y="62865"/>
                    <a:pt x="81280" y="40640"/>
                  </a:cubicBezTo>
                  <a:cubicBezTo>
                    <a:pt x="81280" y="18415"/>
                    <a:pt x="62865" y="0"/>
                    <a:pt x="40640" y="0"/>
                  </a:cubicBezTo>
                  <a:close/>
                  <a:moveTo>
                    <a:pt x="40640" y="67945"/>
                  </a:moveTo>
                  <a:cubicBezTo>
                    <a:pt x="26035" y="67945"/>
                    <a:pt x="13335" y="55880"/>
                    <a:pt x="13335" y="40640"/>
                  </a:cubicBezTo>
                  <a:cubicBezTo>
                    <a:pt x="13335" y="26035"/>
                    <a:pt x="25400" y="13335"/>
                    <a:pt x="40640" y="13335"/>
                  </a:cubicBezTo>
                  <a:cubicBezTo>
                    <a:pt x="55245" y="13335"/>
                    <a:pt x="67945" y="25400"/>
                    <a:pt x="67945" y="40640"/>
                  </a:cubicBezTo>
                  <a:cubicBezTo>
                    <a:pt x="67310" y="55880"/>
                    <a:pt x="55245" y="67945"/>
                    <a:pt x="40640" y="67945"/>
                  </a:cubicBezTo>
                  <a:close/>
                </a:path>
              </a:pathLst>
            </a:custGeom>
            <a:solidFill>
              <a:srgbClr val="008CF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833" name="Google Shape;1833;p173"/>
            <p:cNvSpPr/>
            <p:nvPr/>
          </p:nvSpPr>
          <p:spPr>
            <a:xfrm>
              <a:off x="6830059" y="3386454"/>
              <a:ext cx="81280" cy="81279"/>
            </a:xfrm>
            <a:custGeom>
              <a:avLst/>
              <a:gdLst/>
              <a:ahLst/>
              <a:cxnLst/>
              <a:rect l="l" t="t" r="r" b="b"/>
              <a:pathLst>
                <a:path w="81280" h="81279" extrusionOk="0">
                  <a:moveTo>
                    <a:pt x="40640" y="0"/>
                  </a:moveTo>
                  <a:cubicBezTo>
                    <a:pt x="18415" y="0"/>
                    <a:pt x="0" y="18415"/>
                    <a:pt x="0" y="40640"/>
                  </a:cubicBezTo>
                  <a:cubicBezTo>
                    <a:pt x="0" y="62865"/>
                    <a:pt x="18415" y="81280"/>
                    <a:pt x="40640" y="81280"/>
                  </a:cubicBezTo>
                  <a:cubicBezTo>
                    <a:pt x="62865" y="81280"/>
                    <a:pt x="81280" y="62865"/>
                    <a:pt x="81280" y="40640"/>
                  </a:cubicBezTo>
                  <a:cubicBezTo>
                    <a:pt x="81280" y="18415"/>
                    <a:pt x="62865" y="0"/>
                    <a:pt x="40640" y="0"/>
                  </a:cubicBezTo>
                  <a:close/>
                  <a:moveTo>
                    <a:pt x="40640" y="67945"/>
                  </a:moveTo>
                  <a:cubicBezTo>
                    <a:pt x="26035" y="67945"/>
                    <a:pt x="13335" y="55880"/>
                    <a:pt x="13335" y="40640"/>
                  </a:cubicBezTo>
                  <a:cubicBezTo>
                    <a:pt x="13335" y="25400"/>
                    <a:pt x="25400" y="13335"/>
                    <a:pt x="40640" y="13335"/>
                  </a:cubicBezTo>
                  <a:cubicBezTo>
                    <a:pt x="55245" y="13335"/>
                    <a:pt x="67945" y="25400"/>
                    <a:pt x="67945" y="40640"/>
                  </a:cubicBezTo>
                  <a:cubicBezTo>
                    <a:pt x="67945" y="55880"/>
                    <a:pt x="55245" y="67945"/>
                    <a:pt x="40640" y="67945"/>
                  </a:cubicBezTo>
                  <a:close/>
                </a:path>
              </a:pathLst>
            </a:custGeom>
            <a:solidFill>
              <a:srgbClr val="008CF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834" name="Google Shape;1834;p173"/>
            <p:cNvSpPr/>
            <p:nvPr/>
          </p:nvSpPr>
          <p:spPr>
            <a:xfrm>
              <a:off x="6946900" y="3115945"/>
              <a:ext cx="81280" cy="81279"/>
            </a:xfrm>
            <a:custGeom>
              <a:avLst/>
              <a:gdLst/>
              <a:ahLst/>
              <a:cxnLst/>
              <a:rect l="l" t="t" r="r" b="b"/>
              <a:pathLst>
                <a:path w="81280" h="81279" extrusionOk="0">
                  <a:moveTo>
                    <a:pt x="81280" y="40640"/>
                  </a:moveTo>
                  <a:cubicBezTo>
                    <a:pt x="81280" y="63085"/>
                    <a:pt x="63085" y="81280"/>
                    <a:pt x="40640" y="81280"/>
                  </a:cubicBezTo>
                  <a:cubicBezTo>
                    <a:pt x="18195" y="81280"/>
                    <a:pt x="0" y="63085"/>
                    <a:pt x="0" y="40640"/>
                  </a:cubicBezTo>
                  <a:cubicBezTo>
                    <a:pt x="0" y="18195"/>
                    <a:pt x="18195" y="0"/>
                    <a:pt x="40640" y="0"/>
                  </a:cubicBezTo>
                  <a:cubicBezTo>
                    <a:pt x="63085" y="0"/>
                    <a:pt x="81280" y="18195"/>
                    <a:pt x="81280" y="40640"/>
                  </a:cubicBezTo>
                  <a:close/>
                </a:path>
              </a:pathLst>
            </a:custGeom>
            <a:solidFill>
              <a:srgbClr val="008CF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835" name="Google Shape;1835;p173"/>
            <p:cNvSpPr/>
            <p:nvPr/>
          </p:nvSpPr>
          <p:spPr>
            <a:xfrm>
              <a:off x="6946900" y="3251200"/>
              <a:ext cx="81280" cy="81279"/>
            </a:xfrm>
            <a:custGeom>
              <a:avLst/>
              <a:gdLst/>
              <a:ahLst/>
              <a:cxnLst/>
              <a:rect l="l" t="t" r="r" b="b"/>
              <a:pathLst>
                <a:path w="81280" h="81279" extrusionOk="0">
                  <a:moveTo>
                    <a:pt x="81280" y="40640"/>
                  </a:moveTo>
                  <a:cubicBezTo>
                    <a:pt x="81280" y="63085"/>
                    <a:pt x="63085" y="81280"/>
                    <a:pt x="40640" y="81280"/>
                  </a:cubicBezTo>
                  <a:cubicBezTo>
                    <a:pt x="18195" y="81280"/>
                    <a:pt x="0" y="63085"/>
                    <a:pt x="0" y="40640"/>
                  </a:cubicBezTo>
                  <a:cubicBezTo>
                    <a:pt x="0" y="18195"/>
                    <a:pt x="18195" y="0"/>
                    <a:pt x="40640" y="0"/>
                  </a:cubicBezTo>
                  <a:cubicBezTo>
                    <a:pt x="63085" y="0"/>
                    <a:pt x="81280" y="18195"/>
                    <a:pt x="81280" y="40640"/>
                  </a:cubicBezTo>
                  <a:close/>
                </a:path>
              </a:pathLst>
            </a:custGeom>
            <a:solidFill>
              <a:srgbClr val="008CF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836" name="Google Shape;1836;p173"/>
            <p:cNvSpPr/>
            <p:nvPr/>
          </p:nvSpPr>
          <p:spPr>
            <a:xfrm>
              <a:off x="6946900" y="3386455"/>
              <a:ext cx="81280" cy="81279"/>
            </a:xfrm>
            <a:custGeom>
              <a:avLst/>
              <a:gdLst/>
              <a:ahLst/>
              <a:cxnLst/>
              <a:rect l="l" t="t" r="r" b="b"/>
              <a:pathLst>
                <a:path w="81280" h="81279" extrusionOk="0">
                  <a:moveTo>
                    <a:pt x="81280" y="40640"/>
                  </a:moveTo>
                  <a:cubicBezTo>
                    <a:pt x="81280" y="63085"/>
                    <a:pt x="63085" y="81280"/>
                    <a:pt x="40640" y="81280"/>
                  </a:cubicBezTo>
                  <a:cubicBezTo>
                    <a:pt x="18195" y="81280"/>
                    <a:pt x="0" y="63085"/>
                    <a:pt x="0" y="40640"/>
                  </a:cubicBezTo>
                  <a:cubicBezTo>
                    <a:pt x="0" y="18195"/>
                    <a:pt x="18195" y="0"/>
                    <a:pt x="40640" y="0"/>
                  </a:cubicBezTo>
                  <a:cubicBezTo>
                    <a:pt x="63085" y="0"/>
                    <a:pt x="81280" y="18195"/>
                    <a:pt x="81280" y="40640"/>
                  </a:cubicBezTo>
                  <a:close/>
                </a:path>
              </a:pathLst>
            </a:custGeom>
            <a:solidFill>
              <a:srgbClr val="008CF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837" name="Google Shape;1837;p173"/>
            <p:cNvSpPr/>
            <p:nvPr/>
          </p:nvSpPr>
          <p:spPr>
            <a:xfrm>
              <a:off x="6713219" y="3048635"/>
              <a:ext cx="432435" cy="486410"/>
            </a:xfrm>
            <a:custGeom>
              <a:avLst/>
              <a:gdLst/>
              <a:ahLst/>
              <a:cxnLst/>
              <a:rect l="l" t="t" r="r" b="b"/>
              <a:pathLst>
                <a:path w="432435" h="486410" extrusionOk="0">
                  <a:moveTo>
                    <a:pt x="432436" y="243205"/>
                  </a:moveTo>
                  <a:cubicBezTo>
                    <a:pt x="432436" y="222885"/>
                    <a:pt x="417830" y="206375"/>
                    <a:pt x="398780" y="203200"/>
                  </a:cubicBezTo>
                  <a:lnTo>
                    <a:pt x="398780" y="147955"/>
                  </a:lnTo>
                  <a:cubicBezTo>
                    <a:pt x="417830" y="144780"/>
                    <a:pt x="432436" y="128270"/>
                    <a:pt x="432436" y="107950"/>
                  </a:cubicBezTo>
                  <a:cubicBezTo>
                    <a:pt x="432436" y="87630"/>
                    <a:pt x="417830" y="71120"/>
                    <a:pt x="398780" y="67945"/>
                  </a:cubicBezTo>
                  <a:lnTo>
                    <a:pt x="398780" y="0"/>
                  </a:lnTo>
                  <a:lnTo>
                    <a:pt x="33655" y="0"/>
                  </a:lnTo>
                  <a:lnTo>
                    <a:pt x="33655" y="67945"/>
                  </a:lnTo>
                  <a:cubicBezTo>
                    <a:pt x="14605" y="71120"/>
                    <a:pt x="0" y="87630"/>
                    <a:pt x="0" y="107950"/>
                  </a:cubicBezTo>
                  <a:cubicBezTo>
                    <a:pt x="0" y="128270"/>
                    <a:pt x="14605" y="144780"/>
                    <a:pt x="33655" y="147955"/>
                  </a:cubicBezTo>
                  <a:lnTo>
                    <a:pt x="33655" y="203200"/>
                  </a:lnTo>
                  <a:cubicBezTo>
                    <a:pt x="14605" y="206375"/>
                    <a:pt x="0" y="222885"/>
                    <a:pt x="0" y="243205"/>
                  </a:cubicBezTo>
                  <a:cubicBezTo>
                    <a:pt x="0" y="263525"/>
                    <a:pt x="14605" y="280035"/>
                    <a:pt x="33655" y="283210"/>
                  </a:cubicBezTo>
                  <a:lnTo>
                    <a:pt x="33655" y="338455"/>
                  </a:lnTo>
                  <a:cubicBezTo>
                    <a:pt x="14605" y="341630"/>
                    <a:pt x="0" y="358140"/>
                    <a:pt x="0" y="378460"/>
                  </a:cubicBezTo>
                  <a:cubicBezTo>
                    <a:pt x="0" y="398780"/>
                    <a:pt x="14605" y="415290"/>
                    <a:pt x="33655" y="418465"/>
                  </a:cubicBezTo>
                  <a:lnTo>
                    <a:pt x="33655" y="486410"/>
                  </a:lnTo>
                  <a:lnTo>
                    <a:pt x="398780" y="486410"/>
                  </a:lnTo>
                  <a:lnTo>
                    <a:pt x="398780" y="418465"/>
                  </a:lnTo>
                  <a:cubicBezTo>
                    <a:pt x="417830" y="415290"/>
                    <a:pt x="432436" y="398780"/>
                    <a:pt x="432436" y="378460"/>
                  </a:cubicBezTo>
                  <a:cubicBezTo>
                    <a:pt x="432436" y="358140"/>
                    <a:pt x="417830" y="341630"/>
                    <a:pt x="398780" y="338455"/>
                  </a:cubicBezTo>
                  <a:lnTo>
                    <a:pt x="398780" y="283210"/>
                  </a:lnTo>
                  <a:cubicBezTo>
                    <a:pt x="417830" y="280035"/>
                    <a:pt x="432436" y="263525"/>
                    <a:pt x="432436" y="243205"/>
                  </a:cubicBezTo>
                  <a:close/>
                  <a:moveTo>
                    <a:pt x="419100" y="243205"/>
                  </a:moveTo>
                  <a:cubicBezTo>
                    <a:pt x="419100" y="257810"/>
                    <a:pt x="407036" y="270510"/>
                    <a:pt x="391795" y="270510"/>
                  </a:cubicBezTo>
                  <a:cubicBezTo>
                    <a:pt x="376555" y="270510"/>
                    <a:pt x="364490" y="258445"/>
                    <a:pt x="364490" y="243205"/>
                  </a:cubicBezTo>
                  <a:cubicBezTo>
                    <a:pt x="364490" y="228600"/>
                    <a:pt x="376555" y="215900"/>
                    <a:pt x="391795" y="215900"/>
                  </a:cubicBezTo>
                  <a:cubicBezTo>
                    <a:pt x="407036" y="215900"/>
                    <a:pt x="419100" y="228600"/>
                    <a:pt x="419100" y="243205"/>
                  </a:cubicBezTo>
                  <a:close/>
                  <a:moveTo>
                    <a:pt x="419100" y="107950"/>
                  </a:moveTo>
                  <a:cubicBezTo>
                    <a:pt x="419100" y="122555"/>
                    <a:pt x="407036" y="135255"/>
                    <a:pt x="391795" y="135255"/>
                  </a:cubicBezTo>
                  <a:cubicBezTo>
                    <a:pt x="376555" y="135255"/>
                    <a:pt x="364490" y="123190"/>
                    <a:pt x="364490" y="107950"/>
                  </a:cubicBezTo>
                  <a:cubicBezTo>
                    <a:pt x="364490" y="92710"/>
                    <a:pt x="376555" y="80645"/>
                    <a:pt x="391795" y="80645"/>
                  </a:cubicBezTo>
                  <a:cubicBezTo>
                    <a:pt x="407036" y="80645"/>
                    <a:pt x="419100" y="93345"/>
                    <a:pt x="419100" y="107950"/>
                  </a:cubicBezTo>
                  <a:close/>
                  <a:moveTo>
                    <a:pt x="46990" y="473075"/>
                  </a:moveTo>
                  <a:lnTo>
                    <a:pt x="46990" y="418465"/>
                  </a:lnTo>
                  <a:cubicBezTo>
                    <a:pt x="66040" y="415290"/>
                    <a:pt x="80645" y="398780"/>
                    <a:pt x="80645" y="378460"/>
                  </a:cubicBezTo>
                  <a:cubicBezTo>
                    <a:pt x="80645" y="358140"/>
                    <a:pt x="66040" y="341630"/>
                    <a:pt x="46990" y="338455"/>
                  </a:cubicBezTo>
                  <a:lnTo>
                    <a:pt x="46990" y="283210"/>
                  </a:lnTo>
                  <a:cubicBezTo>
                    <a:pt x="66040" y="280035"/>
                    <a:pt x="80645" y="263525"/>
                    <a:pt x="80645" y="243205"/>
                  </a:cubicBezTo>
                  <a:cubicBezTo>
                    <a:pt x="80645" y="222885"/>
                    <a:pt x="66040" y="206375"/>
                    <a:pt x="46990" y="203200"/>
                  </a:cubicBezTo>
                  <a:lnTo>
                    <a:pt x="46990" y="147955"/>
                  </a:lnTo>
                  <a:cubicBezTo>
                    <a:pt x="66040" y="144780"/>
                    <a:pt x="80645" y="128270"/>
                    <a:pt x="80645" y="107950"/>
                  </a:cubicBezTo>
                  <a:cubicBezTo>
                    <a:pt x="80645" y="87630"/>
                    <a:pt x="66040" y="71120"/>
                    <a:pt x="46990" y="67945"/>
                  </a:cubicBezTo>
                  <a:lnTo>
                    <a:pt x="46990" y="13335"/>
                  </a:lnTo>
                  <a:lnTo>
                    <a:pt x="385445" y="13335"/>
                  </a:lnTo>
                  <a:lnTo>
                    <a:pt x="385445" y="67945"/>
                  </a:lnTo>
                  <a:cubicBezTo>
                    <a:pt x="366395" y="71120"/>
                    <a:pt x="351790" y="87630"/>
                    <a:pt x="351790" y="107950"/>
                  </a:cubicBezTo>
                  <a:cubicBezTo>
                    <a:pt x="351790" y="128270"/>
                    <a:pt x="366395" y="144780"/>
                    <a:pt x="385445" y="147955"/>
                  </a:cubicBezTo>
                  <a:lnTo>
                    <a:pt x="385445" y="203200"/>
                  </a:lnTo>
                  <a:cubicBezTo>
                    <a:pt x="366395" y="206375"/>
                    <a:pt x="351790" y="222885"/>
                    <a:pt x="351790" y="243205"/>
                  </a:cubicBezTo>
                  <a:cubicBezTo>
                    <a:pt x="351790" y="263525"/>
                    <a:pt x="366395" y="280035"/>
                    <a:pt x="385445" y="283210"/>
                  </a:cubicBezTo>
                  <a:lnTo>
                    <a:pt x="385445" y="338455"/>
                  </a:lnTo>
                  <a:cubicBezTo>
                    <a:pt x="366395" y="341630"/>
                    <a:pt x="351790" y="358140"/>
                    <a:pt x="351790" y="378460"/>
                  </a:cubicBezTo>
                  <a:cubicBezTo>
                    <a:pt x="351790" y="398780"/>
                    <a:pt x="366395" y="415290"/>
                    <a:pt x="385445" y="418465"/>
                  </a:cubicBezTo>
                  <a:lnTo>
                    <a:pt x="385445" y="473075"/>
                  </a:lnTo>
                  <a:lnTo>
                    <a:pt x="46990" y="473075"/>
                  </a:lnTo>
                  <a:close/>
                  <a:moveTo>
                    <a:pt x="419100" y="378460"/>
                  </a:moveTo>
                  <a:cubicBezTo>
                    <a:pt x="419100" y="393065"/>
                    <a:pt x="407036" y="405765"/>
                    <a:pt x="391795" y="405765"/>
                  </a:cubicBezTo>
                  <a:cubicBezTo>
                    <a:pt x="376555" y="405765"/>
                    <a:pt x="364490" y="393700"/>
                    <a:pt x="364490" y="378460"/>
                  </a:cubicBezTo>
                  <a:cubicBezTo>
                    <a:pt x="364490" y="363220"/>
                    <a:pt x="376555" y="351155"/>
                    <a:pt x="391795" y="351155"/>
                  </a:cubicBezTo>
                  <a:cubicBezTo>
                    <a:pt x="407036" y="351155"/>
                    <a:pt x="419100" y="363855"/>
                    <a:pt x="419100" y="378460"/>
                  </a:cubicBezTo>
                  <a:close/>
                </a:path>
              </a:pathLst>
            </a:custGeom>
            <a:solidFill>
              <a:srgbClr val="008CF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grpSp>
      <p:sp>
        <p:nvSpPr>
          <p:cNvPr id="1838" name="Google Shape;1838;p173"/>
          <p:cNvSpPr txBox="1"/>
          <p:nvPr/>
        </p:nvSpPr>
        <p:spPr>
          <a:xfrm>
            <a:off x="889799" y="3704788"/>
            <a:ext cx="671700" cy="279300"/>
          </a:xfrm>
          <a:prstGeom prst="rect">
            <a:avLst/>
          </a:prstGeom>
          <a:noFill/>
          <a:ln>
            <a:noFill/>
          </a:ln>
        </p:spPr>
        <p:txBody>
          <a:bodyPr spcFirstLastPara="1" wrap="square" lIns="91425" tIns="45700" rIns="91425" bIns="45700" anchor="ctr" anchorCtr="0">
            <a:noAutofit/>
          </a:bodyPr>
          <a:lstStyle/>
          <a:p>
            <a:pPr marL="0" lvl="0" indent="0" algn="ctr" rtl="0">
              <a:lnSpc>
                <a:spcPct val="75000"/>
              </a:lnSpc>
              <a:spcBef>
                <a:spcPts val="0"/>
              </a:spcBef>
              <a:spcAft>
                <a:spcPts val="0"/>
              </a:spcAft>
              <a:buNone/>
            </a:pPr>
            <a:r>
              <a:rPr lang="en" sz="700" b="1">
                <a:solidFill>
                  <a:srgbClr val="666666"/>
                </a:solidFill>
                <a:latin typeface="Lato"/>
                <a:ea typeface="Lato"/>
                <a:cs typeface="Lato"/>
                <a:sym typeface="Lato"/>
              </a:rPr>
              <a:t>ERP</a:t>
            </a:r>
            <a:endParaRPr sz="700" b="1">
              <a:solidFill>
                <a:srgbClr val="666666"/>
              </a:solidFill>
              <a:latin typeface="Lato"/>
              <a:ea typeface="Lato"/>
              <a:cs typeface="Lato"/>
              <a:sym typeface="Lato"/>
            </a:endParaRPr>
          </a:p>
        </p:txBody>
      </p:sp>
      <p:grpSp>
        <p:nvGrpSpPr>
          <p:cNvPr id="1839" name="Google Shape;1839;p173"/>
          <p:cNvGrpSpPr/>
          <p:nvPr/>
        </p:nvGrpSpPr>
        <p:grpSpPr>
          <a:xfrm>
            <a:off x="1034950" y="4035875"/>
            <a:ext cx="356241" cy="215116"/>
            <a:chOff x="7522209" y="5184140"/>
            <a:chExt cx="541482" cy="327024"/>
          </a:xfrm>
        </p:grpSpPr>
        <p:sp>
          <p:nvSpPr>
            <p:cNvPr id="1840" name="Google Shape;1840;p173"/>
            <p:cNvSpPr/>
            <p:nvPr/>
          </p:nvSpPr>
          <p:spPr>
            <a:xfrm>
              <a:off x="7522209" y="5184140"/>
              <a:ext cx="397509" cy="283844"/>
            </a:xfrm>
            <a:custGeom>
              <a:avLst/>
              <a:gdLst/>
              <a:ahLst/>
              <a:cxnLst/>
              <a:rect l="l" t="t" r="r" b="b"/>
              <a:pathLst>
                <a:path w="397509" h="283844" extrusionOk="0">
                  <a:moveTo>
                    <a:pt x="233680" y="283845"/>
                  </a:moveTo>
                  <a:lnTo>
                    <a:pt x="63500" y="283845"/>
                  </a:lnTo>
                  <a:cubicBezTo>
                    <a:pt x="28575" y="283845"/>
                    <a:pt x="0" y="255905"/>
                    <a:pt x="0" y="220980"/>
                  </a:cubicBezTo>
                  <a:cubicBezTo>
                    <a:pt x="0" y="193040"/>
                    <a:pt x="18415" y="168275"/>
                    <a:pt x="45085" y="160655"/>
                  </a:cubicBezTo>
                  <a:cubicBezTo>
                    <a:pt x="41910" y="149225"/>
                    <a:pt x="40005" y="137160"/>
                    <a:pt x="40005" y="125095"/>
                  </a:cubicBezTo>
                  <a:cubicBezTo>
                    <a:pt x="40005" y="55880"/>
                    <a:pt x="95885" y="0"/>
                    <a:pt x="165100" y="0"/>
                  </a:cubicBezTo>
                  <a:cubicBezTo>
                    <a:pt x="205740" y="0"/>
                    <a:pt x="243205" y="19050"/>
                    <a:pt x="266700" y="52070"/>
                  </a:cubicBezTo>
                  <a:cubicBezTo>
                    <a:pt x="300990" y="24130"/>
                    <a:pt x="351155" y="29210"/>
                    <a:pt x="379095" y="62865"/>
                  </a:cubicBezTo>
                  <a:cubicBezTo>
                    <a:pt x="391160" y="77470"/>
                    <a:pt x="397510" y="95250"/>
                    <a:pt x="397510" y="113665"/>
                  </a:cubicBezTo>
                  <a:cubicBezTo>
                    <a:pt x="397510" y="138430"/>
                    <a:pt x="389890" y="149225"/>
                    <a:pt x="389255" y="150495"/>
                  </a:cubicBezTo>
                  <a:lnTo>
                    <a:pt x="378460" y="142875"/>
                  </a:lnTo>
                  <a:cubicBezTo>
                    <a:pt x="382905" y="133985"/>
                    <a:pt x="384810" y="123825"/>
                    <a:pt x="384175" y="113665"/>
                  </a:cubicBezTo>
                  <a:cubicBezTo>
                    <a:pt x="384175" y="76835"/>
                    <a:pt x="354330" y="46990"/>
                    <a:pt x="317500" y="46990"/>
                  </a:cubicBezTo>
                  <a:cubicBezTo>
                    <a:pt x="299720" y="46990"/>
                    <a:pt x="282575" y="53975"/>
                    <a:pt x="269875" y="66675"/>
                  </a:cubicBezTo>
                  <a:lnTo>
                    <a:pt x="264160" y="73025"/>
                  </a:lnTo>
                  <a:lnTo>
                    <a:pt x="259715" y="66040"/>
                  </a:lnTo>
                  <a:cubicBezTo>
                    <a:pt x="227330" y="13335"/>
                    <a:pt x="158750" y="-2540"/>
                    <a:pt x="106045" y="29845"/>
                  </a:cubicBezTo>
                  <a:cubicBezTo>
                    <a:pt x="60960" y="57785"/>
                    <a:pt x="41275" y="114300"/>
                    <a:pt x="60325" y="163830"/>
                  </a:cubicBezTo>
                  <a:lnTo>
                    <a:pt x="62865" y="171450"/>
                  </a:lnTo>
                  <a:lnTo>
                    <a:pt x="54610" y="172720"/>
                  </a:lnTo>
                  <a:cubicBezTo>
                    <a:pt x="27305" y="177165"/>
                    <a:pt x="9525" y="202565"/>
                    <a:pt x="13970" y="229870"/>
                  </a:cubicBezTo>
                  <a:cubicBezTo>
                    <a:pt x="17780" y="254000"/>
                    <a:pt x="38735" y="271780"/>
                    <a:pt x="63500" y="271145"/>
                  </a:cubicBezTo>
                  <a:lnTo>
                    <a:pt x="233680" y="271145"/>
                  </a:lnTo>
                  <a:lnTo>
                    <a:pt x="233680" y="283845"/>
                  </a:lnTo>
                  <a:close/>
                </a:path>
              </a:pathLst>
            </a:custGeom>
            <a:solidFill>
              <a:srgbClr val="008CF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841" name="Google Shape;1841;p173"/>
            <p:cNvSpPr/>
            <p:nvPr/>
          </p:nvSpPr>
          <p:spPr>
            <a:xfrm>
              <a:off x="7749540" y="5313340"/>
              <a:ext cx="314152" cy="197824"/>
            </a:xfrm>
            <a:custGeom>
              <a:avLst/>
              <a:gdLst/>
              <a:ahLst/>
              <a:cxnLst/>
              <a:rect l="l" t="t" r="r" b="b"/>
              <a:pathLst>
                <a:path w="314152" h="197824" extrusionOk="0">
                  <a:moveTo>
                    <a:pt x="257175" y="197824"/>
                  </a:moveTo>
                  <a:lnTo>
                    <a:pt x="45085" y="197824"/>
                  </a:lnTo>
                  <a:cubicBezTo>
                    <a:pt x="20320" y="197824"/>
                    <a:pt x="0" y="176869"/>
                    <a:pt x="0" y="152104"/>
                  </a:cubicBezTo>
                  <a:cubicBezTo>
                    <a:pt x="0" y="133054"/>
                    <a:pt x="12065" y="116544"/>
                    <a:pt x="29845" y="110194"/>
                  </a:cubicBezTo>
                  <a:cubicBezTo>
                    <a:pt x="17145" y="63204"/>
                    <a:pt x="45085" y="14944"/>
                    <a:pt x="92075" y="2879"/>
                  </a:cubicBezTo>
                  <a:cubicBezTo>
                    <a:pt x="126365" y="-6011"/>
                    <a:pt x="162560" y="6054"/>
                    <a:pt x="184150" y="33994"/>
                  </a:cubicBezTo>
                  <a:cubicBezTo>
                    <a:pt x="208915" y="14944"/>
                    <a:pt x="245110" y="20024"/>
                    <a:pt x="264160" y="44789"/>
                  </a:cubicBezTo>
                  <a:cubicBezTo>
                    <a:pt x="271780" y="54949"/>
                    <a:pt x="275590" y="67014"/>
                    <a:pt x="275590" y="79079"/>
                  </a:cubicBezTo>
                  <a:cubicBezTo>
                    <a:pt x="275590" y="81619"/>
                    <a:pt x="275590" y="84159"/>
                    <a:pt x="274955" y="86699"/>
                  </a:cubicBezTo>
                  <a:cubicBezTo>
                    <a:pt x="304800" y="96224"/>
                    <a:pt x="321310" y="128609"/>
                    <a:pt x="311150" y="158454"/>
                  </a:cubicBezTo>
                  <a:cubicBezTo>
                    <a:pt x="303530" y="181949"/>
                    <a:pt x="281940" y="197824"/>
                    <a:pt x="257175" y="197824"/>
                  </a:cubicBezTo>
                  <a:close/>
                  <a:moveTo>
                    <a:pt x="114300" y="12404"/>
                  </a:moveTo>
                  <a:cubicBezTo>
                    <a:pt x="73025" y="12404"/>
                    <a:pt x="40005" y="46059"/>
                    <a:pt x="40005" y="86699"/>
                  </a:cubicBezTo>
                  <a:cubicBezTo>
                    <a:pt x="40005" y="94954"/>
                    <a:pt x="41275" y="103844"/>
                    <a:pt x="44450" y="112099"/>
                  </a:cubicBezTo>
                  <a:lnTo>
                    <a:pt x="46990" y="119719"/>
                  </a:lnTo>
                  <a:lnTo>
                    <a:pt x="38735" y="120989"/>
                  </a:lnTo>
                  <a:cubicBezTo>
                    <a:pt x="21590" y="124164"/>
                    <a:pt x="10160" y="140674"/>
                    <a:pt x="13335" y="158454"/>
                  </a:cubicBezTo>
                  <a:cubicBezTo>
                    <a:pt x="15875" y="173694"/>
                    <a:pt x="29210" y="184489"/>
                    <a:pt x="44450" y="184489"/>
                  </a:cubicBezTo>
                  <a:lnTo>
                    <a:pt x="256540" y="184489"/>
                  </a:lnTo>
                  <a:cubicBezTo>
                    <a:pt x="280670" y="184489"/>
                    <a:pt x="300355" y="165439"/>
                    <a:pt x="300355" y="141309"/>
                  </a:cubicBezTo>
                  <a:cubicBezTo>
                    <a:pt x="300355" y="120354"/>
                    <a:pt x="285750" y="102574"/>
                    <a:pt x="265430" y="98764"/>
                  </a:cubicBezTo>
                  <a:lnTo>
                    <a:pt x="258445" y="97494"/>
                  </a:lnTo>
                  <a:lnTo>
                    <a:pt x="260350" y="90509"/>
                  </a:lnTo>
                  <a:cubicBezTo>
                    <a:pt x="266065" y="67014"/>
                    <a:pt x="252095" y="43519"/>
                    <a:pt x="229235" y="37804"/>
                  </a:cubicBezTo>
                  <a:cubicBezTo>
                    <a:pt x="213995" y="33994"/>
                    <a:pt x="198755" y="38439"/>
                    <a:pt x="187325" y="49234"/>
                  </a:cubicBezTo>
                  <a:lnTo>
                    <a:pt x="181610" y="54949"/>
                  </a:lnTo>
                  <a:lnTo>
                    <a:pt x="177165" y="47964"/>
                  </a:lnTo>
                  <a:cubicBezTo>
                    <a:pt x="163830" y="25104"/>
                    <a:pt x="139700" y="12404"/>
                    <a:pt x="114300" y="12404"/>
                  </a:cubicBezTo>
                  <a:close/>
                </a:path>
              </a:pathLst>
            </a:custGeom>
            <a:solidFill>
              <a:srgbClr val="008CF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grpSp>
      <p:sp>
        <p:nvSpPr>
          <p:cNvPr id="1842" name="Google Shape;1842;p173"/>
          <p:cNvSpPr txBox="1"/>
          <p:nvPr/>
        </p:nvSpPr>
        <p:spPr>
          <a:xfrm>
            <a:off x="888974" y="4282588"/>
            <a:ext cx="671700" cy="279300"/>
          </a:xfrm>
          <a:prstGeom prst="rect">
            <a:avLst/>
          </a:prstGeom>
          <a:noFill/>
          <a:ln>
            <a:noFill/>
          </a:ln>
        </p:spPr>
        <p:txBody>
          <a:bodyPr spcFirstLastPara="1" wrap="square" lIns="91425" tIns="45700" rIns="91425" bIns="45700" anchor="ctr" anchorCtr="0">
            <a:noAutofit/>
          </a:bodyPr>
          <a:lstStyle/>
          <a:p>
            <a:pPr marL="0" lvl="0" indent="0" algn="ctr" rtl="0">
              <a:lnSpc>
                <a:spcPct val="75000"/>
              </a:lnSpc>
              <a:spcBef>
                <a:spcPts val="0"/>
              </a:spcBef>
              <a:spcAft>
                <a:spcPts val="0"/>
              </a:spcAft>
              <a:buNone/>
            </a:pPr>
            <a:r>
              <a:rPr lang="en" sz="700" b="1">
                <a:solidFill>
                  <a:srgbClr val="666666"/>
                </a:solidFill>
                <a:latin typeface="Lato"/>
                <a:ea typeface="Lato"/>
                <a:cs typeface="Lato"/>
                <a:sym typeface="Lato"/>
              </a:rPr>
              <a:t>Lakehouse</a:t>
            </a:r>
            <a:endParaRPr sz="700" b="1">
              <a:solidFill>
                <a:srgbClr val="666666"/>
              </a:solidFill>
              <a:latin typeface="Lato"/>
              <a:ea typeface="Lato"/>
              <a:cs typeface="Lato"/>
              <a:sym typeface="Lato"/>
            </a:endParaRPr>
          </a:p>
        </p:txBody>
      </p:sp>
      <p:grpSp>
        <p:nvGrpSpPr>
          <p:cNvPr id="1843" name="Google Shape;1843;p173"/>
          <p:cNvGrpSpPr/>
          <p:nvPr/>
        </p:nvGrpSpPr>
        <p:grpSpPr>
          <a:xfrm>
            <a:off x="2535137" y="3219130"/>
            <a:ext cx="356261" cy="320301"/>
            <a:chOff x="4932680" y="4075429"/>
            <a:chExt cx="541019" cy="486410"/>
          </a:xfrm>
        </p:grpSpPr>
        <p:sp>
          <p:nvSpPr>
            <p:cNvPr id="1844" name="Google Shape;1844;p173"/>
            <p:cNvSpPr/>
            <p:nvPr/>
          </p:nvSpPr>
          <p:spPr>
            <a:xfrm>
              <a:off x="5392420" y="4277360"/>
              <a:ext cx="81279" cy="81279"/>
            </a:xfrm>
            <a:custGeom>
              <a:avLst/>
              <a:gdLst/>
              <a:ahLst/>
              <a:cxnLst/>
              <a:rect l="l" t="t" r="r" b="b"/>
              <a:pathLst>
                <a:path w="81279" h="81279" extrusionOk="0">
                  <a:moveTo>
                    <a:pt x="81280" y="40640"/>
                  </a:moveTo>
                  <a:cubicBezTo>
                    <a:pt x="81280" y="63085"/>
                    <a:pt x="63085" y="81280"/>
                    <a:pt x="40640" y="81280"/>
                  </a:cubicBezTo>
                  <a:cubicBezTo>
                    <a:pt x="18195" y="81280"/>
                    <a:pt x="0" y="63085"/>
                    <a:pt x="0" y="40640"/>
                  </a:cubicBezTo>
                  <a:cubicBezTo>
                    <a:pt x="0" y="18195"/>
                    <a:pt x="18195" y="0"/>
                    <a:pt x="40640" y="0"/>
                  </a:cubicBezTo>
                  <a:cubicBezTo>
                    <a:pt x="63085" y="0"/>
                    <a:pt x="81280" y="18195"/>
                    <a:pt x="81280" y="40640"/>
                  </a:cubicBezTo>
                  <a:close/>
                </a:path>
              </a:pathLst>
            </a:custGeom>
            <a:solidFill>
              <a:srgbClr val="FF83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845" name="Google Shape;1845;p173"/>
            <p:cNvSpPr/>
            <p:nvPr/>
          </p:nvSpPr>
          <p:spPr>
            <a:xfrm>
              <a:off x="4932680" y="4277995"/>
              <a:ext cx="81279" cy="81279"/>
            </a:xfrm>
            <a:custGeom>
              <a:avLst/>
              <a:gdLst/>
              <a:ahLst/>
              <a:cxnLst/>
              <a:rect l="l" t="t" r="r" b="b"/>
              <a:pathLst>
                <a:path w="81279" h="81279" extrusionOk="0">
                  <a:moveTo>
                    <a:pt x="81280" y="40640"/>
                  </a:moveTo>
                  <a:cubicBezTo>
                    <a:pt x="81280" y="63085"/>
                    <a:pt x="63085" y="81280"/>
                    <a:pt x="40640" y="81280"/>
                  </a:cubicBezTo>
                  <a:cubicBezTo>
                    <a:pt x="18195" y="81280"/>
                    <a:pt x="0" y="63085"/>
                    <a:pt x="0" y="40640"/>
                  </a:cubicBezTo>
                  <a:cubicBezTo>
                    <a:pt x="0" y="18195"/>
                    <a:pt x="18195" y="0"/>
                    <a:pt x="40640" y="0"/>
                  </a:cubicBezTo>
                  <a:cubicBezTo>
                    <a:pt x="63084" y="0"/>
                    <a:pt x="81280" y="18195"/>
                    <a:pt x="81280" y="40640"/>
                  </a:cubicBezTo>
                  <a:close/>
                </a:path>
              </a:pathLst>
            </a:custGeom>
            <a:solidFill>
              <a:srgbClr val="FF83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846" name="Google Shape;1846;p173"/>
            <p:cNvSpPr/>
            <p:nvPr/>
          </p:nvSpPr>
          <p:spPr>
            <a:xfrm>
              <a:off x="5162550" y="4277995"/>
              <a:ext cx="81279" cy="81279"/>
            </a:xfrm>
            <a:custGeom>
              <a:avLst/>
              <a:gdLst/>
              <a:ahLst/>
              <a:cxnLst/>
              <a:rect l="l" t="t" r="r" b="b"/>
              <a:pathLst>
                <a:path w="81279" h="81279" extrusionOk="0">
                  <a:moveTo>
                    <a:pt x="40640" y="0"/>
                  </a:moveTo>
                  <a:cubicBezTo>
                    <a:pt x="18415" y="0"/>
                    <a:pt x="0" y="18415"/>
                    <a:pt x="0" y="40640"/>
                  </a:cubicBezTo>
                  <a:cubicBezTo>
                    <a:pt x="0" y="62865"/>
                    <a:pt x="18415" y="81280"/>
                    <a:pt x="40640" y="81280"/>
                  </a:cubicBezTo>
                  <a:cubicBezTo>
                    <a:pt x="62865" y="81280"/>
                    <a:pt x="81280" y="62865"/>
                    <a:pt x="81280" y="40640"/>
                  </a:cubicBezTo>
                  <a:cubicBezTo>
                    <a:pt x="81280" y="18415"/>
                    <a:pt x="62865" y="0"/>
                    <a:pt x="40640" y="0"/>
                  </a:cubicBezTo>
                  <a:close/>
                  <a:moveTo>
                    <a:pt x="40640" y="67945"/>
                  </a:moveTo>
                  <a:cubicBezTo>
                    <a:pt x="26035" y="67945"/>
                    <a:pt x="13335" y="55880"/>
                    <a:pt x="13335" y="40640"/>
                  </a:cubicBezTo>
                  <a:cubicBezTo>
                    <a:pt x="13335" y="26035"/>
                    <a:pt x="25400" y="13335"/>
                    <a:pt x="40640" y="13335"/>
                  </a:cubicBezTo>
                  <a:cubicBezTo>
                    <a:pt x="55245" y="13335"/>
                    <a:pt x="67945" y="25400"/>
                    <a:pt x="67945" y="40640"/>
                  </a:cubicBezTo>
                  <a:cubicBezTo>
                    <a:pt x="67310" y="55880"/>
                    <a:pt x="55245" y="67945"/>
                    <a:pt x="40640" y="67945"/>
                  </a:cubicBezTo>
                  <a:close/>
                </a:path>
              </a:pathLst>
            </a:custGeom>
            <a:solidFill>
              <a:srgbClr val="FF83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847" name="Google Shape;1847;p173"/>
            <p:cNvSpPr/>
            <p:nvPr/>
          </p:nvSpPr>
          <p:spPr>
            <a:xfrm>
              <a:off x="5046979" y="4075429"/>
              <a:ext cx="311785" cy="486410"/>
            </a:xfrm>
            <a:custGeom>
              <a:avLst/>
              <a:gdLst/>
              <a:ahLst/>
              <a:cxnLst/>
              <a:rect l="l" t="t" r="r" b="b"/>
              <a:pathLst>
                <a:path w="311785" h="486410" extrusionOk="0">
                  <a:moveTo>
                    <a:pt x="284480" y="205105"/>
                  </a:moveTo>
                  <a:lnTo>
                    <a:pt x="284480" y="0"/>
                  </a:lnTo>
                  <a:lnTo>
                    <a:pt x="27305" y="0"/>
                  </a:lnTo>
                  <a:lnTo>
                    <a:pt x="27305" y="205105"/>
                  </a:lnTo>
                  <a:cubicBezTo>
                    <a:pt x="11430" y="210820"/>
                    <a:pt x="0" y="225425"/>
                    <a:pt x="0" y="243205"/>
                  </a:cubicBezTo>
                  <a:cubicBezTo>
                    <a:pt x="0" y="260985"/>
                    <a:pt x="11430" y="275590"/>
                    <a:pt x="27305" y="281305"/>
                  </a:cubicBezTo>
                  <a:lnTo>
                    <a:pt x="27305" y="486410"/>
                  </a:lnTo>
                  <a:lnTo>
                    <a:pt x="284480" y="486410"/>
                  </a:lnTo>
                  <a:lnTo>
                    <a:pt x="284480" y="281305"/>
                  </a:lnTo>
                  <a:cubicBezTo>
                    <a:pt x="300355" y="275590"/>
                    <a:pt x="311785" y="260985"/>
                    <a:pt x="311785" y="243205"/>
                  </a:cubicBezTo>
                  <a:cubicBezTo>
                    <a:pt x="311785" y="225425"/>
                    <a:pt x="300355" y="210820"/>
                    <a:pt x="284480" y="205105"/>
                  </a:cubicBezTo>
                  <a:close/>
                  <a:moveTo>
                    <a:pt x="271145" y="270510"/>
                  </a:moveTo>
                  <a:cubicBezTo>
                    <a:pt x="256540" y="270510"/>
                    <a:pt x="243840" y="258445"/>
                    <a:pt x="243840" y="243205"/>
                  </a:cubicBezTo>
                  <a:cubicBezTo>
                    <a:pt x="243840" y="228600"/>
                    <a:pt x="255905" y="215900"/>
                    <a:pt x="271145" y="215900"/>
                  </a:cubicBezTo>
                  <a:lnTo>
                    <a:pt x="271145" y="270510"/>
                  </a:lnTo>
                  <a:close/>
                  <a:moveTo>
                    <a:pt x="41275" y="215900"/>
                  </a:moveTo>
                  <a:cubicBezTo>
                    <a:pt x="55880" y="215900"/>
                    <a:pt x="68580" y="227965"/>
                    <a:pt x="68580" y="243205"/>
                  </a:cubicBezTo>
                  <a:cubicBezTo>
                    <a:pt x="68580" y="257810"/>
                    <a:pt x="56515" y="270510"/>
                    <a:pt x="41275" y="270510"/>
                  </a:cubicBezTo>
                  <a:lnTo>
                    <a:pt x="41275" y="215900"/>
                  </a:lnTo>
                  <a:close/>
                  <a:moveTo>
                    <a:pt x="271145" y="473075"/>
                  </a:moveTo>
                  <a:lnTo>
                    <a:pt x="41275" y="473075"/>
                  </a:lnTo>
                  <a:lnTo>
                    <a:pt x="41275" y="283845"/>
                  </a:lnTo>
                  <a:cubicBezTo>
                    <a:pt x="63500" y="283845"/>
                    <a:pt x="81915" y="265430"/>
                    <a:pt x="81915" y="243205"/>
                  </a:cubicBezTo>
                  <a:cubicBezTo>
                    <a:pt x="81915" y="220980"/>
                    <a:pt x="63500" y="202565"/>
                    <a:pt x="41275" y="202565"/>
                  </a:cubicBezTo>
                  <a:lnTo>
                    <a:pt x="41275" y="13335"/>
                  </a:lnTo>
                  <a:lnTo>
                    <a:pt x="271145" y="13335"/>
                  </a:lnTo>
                  <a:lnTo>
                    <a:pt x="271145" y="202565"/>
                  </a:lnTo>
                  <a:cubicBezTo>
                    <a:pt x="248920" y="202565"/>
                    <a:pt x="230505" y="220980"/>
                    <a:pt x="230505" y="243205"/>
                  </a:cubicBezTo>
                  <a:cubicBezTo>
                    <a:pt x="230505" y="265430"/>
                    <a:pt x="248920" y="283845"/>
                    <a:pt x="271145" y="283845"/>
                  </a:cubicBezTo>
                  <a:lnTo>
                    <a:pt x="271145" y="473075"/>
                  </a:lnTo>
                  <a:close/>
                </a:path>
              </a:pathLst>
            </a:custGeom>
            <a:solidFill>
              <a:srgbClr val="FF83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grpSp>
      <p:sp>
        <p:nvSpPr>
          <p:cNvPr id="1848" name="Google Shape;1848;p173"/>
          <p:cNvSpPr txBox="1"/>
          <p:nvPr/>
        </p:nvSpPr>
        <p:spPr>
          <a:xfrm>
            <a:off x="2377424" y="2886250"/>
            <a:ext cx="671700" cy="279300"/>
          </a:xfrm>
          <a:prstGeom prst="rect">
            <a:avLst/>
          </a:prstGeom>
          <a:noFill/>
          <a:ln>
            <a:noFill/>
          </a:ln>
        </p:spPr>
        <p:txBody>
          <a:bodyPr spcFirstLastPara="1" wrap="square" lIns="91425" tIns="45700" rIns="91425" bIns="45700" anchor="ctr" anchorCtr="0">
            <a:noAutofit/>
          </a:bodyPr>
          <a:lstStyle/>
          <a:p>
            <a:pPr marL="0" lvl="0" indent="0" algn="ctr" rtl="0">
              <a:lnSpc>
                <a:spcPct val="75000"/>
              </a:lnSpc>
              <a:spcBef>
                <a:spcPts val="0"/>
              </a:spcBef>
              <a:spcAft>
                <a:spcPts val="0"/>
              </a:spcAft>
              <a:buNone/>
            </a:pPr>
            <a:r>
              <a:rPr lang="en" sz="700" b="1">
                <a:solidFill>
                  <a:srgbClr val="666666"/>
                </a:solidFill>
                <a:latin typeface="Lato"/>
                <a:ea typeface="Lato"/>
                <a:cs typeface="Lato"/>
                <a:sym typeface="Lato"/>
              </a:rPr>
              <a:t>CDE Spark</a:t>
            </a:r>
            <a:endParaRPr sz="700" b="1">
              <a:solidFill>
                <a:srgbClr val="666666"/>
              </a:solidFill>
              <a:latin typeface="Lato"/>
              <a:ea typeface="Lato"/>
              <a:cs typeface="Lato"/>
              <a:sym typeface="Lato"/>
            </a:endParaRPr>
          </a:p>
        </p:txBody>
      </p:sp>
      <p:sp>
        <p:nvSpPr>
          <p:cNvPr id="1849" name="Google Shape;1849;p173"/>
          <p:cNvSpPr/>
          <p:nvPr/>
        </p:nvSpPr>
        <p:spPr>
          <a:xfrm>
            <a:off x="3575275" y="2899078"/>
            <a:ext cx="1080000" cy="775500"/>
          </a:xfrm>
          <a:prstGeom prst="roundRect">
            <a:avLst>
              <a:gd name="adj" fmla="val 9883"/>
            </a:avLst>
          </a:prstGeom>
          <a:solidFill>
            <a:srgbClr val="F5F5F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 </a:t>
            </a:r>
            <a:endParaRPr>
              <a:latin typeface="Roboto"/>
              <a:ea typeface="Roboto"/>
              <a:cs typeface="Roboto"/>
              <a:sym typeface="Roboto"/>
            </a:endParaRPr>
          </a:p>
        </p:txBody>
      </p:sp>
      <p:grpSp>
        <p:nvGrpSpPr>
          <p:cNvPr id="1850" name="Google Shape;1850;p173"/>
          <p:cNvGrpSpPr/>
          <p:nvPr/>
        </p:nvGrpSpPr>
        <p:grpSpPr>
          <a:xfrm>
            <a:off x="3975611" y="3265115"/>
            <a:ext cx="279324" cy="287304"/>
            <a:chOff x="9362440" y="2036445"/>
            <a:chExt cx="444500" cy="457200"/>
          </a:xfrm>
        </p:grpSpPr>
        <p:sp>
          <p:nvSpPr>
            <p:cNvPr id="1851" name="Google Shape;1851;p173"/>
            <p:cNvSpPr/>
            <p:nvPr/>
          </p:nvSpPr>
          <p:spPr>
            <a:xfrm>
              <a:off x="9387840" y="2036445"/>
              <a:ext cx="393700" cy="457200"/>
            </a:xfrm>
            <a:custGeom>
              <a:avLst/>
              <a:gdLst/>
              <a:ahLst/>
              <a:cxnLst/>
              <a:rect l="l" t="t" r="r" b="b"/>
              <a:pathLst>
                <a:path w="393700" h="457200" extrusionOk="0">
                  <a:moveTo>
                    <a:pt x="393700" y="457200"/>
                  </a:moveTo>
                  <a:lnTo>
                    <a:pt x="0" y="457200"/>
                  </a:lnTo>
                  <a:lnTo>
                    <a:pt x="0" y="0"/>
                  </a:lnTo>
                  <a:lnTo>
                    <a:pt x="393700" y="0"/>
                  </a:lnTo>
                  <a:lnTo>
                    <a:pt x="393700" y="203200"/>
                  </a:lnTo>
                  <a:lnTo>
                    <a:pt x="381000" y="203200"/>
                  </a:lnTo>
                  <a:lnTo>
                    <a:pt x="381000" y="12700"/>
                  </a:lnTo>
                  <a:lnTo>
                    <a:pt x="12700" y="12700"/>
                  </a:lnTo>
                  <a:lnTo>
                    <a:pt x="12700" y="444500"/>
                  </a:lnTo>
                  <a:lnTo>
                    <a:pt x="381000" y="444500"/>
                  </a:lnTo>
                  <a:lnTo>
                    <a:pt x="381000" y="254000"/>
                  </a:lnTo>
                  <a:lnTo>
                    <a:pt x="393700" y="254000"/>
                  </a:lnTo>
                  <a:close/>
                </a:path>
              </a:pathLst>
            </a:custGeom>
            <a:solidFill>
              <a:srgbClr val="FF83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852" name="Google Shape;1852;p173"/>
            <p:cNvSpPr/>
            <p:nvPr/>
          </p:nvSpPr>
          <p:spPr>
            <a:xfrm>
              <a:off x="9362440" y="2233295"/>
              <a:ext cx="63500" cy="63500"/>
            </a:xfrm>
            <a:custGeom>
              <a:avLst/>
              <a:gdLst/>
              <a:ahLst/>
              <a:cxnLst/>
              <a:rect l="l" t="t" r="r" b="b"/>
              <a:pathLst>
                <a:path w="63500" h="63500" extrusionOk="0">
                  <a:moveTo>
                    <a:pt x="63500" y="31750"/>
                  </a:moveTo>
                  <a:cubicBezTo>
                    <a:pt x="63500" y="49285"/>
                    <a:pt x="49286" y="63500"/>
                    <a:pt x="31750" y="63500"/>
                  </a:cubicBezTo>
                  <a:cubicBezTo>
                    <a:pt x="14215" y="63500"/>
                    <a:pt x="0" y="49285"/>
                    <a:pt x="0" y="31750"/>
                  </a:cubicBezTo>
                  <a:cubicBezTo>
                    <a:pt x="0" y="14215"/>
                    <a:pt x="14215" y="0"/>
                    <a:pt x="31750" y="0"/>
                  </a:cubicBezTo>
                  <a:cubicBezTo>
                    <a:pt x="49286" y="0"/>
                    <a:pt x="63500" y="14215"/>
                    <a:pt x="63500" y="31750"/>
                  </a:cubicBezTo>
                  <a:close/>
                </a:path>
              </a:pathLst>
            </a:custGeom>
            <a:solidFill>
              <a:srgbClr val="FF83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853" name="Google Shape;1853;p173"/>
            <p:cNvSpPr/>
            <p:nvPr/>
          </p:nvSpPr>
          <p:spPr>
            <a:xfrm>
              <a:off x="9743440" y="2233295"/>
              <a:ext cx="63500" cy="63500"/>
            </a:xfrm>
            <a:custGeom>
              <a:avLst/>
              <a:gdLst/>
              <a:ahLst/>
              <a:cxnLst/>
              <a:rect l="l" t="t" r="r" b="b"/>
              <a:pathLst>
                <a:path w="63500" h="63500" extrusionOk="0">
                  <a:moveTo>
                    <a:pt x="31750" y="12700"/>
                  </a:moveTo>
                  <a:cubicBezTo>
                    <a:pt x="42545" y="12700"/>
                    <a:pt x="50800" y="20955"/>
                    <a:pt x="50800" y="31750"/>
                  </a:cubicBezTo>
                  <a:cubicBezTo>
                    <a:pt x="50800" y="42545"/>
                    <a:pt x="42545" y="50800"/>
                    <a:pt x="31750" y="50800"/>
                  </a:cubicBezTo>
                  <a:cubicBezTo>
                    <a:pt x="20955" y="50800"/>
                    <a:pt x="12700" y="42545"/>
                    <a:pt x="12700" y="31750"/>
                  </a:cubicBezTo>
                  <a:cubicBezTo>
                    <a:pt x="12700" y="20955"/>
                    <a:pt x="20955" y="12700"/>
                    <a:pt x="31750" y="12700"/>
                  </a:cubicBezTo>
                  <a:moveTo>
                    <a:pt x="31750" y="0"/>
                  </a:moveTo>
                  <a:cubicBezTo>
                    <a:pt x="13970" y="0"/>
                    <a:pt x="0" y="13970"/>
                    <a:pt x="0" y="31750"/>
                  </a:cubicBezTo>
                  <a:cubicBezTo>
                    <a:pt x="0" y="49530"/>
                    <a:pt x="13970" y="63500"/>
                    <a:pt x="31750" y="63500"/>
                  </a:cubicBezTo>
                  <a:cubicBezTo>
                    <a:pt x="49530" y="63500"/>
                    <a:pt x="63500" y="49530"/>
                    <a:pt x="63500" y="31750"/>
                  </a:cubicBezTo>
                  <a:cubicBezTo>
                    <a:pt x="63500" y="13970"/>
                    <a:pt x="49530" y="0"/>
                    <a:pt x="31750" y="0"/>
                  </a:cubicBezTo>
                  <a:close/>
                </a:path>
              </a:pathLst>
            </a:custGeom>
            <a:solidFill>
              <a:srgbClr val="FF83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854" name="Google Shape;1854;p173"/>
            <p:cNvSpPr/>
            <p:nvPr/>
          </p:nvSpPr>
          <p:spPr>
            <a:xfrm>
              <a:off x="9400540" y="2239645"/>
              <a:ext cx="128269" cy="71754"/>
            </a:xfrm>
            <a:custGeom>
              <a:avLst/>
              <a:gdLst/>
              <a:ahLst/>
              <a:cxnLst/>
              <a:rect l="l" t="t" r="r" b="b"/>
              <a:pathLst>
                <a:path w="128269" h="71754" extrusionOk="0">
                  <a:moveTo>
                    <a:pt x="56515" y="71755"/>
                  </a:moveTo>
                  <a:cubicBezTo>
                    <a:pt x="34290" y="71755"/>
                    <a:pt x="13970" y="61595"/>
                    <a:pt x="0" y="44450"/>
                  </a:cubicBezTo>
                  <a:lnTo>
                    <a:pt x="12065" y="34925"/>
                  </a:lnTo>
                  <a:cubicBezTo>
                    <a:pt x="31115" y="59690"/>
                    <a:pt x="66675" y="63500"/>
                    <a:pt x="91440" y="44450"/>
                  </a:cubicBezTo>
                  <a:cubicBezTo>
                    <a:pt x="105410" y="33655"/>
                    <a:pt x="113030" y="17145"/>
                    <a:pt x="113030" y="0"/>
                  </a:cubicBezTo>
                  <a:lnTo>
                    <a:pt x="128270" y="0"/>
                  </a:lnTo>
                  <a:cubicBezTo>
                    <a:pt x="127635" y="39370"/>
                    <a:pt x="95885" y="71755"/>
                    <a:pt x="56515" y="71755"/>
                  </a:cubicBezTo>
                  <a:close/>
                </a:path>
              </a:pathLst>
            </a:custGeom>
            <a:solidFill>
              <a:srgbClr val="FF83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855" name="Google Shape;1855;p173"/>
            <p:cNvSpPr/>
            <p:nvPr/>
          </p:nvSpPr>
          <p:spPr>
            <a:xfrm>
              <a:off x="9512934" y="2239645"/>
              <a:ext cx="143519" cy="71754"/>
            </a:xfrm>
            <a:custGeom>
              <a:avLst/>
              <a:gdLst/>
              <a:ahLst/>
              <a:cxnLst/>
              <a:rect l="l" t="t" r="r" b="b"/>
              <a:pathLst>
                <a:path w="143519" h="71754" extrusionOk="0">
                  <a:moveTo>
                    <a:pt x="71755" y="71755"/>
                  </a:moveTo>
                  <a:cubicBezTo>
                    <a:pt x="32385" y="71755"/>
                    <a:pt x="0" y="39370"/>
                    <a:pt x="0" y="0"/>
                  </a:cubicBezTo>
                  <a:lnTo>
                    <a:pt x="15240" y="0"/>
                  </a:lnTo>
                  <a:cubicBezTo>
                    <a:pt x="15240" y="31115"/>
                    <a:pt x="40640" y="56515"/>
                    <a:pt x="71755" y="56515"/>
                  </a:cubicBezTo>
                  <a:cubicBezTo>
                    <a:pt x="102870" y="56515"/>
                    <a:pt x="128270" y="31115"/>
                    <a:pt x="128270" y="0"/>
                  </a:cubicBezTo>
                  <a:lnTo>
                    <a:pt x="128270" y="0"/>
                  </a:lnTo>
                  <a:lnTo>
                    <a:pt x="143510" y="0"/>
                  </a:lnTo>
                  <a:cubicBezTo>
                    <a:pt x="144145" y="39370"/>
                    <a:pt x="111760" y="71755"/>
                    <a:pt x="71755" y="71755"/>
                  </a:cubicBezTo>
                  <a:cubicBezTo>
                    <a:pt x="72390" y="71755"/>
                    <a:pt x="72390" y="71755"/>
                    <a:pt x="71755" y="71755"/>
                  </a:cubicBezTo>
                  <a:close/>
                </a:path>
              </a:pathLst>
            </a:custGeom>
            <a:solidFill>
              <a:srgbClr val="FF83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856" name="Google Shape;1856;p173"/>
            <p:cNvSpPr/>
            <p:nvPr/>
          </p:nvSpPr>
          <p:spPr>
            <a:xfrm>
              <a:off x="9641840" y="2239645"/>
              <a:ext cx="122554" cy="71754"/>
            </a:xfrm>
            <a:custGeom>
              <a:avLst/>
              <a:gdLst/>
              <a:ahLst/>
              <a:cxnLst/>
              <a:rect l="l" t="t" r="r" b="b"/>
              <a:pathLst>
                <a:path w="122554" h="71754" extrusionOk="0">
                  <a:moveTo>
                    <a:pt x="71120" y="71755"/>
                  </a:moveTo>
                  <a:cubicBezTo>
                    <a:pt x="31750" y="71755"/>
                    <a:pt x="0" y="39370"/>
                    <a:pt x="0" y="0"/>
                  </a:cubicBezTo>
                  <a:lnTo>
                    <a:pt x="15240" y="0"/>
                  </a:lnTo>
                  <a:cubicBezTo>
                    <a:pt x="15240" y="31115"/>
                    <a:pt x="40640" y="56515"/>
                    <a:pt x="71755" y="56515"/>
                  </a:cubicBezTo>
                  <a:cubicBezTo>
                    <a:pt x="86995" y="56515"/>
                    <a:pt x="100965" y="50165"/>
                    <a:pt x="111760" y="40005"/>
                  </a:cubicBezTo>
                  <a:lnTo>
                    <a:pt x="122555" y="50800"/>
                  </a:lnTo>
                  <a:cubicBezTo>
                    <a:pt x="109220" y="64135"/>
                    <a:pt x="90805" y="71755"/>
                    <a:pt x="71120" y="71755"/>
                  </a:cubicBezTo>
                  <a:close/>
                </a:path>
              </a:pathLst>
            </a:custGeom>
            <a:solidFill>
              <a:srgbClr val="FF83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grpSp>
      <p:grpSp>
        <p:nvGrpSpPr>
          <p:cNvPr id="1857" name="Google Shape;1857;p173"/>
          <p:cNvGrpSpPr/>
          <p:nvPr/>
        </p:nvGrpSpPr>
        <p:grpSpPr>
          <a:xfrm>
            <a:off x="3908353" y="3146228"/>
            <a:ext cx="413843" cy="140096"/>
            <a:chOff x="5143688" y="1932609"/>
            <a:chExt cx="381001" cy="128588"/>
          </a:xfrm>
        </p:grpSpPr>
        <p:sp>
          <p:nvSpPr>
            <p:cNvPr id="1858" name="Google Shape;1858;p173"/>
            <p:cNvSpPr/>
            <p:nvPr/>
          </p:nvSpPr>
          <p:spPr>
            <a:xfrm>
              <a:off x="5314187" y="1932609"/>
              <a:ext cx="38100" cy="38100"/>
            </a:xfrm>
            <a:custGeom>
              <a:avLst/>
              <a:gdLst/>
              <a:ahLst/>
              <a:cxnLst/>
              <a:rect l="l" t="t" r="r" b="b"/>
              <a:pathLst>
                <a:path w="50800" h="50800" extrusionOk="0">
                  <a:moveTo>
                    <a:pt x="50800" y="25400"/>
                  </a:moveTo>
                  <a:cubicBezTo>
                    <a:pt x="50800" y="39428"/>
                    <a:pt x="39428" y="50800"/>
                    <a:pt x="25400" y="50800"/>
                  </a:cubicBezTo>
                  <a:cubicBezTo>
                    <a:pt x="11372" y="50800"/>
                    <a:pt x="0" y="39428"/>
                    <a:pt x="0" y="25400"/>
                  </a:cubicBezTo>
                  <a:cubicBezTo>
                    <a:pt x="0" y="11372"/>
                    <a:pt x="11372" y="0"/>
                    <a:pt x="25400" y="0"/>
                  </a:cubicBezTo>
                  <a:cubicBezTo>
                    <a:pt x="39428" y="0"/>
                    <a:pt x="50800" y="11372"/>
                    <a:pt x="50800" y="25400"/>
                  </a:cubicBezTo>
                  <a:close/>
                </a:path>
              </a:pathLst>
            </a:custGeom>
            <a:solidFill>
              <a:srgbClr val="FF83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859" name="Google Shape;1859;p173"/>
            <p:cNvSpPr/>
            <p:nvPr/>
          </p:nvSpPr>
          <p:spPr>
            <a:xfrm>
              <a:off x="5486589" y="2023096"/>
              <a:ext cx="38100" cy="38100"/>
            </a:xfrm>
            <a:custGeom>
              <a:avLst/>
              <a:gdLst/>
              <a:ahLst/>
              <a:cxnLst/>
              <a:rect l="l" t="t" r="r" b="b"/>
              <a:pathLst>
                <a:path w="50800" h="50800" extrusionOk="0">
                  <a:moveTo>
                    <a:pt x="25400" y="12700"/>
                  </a:moveTo>
                  <a:cubicBezTo>
                    <a:pt x="32385" y="12700"/>
                    <a:pt x="38100" y="18415"/>
                    <a:pt x="38100" y="25400"/>
                  </a:cubicBezTo>
                  <a:cubicBezTo>
                    <a:pt x="38100" y="32385"/>
                    <a:pt x="32385" y="38100"/>
                    <a:pt x="25400" y="38100"/>
                  </a:cubicBezTo>
                  <a:cubicBezTo>
                    <a:pt x="18415" y="38100"/>
                    <a:pt x="12700" y="32385"/>
                    <a:pt x="12700" y="25400"/>
                  </a:cubicBezTo>
                  <a:cubicBezTo>
                    <a:pt x="12700" y="18415"/>
                    <a:pt x="18415" y="12700"/>
                    <a:pt x="25400" y="12700"/>
                  </a:cubicBezTo>
                  <a:moveTo>
                    <a:pt x="25400" y="0"/>
                  </a:moveTo>
                  <a:cubicBezTo>
                    <a:pt x="11430" y="0"/>
                    <a:pt x="0" y="11430"/>
                    <a:pt x="0" y="25400"/>
                  </a:cubicBezTo>
                  <a:cubicBezTo>
                    <a:pt x="0" y="39370"/>
                    <a:pt x="11430" y="50800"/>
                    <a:pt x="25400" y="50800"/>
                  </a:cubicBezTo>
                  <a:cubicBezTo>
                    <a:pt x="39370" y="50800"/>
                    <a:pt x="50800" y="39370"/>
                    <a:pt x="50800" y="25400"/>
                  </a:cubicBezTo>
                  <a:cubicBezTo>
                    <a:pt x="50800" y="11430"/>
                    <a:pt x="39370" y="0"/>
                    <a:pt x="25400" y="0"/>
                  </a:cubicBezTo>
                  <a:close/>
                </a:path>
              </a:pathLst>
            </a:custGeom>
            <a:solidFill>
              <a:srgbClr val="FF83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860" name="Google Shape;1860;p173"/>
            <p:cNvSpPr/>
            <p:nvPr/>
          </p:nvSpPr>
          <p:spPr>
            <a:xfrm>
              <a:off x="5143688" y="2023096"/>
              <a:ext cx="38100" cy="38100"/>
            </a:xfrm>
            <a:custGeom>
              <a:avLst/>
              <a:gdLst/>
              <a:ahLst/>
              <a:cxnLst/>
              <a:rect l="l" t="t" r="r" b="b"/>
              <a:pathLst>
                <a:path w="50800" h="50800" extrusionOk="0">
                  <a:moveTo>
                    <a:pt x="25400" y="12700"/>
                  </a:moveTo>
                  <a:cubicBezTo>
                    <a:pt x="32385" y="12700"/>
                    <a:pt x="38100" y="18415"/>
                    <a:pt x="38100" y="25400"/>
                  </a:cubicBezTo>
                  <a:cubicBezTo>
                    <a:pt x="38100" y="32385"/>
                    <a:pt x="32385" y="38100"/>
                    <a:pt x="25400" y="38100"/>
                  </a:cubicBezTo>
                  <a:cubicBezTo>
                    <a:pt x="18415" y="38100"/>
                    <a:pt x="12700" y="32385"/>
                    <a:pt x="12700" y="25400"/>
                  </a:cubicBezTo>
                  <a:cubicBezTo>
                    <a:pt x="12700" y="18415"/>
                    <a:pt x="18415" y="12700"/>
                    <a:pt x="25400" y="12700"/>
                  </a:cubicBezTo>
                  <a:moveTo>
                    <a:pt x="25400" y="0"/>
                  </a:moveTo>
                  <a:cubicBezTo>
                    <a:pt x="11430" y="0"/>
                    <a:pt x="0" y="11430"/>
                    <a:pt x="0" y="25400"/>
                  </a:cubicBezTo>
                  <a:cubicBezTo>
                    <a:pt x="0" y="39370"/>
                    <a:pt x="11430" y="50800"/>
                    <a:pt x="25400" y="50800"/>
                  </a:cubicBezTo>
                  <a:cubicBezTo>
                    <a:pt x="39370" y="50800"/>
                    <a:pt x="50800" y="39370"/>
                    <a:pt x="50800" y="25400"/>
                  </a:cubicBezTo>
                  <a:cubicBezTo>
                    <a:pt x="50800" y="11430"/>
                    <a:pt x="39370" y="0"/>
                    <a:pt x="25400" y="0"/>
                  </a:cubicBezTo>
                  <a:close/>
                </a:path>
              </a:pathLst>
            </a:custGeom>
            <a:solidFill>
              <a:srgbClr val="FF83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861" name="Google Shape;1861;p173"/>
            <p:cNvSpPr/>
            <p:nvPr/>
          </p:nvSpPr>
          <p:spPr>
            <a:xfrm>
              <a:off x="5171787" y="1946420"/>
              <a:ext cx="323374" cy="94297"/>
            </a:xfrm>
            <a:custGeom>
              <a:avLst/>
              <a:gdLst/>
              <a:ahLst/>
              <a:cxnLst/>
              <a:rect l="l" t="t" r="r" b="b"/>
              <a:pathLst>
                <a:path w="431165" h="125729" extrusionOk="0">
                  <a:moveTo>
                    <a:pt x="425450" y="125730"/>
                  </a:moveTo>
                  <a:lnTo>
                    <a:pt x="215265" y="13970"/>
                  </a:lnTo>
                  <a:lnTo>
                    <a:pt x="5715" y="125730"/>
                  </a:lnTo>
                  <a:lnTo>
                    <a:pt x="0" y="114935"/>
                  </a:lnTo>
                  <a:lnTo>
                    <a:pt x="215265" y="0"/>
                  </a:lnTo>
                  <a:lnTo>
                    <a:pt x="431165" y="114935"/>
                  </a:lnTo>
                  <a:close/>
                </a:path>
              </a:pathLst>
            </a:custGeom>
            <a:solidFill>
              <a:srgbClr val="FF83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grpSp>
      <p:sp>
        <p:nvSpPr>
          <p:cNvPr id="1862" name="Google Shape;1862;p173"/>
          <p:cNvSpPr txBox="1"/>
          <p:nvPr/>
        </p:nvSpPr>
        <p:spPr>
          <a:xfrm>
            <a:off x="3779424" y="2904200"/>
            <a:ext cx="671700" cy="279300"/>
          </a:xfrm>
          <a:prstGeom prst="rect">
            <a:avLst/>
          </a:prstGeom>
          <a:noFill/>
          <a:ln>
            <a:noFill/>
          </a:ln>
        </p:spPr>
        <p:txBody>
          <a:bodyPr spcFirstLastPara="1" wrap="square" lIns="91425" tIns="45700" rIns="91425" bIns="45700" anchor="ctr" anchorCtr="0">
            <a:noAutofit/>
          </a:bodyPr>
          <a:lstStyle/>
          <a:p>
            <a:pPr marL="0" lvl="0" indent="0" algn="ctr" rtl="0">
              <a:lnSpc>
                <a:spcPct val="75000"/>
              </a:lnSpc>
              <a:spcBef>
                <a:spcPts val="0"/>
              </a:spcBef>
              <a:spcAft>
                <a:spcPts val="0"/>
              </a:spcAft>
              <a:buNone/>
            </a:pPr>
            <a:r>
              <a:rPr lang="en" sz="700" b="1">
                <a:solidFill>
                  <a:srgbClr val="666666"/>
                </a:solidFill>
                <a:latin typeface="Lato"/>
                <a:ea typeface="Lato"/>
                <a:cs typeface="Lato"/>
                <a:sym typeface="Lato"/>
              </a:rPr>
              <a:t>Lakehouse</a:t>
            </a:r>
            <a:endParaRPr sz="700" b="1">
              <a:solidFill>
                <a:srgbClr val="666666"/>
              </a:solidFill>
              <a:latin typeface="Lato"/>
              <a:ea typeface="Lato"/>
              <a:cs typeface="Lato"/>
              <a:sym typeface="Lato"/>
            </a:endParaRPr>
          </a:p>
        </p:txBody>
      </p:sp>
      <p:sp>
        <p:nvSpPr>
          <p:cNvPr id="1863" name="Google Shape;1863;p173"/>
          <p:cNvSpPr/>
          <p:nvPr/>
        </p:nvSpPr>
        <p:spPr>
          <a:xfrm>
            <a:off x="1892965" y="1448725"/>
            <a:ext cx="242100" cy="142200"/>
          </a:xfrm>
          <a:prstGeom prst="rightArrow">
            <a:avLst>
              <a:gd name="adj1" fmla="val 50000"/>
              <a:gd name="adj2" fmla="val 50000"/>
            </a:avLst>
          </a:prstGeom>
          <a:solidFill>
            <a:srgbClr val="00A3AF"/>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endParaRPr sz="1300">
              <a:solidFill>
                <a:srgbClr val="305868"/>
              </a:solidFill>
              <a:latin typeface="Roboto"/>
              <a:ea typeface="Roboto"/>
              <a:cs typeface="Roboto"/>
              <a:sym typeface="Roboto"/>
            </a:endParaRPr>
          </a:p>
        </p:txBody>
      </p:sp>
      <p:sp>
        <p:nvSpPr>
          <p:cNvPr id="1864" name="Google Shape;1864;p173"/>
          <p:cNvSpPr/>
          <p:nvPr/>
        </p:nvSpPr>
        <p:spPr>
          <a:xfrm>
            <a:off x="1849827" y="3361275"/>
            <a:ext cx="242100" cy="142200"/>
          </a:xfrm>
          <a:prstGeom prst="rightArrow">
            <a:avLst>
              <a:gd name="adj1" fmla="val 50000"/>
              <a:gd name="adj2" fmla="val 50000"/>
            </a:avLst>
          </a:prstGeom>
          <a:solidFill>
            <a:srgbClr val="828282"/>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endParaRPr sz="1300">
              <a:solidFill>
                <a:srgbClr val="305868"/>
              </a:solidFill>
              <a:latin typeface="Roboto"/>
              <a:ea typeface="Roboto"/>
              <a:cs typeface="Roboto"/>
              <a:sym typeface="Roboto"/>
            </a:endParaRPr>
          </a:p>
        </p:txBody>
      </p:sp>
      <p:sp>
        <p:nvSpPr>
          <p:cNvPr id="1865" name="Google Shape;1865;p173"/>
          <p:cNvSpPr/>
          <p:nvPr/>
        </p:nvSpPr>
        <p:spPr>
          <a:xfrm>
            <a:off x="3385995" y="1448725"/>
            <a:ext cx="121200" cy="140100"/>
          </a:xfrm>
          <a:prstGeom prst="rightArrow">
            <a:avLst>
              <a:gd name="adj1" fmla="val 50000"/>
              <a:gd name="adj2" fmla="val 50000"/>
            </a:avLst>
          </a:prstGeom>
          <a:solidFill>
            <a:srgbClr val="00A3AF"/>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endParaRPr sz="1300">
              <a:solidFill>
                <a:srgbClr val="305868"/>
              </a:solidFill>
              <a:latin typeface="Roboto"/>
              <a:ea typeface="Roboto"/>
              <a:cs typeface="Roboto"/>
              <a:sym typeface="Roboto"/>
            </a:endParaRPr>
          </a:p>
        </p:txBody>
      </p:sp>
      <p:sp>
        <p:nvSpPr>
          <p:cNvPr id="1866" name="Google Shape;1866;p173"/>
          <p:cNvSpPr/>
          <p:nvPr/>
        </p:nvSpPr>
        <p:spPr>
          <a:xfrm>
            <a:off x="6567425" y="3146200"/>
            <a:ext cx="1043700" cy="1506300"/>
          </a:xfrm>
          <a:prstGeom prst="roundRect">
            <a:avLst>
              <a:gd name="adj" fmla="val 9883"/>
            </a:avLst>
          </a:prstGeom>
          <a:solidFill>
            <a:srgbClr val="E8F6F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 </a:t>
            </a:r>
            <a:endParaRPr>
              <a:latin typeface="Roboto"/>
              <a:ea typeface="Roboto"/>
              <a:cs typeface="Roboto"/>
              <a:sym typeface="Roboto"/>
            </a:endParaRPr>
          </a:p>
        </p:txBody>
      </p:sp>
      <p:sp>
        <p:nvSpPr>
          <p:cNvPr id="1867" name="Google Shape;1867;p173"/>
          <p:cNvSpPr txBox="1"/>
          <p:nvPr/>
        </p:nvSpPr>
        <p:spPr>
          <a:xfrm>
            <a:off x="6567412" y="3225538"/>
            <a:ext cx="1043700" cy="199500"/>
          </a:xfrm>
          <a:prstGeom prst="rect">
            <a:avLst/>
          </a:prstGeom>
          <a:noFill/>
          <a:ln>
            <a:noFill/>
          </a:ln>
        </p:spPr>
        <p:txBody>
          <a:bodyPr spcFirstLastPara="1" wrap="square" lIns="91425" tIns="0" rIns="91425" bIns="0" anchor="ctr" anchorCtr="0">
            <a:noAutofit/>
          </a:bodyPr>
          <a:lstStyle/>
          <a:p>
            <a:pPr marL="0" lvl="0" indent="0" algn="ctr" rtl="0">
              <a:lnSpc>
                <a:spcPct val="133333"/>
              </a:lnSpc>
              <a:spcBef>
                <a:spcPts val="0"/>
              </a:spcBef>
              <a:spcAft>
                <a:spcPts val="0"/>
              </a:spcAft>
              <a:buNone/>
            </a:pPr>
            <a:r>
              <a:rPr lang="en" sz="800" b="1">
                <a:latin typeface="Lato"/>
                <a:ea typeface="Lato"/>
                <a:cs typeface="Lato"/>
                <a:sym typeface="Lato"/>
              </a:rPr>
              <a:t>Monitoring dashboard</a:t>
            </a:r>
            <a:endParaRPr sz="800">
              <a:latin typeface="Lato"/>
              <a:ea typeface="Lato"/>
              <a:cs typeface="Lato"/>
              <a:sym typeface="Lato"/>
            </a:endParaRPr>
          </a:p>
        </p:txBody>
      </p:sp>
      <p:sp>
        <p:nvSpPr>
          <p:cNvPr id="1868" name="Google Shape;1868;p173"/>
          <p:cNvSpPr/>
          <p:nvPr/>
        </p:nvSpPr>
        <p:spPr>
          <a:xfrm>
            <a:off x="6767995" y="3636596"/>
            <a:ext cx="366235" cy="365759"/>
          </a:xfrm>
          <a:custGeom>
            <a:avLst/>
            <a:gdLst/>
            <a:ahLst/>
            <a:cxnLst/>
            <a:rect l="l" t="t" r="r" b="b"/>
            <a:pathLst>
              <a:path w="488314" h="487679" extrusionOk="0">
                <a:moveTo>
                  <a:pt x="447039" y="311785"/>
                </a:moveTo>
                <a:cubicBezTo>
                  <a:pt x="469264" y="311785"/>
                  <a:pt x="487680" y="293370"/>
                  <a:pt x="487680" y="271145"/>
                </a:cubicBezTo>
                <a:cubicBezTo>
                  <a:pt x="487680" y="248920"/>
                  <a:pt x="469264" y="230505"/>
                  <a:pt x="447039" y="230505"/>
                </a:cubicBezTo>
                <a:cubicBezTo>
                  <a:pt x="424814" y="230505"/>
                  <a:pt x="406400" y="248920"/>
                  <a:pt x="406400" y="271145"/>
                </a:cubicBezTo>
                <a:cubicBezTo>
                  <a:pt x="406400" y="278765"/>
                  <a:pt x="408305" y="285750"/>
                  <a:pt x="412114" y="291465"/>
                </a:cubicBezTo>
                <a:lnTo>
                  <a:pt x="327025" y="357505"/>
                </a:lnTo>
                <a:cubicBezTo>
                  <a:pt x="319405" y="349885"/>
                  <a:pt x="309245" y="345440"/>
                  <a:pt x="298450" y="345440"/>
                </a:cubicBezTo>
                <a:cubicBezTo>
                  <a:pt x="283210" y="345440"/>
                  <a:pt x="269875" y="353695"/>
                  <a:pt x="262889" y="366395"/>
                </a:cubicBezTo>
                <a:lnTo>
                  <a:pt x="189230" y="339725"/>
                </a:lnTo>
                <a:cubicBezTo>
                  <a:pt x="189864" y="337185"/>
                  <a:pt x="189864" y="334645"/>
                  <a:pt x="189864" y="332105"/>
                </a:cubicBezTo>
                <a:cubicBezTo>
                  <a:pt x="189864" y="309880"/>
                  <a:pt x="171450" y="291465"/>
                  <a:pt x="149225" y="291465"/>
                </a:cubicBezTo>
                <a:cubicBezTo>
                  <a:pt x="127000" y="291465"/>
                  <a:pt x="108585" y="309880"/>
                  <a:pt x="108585" y="332105"/>
                </a:cubicBezTo>
                <a:cubicBezTo>
                  <a:pt x="108585" y="337820"/>
                  <a:pt x="109855" y="342900"/>
                  <a:pt x="111760" y="347980"/>
                </a:cubicBezTo>
                <a:lnTo>
                  <a:pt x="13970" y="405130"/>
                </a:lnTo>
                <a:lnTo>
                  <a:pt x="13970" y="241300"/>
                </a:lnTo>
                <a:lnTo>
                  <a:pt x="118745" y="182880"/>
                </a:lnTo>
                <a:cubicBezTo>
                  <a:pt x="126364" y="191770"/>
                  <a:pt x="137160" y="196850"/>
                  <a:pt x="149225" y="196850"/>
                </a:cubicBezTo>
                <a:cubicBezTo>
                  <a:pt x="161925" y="196850"/>
                  <a:pt x="172720" y="191135"/>
                  <a:pt x="180339" y="182245"/>
                </a:cubicBezTo>
                <a:lnTo>
                  <a:pt x="260350" y="229235"/>
                </a:lnTo>
                <a:cubicBezTo>
                  <a:pt x="258445" y="233680"/>
                  <a:pt x="257810" y="238760"/>
                  <a:pt x="257810" y="243840"/>
                </a:cubicBezTo>
                <a:cubicBezTo>
                  <a:pt x="257810" y="266065"/>
                  <a:pt x="276225" y="284480"/>
                  <a:pt x="298450" y="284480"/>
                </a:cubicBezTo>
                <a:cubicBezTo>
                  <a:pt x="320675" y="284480"/>
                  <a:pt x="339089" y="266065"/>
                  <a:pt x="339089" y="243840"/>
                </a:cubicBezTo>
                <a:cubicBezTo>
                  <a:pt x="339089" y="233680"/>
                  <a:pt x="335280" y="224155"/>
                  <a:pt x="328930" y="217170"/>
                </a:cubicBezTo>
                <a:lnTo>
                  <a:pt x="431164" y="78105"/>
                </a:lnTo>
                <a:cubicBezTo>
                  <a:pt x="436245" y="80010"/>
                  <a:pt x="441960" y="81280"/>
                  <a:pt x="447675" y="81280"/>
                </a:cubicBezTo>
                <a:cubicBezTo>
                  <a:pt x="469900" y="81280"/>
                  <a:pt x="488314" y="62865"/>
                  <a:pt x="488314" y="40640"/>
                </a:cubicBezTo>
                <a:cubicBezTo>
                  <a:pt x="488314" y="18415"/>
                  <a:pt x="469900" y="0"/>
                  <a:pt x="447675" y="0"/>
                </a:cubicBezTo>
                <a:cubicBezTo>
                  <a:pt x="425450" y="0"/>
                  <a:pt x="407035" y="18415"/>
                  <a:pt x="407035" y="40640"/>
                </a:cubicBezTo>
                <a:cubicBezTo>
                  <a:pt x="407035" y="52070"/>
                  <a:pt x="412114" y="62865"/>
                  <a:pt x="419735" y="70485"/>
                </a:cubicBezTo>
                <a:lnTo>
                  <a:pt x="318135" y="208280"/>
                </a:lnTo>
                <a:cubicBezTo>
                  <a:pt x="312420" y="205105"/>
                  <a:pt x="305435" y="203200"/>
                  <a:pt x="298450" y="203200"/>
                </a:cubicBezTo>
                <a:cubicBezTo>
                  <a:pt x="285750" y="203200"/>
                  <a:pt x="274955" y="208915"/>
                  <a:pt x="267335" y="217805"/>
                </a:cubicBezTo>
                <a:lnTo>
                  <a:pt x="187325" y="170815"/>
                </a:lnTo>
                <a:cubicBezTo>
                  <a:pt x="189230" y="166370"/>
                  <a:pt x="189864" y="161290"/>
                  <a:pt x="189864" y="156210"/>
                </a:cubicBezTo>
                <a:cubicBezTo>
                  <a:pt x="189864" y="133985"/>
                  <a:pt x="171450" y="115570"/>
                  <a:pt x="149225" y="115570"/>
                </a:cubicBezTo>
                <a:cubicBezTo>
                  <a:pt x="127000" y="115570"/>
                  <a:pt x="108585" y="133985"/>
                  <a:pt x="108585" y="156210"/>
                </a:cubicBezTo>
                <a:cubicBezTo>
                  <a:pt x="108585" y="161290"/>
                  <a:pt x="109855" y="166370"/>
                  <a:pt x="111125" y="170815"/>
                </a:cubicBezTo>
                <a:lnTo>
                  <a:pt x="13335" y="225425"/>
                </a:lnTo>
                <a:lnTo>
                  <a:pt x="13335" y="635"/>
                </a:lnTo>
                <a:lnTo>
                  <a:pt x="0" y="635"/>
                </a:lnTo>
                <a:lnTo>
                  <a:pt x="0" y="412750"/>
                </a:lnTo>
                <a:lnTo>
                  <a:pt x="0" y="412750"/>
                </a:lnTo>
                <a:lnTo>
                  <a:pt x="0" y="412750"/>
                </a:lnTo>
                <a:lnTo>
                  <a:pt x="0" y="487680"/>
                </a:lnTo>
                <a:lnTo>
                  <a:pt x="487045" y="487680"/>
                </a:lnTo>
                <a:lnTo>
                  <a:pt x="487045" y="474345"/>
                </a:lnTo>
                <a:lnTo>
                  <a:pt x="13335" y="474345"/>
                </a:lnTo>
                <a:lnTo>
                  <a:pt x="13335" y="421005"/>
                </a:lnTo>
                <a:lnTo>
                  <a:pt x="118745" y="359410"/>
                </a:lnTo>
                <a:cubicBezTo>
                  <a:pt x="126364" y="367665"/>
                  <a:pt x="137160" y="372745"/>
                  <a:pt x="148589" y="372745"/>
                </a:cubicBezTo>
                <a:cubicBezTo>
                  <a:pt x="163830" y="372745"/>
                  <a:pt x="176530" y="364490"/>
                  <a:pt x="183514" y="352425"/>
                </a:cubicBezTo>
                <a:lnTo>
                  <a:pt x="257175" y="379095"/>
                </a:lnTo>
                <a:cubicBezTo>
                  <a:pt x="256539" y="381635"/>
                  <a:pt x="256539" y="383540"/>
                  <a:pt x="256539" y="386080"/>
                </a:cubicBezTo>
                <a:cubicBezTo>
                  <a:pt x="256539" y="408305"/>
                  <a:pt x="274955" y="426720"/>
                  <a:pt x="297180" y="426720"/>
                </a:cubicBezTo>
                <a:cubicBezTo>
                  <a:pt x="319405" y="426720"/>
                  <a:pt x="337820" y="408305"/>
                  <a:pt x="337820" y="386080"/>
                </a:cubicBezTo>
                <a:cubicBezTo>
                  <a:pt x="337820" y="379730"/>
                  <a:pt x="336550" y="374015"/>
                  <a:pt x="334010" y="368300"/>
                </a:cubicBezTo>
                <a:lnTo>
                  <a:pt x="419735" y="301625"/>
                </a:lnTo>
                <a:cubicBezTo>
                  <a:pt x="427989" y="307975"/>
                  <a:pt x="436880" y="311785"/>
                  <a:pt x="447039" y="311785"/>
                </a:cubicBezTo>
                <a:close/>
                <a:moveTo>
                  <a:pt x="447039" y="13970"/>
                </a:moveTo>
                <a:cubicBezTo>
                  <a:pt x="461645" y="13970"/>
                  <a:pt x="474345" y="26035"/>
                  <a:pt x="474345" y="41275"/>
                </a:cubicBezTo>
                <a:cubicBezTo>
                  <a:pt x="474345" y="56515"/>
                  <a:pt x="462280" y="68580"/>
                  <a:pt x="447039" y="68580"/>
                </a:cubicBezTo>
                <a:cubicBezTo>
                  <a:pt x="431800" y="68580"/>
                  <a:pt x="419735" y="56515"/>
                  <a:pt x="419735" y="41275"/>
                </a:cubicBezTo>
                <a:cubicBezTo>
                  <a:pt x="419735" y="26035"/>
                  <a:pt x="432435" y="13970"/>
                  <a:pt x="447039" y="13970"/>
                </a:cubicBezTo>
                <a:close/>
                <a:moveTo>
                  <a:pt x="298450" y="217170"/>
                </a:moveTo>
                <a:cubicBezTo>
                  <a:pt x="313055" y="217170"/>
                  <a:pt x="325755" y="229235"/>
                  <a:pt x="325755" y="244475"/>
                </a:cubicBezTo>
                <a:cubicBezTo>
                  <a:pt x="325755" y="259080"/>
                  <a:pt x="313689" y="271780"/>
                  <a:pt x="298450" y="271780"/>
                </a:cubicBezTo>
                <a:cubicBezTo>
                  <a:pt x="283210" y="271780"/>
                  <a:pt x="271145" y="259715"/>
                  <a:pt x="271145" y="244475"/>
                </a:cubicBezTo>
                <a:cubicBezTo>
                  <a:pt x="271145" y="229235"/>
                  <a:pt x="283210" y="217170"/>
                  <a:pt x="298450" y="217170"/>
                </a:cubicBezTo>
                <a:close/>
                <a:moveTo>
                  <a:pt x="149860" y="128905"/>
                </a:moveTo>
                <a:cubicBezTo>
                  <a:pt x="164464" y="128905"/>
                  <a:pt x="177164" y="140970"/>
                  <a:pt x="177164" y="156210"/>
                </a:cubicBezTo>
                <a:cubicBezTo>
                  <a:pt x="177164" y="170815"/>
                  <a:pt x="165100" y="183515"/>
                  <a:pt x="149860" y="183515"/>
                </a:cubicBezTo>
                <a:cubicBezTo>
                  <a:pt x="134620" y="183515"/>
                  <a:pt x="122555" y="171450"/>
                  <a:pt x="122555" y="156210"/>
                </a:cubicBezTo>
                <a:cubicBezTo>
                  <a:pt x="122555" y="140970"/>
                  <a:pt x="134620" y="128905"/>
                  <a:pt x="149860" y="128905"/>
                </a:cubicBezTo>
                <a:close/>
              </a:path>
            </a:pathLst>
          </a:custGeom>
          <a:solidFill>
            <a:srgbClr val="FF83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grpSp>
        <p:nvGrpSpPr>
          <p:cNvPr id="1869" name="Google Shape;1869;p173"/>
          <p:cNvGrpSpPr/>
          <p:nvPr/>
        </p:nvGrpSpPr>
        <p:grpSpPr>
          <a:xfrm>
            <a:off x="7104639" y="4055629"/>
            <a:ext cx="267176" cy="342900"/>
            <a:chOff x="1568450" y="3063239"/>
            <a:chExt cx="356235" cy="457200"/>
          </a:xfrm>
        </p:grpSpPr>
        <p:grpSp>
          <p:nvGrpSpPr>
            <p:cNvPr id="1870" name="Google Shape;1870;p173"/>
            <p:cNvGrpSpPr/>
            <p:nvPr/>
          </p:nvGrpSpPr>
          <p:grpSpPr>
            <a:xfrm>
              <a:off x="1568450" y="3114039"/>
              <a:ext cx="293370" cy="406400"/>
              <a:chOff x="1568450" y="3114039"/>
              <a:chExt cx="293370" cy="406400"/>
            </a:xfrm>
          </p:grpSpPr>
          <p:sp>
            <p:nvSpPr>
              <p:cNvPr id="1871" name="Google Shape;1871;p173"/>
              <p:cNvSpPr/>
              <p:nvPr/>
            </p:nvSpPr>
            <p:spPr>
              <a:xfrm>
                <a:off x="1568450" y="3114039"/>
                <a:ext cx="293370" cy="406400"/>
              </a:xfrm>
              <a:custGeom>
                <a:avLst/>
                <a:gdLst/>
                <a:ahLst/>
                <a:cxnLst/>
                <a:rect l="l" t="t" r="r" b="b"/>
                <a:pathLst>
                  <a:path w="293370" h="406400" extrusionOk="0">
                    <a:moveTo>
                      <a:pt x="280035" y="12700"/>
                    </a:moveTo>
                    <a:lnTo>
                      <a:pt x="280035" y="393700"/>
                    </a:lnTo>
                    <a:lnTo>
                      <a:pt x="12700" y="393700"/>
                    </a:lnTo>
                    <a:lnTo>
                      <a:pt x="12700" y="12700"/>
                    </a:lnTo>
                    <a:lnTo>
                      <a:pt x="280035" y="12700"/>
                    </a:lnTo>
                    <a:moveTo>
                      <a:pt x="292735" y="0"/>
                    </a:moveTo>
                    <a:lnTo>
                      <a:pt x="0" y="0"/>
                    </a:lnTo>
                    <a:lnTo>
                      <a:pt x="0" y="406400"/>
                    </a:lnTo>
                    <a:lnTo>
                      <a:pt x="293370" y="406400"/>
                    </a:lnTo>
                    <a:lnTo>
                      <a:pt x="293370" y="0"/>
                    </a:lnTo>
                    <a:close/>
                  </a:path>
                </a:pathLst>
              </a:custGeom>
              <a:solidFill>
                <a:srgbClr val="FF83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872" name="Google Shape;1872;p173"/>
              <p:cNvSpPr/>
              <p:nvPr/>
            </p:nvSpPr>
            <p:spPr>
              <a:xfrm>
                <a:off x="1607819" y="3444240"/>
                <a:ext cx="138430" cy="12700"/>
              </a:xfrm>
              <a:custGeom>
                <a:avLst/>
                <a:gdLst/>
                <a:ahLst/>
                <a:cxnLst/>
                <a:rect l="l" t="t" r="r" b="b"/>
                <a:pathLst>
                  <a:path w="138430" h="12700" extrusionOk="0">
                    <a:moveTo>
                      <a:pt x="138430" y="12700"/>
                    </a:moveTo>
                    <a:lnTo>
                      <a:pt x="69215" y="12700"/>
                    </a:lnTo>
                    <a:lnTo>
                      <a:pt x="0" y="12700"/>
                    </a:lnTo>
                    <a:lnTo>
                      <a:pt x="0" y="6350"/>
                    </a:lnTo>
                    <a:lnTo>
                      <a:pt x="0" y="0"/>
                    </a:lnTo>
                    <a:lnTo>
                      <a:pt x="69215" y="0"/>
                    </a:lnTo>
                    <a:lnTo>
                      <a:pt x="138430" y="0"/>
                    </a:lnTo>
                    <a:lnTo>
                      <a:pt x="138430" y="6350"/>
                    </a:lnTo>
                    <a:close/>
                  </a:path>
                </a:pathLst>
              </a:custGeom>
              <a:solidFill>
                <a:srgbClr val="FF83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873" name="Google Shape;1873;p173"/>
              <p:cNvSpPr/>
              <p:nvPr/>
            </p:nvSpPr>
            <p:spPr>
              <a:xfrm>
                <a:off x="1607819" y="3390265"/>
                <a:ext cx="214630" cy="12700"/>
              </a:xfrm>
              <a:custGeom>
                <a:avLst/>
                <a:gdLst/>
                <a:ahLst/>
                <a:cxnLst/>
                <a:rect l="l" t="t" r="r" b="b"/>
                <a:pathLst>
                  <a:path w="214630" h="12700" extrusionOk="0">
                    <a:moveTo>
                      <a:pt x="214630" y="12700"/>
                    </a:moveTo>
                    <a:lnTo>
                      <a:pt x="107315" y="12700"/>
                    </a:lnTo>
                    <a:lnTo>
                      <a:pt x="0" y="12700"/>
                    </a:lnTo>
                    <a:lnTo>
                      <a:pt x="0" y="6350"/>
                    </a:lnTo>
                    <a:lnTo>
                      <a:pt x="0" y="0"/>
                    </a:lnTo>
                    <a:lnTo>
                      <a:pt x="107315" y="0"/>
                    </a:lnTo>
                    <a:lnTo>
                      <a:pt x="214630" y="0"/>
                    </a:lnTo>
                    <a:lnTo>
                      <a:pt x="214630" y="6350"/>
                    </a:lnTo>
                    <a:close/>
                  </a:path>
                </a:pathLst>
              </a:custGeom>
              <a:solidFill>
                <a:srgbClr val="FF83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874" name="Google Shape;1874;p173"/>
              <p:cNvSpPr/>
              <p:nvPr/>
            </p:nvSpPr>
            <p:spPr>
              <a:xfrm>
                <a:off x="1607819" y="3335654"/>
                <a:ext cx="214630" cy="12700"/>
              </a:xfrm>
              <a:custGeom>
                <a:avLst/>
                <a:gdLst/>
                <a:ahLst/>
                <a:cxnLst/>
                <a:rect l="l" t="t" r="r" b="b"/>
                <a:pathLst>
                  <a:path w="214630" h="12700" extrusionOk="0">
                    <a:moveTo>
                      <a:pt x="214630" y="12700"/>
                    </a:moveTo>
                    <a:lnTo>
                      <a:pt x="107315" y="12700"/>
                    </a:lnTo>
                    <a:lnTo>
                      <a:pt x="0" y="12700"/>
                    </a:lnTo>
                    <a:lnTo>
                      <a:pt x="0" y="6350"/>
                    </a:lnTo>
                    <a:lnTo>
                      <a:pt x="0" y="0"/>
                    </a:lnTo>
                    <a:lnTo>
                      <a:pt x="107315" y="0"/>
                    </a:lnTo>
                    <a:lnTo>
                      <a:pt x="214630" y="0"/>
                    </a:lnTo>
                    <a:lnTo>
                      <a:pt x="214630" y="6350"/>
                    </a:lnTo>
                    <a:close/>
                  </a:path>
                </a:pathLst>
              </a:custGeom>
              <a:solidFill>
                <a:srgbClr val="FF83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875" name="Google Shape;1875;p173"/>
              <p:cNvSpPr/>
              <p:nvPr/>
            </p:nvSpPr>
            <p:spPr>
              <a:xfrm>
                <a:off x="1607819" y="3281679"/>
                <a:ext cx="214630" cy="12700"/>
              </a:xfrm>
              <a:custGeom>
                <a:avLst/>
                <a:gdLst/>
                <a:ahLst/>
                <a:cxnLst/>
                <a:rect l="l" t="t" r="r" b="b"/>
                <a:pathLst>
                  <a:path w="214630" h="12700" extrusionOk="0">
                    <a:moveTo>
                      <a:pt x="214630" y="12700"/>
                    </a:moveTo>
                    <a:lnTo>
                      <a:pt x="107315" y="12700"/>
                    </a:lnTo>
                    <a:lnTo>
                      <a:pt x="0" y="12700"/>
                    </a:lnTo>
                    <a:lnTo>
                      <a:pt x="0" y="6350"/>
                    </a:lnTo>
                    <a:lnTo>
                      <a:pt x="0" y="0"/>
                    </a:lnTo>
                    <a:lnTo>
                      <a:pt x="107315" y="0"/>
                    </a:lnTo>
                    <a:lnTo>
                      <a:pt x="214630" y="0"/>
                    </a:lnTo>
                    <a:lnTo>
                      <a:pt x="214630" y="6350"/>
                    </a:lnTo>
                    <a:close/>
                  </a:path>
                </a:pathLst>
              </a:custGeom>
              <a:solidFill>
                <a:srgbClr val="FF83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876" name="Google Shape;1876;p173"/>
              <p:cNvSpPr/>
              <p:nvPr/>
            </p:nvSpPr>
            <p:spPr>
              <a:xfrm>
                <a:off x="1607819" y="3227070"/>
                <a:ext cx="214630" cy="12700"/>
              </a:xfrm>
              <a:custGeom>
                <a:avLst/>
                <a:gdLst/>
                <a:ahLst/>
                <a:cxnLst/>
                <a:rect l="l" t="t" r="r" b="b"/>
                <a:pathLst>
                  <a:path w="214630" h="12700" extrusionOk="0">
                    <a:moveTo>
                      <a:pt x="214630" y="12700"/>
                    </a:moveTo>
                    <a:lnTo>
                      <a:pt x="107315" y="12700"/>
                    </a:lnTo>
                    <a:lnTo>
                      <a:pt x="0" y="12700"/>
                    </a:lnTo>
                    <a:lnTo>
                      <a:pt x="0" y="6350"/>
                    </a:lnTo>
                    <a:lnTo>
                      <a:pt x="0" y="0"/>
                    </a:lnTo>
                    <a:lnTo>
                      <a:pt x="107315" y="0"/>
                    </a:lnTo>
                    <a:lnTo>
                      <a:pt x="214630" y="0"/>
                    </a:lnTo>
                    <a:lnTo>
                      <a:pt x="214630" y="6350"/>
                    </a:lnTo>
                    <a:close/>
                  </a:path>
                </a:pathLst>
              </a:custGeom>
              <a:solidFill>
                <a:srgbClr val="FF83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grpSp>
        <p:sp>
          <p:nvSpPr>
            <p:cNvPr id="1877" name="Google Shape;1877;p173"/>
            <p:cNvSpPr/>
            <p:nvPr/>
          </p:nvSpPr>
          <p:spPr>
            <a:xfrm>
              <a:off x="1619250" y="3063239"/>
              <a:ext cx="305435" cy="419100"/>
            </a:xfrm>
            <a:custGeom>
              <a:avLst/>
              <a:gdLst/>
              <a:ahLst/>
              <a:cxnLst/>
              <a:rect l="l" t="t" r="r" b="b"/>
              <a:pathLst>
                <a:path w="305435" h="419100" extrusionOk="0">
                  <a:moveTo>
                    <a:pt x="305435" y="419100"/>
                  </a:moveTo>
                  <a:lnTo>
                    <a:pt x="273685" y="419100"/>
                  </a:lnTo>
                  <a:lnTo>
                    <a:pt x="241300" y="419100"/>
                  </a:lnTo>
                  <a:lnTo>
                    <a:pt x="241300" y="412750"/>
                  </a:lnTo>
                  <a:lnTo>
                    <a:pt x="241300" y="406400"/>
                  </a:lnTo>
                  <a:lnTo>
                    <a:pt x="267335" y="406400"/>
                  </a:lnTo>
                  <a:lnTo>
                    <a:pt x="292735" y="406400"/>
                  </a:lnTo>
                  <a:lnTo>
                    <a:pt x="292735" y="209550"/>
                  </a:lnTo>
                  <a:lnTo>
                    <a:pt x="292735" y="12700"/>
                  </a:lnTo>
                  <a:lnTo>
                    <a:pt x="153035" y="12700"/>
                  </a:lnTo>
                  <a:lnTo>
                    <a:pt x="12700" y="12700"/>
                  </a:lnTo>
                  <a:lnTo>
                    <a:pt x="12700" y="34925"/>
                  </a:lnTo>
                  <a:lnTo>
                    <a:pt x="12700" y="57150"/>
                  </a:lnTo>
                  <a:lnTo>
                    <a:pt x="6350" y="57150"/>
                  </a:lnTo>
                  <a:lnTo>
                    <a:pt x="0" y="57150"/>
                  </a:lnTo>
                  <a:lnTo>
                    <a:pt x="0" y="28575"/>
                  </a:lnTo>
                  <a:lnTo>
                    <a:pt x="0" y="0"/>
                  </a:lnTo>
                  <a:lnTo>
                    <a:pt x="153035" y="0"/>
                  </a:lnTo>
                  <a:lnTo>
                    <a:pt x="305435" y="0"/>
                  </a:lnTo>
                  <a:lnTo>
                    <a:pt x="305435" y="209550"/>
                  </a:lnTo>
                  <a:close/>
                </a:path>
              </a:pathLst>
            </a:custGeom>
            <a:solidFill>
              <a:srgbClr val="FF83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grpSp>
      <p:sp>
        <p:nvSpPr>
          <p:cNvPr id="1878" name="Google Shape;1878;p173"/>
          <p:cNvSpPr txBox="1"/>
          <p:nvPr/>
        </p:nvSpPr>
        <p:spPr>
          <a:xfrm>
            <a:off x="715375" y="1954600"/>
            <a:ext cx="1080000" cy="199500"/>
          </a:xfrm>
          <a:prstGeom prst="rect">
            <a:avLst/>
          </a:prstGeom>
          <a:noFill/>
          <a:ln>
            <a:noFill/>
          </a:ln>
        </p:spPr>
        <p:txBody>
          <a:bodyPr spcFirstLastPara="1" wrap="square" lIns="91425" tIns="0" rIns="91425" bIns="0" anchor="ctr" anchorCtr="0">
            <a:noAutofit/>
          </a:bodyPr>
          <a:lstStyle/>
          <a:p>
            <a:pPr marL="0" lvl="0" indent="0" algn="ctr" rtl="0">
              <a:lnSpc>
                <a:spcPct val="133333"/>
              </a:lnSpc>
              <a:spcBef>
                <a:spcPts val="0"/>
              </a:spcBef>
              <a:spcAft>
                <a:spcPts val="0"/>
              </a:spcAft>
              <a:buNone/>
            </a:pPr>
            <a:r>
              <a:rPr lang="en" sz="800" b="1">
                <a:latin typeface="Lato"/>
                <a:ea typeface="Lato"/>
                <a:cs typeface="Lato"/>
                <a:sym typeface="Lato"/>
              </a:rPr>
              <a:t>Transaction data</a:t>
            </a:r>
            <a:endParaRPr sz="800" b="1">
              <a:latin typeface="Lato"/>
              <a:ea typeface="Lato"/>
              <a:cs typeface="Lato"/>
              <a:sym typeface="Lato"/>
            </a:endParaRPr>
          </a:p>
        </p:txBody>
      </p:sp>
      <p:sp>
        <p:nvSpPr>
          <p:cNvPr id="1879" name="Google Shape;1879;p173"/>
          <p:cNvSpPr/>
          <p:nvPr/>
        </p:nvSpPr>
        <p:spPr>
          <a:xfrm>
            <a:off x="2232675" y="1035550"/>
            <a:ext cx="1080000" cy="775500"/>
          </a:xfrm>
          <a:prstGeom prst="roundRect">
            <a:avLst>
              <a:gd name="adj" fmla="val 6924"/>
            </a:avLst>
          </a:prstGeom>
          <a:solidFill>
            <a:srgbClr val="E8F6F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a:latin typeface="Roboto"/>
              <a:ea typeface="Roboto"/>
              <a:cs typeface="Roboto"/>
              <a:sym typeface="Roboto"/>
            </a:endParaRPr>
          </a:p>
        </p:txBody>
      </p:sp>
      <p:grpSp>
        <p:nvGrpSpPr>
          <p:cNvPr id="1880" name="Google Shape;1880;p173"/>
          <p:cNvGrpSpPr/>
          <p:nvPr/>
        </p:nvGrpSpPr>
        <p:grpSpPr>
          <a:xfrm>
            <a:off x="2606701" y="1389798"/>
            <a:ext cx="332009" cy="260087"/>
            <a:chOff x="11054080" y="2067560"/>
            <a:chExt cx="504189" cy="394969"/>
          </a:xfrm>
        </p:grpSpPr>
        <p:sp>
          <p:nvSpPr>
            <p:cNvPr id="1881" name="Google Shape;1881;p173"/>
            <p:cNvSpPr/>
            <p:nvPr/>
          </p:nvSpPr>
          <p:spPr>
            <a:xfrm>
              <a:off x="11175365" y="2242978"/>
              <a:ext cx="382904" cy="67072"/>
            </a:xfrm>
            <a:custGeom>
              <a:avLst/>
              <a:gdLst/>
              <a:ahLst/>
              <a:cxnLst/>
              <a:rect l="l" t="t" r="r" b="b"/>
              <a:pathLst>
                <a:path w="382904" h="67072" extrusionOk="0">
                  <a:moveTo>
                    <a:pt x="1905" y="6191"/>
                  </a:moveTo>
                  <a:cubicBezTo>
                    <a:pt x="9525" y="9366"/>
                    <a:pt x="15875" y="14446"/>
                    <a:pt x="22225" y="19526"/>
                  </a:cubicBezTo>
                  <a:lnTo>
                    <a:pt x="41910" y="39211"/>
                  </a:lnTo>
                  <a:cubicBezTo>
                    <a:pt x="63500" y="60801"/>
                    <a:pt x="98425" y="60801"/>
                    <a:pt x="120015" y="39211"/>
                  </a:cubicBezTo>
                  <a:lnTo>
                    <a:pt x="140335" y="19526"/>
                  </a:lnTo>
                  <a:cubicBezTo>
                    <a:pt x="167005" y="-6509"/>
                    <a:pt x="209550" y="-6509"/>
                    <a:pt x="236220" y="19526"/>
                  </a:cubicBezTo>
                  <a:lnTo>
                    <a:pt x="256540" y="39211"/>
                  </a:lnTo>
                  <a:cubicBezTo>
                    <a:pt x="278130" y="60166"/>
                    <a:pt x="309245" y="60166"/>
                    <a:pt x="335280" y="38576"/>
                  </a:cubicBezTo>
                  <a:cubicBezTo>
                    <a:pt x="363220" y="15716"/>
                    <a:pt x="374650" y="6191"/>
                    <a:pt x="374650" y="5556"/>
                  </a:cubicBezTo>
                  <a:lnTo>
                    <a:pt x="382905" y="15081"/>
                  </a:lnTo>
                  <a:cubicBezTo>
                    <a:pt x="382270" y="15716"/>
                    <a:pt x="371475" y="25241"/>
                    <a:pt x="342900" y="48101"/>
                  </a:cubicBezTo>
                  <a:cubicBezTo>
                    <a:pt x="311150" y="73501"/>
                    <a:pt x="273685" y="73501"/>
                    <a:pt x="247015" y="47466"/>
                  </a:cubicBezTo>
                  <a:lnTo>
                    <a:pt x="226695" y="27781"/>
                  </a:lnTo>
                  <a:cubicBezTo>
                    <a:pt x="205105" y="6191"/>
                    <a:pt x="170180" y="6191"/>
                    <a:pt x="148590" y="27781"/>
                  </a:cubicBezTo>
                  <a:lnTo>
                    <a:pt x="128270" y="47466"/>
                  </a:lnTo>
                  <a:cubicBezTo>
                    <a:pt x="101600" y="73501"/>
                    <a:pt x="59055" y="73501"/>
                    <a:pt x="32385" y="47466"/>
                  </a:cubicBezTo>
                  <a:lnTo>
                    <a:pt x="12065" y="27781"/>
                  </a:lnTo>
                  <a:cubicBezTo>
                    <a:pt x="8255" y="23971"/>
                    <a:pt x="4445" y="20796"/>
                    <a:pt x="0" y="18891"/>
                  </a:cubicBezTo>
                  <a:lnTo>
                    <a:pt x="1905" y="6191"/>
                  </a:lnTo>
                  <a:close/>
                </a:path>
              </a:pathLst>
            </a:custGeom>
            <a:solidFill>
              <a:srgbClr val="FF83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882" name="Google Shape;1882;p173"/>
            <p:cNvSpPr/>
            <p:nvPr/>
          </p:nvSpPr>
          <p:spPr>
            <a:xfrm>
              <a:off x="11054080" y="2252345"/>
              <a:ext cx="64769" cy="61594"/>
            </a:xfrm>
            <a:custGeom>
              <a:avLst/>
              <a:gdLst/>
              <a:ahLst/>
              <a:cxnLst/>
              <a:rect l="l" t="t" r="r" b="b"/>
              <a:pathLst>
                <a:path w="64769" h="61594" extrusionOk="0">
                  <a:moveTo>
                    <a:pt x="64770" y="12700"/>
                  </a:moveTo>
                  <a:cubicBezTo>
                    <a:pt x="61595" y="14605"/>
                    <a:pt x="59055" y="17145"/>
                    <a:pt x="56514" y="19685"/>
                  </a:cubicBezTo>
                  <a:lnTo>
                    <a:pt x="8255" y="61595"/>
                  </a:lnTo>
                  <a:lnTo>
                    <a:pt x="0" y="52070"/>
                  </a:lnTo>
                  <a:lnTo>
                    <a:pt x="47625" y="10160"/>
                  </a:lnTo>
                  <a:cubicBezTo>
                    <a:pt x="51435" y="6350"/>
                    <a:pt x="55880" y="2540"/>
                    <a:pt x="60960" y="0"/>
                  </a:cubicBezTo>
                  <a:lnTo>
                    <a:pt x="64770" y="12700"/>
                  </a:lnTo>
                  <a:close/>
                </a:path>
              </a:pathLst>
            </a:custGeom>
            <a:solidFill>
              <a:srgbClr val="FF83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883" name="Google Shape;1883;p173"/>
            <p:cNvSpPr/>
            <p:nvPr/>
          </p:nvSpPr>
          <p:spPr>
            <a:xfrm>
              <a:off x="11430000" y="2262504"/>
              <a:ext cx="76200" cy="76200"/>
            </a:xfrm>
            <a:custGeom>
              <a:avLst/>
              <a:gdLst/>
              <a:ahLst/>
              <a:cxnLst/>
              <a:rect l="l" t="t" r="r" b="b"/>
              <a:pathLst>
                <a:path w="76200" h="76200" extrusionOk="0">
                  <a:moveTo>
                    <a:pt x="38100" y="0"/>
                  </a:moveTo>
                  <a:cubicBezTo>
                    <a:pt x="17145" y="0"/>
                    <a:pt x="0" y="17145"/>
                    <a:pt x="0" y="38100"/>
                  </a:cubicBezTo>
                  <a:cubicBezTo>
                    <a:pt x="0" y="59055"/>
                    <a:pt x="17145" y="76200"/>
                    <a:pt x="38100" y="76200"/>
                  </a:cubicBezTo>
                  <a:cubicBezTo>
                    <a:pt x="59055" y="76200"/>
                    <a:pt x="76200" y="59055"/>
                    <a:pt x="76200" y="38100"/>
                  </a:cubicBezTo>
                  <a:cubicBezTo>
                    <a:pt x="76200" y="17145"/>
                    <a:pt x="59055" y="0"/>
                    <a:pt x="38100" y="0"/>
                  </a:cubicBezTo>
                  <a:close/>
                </a:path>
              </a:pathLst>
            </a:custGeom>
            <a:solidFill>
              <a:srgbClr val="FF83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884" name="Google Shape;1884;p173"/>
            <p:cNvSpPr/>
            <p:nvPr/>
          </p:nvSpPr>
          <p:spPr>
            <a:xfrm>
              <a:off x="11054715" y="2391568"/>
              <a:ext cx="276859" cy="70961"/>
            </a:xfrm>
            <a:custGeom>
              <a:avLst/>
              <a:gdLst/>
              <a:ahLst/>
              <a:cxnLst/>
              <a:rect l="l" t="t" r="r" b="b"/>
              <a:pathLst>
                <a:path w="276859" h="70961" extrusionOk="0">
                  <a:moveTo>
                    <a:pt x="276860" y="23336"/>
                  </a:moveTo>
                  <a:cubicBezTo>
                    <a:pt x="274320" y="25241"/>
                    <a:pt x="272415" y="27146"/>
                    <a:pt x="270510" y="29051"/>
                  </a:cubicBezTo>
                  <a:lnTo>
                    <a:pt x="250190" y="48736"/>
                  </a:lnTo>
                  <a:cubicBezTo>
                    <a:pt x="223520" y="74771"/>
                    <a:pt x="180975" y="74771"/>
                    <a:pt x="154305" y="48736"/>
                  </a:cubicBezTo>
                  <a:lnTo>
                    <a:pt x="134620" y="29051"/>
                  </a:lnTo>
                  <a:cubicBezTo>
                    <a:pt x="113030" y="7461"/>
                    <a:pt x="78105" y="7461"/>
                    <a:pt x="56515" y="29051"/>
                  </a:cubicBezTo>
                  <a:lnTo>
                    <a:pt x="8255" y="70961"/>
                  </a:lnTo>
                  <a:lnTo>
                    <a:pt x="0" y="61436"/>
                  </a:lnTo>
                  <a:lnTo>
                    <a:pt x="47625" y="19526"/>
                  </a:lnTo>
                  <a:cubicBezTo>
                    <a:pt x="74295" y="-6509"/>
                    <a:pt x="116840" y="-6509"/>
                    <a:pt x="143510" y="19526"/>
                  </a:cubicBezTo>
                  <a:lnTo>
                    <a:pt x="163195" y="39211"/>
                  </a:lnTo>
                  <a:cubicBezTo>
                    <a:pt x="184785" y="60801"/>
                    <a:pt x="219710" y="60801"/>
                    <a:pt x="241300" y="39211"/>
                  </a:cubicBezTo>
                  <a:lnTo>
                    <a:pt x="261620" y="19526"/>
                  </a:lnTo>
                  <a:cubicBezTo>
                    <a:pt x="264795" y="16351"/>
                    <a:pt x="268605" y="13176"/>
                    <a:pt x="272415" y="10636"/>
                  </a:cubicBezTo>
                  <a:lnTo>
                    <a:pt x="276860" y="23336"/>
                  </a:lnTo>
                  <a:close/>
                </a:path>
              </a:pathLst>
            </a:custGeom>
            <a:solidFill>
              <a:srgbClr val="FF83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885" name="Google Shape;1885;p173"/>
            <p:cNvSpPr/>
            <p:nvPr/>
          </p:nvSpPr>
          <p:spPr>
            <a:xfrm>
              <a:off x="11388090" y="2397125"/>
              <a:ext cx="170179" cy="61516"/>
            </a:xfrm>
            <a:custGeom>
              <a:avLst/>
              <a:gdLst/>
              <a:ahLst/>
              <a:cxnLst/>
              <a:rect l="l" t="t" r="r" b="b"/>
              <a:pathLst>
                <a:path w="170179" h="61516" extrusionOk="0">
                  <a:moveTo>
                    <a:pt x="2540" y="0"/>
                  </a:moveTo>
                  <a:cubicBezTo>
                    <a:pt x="10160" y="3175"/>
                    <a:pt x="17780" y="8255"/>
                    <a:pt x="23495" y="13970"/>
                  </a:cubicBezTo>
                  <a:lnTo>
                    <a:pt x="43815" y="33655"/>
                  </a:lnTo>
                  <a:cubicBezTo>
                    <a:pt x="65405" y="54610"/>
                    <a:pt x="96520" y="54610"/>
                    <a:pt x="122555" y="33020"/>
                  </a:cubicBezTo>
                  <a:cubicBezTo>
                    <a:pt x="150495" y="10160"/>
                    <a:pt x="161925" y="635"/>
                    <a:pt x="161925" y="0"/>
                  </a:cubicBezTo>
                  <a:lnTo>
                    <a:pt x="170180" y="9525"/>
                  </a:lnTo>
                  <a:cubicBezTo>
                    <a:pt x="169545" y="10160"/>
                    <a:pt x="158750" y="19685"/>
                    <a:pt x="130175" y="42545"/>
                  </a:cubicBezTo>
                  <a:cubicBezTo>
                    <a:pt x="98425" y="67945"/>
                    <a:pt x="60960" y="67945"/>
                    <a:pt x="34290" y="41910"/>
                  </a:cubicBezTo>
                  <a:lnTo>
                    <a:pt x="13970" y="22225"/>
                  </a:lnTo>
                  <a:cubicBezTo>
                    <a:pt x="10160" y="18415"/>
                    <a:pt x="5080" y="14605"/>
                    <a:pt x="0" y="12065"/>
                  </a:cubicBezTo>
                  <a:lnTo>
                    <a:pt x="2540" y="0"/>
                  </a:lnTo>
                  <a:close/>
                </a:path>
              </a:pathLst>
            </a:custGeom>
            <a:solidFill>
              <a:srgbClr val="FF83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886" name="Google Shape;1886;p173"/>
            <p:cNvSpPr/>
            <p:nvPr/>
          </p:nvSpPr>
          <p:spPr>
            <a:xfrm>
              <a:off x="11109959" y="2363470"/>
              <a:ext cx="76200" cy="76200"/>
            </a:xfrm>
            <a:custGeom>
              <a:avLst/>
              <a:gdLst/>
              <a:ahLst/>
              <a:cxnLst/>
              <a:rect l="l" t="t" r="r" b="b"/>
              <a:pathLst>
                <a:path w="76200" h="76200" extrusionOk="0">
                  <a:moveTo>
                    <a:pt x="38100" y="0"/>
                  </a:moveTo>
                  <a:cubicBezTo>
                    <a:pt x="17145" y="0"/>
                    <a:pt x="0" y="17145"/>
                    <a:pt x="0" y="38100"/>
                  </a:cubicBezTo>
                  <a:cubicBezTo>
                    <a:pt x="0" y="59055"/>
                    <a:pt x="17145" y="76200"/>
                    <a:pt x="38100" y="76200"/>
                  </a:cubicBezTo>
                  <a:cubicBezTo>
                    <a:pt x="59055" y="76200"/>
                    <a:pt x="76200" y="59055"/>
                    <a:pt x="76200" y="38100"/>
                  </a:cubicBezTo>
                  <a:cubicBezTo>
                    <a:pt x="76200" y="17145"/>
                    <a:pt x="59055" y="0"/>
                    <a:pt x="38100" y="0"/>
                  </a:cubicBezTo>
                  <a:close/>
                </a:path>
              </a:pathLst>
            </a:custGeom>
            <a:solidFill>
              <a:srgbClr val="FF83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887" name="Google Shape;1887;p173"/>
            <p:cNvSpPr/>
            <p:nvPr/>
          </p:nvSpPr>
          <p:spPr>
            <a:xfrm>
              <a:off x="11054080" y="2106929"/>
              <a:ext cx="66039" cy="62865"/>
            </a:xfrm>
            <a:custGeom>
              <a:avLst/>
              <a:gdLst/>
              <a:ahLst/>
              <a:cxnLst/>
              <a:rect l="l" t="t" r="r" b="b"/>
              <a:pathLst>
                <a:path w="66039" h="62865" extrusionOk="0">
                  <a:moveTo>
                    <a:pt x="66039" y="13335"/>
                  </a:moveTo>
                  <a:cubicBezTo>
                    <a:pt x="62230" y="15240"/>
                    <a:pt x="59055" y="17780"/>
                    <a:pt x="56514" y="20955"/>
                  </a:cubicBezTo>
                  <a:lnTo>
                    <a:pt x="8255" y="62865"/>
                  </a:lnTo>
                  <a:lnTo>
                    <a:pt x="0" y="53340"/>
                  </a:lnTo>
                  <a:lnTo>
                    <a:pt x="47625" y="11430"/>
                  </a:lnTo>
                  <a:cubicBezTo>
                    <a:pt x="52070" y="6985"/>
                    <a:pt x="57150" y="3175"/>
                    <a:pt x="62864" y="0"/>
                  </a:cubicBezTo>
                  <a:lnTo>
                    <a:pt x="66039" y="13335"/>
                  </a:lnTo>
                  <a:close/>
                </a:path>
              </a:pathLst>
            </a:custGeom>
            <a:solidFill>
              <a:srgbClr val="FF83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888" name="Google Shape;1888;p173"/>
            <p:cNvSpPr/>
            <p:nvPr/>
          </p:nvSpPr>
          <p:spPr>
            <a:xfrm>
              <a:off x="11176634" y="2099468"/>
              <a:ext cx="381634" cy="67072"/>
            </a:xfrm>
            <a:custGeom>
              <a:avLst/>
              <a:gdLst/>
              <a:ahLst/>
              <a:cxnLst/>
              <a:rect l="l" t="t" r="r" b="b"/>
              <a:pathLst>
                <a:path w="381634" h="67072" extrusionOk="0">
                  <a:moveTo>
                    <a:pt x="1905" y="6191"/>
                  </a:moveTo>
                  <a:cubicBezTo>
                    <a:pt x="8890" y="9366"/>
                    <a:pt x="15240" y="13811"/>
                    <a:pt x="20955" y="19526"/>
                  </a:cubicBezTo>
                  <a:lnTo>
                    <a:pt x="40640" y="39211"/>
                  </a:lnTo>
                  <a:cubicBezTo>
                    <a:pt x="62230" y="60801"/>
                    <a:pt x="97155" y="60801"/>
                    <a:pt x="118745" y="39211"/>
                  </a:cubicBezTo>
                  <a:lnTo>
                    <a:pt x="139065" y="19526"/>
                  </a:lnTo>
                  <a:cubicBezTo>
                    <a:pt x="165735" y="-6509"/>
                    <a:pt x="208280" y="-6509"/>
                    <a:pt x="234950" y="19526"/>
                  </a:cubicBezTo>
                  <a:lnTo>
                    <a:pt x="255270" y="39211"/>
                  </a:lnTo>
                  <a:cubicBezTo>
                    <a:pt x="276860" y="60166"/>
                    <a:pt x="307975" y="60166"/>
                    <a:pt x="334010" y="38576"/>
                  </a:cubicBezTo>
                  <a:cubicBezTo>
                    <a:pt x="361950" y="15716"/>
                    <a:pt x="373380" y="6191"/>
                    <a:pt x="373380" y="5556"/>
                  </a:cubicBezTo>
                  <a:lnTo>
                    <a:pt x="381635" y="15081"/>
                  </a:lnTo>
                  <a:cubicBezTo>
                    <a:pt x="381000" y="15716"/>
                    <a:pt x="370205" y="25241"/>
                    <a:pt x="341630" y="48101"/>
                  </a:cubicBezTo>
                  <a:cubicBezTo>
                    <a:pt x="309880" y="73501"/>
                    <a:pt x="272415" y="73501"/>
                    <a:pt x="245745" y="47466"/>
                  </a:cubicBezTo>
                  <a:lnTo>
                    <a:pt x="225425" y="27781"/>
                  </a:lnTo>
                  <a:cubicBezTo>
                    <a:pt x="203835" y="6191"/>
                    <a:pt x="168910" y="6191"/>
                    <a:pt x="147320" y="27781"/>
                  </a:cubicBezTo>
                  <a:lnTo>
                    <a:pt x="127000" y="47466"/>
                  </a:lnTo>
                  <a:cubicBezTo>
                    <a:pt x="100330" y="73501"/>
                    <a:pt x="57785" y="73501"/>
                    <a:pt x="31115" y="47466"/>
                  </a:cubicBezTo>
                  <a:lnTo>
                    <a:pt x="11430" y="27781"/>
                  </a:lnTo>
                  <a:cubicBezTo>
                    <a:pt x="8255" y="24606"/>
                    <a:pt x="3810" y="21431"/>
                    <a:pt x="0" y="18891"/>
                  </a:cubicBezTo>
                  <a:lnTo>
                    <a:pt x="1905" y="6191"/>
                  </a:lnTo>
                  <a:close/>
                </a:path>
              </a:pathLst>
            </a:custGeom>
            <a:solidFill>
              <a:srgbClr val="FF83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889" name="Google Shape;1889;p173"/>
            <p:cNvSpPr/>
            <p:nvPr/>
          </p:nvSpPr>
          <p:spPr>
            <a:xfrm>
              <a:off x="11325225" y="2067560"/>
              <a:ext cx="76200" cy="76200"/>
            </a:xfrm>
            <a:custGeom>
              <a:avLst/>
              <a:gdLst/>
              <a:ahLst/>
              <a:cxnLst/>
              <a:rect l="l" t="t" r="r" b="b"/>
              <a:pathLst>
                <a:path w="76200" h="76200" extrusionOk="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solidFill>
              <a:srgbClr val="FF83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890" name="Google Shape;1890;p173"/>
            <p:cNvSpPr/>
            <p:nvPr/>
          </p:nvSpPr>
          <p:spPr>
            <a:xfrm>
              <a:off x="11109959" y="2067560"/>
              <a:ext cx="76200" cy="76200"/>
            </a:xfrm>
            <a:custGeom>
              <a:avLst/>
              <a:gdLst/>
              <a:ahLst/>
              <a:cxnLst/>
              <a:rect l="l" t="t" r="r" b="b"/>
              <a:pathLst>
                <a:path w="76200" h="76200" extrusionOk="0">
                  <a:moveTo>
                    <a:pt x="38100" y="12700"/>
                  </a:moveTo>
                  <a:cubicBezTo>
                    <a:pt x="52070" y="12700"/>
                    <a:pt x="63500" y="24130"/>
                    <a:pt x="63500" y="38100"/>
                  </a:cubicBezTo>
                  <a:cubicBezTo>
                    <a:pt x="63500" y="52070"/>
                    <a:pt x="52070" y="63500"/>
                    <a:pt x="38100" y="63500"/>
                  </a:cubicBezTo>
                  <a:cubicBezTo>
                    <a:pt x="24130" y="63500"/>
                    <a:pt x="12700" y="52070"/>
                    <a:pt x="12700" y="38100"/>
                  </a:cubicBezTo>
                  <a:cubicBezTo>
                    <a:pt x="12700" y="24130"/>
                    <a:pt x="24130" y="12700"/>
                    <a:pt x="38100" y="12700"/>
                  </a:cubicBezTo>
                  <a:moveTo>
                    <a:pt x="38100" y="0"/>
                  </a:moveTo>
                  <a:cubicBezTo>
                    <a:pt x="17145" y="0"/>
                    <a:pt x="0" y="17145"/>
                    <a:pt x="0" y="38100"/>
                  </a:cubicBezTo>
                  <a:cubicBezTo>
                    <a:pt x="0" y="59055"/>
                    <a:pt x="17145" y="76200"/>
                    <a:pt x="38100" y="76200"/>
                  </a:cubicBezTo>
                  <a:cubicBezTo>
                    <a:pt x="59055" y="76200"/>
                    <a:pt x="76200" y="59055"/>
                    <a:pt x="76200" y="38100"/>
                  </a:cubicBezTo>
                  <a:cubicBezTo>
                    <a:pt x="76200" y="17145"/>
                    <a:pt x="59055" y="0"/>
                    <a:pt x="38100" y="0"/>
                  </a:cubicBezTo>
                  <a:close/>
                </a:path>
              </a:pathLst>
            </a:custGeom>
            <a:solidFill>
              <a:srgbClr val="FF83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891" name="Google Shape;1891;p173"/>
            <p:cNvSpPr/>
            <p:nvPr/>
          </p:nvSpPr>
          <p:spPr>
            <a:xfrm>
              <a:off x="11109959" y="2211704"/>
              <a:ext cx="76200" cy="76200"/>
            </a:xfrm>
            <a:custGeom>
              <a:avLst/>
              <a:gdLst/>
              <a:ahLst/>
              <a:cxnLst/>
              <a:rect l="l" t="t" r="r" b="b"/>
              <a:pathLst>
                <a:path w="76200" h="76200" extrusionOk="0">
                  <a:moveTo>
                    <a:pt x="38100" y="12700"/>
                  </a:moveTo>
                  <a:cubicBezTo>
                    <a:pt x="52070" y="12700"/>
                    <a:pt x="63500" y="24130"/>
                    <a:pt x="63500" y="38100"/>
                  </a:cubicBezTo>
                  <a:cubicBezTo>
                    <a:pt x="63500" y="52070"/>
                    <a:pt x="52070" y="63500"/>
                    <a:pt x="38100" y="63500"/>
                  </a:cubicBezTo>
                  <a:cubicBezTo>
                    <a:pt x="24130" y="63500"/>
                    <a:pt x="12700" y="52070"/>
                    <a:pt x="12700" y="38100"/>
                  </a:cubicBezTo>
                  <a:cubicBezTo>
                    <a:pt x="12700" y="24130"/>
                    <a:pt x="24130" y="12700"/>
                    <a:pt x="38100" y="12700"/>
                  </a:cubicBezTo>
                  <a:moveTo>
                    <a:pt x="38100" y="0"/>
                  </a:moveTo>
                  <a:cubicBezTo>
                    <a:pt x="17145" y="0"/>
                    <a:pt x="0" y="17145"/>
                    <a:pt x="0" y="38100"/>
                  </a:cubicBezTo>
                  <a:cubicBezTo>
                    <a:pt x="0" y="59055"/>
                    <a:pt x="17145" y="76200"/>
                    <a:pt x="38100" y="76200"/>
                  </a:cubicBezTo>
                  <a:cubicBezTo>
                    <a:pt x="59055" y="76200"/>
                    <a:pt x="76200" y="59055"/>
                    <a:pt x="76200" y="38100"/>
                  </a:cubicBezTo>
                  <a:cubicBezTo>
                    <a:pt x="76200" y="17145"/>
                    <a:pt x="59055" y="0"/>
                    <a:pt x="38100" y="0"/>
                  </a:cubicBezTo>
                  <a:close/>
                </a:path>
              </a:pathLst>
            </a:custGeom>
            <a:solidFill>
              <a:srgbClr val="FF83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892" name="Google Shape;1892;p173"/>
            <p:cNvSpPr/>
            <p:nvPr/>
          </p:nvSpPr>
          <p:spPr>
            <a:xfrm>
              <a:off x="11322050" y="2359660"/>
              <a:ext cx="76200" cy="76200"/>
            </a:xfrm>
            <a:custGeom>
              <a:avLst/>
              <a:gdLst/>
              <a:ahLst/>
              <a:cxnLst/>
              <a:rect l="l" t="t" r="r" b="b"/>
              <a:pathLst>
                <a:path w="76200" h="76200" extrusionOk="0">
                  <a:moveTo>
                    <a:pt x="38100" y="12700"/>
                  </a:moveTo>
                  <a:cubicBezTo>
                    <a:pt x="52070" y="12700"/>
                    <a:pt x="63500" y="24130"/>
                    <a:pt x="63500" y="38100"/>
                  </a:cubicBezTo>
                  <a:cubicBezTo>
                    <a:pt x="63500" y="52070"/>
                    <a:pt x="52070" y="63500"/>
                    <a:pt x="38100" y="63500"/>
                  </a:cubicBezTo>
                  <a:cubicBezTo>
                    <a:pt x="24130" y="63500"/>
                    <a:pt x="12700" y="52070"/>
                    <a:pt x="12700" y="38100"/>
                  </a:cubicBezTo>
                  <a:cubicBezTo>
                    <a:pt x="12700" y="24130"/>
                    <a:pt x="23495" y="12700"/>
                    <a:pt x="38100" y="12700"/>
                  </a:cubicBezTo>
                  <a:moveTo>
                    <a:pt x="38100" y="0"/>
                  </a:moveTo>
                  <a:cubicBezTo>
                    <a:pt x="17145" y="0"/>
                    <a:pt x="0" y="17145"/>
                    <a:pt x="0" y="38100"/>
                  </a:cubicBezTo>
                  <a:cubicBezTo>
                    <a:pt x="0" y="59055"/>
                    <a:pt x="17145" y="76200"/>
                    <a:pt x="38100" y="76200"/>
                  </a:cubicBezTo>
                  <a:cubicBezTo>
                    <a:pt x="59055" y="76200"/>
                    <a:pt x="76200" y="59055"/>
                    <a:pt x="76200" y="38100"/>
                  </a:cubicBezTo>
                  <a:cubicBezTo>
                    <a:pt x="76200" y="17145"/>
                    <a:pt x="59055" y="0"/>
                    <a:pt x="38100" y="0"/>
                  </a:cubicBezTo>
                  <a:close/>
                </a:path>
              </a:pathLst>
            </a:custGeom>
            <a:solidFill>
              <a:srgbClr val="FF83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grpSp>
      <p:sp>
        <p:nvSpPr>
          <p:cNvPr id="1893" name="Google Shape;1893;p173"/>
          <p:cNvSpPr txBox="1"/>
          <p:nvPr/>
        </p:nvSpPr>
        <p:spPr>
          <a:xfrm>
            <a:off x="2232712" y="1143700"/>
            <a:ext cx="1080000" cy="199500"/>
          </a:xfrm>
          <a:prstGeom prst="rect">
            <a:avLst/>
          </a:prstGeom>
          <a:noFill/>
          <a:ln>
            <a:noFill/>
          </a:ln>
        </p:spPr>
        <p:txBody>
          <a:bodyPr spcFirstLastPara="1" wrap="square" lIns="91425" tIns="0" rIns="91425" bIns="0" anchor="ctr" anchorCtr="0">
            <a:noAutofit/>
          </a:bodyPr>
          <a:lstStyle/>
          <a:p>
            <a:pPr marL="0" lvl="0" indent="0" algn="ctr" rtl="0">
              <a:lnSpc>
                <a:spcPct val="133333"/>
              </a:lnSpc>
              <a:spcBef>
                <a:spcPts val="0"/>
              </a:spcBef>
              <a:spcAft>
                <a:spcPts val="0"/>
              </a:spcAft>
              <a:buNone/>
            </a:pPr>
            <a:r>
              <a:rPr lang="en" sz="800" b="1">
                <a:latin typeface="Lato"/>
                <a:ea typeface="Lato"/>
                <a:cs typeface="Lato"/>
                <a:sym typeface="Lato"/>
              </a:rPr>
              <a:t>Kafka source topic</a:t>
            </a:r>
            <a:endParaRPr sz="800" b="1">
              <a:latin typeface="Lato"/>
              <a:ea typeface="Lato"/>
              <a:cs typeface="Lato"/>
              <a:sym typeface="Lato"/>
            </a:endParaRPr>
          </a:p>
        </p:txBody>
      </p:sp>
      <p:sp>
        <p:nvSpPr>
          <p:cNvPr id="1894" name="Google Shape;1894;p173"/>
          <p:cNvSpPr/>
          <p:nvPr/>
        </p:nvSpPr>
        <p:spPr>
          <a:xfrm rot="3277007">
            <a:off x="1760901" y="2675080"/>
            <a:ext cx="413959" cy="165235"/>
          </a:xfrm>
          <a:prstGeom prst="rightArrow">
            <a:avLst>
              <a:gd name="adj1" fmla="val 50000"/>
              <a:gd name="adj2" fmla="val 50000"/>
            </a:avLst>
          </a:prstGeom>
          <a:solidFill>
            <a:srgbClr val="828282"/>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endParaRPr sz="1300">
              <a:solidFill>
                <a:srgbClr val="305868"/>
              </a:solidFill>
              <a:latin typeface="Roboto"/>
              <a:ea typeface="Roboto"/>
              <a:cs typeface="Roboto"/>
              <a:sym typeface="Roboto"/>
            </a:endParaRPr>
          </a:p>
        </p:txBody>
      </p:sp>
      <p:sp>
        <p:nvSpPr>
          <p:cNvPr id="1895" name="Google Shape;1895;p173"/>
          <p:cNvSpPr/>
          <p:nvPr/>
        </p:nvSpPr>
        <p:spPr>
          <a:xfrm>
            <a:off x="5050850" y="2899074"/>
            <a:ext cx="1080000" cy="775500"/>
          </a:xfrm>
          <a:prstGeom prst="roundRect">
            <a:avLst>
              <a:gd name="adj" fmla="val 9883"/>
            </a:avLst>
          </a:prstGeom>
          <a:solidFill>
            <a:srgbClr val="F5F5F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 </a:t>
            </a:r>
            <a:endParaRPr>
              <a:latin typeface="Roboto"/>
              <a:ea typeface="Roboto"/>
              <a:cs typeface="Roboto"/>
              <a:sym typeface="Roboto"/>
            </a:endParaRPr>
          </a:p>
        </p:txBody>
      </p:sp>
      <p:grpSp>
        <p:nvGrpSpPr>
          <p:cNvPr id="1896" name="Google Shape;1896;p173"/>
          <p:cNvGrpSpPr/>
          <p:nvPr/>
        </p:nvGrpSpPr>
        <p:grpSpPr>
          <a:xfrm>
            <a:off x="7009034" y="1570768"/>
            <a:ext cx="279331" cy="273104"/>
            <a:chOff x="3251125" y="3047339"/>
            <a:chExt cx="500772" cy="489610"/>
          </a:xfrm>
        </p:grpSpPr>
        <p:sp>
          <p:nvSpPr>
            <p:cNvPr id="1897" name="Google Shape;1897;p173"/>
            <p:cNvSpPr/>
            <p:nvPr/>
          </p:nvSpPr>
          <p:spPr>
            <a:xfrm>
              <a:off x="3444240" y="3235325"/>
              <a:ext cx="114300" cy="114300"/>
            </a:xfrm>
            <a:custGeom>
              <a:avLst/>
              <a:gdLst/>
              <a:ahLst/>
              <a:cxnLst/>
              <a:rect l="l" t="t" r="r" b="b"/>
              <a:pathLst>
                <a:path w="114300" h="114300" extrusionOk="0">
                  <a:moveTo>
                    <a:pt x="57150" y="114300"/>
                  </a:moveTo>
                  <a:cubicBezTo>
                    <a:pt x="25400" y="114300"/>
                    <a:pt x="0" y="88900"/>
                    <a:pt x="0" y="57150"/>
                  </a:cubicBezTo>
                  <a:cubicBezTo>
                    <a:pt x="0" y="25400"/>
                    <a:pt x="25400" y="0"/>
                    <a:pt x="57150" y="0"/>
                  </a:cubicBezTo>
                  <a:cubicBezTo>
                    <a:pt x="88900" y="0"/>
                    <a:pt x="114300" y="25400"/>
                    <a:pt x="114300" y="57150"/>
                  </a:cubicBezTo>
                  <a:cubicBezTo>
                    <a:pt x="114300" y="77470"/>
                    <a:pt x="103505" y="96520"/>
                    <a:pt x="85725" y="106680"/>
                  </a:cubicBezTo>
                  <a:cubicBezTo>
                    <a:pt x="76835" y="111760"/>
                    <a:pt x="66675" y="114300"/>
                    <a:pt x="57150" y="114300"/>
                  </a:cubicBezTo>
                  <a:close/>
                  <a:moveTo>
                    <a:pt x="57150" y="12700"/>
                  </a:moveTo>
                  <a:cubicBezTo>
                    <a:pt x="49530" y="12700"/>
                    <a:pt x="41910" y="14605"/>
                    <a:pt x="34925" y="18415"/>
                  </a:cubicBezTo>
                  <a:cubicBezTo>
                    <a:pt x="13970" y="30480"/>
                    <a:pt x="6350" y="57785"/>
                    <a:pt x="18415" y="79375"/>
                  </a:cubicBezTo>
                  <a:cubicBezTo>
                    <a:pt x="30480" y="100330"/>
                    <a:pt x="57785" y="107950"/>
                    <a:pt x="79375" y="95885"/>
                  </a:cubicBezTo>
                  <a:cubicBezTo>
                    <a:pt x="100330" y="83820"/>
                    <a:pt x="107950" y="56515"/>
                    <a:pt x="95885" y="34925"/>
                  </a:cubicBezTo>
                  <a:cubicBezTo>
                    <a:pt x="87630" y="20955"/>
                    <a:pt x="73025" y="12700"/>
                    <a:pt x="57150" y="12700"/>
                  </a:cubicBezTo>
                  <a:lnTo>
                    <a:pt x="57150" y="12700"/>
                  </a:lnTo>
                  <a:close/>
                </a:path>
              </a:pathLst>
            </a:custGeom>
            <a:solidFill>
              <a:srgbClr val="FF83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898" name="Google Shape;1898;p173"/>
            <p:cNvSpPr/>
            <p:nvPr/>
          </p:nvSpPr>
          <p:spPr>
            <a:xfrm>
              <a:off x="3529965" y="3364865"/>
              <a:ext cx="63500" cy="63500"/>
            </a:xfrm>
            <a:custGeom>
              <a:avLst/>
              <a:gdLst/>
              <a:ahLst/>
              <a:cxnLst/>
              <a:rect l="l" t="t" r="r" b="b"/>
              <a:pathLst>
                <a:path w="63500" h="63500" extrusionOk="0">
                  <a:moveTo>
                    <a:pt x="63500" y="31750"/>
                  </a:moveTo>
                  <a:cubicBezTo>
                    <a:pt x="63500" y="49285"/>
                    <a:pt x="49285" y="63500"/>
                    <a:pt x="31750" y="63500"/>
                  </a:cubicBezTo>
                  <a:cubicBezTo>
                    <a:pt x="14215" y="63500"/>
                    <a:pt x="0" y="49285"/>
                    <a:pt x="0" y="31750"/>
                  </a:cubicBezTo>
                  <a:cubicBezTo>
                    <a:pt x="0" y="14215"/>
                    <a:pt x="14215" y="0"/>
                    <a:pt x="31750" y="0"/>
                  </a:cubicBezTo>
                  <a:cubicBezTo>
                    <a:pt x="49285" y="0"/>
                    <a:pt x="63500" y="14215"/>
                    <a:pt x="63500" y="31750"/>
                  </a:cubicBezTo>
                  <a:close/>
                </a:path>
              </a:pathLst>
            </a:custGeom>
            <a:solidFill>
              <a:srgbClr val="FF83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899" name="Google Shape;1899;p173"/>
            <p:cNvSpPr/>
            <p:nvPr/>
          </p:nvSpPr>
          <p:spPr>
            <a:xfrm>
              <a:off x="3590290" y="3260725"/>
              <a:ext cx="63500" cy="63500"/>
            </a:xfrm>
            <a:custGeom>
              <a:avLst/>
              <a:gdLst/>
              <a:ahLst/>
              <a:cxnLst/>
              <a:rect l="l" t="t" r="r" b="b"/>
              <a:pathLst>
                <a:path w="63500" h="63500" extrusionOk="0">
                  <a:moveTo>
                    <a:pt x="31750" y="12700"/>
                  </a:moveTo>
                  <a:cubicBezTo>
                    <a:pt x="42545" y="12700"/>
                    <a:pt x="50800" y="20955"/>
                    <a:pt x="50800" y="31750"/>
                  </a:cubicBezTo>
                  <a:cubicBezTo>
                    <a:pt x="50800" y="42545"/>
                    <a:pt x="42545" y="50800"/>
                    <a:pt x="31750" y="50800"/>
                  </a:cubicBezTo>
                  <a:cubicBezTo>
                    <a:pt x="20955" y="50800"/>
                    <a:pt x="12700" y="42545"/>
                    <a:pt x="12700" y="31750"/>
                  </a:cubicBezTo>
                  <a:cubicBezTo>
                    <a:pt x="12700" y="20955"/>
                    <a:pt x="20955" y="12700"/>
                    <a:pt x="31750" y="12700"/>
                  </a:cubicBezTo>
                  <a:moveTo>
                    <a:pt x="31750" y="0"/>
                  </a:moveTo>
                  <a:cubicBezTo>
                    <a:pt x="13970" y="0"/>
                    <a:pt x="0" y="13970"/>
                    <a:pt x="0" y="31750"/>
                  </a:cubicBezTo>
                  <a:cubicBezTo>
                    <a:pt x="0" y="49530"/>
                    <a:pt x="13970" y="63500"/>
                    <a:pt x="31750" y="63500"/>
                  </a:cubicBezTo>
                  <a:cubicBezTo>
                    <a:pt x="49530" y="63500"/>
                    <a:pt x="63500" y="49530"/>
                    <a:pt x="63500" y="31750"/>
                  </a:cubicBezTo>
                  <a:cubicBezTo>
                    <a:pt x="63500" y="13970"/>
                    <a:pt x="48895" y="0"/>
                    <a:pt x="31750" y="0"/>
                  </a:cubicBezTo>
                  <a:close/>
                </a:path>
              </a:pathLst>
            </a:custGeom>
            <a:solidFill>
              <a:srgbClr val="FF83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900" name="Google Shape;1900;p173"/>
            <p:cNvSpPr/>
            <p:nvPr/>
          </p:nvSpPr>
          <p:spPr>
            <a:xfrm>
              <a:off x="3529965" y="3155950"/>
              <a:ext cx="63500" cy="63500"/>
            </a:xfrm>
            <a:custGeom>
              <a:avLst/>
              <a:gdLst/>
              <a:ahLst/>
              <a:cxnLst/>
              <a:rect l="l" t="t" r="r" b="b"/>
              <a:pathLst>
                <a:path w="63500" h="63500" extrusionOk="0">
                  <a:moveTo>
                    <a:pt x="63500" y="31750"/>
                  </a:moveTo>
                  <a:cubicBezTo>
                    <a:pt x="63500" y="49285"/>
                    <a:pt x="49285" y="63500"/>
                    <a:pt x="31750" y="63500"/>
                  </a:cubicBezTo>
                  <a:cubicBezTo>
                    <a:pt x="14215" y="63500"/>
                    <a:pt x="0" y="49285"/>
                    <a:pt x="0" y="31750"/>
                  </a:cubicBezTo>
                  <a:cubicBezTo>
                    <a:pt x="0" y="14215"/>
                    <a:pt x="14215" y="0"/>
                    <a:pt x="31750" y="0"/>
                  </a:cubicBezTo>
                  <a:cubicBezTo>
                    <a:pt x="49285" y="0"/>
                    <a:pt x="63500" y="14215"/>
                    <a:pt x="63500" y="31750"/>
                  </a:cubicBezTo>
                  <a:close/>
                </a:path>
              </a:pathLst>
            </a:custGeom>
            <a:solidFill>
              <a:srgbClr val="FF83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901" name="Google Shape;1901;p173"/>
            <p:cNvSpPr/>
            <p:nvPr/>
          </p:nvSpPr>
          <p:spPr>
            <a:xfrm>
              <a:off x="3495040" y="3047364"/>
              <a:ext cx="256857" cy="487680"/>
            </a:xfrm>
            <a:custGeom>
              <a:avLst/>
              <a:gdLst/>
              <a:ahLst/>
              <a:cxnLst/>
              <a:rect l="l" t="t" r="r" b="b"/>
              <a:pathLst>
                <a:path w="256857" h="487680" extrusionOk="0">
                  <a:moveTo>
                    <a:pt x="116205" y="274955"/>
                  </a:moveTo>
                  <a:cubicBezTo>
                    <a:pt x="102870" y="324485"/>
                    <a:pt x="57785" y="358775"/>
                    <a:pt x="6350" y="358775"/>
                  </a:cubicBezTo>
                  <a:lnTo>
                    <a:pt x="0" y="358775"/>
                  </a:lnTo>
                  <a:lnTo>
                    <a:pt x="0" y="365125"/>
                  </a:lnTo>
                  <a:cubicBezTo>
                    <a:pt x="0" y="365125"/>
                    <a:pt x="0" y="404495"/>
                    <a:pt x="0" y="422275"/>
                  </a:cubicBezTo>
                  <a:lnTo>
                    <a:pt x="0" y="428625"/>
                  </a:lnTo>
                  <a:lnTo>
                    <a:pt x="7620" y="428625"/>
                  </a:lnTo>
                  <a:cubicBezTo>
                    <a:pt x="13335" y="428625"/>
                    <a:pt x="22225" y="427990"/>
                    <a:pt x="30480" y="426720"/>
                  </a:cubicBezTo>
                  <a:lnTo>
                    <a:pt x="66040" y="487680"/>
                  </a:lnTo>
                  <a:lnTo>
                    <a:pt x="70485" y="486410"/>
                  </a:lnTo>
                  <a:cubicBezTo>
                    <a:pt x="81280" y="483870"/>
                    <a:pt x="91440" y="480060"/>
                    <a:pt x="101600" y="475615"/>
                  </a:cubicBezTo>
                  <a:cubicBezTo>
                    <a:pt x="121920" y="467360"/>
                    <a:pt x="140970" y="455930"/>
                    <a:pt x="158750" y="442595"/>
                  </a:cubicBezTo>
                  <a:cubicBezTo>
                    <a:pt x="167640" y="436245"/>
                    <a:pt x="175260" y="428625"/>
                    <a:pt x="183515" y="421005"/>
                  </a:cubicBezTo>
                  <a:lnTo>
                    <a:pt x="186690" y="417830"/>
                  </a:lnTo>
                  <a:lnTo>
                    <a:pt x="151130" y="356870"/>
                  </a:lnTo>
                  <a:cubicBezTo>
                    <a:pt x="156210" y="350520"/>
                    <a:pt x="160655" y="343535"/>
                    <a:pt x="165100" y="335915"/>
                  </a:cubicBezTo>
                  <a:cubicBezTo>
                    <a:pt x="169545" y="328930"/>
                    <a:pt x="172720" y="321310"/>
                    <a:pt x="176530" y="313690"/>
                  </a:cubicBezTo>
                  <a:lnTo>
                    <a:pt x="247015" y="313690"/>
                  </a:lnTo>
                  <a:lnTo>
                    <a:pt x="248285" y="309245"/>
                  </a:lnTo>
                  <a:cubicBezTo>
                    <a:pt x="259715" y="266700"/>
                    <a:pt x="259715" y="221615"/>
                    <a:pt x="248285" y="179070"/>
                  </a:cubicBezTo>
                  <a:lnTo>
                    <a:pt x="247015" y="174625"/>
                  </a:lnTo>
                  <a:lnTo>
                    <a:pt x="176530" y="174625"/>
                  </a:lnTo>
                  <a:cubicBezTo>
                    <a:pt x="175260" y="171450"/>
                    <a:pt x="173990" y="168275"/>
                    <a:pt x="172720" y="165100"/>
                  </a:cubicBezTo>
                  <a:cubicBezTo>
                    <a:pt x="170815" y="160655"/>
                    <a:pt x="168275" y="156210"/>
                    <a:pt x="165735" y="152400"/>
                  </a:cubicBezTo>
                  <a:cubicBezTo>
                    <a:pt x="163195" y="148590"/>
                    <a:pt x="160655" y="144145"/>
                    <a:pt x="158115" y="139700"/>
                  </a:cubicBezTo>
                  <a:cubicBezTo>
                    <a:pt x="156210" y="137160"/>
                    <a:pt x="154305" y="133985"/>
                    <a:pt x="152400" y="131445"/>
                  </a:cubicBezTo>
                  <a:lnTo>
                    <a:pt x="187960" y="70485"/>
                  </a:lnTo>
                  <a:lnTo>
                    <a:pt x="184785" y="66675"/>
                  </a:lnTo>
                  <a:cubicBezTo>
                    <a:pt x="153670" y="35560"/>
                    <a:pt x="114300" y="12700"/>
                    <a:pt x="71755" y="1270"/>
                  </a:cubicBezTo>
                  <a:lnTo>
                    <a:pt x="67310" y="0"/>
                  </a:lnTo>
                  <a:lnTo>
                    <a:pt x="32385" y="60960"/>
                  </a:lnTo>
                  <a:cubicBezTo>
                    <a:pt x="24130" y="59690"/>
                    <a:pt x="16510" y="59055"/>
                    <a:pt x="8255" y="59055"/>
                  </a:cubicBezTo>
                  <a:lnTo>
                    <a:pt x="1905" y="59055"/>
                  </a:lnTo>
                  <a:lnTo>
                    <a:pt x="1270" y="128905"/>
                  </a:lnTo>
                  <a:lnTo>
                    <a:pt x="7620" y="128905"/>
                  </a:lnTo>
                  <a:cubicBezTo>
                    <a:pt x="60960" y="128905"/>
                    <a:pt x="107315" y="165735"/>
                    <a:pt x="118745" y="217805"/>
                  </a:cubicBezTo>
                  <a:lnTo>
                    <a:pt x="131445" y="215265"/>
                  </a:lnTo>
                  <a:cubicBezTo>
                    <a:pt x="118745" y="159385"/>
                    <a:pt x="70485" y="119380"/>
                    <a:pt x="13335" y="116205"/>
                  </a:cubicBezTo>
                  <a:lnTo>
                    <a:pt x="13335" y="71755"/>
                  </a:lnTo>
                  <a:cubicBezTo>
                    <a:pt x="20320" y="71755"/>
                    <a:pt x="27305" y="72390"/>
                    <a:pt x="33655" y="73660"/>
                  </a:cubicBezTo>
                  <a:lnTo>
                    <a:pt x="38100" y="74295"/>
                  </a:lnTo>
                  <a:lnTo>
                    <a:pt x="73025" y="14605"/>
                  </a:lnTo>
                  <a:cubicBezTo>
                    <a:pt x="91440" y="19685"/>
                    <a:pt x="109220" y="27305"/>
                    <a:pt x="125730" y="36830"/>
                  </a:cubicBezTo>
                  <a:cubicBezTo>
                    <a:pt x="142875" y="46355"/>
                    <a:pt x="158115" y="58420"/>
                    <a:pt x="172085" y="71755"/>
                  </a:cubicBezTo>
                  <a:lnTo>
                    <a:pt x="137160" y="132080"/>
                  </a:lnTo>
                  <a:lnTo>
                    <a:pt x="139700" y="135255"/>
                  </a:lnTo>
                  <a:cubicBezTo>
                    <a:pt x="142240" y="138430"/>
                    <a:pt x="145415" y="142240"/>
                    <a:pt x="147955" y="146050"/>
                  </a:cubicBezTo>
                  <a:cubicBezTo>
                    <a:pt x="150495" y="149860"/>
                    <a:pt x="153035" y="153670"/>
                    <a:pt x="154940" y="157480"/>
                  </a:cubicBezTo>
                  <a:cubicBezTo>
                    <a:pt x="157480" y="161290"/>
                    <a:pt x="159385" y="165735"/>
                    <a:pt x="161290" y="169545"/>
                  </a:cubicBezTo>
                  <a:cubicBezTo>
                    <a:pt x="163195" y="173355"/>
                    <a:pt x="165100" y="177800"/>
                    <a:pt x="166370" y="182245"/>
                  </a:cubicBezTo>
                  <a:lnTo>
                    <a:pt x="167640" y="186055"/>
                  </a:lnTo>
                  <a:lnTo>
                    <a:pt x="236855" y="186055"/>
                  </a:lnTo>
                  <a:cubicBezTo>
                    <a:pt x="241300" y="205105"/>
                    <a:pt x="243840" y="224155"/>
                    <a:pt x="243840" y="243840"/>
                  </a:cubicBezTo>
                  <a:cubicBezTo>
                    <a:pt x="243840" y="262890"/>
                    <a:pt x="241300" y="281940"/>
                    <a:pt x="236855" y="299720"/>
                  </a:cubicBezTo>
                  <a:lnTo>
                    <a:pt x="167640" y="299720"/>
                  </a:lnTo>
                  <a:lnTo>
                    <a:pt x="166370" y="303530"/>
                  </a:lnTo>
                  <a:cubicBezTo>
                    <a:pt x="160020" y="320675"/>
                    <a:pt x="151130" y="336550"/>
                    <a:pt x="139700" y="350520"/>
                  </a:cubicBezTo>
                  <a:lnTo>
                    <a:pt x="137160" y="353695"/>
                  </a:lnTo>
                  <a:lnTo>
                    <a:pt x="172085" y="414020"/>
                  </a:lnTo>
                  <a:cubicBezTo>
                    <a:pt x="158115" y="427355"/>
                    <a:pt x="142875" y="438785"/>
                    <a:pt x="126365" y="448945"/>
                  </a:cubicBezTo>
                  <a:cubicBezTo>
                    <a:pt x="117475" y="454025"/>
                    <a:pt x="107950" y="459105"/>
                    <a:pt x="97790" y="462915"/>
                  </a:cubicBezTo>
                  <a:cubicBezTo>
                    <a:pt x="89535" y="466090"/>
                    <a:pt x="81280" y="469265"/>
                    <a:pt x="73025" y="471805"/>
                  </a:cubicBezTo>
                  <a:lnTo>
                    <a:pt x="38100" y="411480"/>
                  </a:lnTo>
                  <a:lnTo>
                    <a:pt x="33655" y="412115"/>
                  </a:lnTo>
                  <a:cubicBezTo>
                    <a:pt x="27305" y="413385"/>
                    <a:pt x="19050" y="413385"/>
                    <a:pt x="12700" y="414020"/>
                  </a:cubicBezTo>
                  <a:cubicBezTo>
                    <a:pt x="12700" y="400050"/>
                    <a:pt x="12700" y="379730"/>
                    <a:pt x="12700" y="369570"/>
                  </a:cubicBezTo>
                  <a:cubicBezTo>
                    <a:pt x="33020" y="368300"/>
                    <a:pt x="52705" y="362585"/>
                    <a:pt x="69850" y="352425"/>
                  </a:cubicBezTo>
                  <a:cubicBezTo>
                    <a:pt x="99060" y="335915"/>
                    <a:pt x="120015" y="308610"/>
                    <a:pt x="128905" y="276225"/>
                  </a:cubicBezTo>
                  <a:cubicBezTo>
                    <a:pt x="129540" y="274955"/>
                    <a:pt x="129540" y="273050"/>
                    <a:pt x="129540" y="271145"/>
                  </a:cubicBezTo>
                  <a:lnTo>
                    <a:pt x="117475" y="270510"/>
                  </a:lnTo>
                  <a:lnTo>
                    <a:pt x="116205" y="274955"/>
                  </a:lnTo>
                  <a:close/>
                </a:path>
              </a:pathLst>
            </a:custGeom>
            <a:solidFill>
              <a:srgbClr val="FF83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902" name="Google Shape;1902;p173"/>
            <p:cNvSpPr/>
            <p:nvPr/>
          </p:nvSpPr>
          <p:spPr>
            <a:xfrm>
              <a:off x="3251125" y="3047339"/>
              <a:ext cx="255994" cy="489610"/>
            </a:xfrm>
            <a:custGeom>
              <a:avLst/>
              <a:gdLst/>
              <a:ahLst/>
              <a:cxnLst/>
              <a:rect l="l" t="t" r="r" b="b"/>
              <a:pathLst>
                <a:path w="255994" h="489610" extrusionOk="0">
                  <a:moveTo>
                    <a:pt x="189940" y="489610"/>
                  </a:moveTo>
                  <a:cubicBezTo>
                    <a:pt x="155015" y="489610"/>
                    <a:pt x="126440" y="462940"/>
                    <a:pt x="123265" y="428650"/>
                  </a:cubicBezTo>
                  <a:cubicBezTo>
                    <a:pt x="47700" y="421030"/>
                    <a:pt x="-6910" y="354355"/>
                    <a:pt x="710" y="278790"/>
                  </a:cubicBezTo>
                  <a:cubicBezTo>
                    <a:pt x="3885" y="247675"/>
                    <a:pt x="17220" y="219100"/>
                    <a:pt x="38810" y="196875"/>
                  </a:cubicBezTo>
                  <a:cubicBezTo>
                    <a:pt x="33095" y="183540"/>
                    <a:pt x="29920" y="169570"/>
                    <a:pt x="29920" y="154965"/>
                  </a:cubicBezTo>
                  <a:cubicBezTo>
                    <a:pt x="29920" y="100355"/>
                    <a:pt x="71195" y="54635"/>
                    <a:pt x="125170" y="48920"/>
                  </a:cubicBezTo>
                  <a:cubicBezTo>
                    <a:pt x="134695" y="13360"/>
                    <a:pt x="171525" y="-7595"/>
                    <a:pt x="207085" y="2565"/>
                  </a:cubicBezTo>
                  <a:cubicBezTo>
                    <a:pt x="236295" y="10820"/>
                    <a:pt x="256615" y="37490"/>
                    <a:pt x="255980" y="67970"/>
                  </a:cubicBezTo>
                  <a:lnTo>
                    <a:pt x="243280" y="67970"/>
                  </a:lnTo>
                  <a:cubicBezTo>
                    <a:pt x="243280" y="38125"/>
                    <a:pt x="219150" y="13995"/>
                    <a:pt x="189305" y="13995"/>
                  </a:cubicBezTo>
                  <a:cubicBezTo>
                    <a:pt x="163905" y="13995"/>
                    <a:pt x="142315" y="31775"/>
                    <a:pt x="136600" y="56540"/>
                  </a:cubicBezTo>
                  <a:lnTo>
                    <a:pt x="135330" y="60985"/>
                  </a:lnTo>
                  <a:lnTo>
                    <a:pt x="130250" y="60985"/>
                  </a:lnTo>
                  <a:cubicBezTo>
                    <a:pt x="80720" y="64160"/>
                    <a:pt x="41985" y="105435"/>
                    <a:pt x="41985" y="154965"/>
                  </a:cubicBezTo>
                  <a:cubicBezTo>
                    <a:pt x="41985" y="168935"/>
                    <a:pt x="45160" y="182905"/>
                    <a:pt x="51510" y="195605"/>
                  </a:cubicBezTo>
                  <a:lnTo>
                    <a:pt x="53415" y="200050"/>
                  </a:lnTo>
                  <a:lnTo>
                    <a:pt x="50240" y="203225"/>
                  </a:lnTo>
                  <a:cubicBezTo>
                    <a:pt x="710" y="250850"/>
                    <a:pt x="-1195" y="329590"/>
                    <a:pt x="46430" y="379120"/>
                  </a:cubicBezTo>
                  <a:cubicBezTo>
                    <a:pt x="68020" y="401980"/>
                    <a:pt x="97865" y="415315"/>
                    <a:pt x="128980" y="417220"/>
                  </a:cubicBezTo>
                  <a:lnTo>
                    <a:pt x="135330" y="417855"/>
                  </a:lnTo>
                  <a:lnTo>
                    <a:pt x="135330" y="424205"/>
                  </a:lnTo>
                  <a:cubicBezTo>
                    <a:pt x="135330" y="454050"/>
                    <a:pt x="159460" y="478180"/>
                    <a:pt x="189305" y="478180"/>
                  </a:cubicBezTo>
                  <a:cubicBezTo>
                    <a:pt x="219150" y="478180"/>
                    <a:pt x="243280" y="454050"/>
                    <a:pt x="243280" y="424205"/>
                  </a:cubicBezTo>
                  <a:lnTo>
                    <a:pt x="255980" y="424205"/>
                  </a:lnTo>
                  <a:cubicBezTo>
                    <a:pt x="256615" y="459765"/>
                    <a:pt x="226770" y="489610"/>
                    <a:pt x="189940" y="489610"/>
                  </a:cubicBezTo>
                  <a:cubicBezTo>
                    <a:pt x="189940" y="489610"/>
                    <a:pt x="189940" y="489610"/>
                    <a:pt x="189940" y="489610"/>
                  </a:cubicBezTo>
                  <a:close/>
                </a:path>
              </a:pathLst>
            </a:custGeom>
            <a:solidFill>
              <a:srgbClr val="FF83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903" name="Google Shape;1903;p173"/>
            <p:cNvSpPr/>
            <p:nvPr/>
          </p:nvSpPr>
          <p:spPr>
            <a:xfrm>
              <a:off x="3495040" y="3343275"/>
              <a:ext cx="12700" cy="69850"/>
            </a:xfrm>
            <a:custGeom>
              <a:avLst/>
              <a:gdLst/>
              <a:ahLst/>
              <a:cxnLst/>
              <a:rect l="l" t="t" r="r" b="b"/>
              <a:pathLst>
                <a:path w="12700" h="69850" extrusionOk="0">
                  <a:moveTo>
                    <a:pt x="0" y="0"/>
                  </a:moveTo>
                  <a:lnTo>
                    <a:pt x="12700" y="0"/>
                  </a:lnTo>
                  <a:lnTo>
                    <a:pt x="12700" y="69850"/>
                  </a:lnTo>
                  <a:lnTo>
                    <a:pt x="0" y="69850"/>
                  </a:lnTo>
                  <a:close/>
                </a:path>
              </a:pathLst>
            </a:custGeom>
            <a:solidFill>
              <a:srgbClr val="FF83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904" name="Google Shape;1904;p173"/>
            <p:cNvSpPr/>
            <p:nvPr/>
          </p:nvSpPr>
          <p:spPr>
            <a:xfrm>
              <a:off x="3495040" y="3168650"/>
              <a:ext cx="12700" cy="69850"/>
            </a:xfrm>
            <a:custGeom>
              <a:avLst/>
              <a:gdLst/>
              <a:ahLst/>
              <a:cxnLst/>
              <a:rect l="l" t="t" r="r" b="b"/>
              <a:pathLst>
                <a:path w="12700" h="69850" extrusionOk="0">
                  <a:moveTo>
                    <a:pt x="0" y="0"/>
                  </a:moveTo>
                  <a:lnTo>
                    <a:pt x="12700" y="0"/>
                  </a:lnTo>
                  <a:lnTo>
                    <a:pt x="12700" y="69850"/>
                  </a:lnTo>
                  <a:lnTo>
                    <a:pt x="0" y="69850"/>
                  </a:lnTo>
                  <a:close/>
                </a:path>
              </a:pathLst>
            </a:custGeom>
            <a:solidFill>
              <a:srgbClr val="FF83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grpSp>
      <p:sp>
        <p:nvSpPr>
          <p:cNvPr id="1905" name="Google Shape;1905;p173"/>
          <p:cNvSpPr txBox="1"/>
          <p:nvPr/>
        </p:nvSpPr>
        <p:spPr>
          <a:xfrm>
            <a:off x="5045425" y="2954300"/>
            <a:ext cx="1088100" cy="279300"/>
          </a:xfrm>
          <a:prstGeom prst="rect">
            <a:avLst/>
          </a:prstGeom>
          <a:noFill/>
          <a:ln>
            <a:noFill/>
          </a:ln>
        </p:spPr>
        <p:txBody>
          <a:bodyPr spcFirstLastPara="1" wrap="square" lIns="91425" tIns="45700" rIns="91425" bIns="45700" anchor="ctr" anchorCtr="0">
            <a:noAutofit/>
          </a:bodyPr>
          <a:lstStyle/>
          <a:p>
            <a:pPr marL="0" lvl="0" indent="0" algn="ctr" rtl="0">
              <a:lnSpc>
                <a:spcPct val="75000"/>
              </a:lnSpc>
              <a:spcBef>
                <a:spcPts val="0"/>
              </a:spcBef>
              <a:spcAft>
                <a:spcPts val="0"/>
              </a:spcAft>
              <a:buNone/>
            </a:pPr>
            <a:r>
              <a:rPr lang="en" sz="700" b="1">
                <a:solidFill>
                  <a:srgbClr val="666666"/>
                </a:solidFill>
                <a:latin typeface="Lato"/>
                <a:ea typeface="Lato"/>
                <a:cs typeface="Lato"/>
                <a:sym typeface="Lato"/>
              </a:rPr>
              <a:t>Model Training</a:t>
            </a:r>
            <a:endParaRPr sz="700" b="1">
              <a:solidFill>
                <a:srgbClr val="666666"/>
              </a:solidFill>
              <a:latin typeface="Lato"/>
              <a:ea typeface="Lato"/>
              <a:cs typeface="Lato"/>
              <a:sym typeface="Lato"/>
            </a:endParaRPr>
          </a:p>
        </p:txBody>
      </p:sp>
      <p:sp>
        <p:nvSpPr>
          <p:cNvPr id="1906" name="Google Shape;1906;p173"/>
          <p:cNvSpPr/>
          <p:nvPr/>
        </p:nvSpPr>
        <p:spPr>
          <a:xfrm>
            <a:off x="3265123" y="3281779"/>
            <a:ext cx="242100" cy="142500"/>
          </a:xfrm>
          <a:prstGeom prst="rightArrow">
            <a:avLst>
              <a:gd name="adj1" fmla="val 50000"/>
              <a:gd name="adj2" fmla="val 50000"/>
            </a:avLst>
          </a:prstGeom>
          <a:solidFill>
            <a:srgbClr val="828282"/>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endParaRPr sz="1300">
              <a:solidFill>
                <a:srgbClr val="305868"/>
              </a:solidFill>
              <a:latin typeface="Roboto"/>
              <a:ea typeface="Roboto"/>
              <a:cs typeface="Roboto"/>
              <a:sym typeface="Roboto"/>
            </a:endParaRPr>
          </a:p>
        </p:txBody>
      </p:sp>
      <p:sp>
        <p:nvSpPr>
          <p:cNvPr id="1907" name="Google Shape;1907;p173"/>
          <p:cNvSpPr/>
          <p:nvPr/>
        </p:nvSpPr>
        <p:spPr>
          <a:xfrm>
            <a:off x="3545600" y="1035550"/>
            <a:ext cx="1080000" cy="775500"/>
          </a:xfrm>
          <a:prstGeom prst="roundRect">
            <a:avLst>
              <a:gd name="adj" fmla="val 6924"/>
            </a:avLst>
          </a:prstGeom>
          <a:solidFill>
            <a:srgbClr val="E8F6F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a:latin typeface="Roboto"/>
              <a:ea typeface="Roboto"/>
              <a:cs typeface="Roboto"/>
              <a:sym typeface="Roboto"/>
            </a:endParaRPr>
          </a:p>
        </p:txBody>
      </p:sp>
      <p:sp>
        <p:nvSpPr>
          <p:cNvPr id="1908" name="Google Shape;1908;p173"/>
          <p:cNvSpPr txBox="1"/>
          <p:nvPr/>
        </p:nvSpPr>
        <p:spPr>
          <a:xfrm>
            <a:off x="3545637" y="1143700"/>
            <a:ext cx="1080000" cy="199500"/>
          </a:xfrm>
          <a:prstGeom prst="rect">
            <a:avLst/>
          </a:prstGeom>
          <a:noFill/>
          <a:ln>
            <a:noFill/>
          </a:ln>
        </p:spPr>
        <p:txBody>
          <a:bodyPr spcFirstLastPara="1" wrap="square" lIns="91425" tIns="0" rIns="91425" bIns="0" anchor="ctr" anchorCtr="0">
            <a:noAutofit/>
          </a:bodyPr>
          <a:lstStyle/>
          <a:p>
            <a:pPr marL="0" lvl="0" indent="0" algn="ctr" rtl="0">
              <a:lnSpc>
                <a:spcPct val="133333"/>
              </a:lnSpc>
              <a:spcBef>
                <a:spcPts val="0"/>
              </a:spcBef>
              <a:spcAft>
                <a:spcPts val="0"/>
              </a:spcAft>
              <a:buNone/>
            </a:pPr>
            <a:r>
              <a:rPr lang="en" sz="800" b="1">
                <a:latin typeface="Lato"/>
                <a:ea typeface="Lato"/>
                <a:cs typeface="Lato"/>
                <a:sym typeface="Lato"/>
              </a:rPr>
              <a:t>Flink</a:t>
            </a:r>
            <a:endParaRPr sz="800" b="1">
              <a:latin typeface="Lato"/>
              <a:ea typeface="Lato"/>
              <a:cs typeface="Lato"/>
              <a:sym typeface="Lato"/>
            </a:endParaRPr>
          </a:p>
        </p:txBody>
      </p:sp>
      <p:sp>
        <p:nvSpPr>
          <p:cNvPr id="1909" name="Google Shape;1909;p173"/>
          <p:cNvSpPr/>
          <p:nvPr/>
        </p:nvSpPr>
        <p:spPr>
          <a:xfrm>
            <a:off x="4879000" y="1035550"/>
            <a:ext cx="1080000" cy="775500"/>
          </a:xfrm>
          <a:prstGeom prst="roundRect">
            <a:avLst>
              <a:gd name="adj" fmla="val 6924"/>
            </a:avLst>
          </a:prstGeom>
          <a:solidFill>
            <a:srgbClr val="E8F6F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a:latin typeface="Roboto"/>
              <a:ea typeface="Roboto"/>
              <a:cs typeface="Roboto"/>
              <a:sym typeface="Roboto"/>
            </a:endParaRPr>
          </a:p>
        </p:txBody>
      </p:sp>
      <p:grpSp>
        <p:nvGrpSpPr>
          <p:cNvPr id="1910" name="Google Shape;1910;p173"/>
          <p:cNvGrpSpPr/>
          <p:nvPr/>
        </p:nvGrpSpPr>
        <p:grpSpPr>
          <a:xfrm>
            <a:off x="5253026" y="1389798"/>
            <a:ext cx="332009" cy="260087"/>
            <a:chOff x="11054080" y="2067560"/>
            <a:chExt cx="504189" cy="394969"/>
          </a:xfrm>
        </p:grpSpPr>
        <p:sp>
          <p:nvSpPr>
            <p:cNvPr id="1911" name="Google Shape;1911;p173"/>
            <p:cNvSpPr/>
            <p:nvPr/>
          </p:nvSpPr>
          <p:spPr>
            <a:xfrm>
              <a:off x="11175365" y="2242978"/>
              <a:ext cx="382904" cy="67072"/>
            </a:xfrm>
            <a:custGeom>
              <a:avLst/>
              <a:gdLst/>
              <a:ahLst/>
              <a:cxnLst/>
              <a:rect l="l" t="t" r="r" b="b"/>
              <a:pathLst>
                <a:path w="382904" h="67072" extrusionOk="0">
                  <a:moveTo>
                    <a:pt x="1905" y="6191"/>
                  </a:moveTo>
                  <a:cubicBezTo>
                    <a:pt x="9525" y="9366"/>
                    <a:pt x="15875" y="14446"/>
                    <a:pt x="22225" y="19526"/>
                  </a:cubicBezTo>
                  <a:lnTo>
                    <a:pt x="41910" y="39211"/>
                  </a:lnTo>
                  <a:cubicBezTo>
                    <a:pt x="63500" y="60801"/>
                    <a:pt x="98425" y="60801"/>
                    <a:pt x="120015" y="39211"/>
                  </a:cubicBezTo>
                  <a:lnTo>
                    <a:pt x="140335" y="19526"/>
                  </a:lnTo>
                  <a:cubicBezTo>
                    <a:pt x="167005" y="-6509"/>
                    <a:pt x="209550" y="-6509"/>
                    <a:pt x="236220" y="19526"/>
                  </a:cubicBezTo>
                  <a:lnTo>
                    <a:pt x="256540" y="39211"/>
                  </a:lnTo>
                  <a:cubicBezTo>
                    <a:pt x="278130" y="60166"/>
                    <a:pt x="309245" y="60166"/>
                    <a:pt x="335280" y="38576"/>
                  </a:cubicBezTo>
                  <a:cubicBezTo>
                    <a:pt x="363220" y="15716"/>
                    <a:pt x="374650" y="6191"/>
                    <a:pt x="374650" y="5556"/>
                  </a:cubicBezTo>
                  <a:lnTo>
                    <a:pt x="382905" y="15081"/>
                  </a:lnTo>
                  <a:cubicBezTo>
                    <a:pt x="382270" y="15716"/>
                    <a:pt x="371475" y="25241"/>
                    <a:pt x="342900" y="48101"/>
                  </a:cubicBezTo>
                  <a:cubicBezTo>
                    <a:pt x="311150" y="73501"/>
                    <a:pt x="273685" y="73501"/>
                    <a:pt x="247015" y="47466"/>
                  </a:cubicBezTo>
                  <a:lnTo>
                    <a:pt x="226695" y="27781"/>
                  </a:lnTo>
                  <a:cubicBezTo>
                    <a:pt x="205105" y="6191"/>
                    <a:pt x="170180" y="6191"/>
                    <a:pt x="148590" y="27781"/>
                  </a:cubicBezTo>
                  <a:lnTo>
                    <a:pt x="128270" y="47466"/>
                  </a:lnTo>
                  <a:cubicBezTo>
                    <a:pt x="101600" y="73501"/>
                    <a:pt x="59055" y="73501"/>
                    <a:pt x="32385" y="47466"/>
                  </a:cubicBezTo>
                  <a:lnTo>
                    <a:pt x="12065" y="27781"/>
                  </a:lnTo>
                  <a:cubicBezTo>
                    <a:pt x="8255" y="23971"/>
                    <a:pt x="4445" y="20796"/>
                    <a:pt x="0" y="18891"/>
                  </a:cubicBezTo>
                  <a:lnTo>
                    <a:pt x="1905" y="6191"/>
                  </a:lnTo>
                  <a:close/>
                </a:path>
              </a:pathLst>
            </a:custGeom>
            <a:solidFill>
              <a:srgbClr val="FF83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912" name="Google Shape;1912;p173"/>
            <p:cNvSpPr/>
            <p:nvPr/>
          </p:nvSpPr>
          <p:spPr>
            <a:xfrm>
              <a:off x="11054080" y="2252345"/>
              <a:ext cx="64769" cy="61594"/>
            </a:xfrm>
            <a:custGeom>
              <a:avLst/>
              <a:gdLst/>
              <a:ahLst/>
              <a:cxnLst/>
              <a:rect l="l" t="t" r="r" b="b"/>
              <a:pathLst>
                <a:path w="64769" h="61594" extrusionOk="0">
                  <a:moveTo>
                    <a:pt x="64770" y="12700"/>
                  </a:moveTo>
                  <a:cubicBezTo>
                    <a:pt x="61595" y="14605"/>
                    <a:pt x="59055" y="17145"/>
                    <a:pt x="56514" y="19685"/>
                  </a:cubicBezTo>
                  <a:lnTo>
                    <a:pt x="8255" y="61595"/>
                  </a:lnTo>
                  <a:lnTo>
                    <a:pt x="0" y="52070"/>
                  </a:lnTo>
                  <a:lnTo>
                    <a:pt x="47625" y="10160"/>
                  </a:lnTo>
                  <a:cubicBezTo>
                    <a:pt x="51435" y="6350"/>
                    <a:pt x="55880" y="2540"/>
                    <a:pt x="60960" y="0"/>
                  </a:cubicBezTo>
                  <a:lnTo>
                    <a:pt x="64770" y="12700"/>
                  </a:lnTo>
                  <a:close/>
                </a:path>
              </a:pathLst>
            </a:custGeom>
            <a:solidFill>
              <a:srgbClr val="FF83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913" name="Google Shape;1913;p173"/>
            <p:cNvSpPr/>
            <p:nvPr/>
          </p:nvSpPr>
          <p:spPr>
            <a:xfrm>
              <a:off x="11430000" y="2262504"/>
              <a:ext cx="76200" cy="76200"/>
            </a:xfrm>
            <a:custGeom>
              <a:avLst/>
              <a:gdLst/>
              <a:ahLst/>
              <a:cxnLst/>
              <a:rect l="l" t="t" r="r" b="b"/>
              <a:pathLst>
                <a:path w="76200" h="76200" extrusionOk="0">
                  <a:moveTo>
                    <a:pt x="38100" y="0"/>
                  </a:moveTo>
                  <a:cubicBezTo>
                    <a:pt x="17145" y="0"/>
                    <a:pt x="0" y="17145"/>
                    <a:pt x="0" y="38100"/>
                  </a:cubicBezTo>
                  <a:cubicBezTo>
                    <a:pt x="0" y="59055"/>
                    <a:pt x="17145" y="76200"/>
                    <a:pt x="38100" y="76200"/>
                  </a:cubicBezTo>
                  <a:cubicBezTo>
                    <a:pt x="59055" y="76200"/>
                    <a:pt x="76200" y="59055"/>
                    <a:pt x="76200" y="38100"/>
                  </a:cubicBezTo>
                  <a:cubicBezTo>
                    <a:pt x="76200" y="17145"/>
                    <a:pt x="59055" y="0"/>
                    <a:pt x="38100" y="0"/>
                  </a:cubicBezTo>
                  <a:close/>
                </a:path>
              </a:pathLst>
            </a:custGeom>
            <a:solidFill>
              <a:srgbClr val="FF83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914" name="Google Shape;1914;p173"/>
            <p:cNvSpPr/>
            <p:nvPr/>
          </p:nvSpPr>
          <p:spPr>
            <a:xfrm>
              <a:off x="11054715" y="2391568"/>
              <a:ext cx="276859" cy="70961"/>
            </a:xfrm>
            <a:custGeom>
              <a:avLst/>
              <a:gdLst/>
              <a:ahLst/>
              <a:cxnLst/>
              <a:rect l="l" t="t" r="r" b="b"/>
              <a:pathLst>
                <a:path w="276859" h="70961" extrusionOk="0">
                  <a:moveTo>
                    <a:pt x="276860" y="23336"/>
                  </a:moveTo>
                  <a:cubicBezTo>
                    <a:pt x="274320" y="25241"/>
                    <a:pt x="272415" y="27146"/>
                    <a:pt x="270510" y="29051"/>
                  </a:cubicBezTo>
                  <a:lnTo>
                    <a:pt x="250190" y="48736"/>
                  </a:lnTo>
                  <a:cubicBezTo>
                    <a:pt x="223520" y="74771"/>
                    <a:pt x="180975" y="74771"/>
                    <a:pt x="154305" y="48736"/>
                  </a:cubicBezTo>
                  <a:lnTo>
                    <a:pt x="134620" y="29051"/>
                  </a:lnTo>
                  <a:cubicBezTo>
                    <a:pt x="113030" y="7461"/>
                    <a:pt x="78105" y="7461"/>
                    <a:pt x="56515" y="29051"/>
                  </a:cubicBezTo>
                  <a:lnTo>
                    <a:pt x="8255" y="70961"/>
                  </a:lnTo>
                  <a:lnTo>
                    <a:pt x="0" y="61436"/>
                  </a:lnTo>
                  <a:lnTo>
                    <a:pt x="47625" y="19526"/>
                  </a:lnTo>
                  <a:cubicBezTo>
                    <a:pt x="74295" y="-6509"/>
                    <a:pt x="116840" y="-6509"/>
                    <a:pt x="143510" y="19526"/>
                  </a:cubicBezTo>
                  <a:lnTo>
                    <a:pt x="163195" y="39211"/>
                  </a:lnTo>
                  <a:cubicBezTo>
                    <a:pt x="184785" y="60801"/>
                    <a:pt x="219710" y="60801"/>
                    <a:pt x="241300" y="39211"/>
                  </a:cubicBezTo>
                  <a:lnTo>
                    <a:pt x="261620" y="19526"/>
                  </a:lnTo>
                  <a:cubicBezTo>
                    <a:pt x="264795" y="16351"/>
                    <a:pt x="268605" y="13176"/>
                    <a:pt x="272415" y="10636"/>
                  </a:cubicBezTo>
                  <a:lnTo>
                    <a:pt x="276860" y="23336"/>
                  </a:lnTo>
                  <a:close/>
                </a:path>
              </a:pathLst>
            </a:custGeom>
            <a:solidFill>
              <a:srgbClr val="FF83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915" name="Google Shape;1915;p173"/>
            <p:cNvSpPr/>
            <p:nvPr/>
          </p:nvSpPr>
          <p:spPr>
            <a:xfrm>
              <a:off x="11388090" y="2397125"/>
              <a:ext cx="170179" cy="61516"/>
            </a:xfrm>
            <a:custGeom>
              <a:avLst/>
              <a:gdLst/>
              <a:ahLst/>
              <a:cxnLst/>
              <a:rect l="l" t="t" r="r" b="b"/>
              <a:pathLst>
                <a:path w="170179" h="61516" extrusionOk="0">
                  <a:moveTo>
                    <a:pt x="2540" y="0"/>
                  </a:moveTo>
                  <a:cubicBezTo>
                    <a:pt x="10160" y="3175"/>
                    <a:pt x="17780" y="8255"/>
                    <a:pt x="23495" y="13970"/>
                  </a:cubicBezTo>
                  <a:lnTo>
                    <a:pt x="43815" y="33655"/>
                  </a:lnTo>
                  <a:cubicBezTo>
                    <a:pt x="65405" y="54610"/>
                    <a:pt x="96520" y="54610"/>
                    <a:pt x="122555" y="33020"/>
                  </a:cubicBezTo>
                  <a:cubicBezTo>
                    <a:pt x="150495" y="10160"/>
                    <a:pt x="161925" y="635"/>
                    <a:pt x="161925" y="0"/>
                  </a:cubicBezTo>
                  <a:lnTo>
                    <a:pt x="170180" y="9525"/>
                  </a:lnTo>
                  <a:cubicBezTo>
                    <a:pt x="169545" y="10160"/>
                    <a:pt x="158750" y="19685"/>
                    <a:pt x="130175" y="42545"/>
                  </a:cubicBezTo>
                  <a:cubicBezTo>
                    <a:pt x="98425" y="67945"/>
                    <a:pt x="60960" y="67945"/>
                    <a:pt x="34290" y="41910"/>
                  </a:cubicBezTo>
                  <a:lnTo>
                    <a:pt x="13970" y="22225"/>
                  </a:lnTo>
                  <a:cubicBezTo>
                    <a:pt x="10160" y="18415"/>
                    <a:pt x="5080" y="14605"/>
                    <a:pt x="0" y="12065"/>
                  </a:cubicBezTo>
                  <a:lnTo>
                    <a:pt x="2540" y="0"/>
                  </a:lnTo>
                  <a:close/>
                </a:path>
              </a:pathLst>
            </a:custGeom>
            <a:solidFill>
              <a:srgbClr val="FF83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916" name="Google Shape;1916;p173"/>
            <p:cNvSpPr/>
            <p:nvPr/>
          </p:nvSpPr>
          <p:spPr>
            <a:xfrm>
              <a:off x="11109959" y="2363470"/>
              <a:ext cx="76200" cy="76200"/>
            </a:xfrm>
            <a:custGeom>
              <a:avLst/>
              <a:gdLst/>
              <a:ahLst/>
              <a:cxnLst/>
              <a:rect l="l" t="t" r="r" b="b"/>
              <a:pathLst>
                <a:path w="76200" h="76200" extrusionOk="0">
                  <a:moveTo>
                    <a:pt x="38100" y="0"/>
                  </a:moveTo>
                  <a:cubicBezTo>
                    <a:pt x="17145" y="0"/>
                    <a:pt x="0" y="17145"/>
                    <a:pt x="0" y="38100"/>
                  </a:cubicBezTo>
                  <a:cubicBezTo>
                    <a:pt x="0" y="59055"/>
                    <a:pt x="17145" y="76200"/>
                    <a:pt x="38100" y="76200"/>
                  </a:cubicBezTo>
                  <a:cubicBezTo>
                    <a:pt x="59055" y="76200"/>
                    <a:pt x="76200" y="59055"/>
                    <a:pt x="76200" y="38100"/>
                  </a:cubicBezTo>
                  <a:cubicBezTo>
                    <a:pt x="76200" y="17145"/>
                    <a:pt x="59055" y="0"/>
                    <a:pt x="38100" y="0"/>
                  </a:cubicBezTo>
                  <a:close/>
                </a:path>
              </a:pathLst>
            </a:custGeom>
            <a:solidFill>
              <a:srgbClr val="FF83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917" name="Google Shape;1917;p173"/>
            <p:cNvSpPr/>
            <p:nvPr/>
          </p:nvSpPr>
          <p:spPr>
            <a:xfrm>
              <a:off x="11054080" y="2106929"/>
              <a:ext cx="66039" cy="62865"/>
            </a:xfrm>
            <a:custGeom>
              <a:avLst/>
              <a:gdLst/>
              <a:ahLst/>
              <a:cxnLst/>
              <a:rect l="l" t="t" r="r" b="b"/>
              <a:pathLst>
                <a:path w="66039" h="62865" extrusionOk="0">
                  <a:moveTo>
                    <a:pt x="66039" y="13335"/>
                  </a:moveTo>
                  <a:cubicBezTo>
                    <a:pt x="62230" y="15240"/>
                    <a:pt x="59055" y="17780"/>
                    <a:pt x="56514" y="20955"/>
                  </a:cubicBezTo>
                  <a:lnTo>
                    <a:pt x="8255" y="62865"/>
                  </a:lnTo>
                  <a:lnTo>
                    <a:pt x="0" y="53340"/>
                  </a:lnTo>
                  <a:lnTo>
                    <a:pt x="47625" y="11430"/>
                  </a:lnTo>
                  <a:cubicBezTo>
                    <a:pt x="52070" y="6985"/>
                    <a:pt x="57150" y="3175"/>
                    <a:pt x="62864" y="0"/>
                  </a:cubicBezTo>
                  <a:lnTo>
                    <a:pt x="66039" y="13335"/>
                  </a:lnTo>
                  <a:close/>
                </a:path>
              </a:pathLst>
            </a:custGeom>
            <a:solidFill>
              <a:srgbClr val="FF83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918" name="Google Shape;1918;p173"/>
            <p:cNvSpPr/>
            <p:nvPr/>
          </p:nvSpPr>
          <p:spPr>
            <a:xfrm>
              <a:off x="11176634" y="2099468"/>
              <a:ext cx="381634" cy="67072"/>
            </a:xfrm>
            <a:custGeom>
              <a:avLst/>
              <a:gdLst/>
              <a:ahLst/>
              <a:cxnLst/>
              <a:rect l="l" t="t" r="r" b="b"/>
              <a:pathLst>
                <a:path w="381634" h="67072" extrusionOk="0">
                  <a:moveTo>
                    <a:pt x="1905" y="6191"/>
                  </a:moveTo>
                  <a:cubicBezTo>
                    <a:pt x="8890" y="9366"/>
                    <a:pt x="15240" y="13811"/>
                    <a:pt x="20955" y="19526"/>
                  </a:cubicBezTo>
                  <a:lnTo>
                    <a:pt x="40640" y="39211"/>
                  </a:lnTo>
                  <a:cubicBezTo>
                    <a:pt x="62230" y="60801"/>
                    <a:pt x="97155" y="60801"/>
                    <a:pt x="118745" y="39211"/>
                  </a:cubicBezTo>
                  <a:lnTo>
                    <a:pt x="139065" y="19526"/>
                  </a:lnTo>
                  <a:cubicBezTo>
                    <a:pt x="165735" y="-6509"/>
                    <a:pt x="208280" y="-6509"/>
                    <a:pt x="234950" y="19526"/>
                  </a:cubicBezTo>
                  <a:lnTo>
                    <a:pt x="255270" y="39211"/>
                  </a:lnTo>
                  <a:cubicBezTo>
                    <a:pt x="276860" y="60166"/>
                    <a:pt x="307975" y="60166"/>
                    <a:pt x="334010" y="38576"/>
                  </a:cubicBezTo>
                  <a:cubicBezTo>
                    <a:pt x="361950" y="15716"/>
                    <a:pt x="373380" y="6191"/>
                    <a:pt x="373380" y="5556"/>
                  </a:cubicBezTo>
                  <a:lnTo>
                    <a:pt x="381635" y="15081"/>
                  </a:lnTo>
                  <a:cubicBezTo>
                    <a:pt x="381000" y="15716"/>
                    <a:pt x="370205" y="25241"/>
                    <a:pt x="341630" y="48101"/>
                  </a:cubicBezTo>
                  <a:cubicBezTo>
                    <a:pt x="309880" y="73501"/>
                    <a:pt x="272415" y="73501"/>
                    <a:pt x="245745" y="47466"/>
                  </a:cubicBezTo>
                  <a:lnTo>
                    <a:pt x="225425" y="27781"/>
                  </a:lnTo>
                  <a:cubicBezTo>
                    <a:pt x="203835" y="6191"/>
                    <a:pt x="168910" y="6191"/>
                    <a:pt x="147320" y="27781"/>
                  </a:cubicBezTo>
                  <a:lnTo>
                    <a:pt x="127000" y="47466"/>
                  </a:lnTo>
                  <a:cubicBezTo>
                    <a:pt x="100330" y="73501"/>
                    <a:pt x="57785" y="73501"/>
                    <a:pt x="31115" y="47466"/>
                  </a:cubicBezTo>
                  <a:lnTo>
                    <a:pt x="11430" y="27781"/>
                  </a:lnTo>
                  <a:cubicBezTo>
                    <a:pt x="8255" y="24606"/>
                    <a:pt x="3810" y="21431"/>
                    <a:pt x="0" y="18891"/>
                  </a:cubicBezTo>
                  <a:lnTo>
                    <a:pt x="1905" y="6191"/>
                  </a:lnTo>
                  <a:close/>
                </a:path>
              </a:pathLst>
            </a:custGeom>
            <a:solidFill>
              <a:srgbClr val="FF83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919" name="Google Shape;1919;p173"/>
            <p:cNvSpPr/>
            <p:nvPr/>
          </p:nvSpPr>
          <p:spPr>
            <a:xfrm>
              <a:off x="11325225" y="2067560"/>
              <a:ext cx="76200" cy="76200"/>
            </a:xfrm>
            <a:custGeom>
              <a:avLst/>
              <a:gdLst/>
              <a:ahLst/>
              <a:cxnLst/>
              <a:rect l="l" t="t" r="r" b="b"/>
              <a:pathLst>
                <a:path w="76200" h="76200" extrusionOk="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solidFill>
              <a:srgbClr val="FF83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920" name="Google Shape;1920;p173"/>
            <p:cNvSpPr/>
            <p:nvPr/>
          </p:nvSpPr>
          <p:spPr>
            <a:xfrm>
              <a:off x="11109959" y="2067560"/>
              <a:ext cx="76200" cy="76200"/>
            </a:xfrm>
            <a:custGeom>
              <a:avLst/>
              <a:gdLst/>
              <a:ahLst/>
              <a:cxnLst/>
              <a:rect l="l" t="t" r="r" b="b"/>
              <a:pathLst>
                <a:path w="76200" h="76200" extrusionOk="0">
                  <a:moveTo>
                    <a:pt x="38100" y="12700"/>
                  </a:moveTo>
                  <a:cubicBezTo>
                    <a:pt x="52070" y="12700"/>
                    <a:pt x="63500" y="24130"/>
                    <a:pt x="63500" y="38100"/>
                  </a:cubicBezTo>
                  <a:cubicBezTo>
                    <a:pt x="63500" y="52070"/>
                    <a:pt x="52070" y="63500"/>
                    <a:pt x="38100" y="63500"/>
                  </a:cubicBezTo>
                  <a:cubicBezTo>
                    <a:pt x="24130" y="63500"/>
                    <a:pt x="12700" y="52070"/>
                    <a:pt x="12700" y="38100"/>
                  </a:cubicBezTo>
                  <a:cubicBezTo>
                    <a:pt x="12700" y="24130"/>
                    <a:pt x="24130" y="12700"/>
                    <a:pt x="38100" y="12700"/>
                  </a:cubicBezTo>
                  <a:moveTo>
                    <a:pt x="38100" y="0"/>
                  </a:moveTo>
                  <a:cubicBezTo>
                    <a:pt x="17145" y="0"/>
                    <a:pt x="0" y="17145"/>
                    <a:pt x="0" y="38100"/>
                  </a:cubicBezTo>
                  <a:cubicBezTo>
                    <a:pt x="0" y="59055"/>
                    <a:pt x="17145" y="76200"/>
                    <a:pt x="38100" y="76200"/>
                  </a:cubicBezTo>
                  <a:cubicBezTo>
                    <a:pt x="59055" y="76200"/>
                    <a:pt x="76200" y="59055"/>
                    <a:pt x="76200" y="38100"/>
                  </a:cubicBezTo>
                  <a:cubicBezTo>
                    <a:pt x="76200" y="17145"/>
                    <a:pt x="59055" y="0"/>
                    <a:pt x="38100" y="0"/>
                  </a:cubicBezTo>
                  <a:close/>
                </a:path>
              </a:pathLst>
            </a:custGeom>
            <a:solidFill>
              <a:srgbClr val="FF83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921" name="Google Shape;1921;p173"/>
            <p:cNvSpPr/>
            <p:nvPr/>
          </p:nvSpPr>
          <p:spPr>
            <a:xfrm>
              <a:off x="11109959" y="2211704"/>
              <a:ext cx="76200" cy="76200"/>
            </a:xfrm>
            <a:custGeom>
              <a:avLst/>
              <a:gdLst/>
              <a:ahLst/>
              <a:cxnLst/>
              <a:rect l="l" t="t" r="r" b="b"/>
              <a:pathLst>
                <a:path w="76200" h="76200" extrusionOk="0">
                  <a:moveTo>
                    <a:pt x="38100" y="12700"/>
                  </a:moveTo>
                  <a:cubicBezTo>
                    <a:pt x="52070" y="12700"/>
                    <a:pt x="63500" y="24130"/>
                    <a:pt x="63500" y="38100"/>
                  </a:cubicBezTo>
                  <a:cubicBezTo>
                    <a:pt x="63500" y="52070"/>
                    <a:pt x="52070" y="63500"/>
                    <a:pt x="38100" y="63500"/>
                  </a:cubicBezTo>
                  <a:cubicBezTo>
                    <a:pt x="24130" y="63500"/>
                    <a:pt x="12700" y="52070"/>
                    <a:pt x="12700" y="38100"/>
                  </a:cubicBezTo>
                  <a:cubicBezTo>
                    <a:pt x="12700" y="24130"/>
                    <a:pt x="24130" y="12700"/>
                    <a:pt x="38100" y="12700"/>
                  </a:cubicBezTo>
                  <a:moveTo>
                    <a:pt x="38100" y="0"/>
                  </a:moveTo>
                  <a:cubicBezTo>
                    <a:pt x="17145" y="0"/>
                    <a:pt x="0" y="17145"/>
                    <a:pt x="0" y="38100"/>
                  </a:cubicBezTo>
                  <a:cubicBezTo>
                    <a:pt x="0" y="59055"/>
                    <a:pt x="17145" y="76200"/>
                    <a:pt x="38100" y="76200"/>
                  </a:cubicBezTo>
                  <a:cubicBezTo>
                    <a:pt x="59055" y="76200"/>
                    <a:pt x="76200" y="59055"/>
                    <a:pt x="76200" y="38100"/>
                  </a:cubicBezTo>
                  <a:cubicBezTo>
                    <a:pt x="76200" y="17145"/>
                    <a:pt x="59055" y="0"/>
                    <a:pt x="38100" y="0"/>
                  </a:cubicBezTo>
                  <a:close/>
                </a:path>
              </a:pathLst>
            </a:custGeom>
            <a:solidFill>
              <a:srgbClr val="FF83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922" name="Google Shape;1922;p173"/>
            <p:cNvSpPr/>
            <p:nvPr/>
          </p:nvSpPr>
          <p:spPr>
            <a:xfrm>
              <a:off x="11322050" y="2359660"/>
              <a:ext cx="76200" cy="76200"/>
            </a:xfrm>
            <a:custGeom>
              <a:avLst/>
              <a:gdLst/>
              <a:ahLst/>
              <a:cxnLst/>
              <a:rect l="l" t="t" r="r" b="b"/>
              <a:pathLst>
                <a:path w="76200" h="76200" extrusionOk="0">
                  <a:moveTo>
                    <a:pt x="38100" y="12700"/>
                  </a:moveTo>
                  <a:cubicBezTo>
                    <a:pt x="52070" y="12700"/>
                    <a:pt x="63500" y="24130"/>
                    <a:pt x="63500" y="38100"/>
                  </a:cubicBezTo>
                  <a:cubicBezTo>
                    <a:pt x="63500" y="52070"/>
                    <a:pt x="52070" y="63500"/>
                    <a:pt x="38100" y="63500"/>
                  </a:cubicBezTo>
                  <a:cubicBezTo>
                    <a:pt x="24130" y="63500"/>
                    <a:pt x="12700" y="52070"/>
                    <a:pt x="12700" y="38100"/>
                  </a:cubicBezTo>
                  <a:cubicBezTo>
                    <a:pt x="12700" y="24130"/>
                    <a:pt x="23495" y="12700"/>
                    <a:pt x="38100" y="12700"/>
                  </a:cubicBezTo>
                  <a:moveTo>
                    <a:pt x="38100" y="0"/>
                  </a:moveTo>
                  <a:cubicBezTo>
                    <a:pt x="17145" y="0"/>
                    <a:pt x="0" y="17145"/>
                    <a:pt x="0" y="38100"/>
                  </a:cubicBezTo>
                  <a:cubicBezTo>
                    <a:pt x="0" y="59055"/>
                    <a:pt x="17145" y="76200"/>
                    <a:pt x="38100" y="76200"/>
                  </a:cubicBezTo>
                  <a:cubicBezTo>
                    <a:pt x="59055" y="76200"/>
                    <a:pt x="76200" y="59055"/>
                    <a:pt x="76200" y="38100"/>
                  </a:cubicBezTo>
                  <a:cubicBezTo>
                    <a:pt x="76200" y="17145"/>
                    <a:pt x="59055" y="0"/>
                    <a:pt x="38100" y="0"/>
                  </a:cubicBezTo>
                  <a:close/>
                </a:path>
              </a:pathLst>
            </a:custGeom>
            <a:solidFill>
              <a:srgbClr val="FF83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grpSp>
      <p:sp>
        <p:nvSpPr>
          <p:cNvPr id="1923" name="Google Shape;1923;p173"/>
          <p:cNvSpPr txBox="1"/>
          <p:nvPr/>
        </p:nvSpPr>
        <p:spPr>
          <a:xfrm>
            <a:off x="4879037" y="1143700"/>
            <a:ext cx="1080000" cy="199500"/>
          </a:xfrm>
          <a:prstGeom prst="rect">
            <a:avLst/>
          </a:prstGeom>
          <a:noFill/>
          <a:ln>
            <a:noFill/>
          </a:ln>
        </p:spPr>
        <p:txBody>
          <a:bodyPr spcFirstLastPara="1" wrap="square" lIns="91425" tIns="0" rIns="91425" bIns="0" anchor="ctr" anchorCtr="0">
            <a:noAutofit/>
          </a:bodyPr>
          <a:lstStyle/>
          <a:p>
            <a:pPr marL="0" lvl="0" indent="0" algn="ctr" rtl="0">
              <a:lnSpc>
                <a:spcPct val="133333"/>
              </a:lnSpc>
              <a:spcBef>
                <a:spcPts val="0"/>
              </a:spcBef>
              <a:spcAft>
                <a:spcPts val="0"/>
              </a:spcAft>
              <a:buNone/>
            </a:pPr>
            <a:r>
              <a:rPr lang="en" sz="800" b="1">
                <a:latin typeface="Lato"/>
                <a:ea typeface="Lato"/>
                <a:cs typeface="Lato"/>
                <a:sym typeface="Lato"/>
              </a:rPr>
              <a:t>Kafka topic</a:t>
            </a:r>
            <a:endParaRPr sz="800" b="1">
              <a:latin typeface="Lato"/>
              <a:ea typeface="Lato"/>
              <a:cs typeface="Lato"/>
              <a:sym typeface="Lato"/>
            </a:endParaRPr>
          </a:p>
        </p:txBody>
      </p:sp>
      <p:sp>
        <p:nvSpPr>
          <p:cNvPr id="1924" name="Google Shape;1924;p173"/>
          <p:cNvSpPr/>
          <p:nvPr/>
        </p:nvSpPr>
        <p:spPr>
          <a:xfrm>
            <a:off x="4711076" y="1448726"/>
            <a:ext cx="121200" cy="142500"/>
          </a:xfrm>
          <a:prstGeom prst="rightArrow">
            <a:avLst>
              <a:gd name="adj1" fmla="val 50000"/>
              <a:gd name="adj2" fmla="val 50000"/>
            </a:avLst>
          </a:prstGeom>
          <a:solidFill>
            <a:srgbClr val="00A3AF"/>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endParaRPr sz="1300">
              <a:solidFill>
                <a:srgbClr val="305868"/>
              </a:solidFill>
              <a:latin typeface="Roboto"/>
              <a:ea typeface="Roboto"/>
              <a:cs typeface="Roboto"/>
              <a:sym typeface="Roboto"/>
            </a:endParaRPr>
          </a:p>
        </p:txBody>
      </p:sp>
      <p:sp>
        <p:nvSpPr>
          <p:cNvPr id="1925" name="Google Shape;1925;p173"/>
          <p:cNvSpPr/>
          <p:nvPr/>
        </p:nvSpPr>
        <p:spPr>
          <a:xfrm>
            <a:off x="4723323" y="3263579"/>
            <a:ext cx="242100" cy="142500"/>
          </a:xfrm>
          <a:prstGeom prst="rightArrow">
            <a:avLst>
              <a:gd name="adj1" fmla="val 50000"/>
              <a:gd name="adj2" fmla="val 50000"/>
            </a:avLst>
          </a:prstGeom>
          <a:solidFill>
            <a:srgbClr val="828282"/>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endParaRPr sz="1300">
              <a:solidFill>
                <a:srgbClr val="305868"/>
              </a:solidFill>
              <a:latin typeface="Roboto"/>
              <a:ea typeface="Roboto"/>
              <a:cs typeface="Roboto"/>
              <a:sym typeface="Roboto"/>
            </a:endParaRPr>
          </a:p>
        </p:txBody>
      </p:sp>
      <p:sp>
        <p:nvSpPr>
          <p:cNvPr id="1926" name="Google Shape;1926;p173"/>
          <p:cNvSpPr txBox="1"/>
          <p:nvPr/>
        </p:nvSpPr>
        <p:spPr>
          <a:xfrm>
            <a:off x="3474225" y="3799700"/>
            <a:ext cx="1222800" cy="1047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00" b="1">
                <a:latin typeface="Plus Jakarta Sans"/>
                <a:ea typeface="Plus Jakarta Sans"/>
                <a:cs typeface="Plus Jakarta Sans"/>
                <a:sym typeface="Plus Jakarta Sans"/>
              </a:rPr>
              <a:t>Tables separating last 24 hours for training purpose since they are real time </a:t>
            </a:r>
            <a:endParaRPr sz="600" b="1">
              <a:latin typeface="Plus Jakarta Sans"/>
              <a:ea typeface="Plus Jakarta Sans"/>
              <a:cs typeface="Plus Jakarta Sans"/>
              <a:sym typeface="Plus Jakarta Sans"/>
            </a:endParaRPr>
          </a:p>
        </p:txBody>
      </p:sp>
      <p:sp>
        <p:nvSpPr>
          <p:cNvPr id="1927" name="Google Shape;1927;p173"/>
          <p:cNvSpPr/>
          <p:nvPr/>
        </p:nvSpPr>
        <p:spPr>
          <a:xfrm rot="-3177580">
            <a:off x="4621401" y="2563223"/>
            <a:ext cx="242041" cy="142441"/>
          </a:xfrm>
          <a:prstGeom prst="rightArrow">
            <a:avLst>
              <a:gd name="adj1" fmla="val 50000"/>
              <a:gd name="adj2" fmla="val 50000"/>
            </a:avLst>
          </a:prstGeom>
          <a:solidFill>
            <a:srgbClr val="828282"/>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endParaRPr sz="1300">
              <a:solidFill>
                <a:srgbClr val="305868"/>
              </a:solidFill>
              <a:latin typeface="Roboto"/>
              <a:ea typeface="Roboto"/>
              <a:cs typeface="Roboto"/>
              <a:sym typeface="Roboto"/>
            </a:endParaRPr>
          </a:p>
        </p:txBody>
      </p:sp>
      <p:sp>
        <p:nvSpPr>
          <p:cNvPr id="1928" name="Google Shape;1928;p173"/>
          <p:cNvSpPr/>
          <p:nvPr/>
        </p:nvSpPr>
        <p:spPr>
          <a:xfrm>
            <a:off x="4879025" y="1994928"/>
            <a:ext cx="1080000" cy="775500"/>
          </a:xfrm>
          <a:prstGeom prst="roundRect">
            <a:avLst>
              <a:gd name="adj" fmla="val 9883"/>
            </a:avLst>
          </a:prstGeom>
          <a:solidFill>
            <a:srgbClr val="F5F5F5"/>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 </a:t>
            </a:r>
            <a:endParaRPr>
              <a:latin typeface="Roboto"/>
              <a:ea typeface="Roboto"/>
              <a:cs typeface="Roboto"/>
              <a:sym typeface="Roboto"/>
            </a:endParaRPr>
          </a:p>
        </p:txBody>
      </p:sp>
      <p:sp>
        <p:nvSpPr>
          <p:cNvPr id="1929" name="Google Shape;1929;p173"/>
          <p:cNvSpPr txBox="1"/>
          <p:nvPr/>
        </p:nvSpPr>
        <p:spPr>
          <a:xfrm>
            <a:off x="5083174" y="2000050"/>
            <a:ext cx="671700" cy="279300"/>
          </a:xfrm>
          <a:prstGeom prst="rect">
            <a:avLst/>
          </a:prstGeom>
          <a:noFill/>
          <a:ln>
            <a:noFill/>
          </a:ln>
        </p:spPr>
        <p:txBody>
          <a:bodyPr spcFirstLastPara="1" wrap="square" lIns="91425" tIns="45700" rIns="91425" bIns="45700" anchor="ctr" anchorCtr="0">
            <a:noAutofit/>
          </a:bodyPr>
          <a:lstStyle/>
          <a:p>
            <a:pPr marL="0" lvl="0" indent="0" algn="ctr" rtl="0">
              <a:lnSpc>
                <a:spcPct val="75000"/>
              </a:lnSpc>
              <a:spcBef>
                <a:spcPts val="0"/>
              </a:spcBef>
              <a:spcAft>
                <a:spcPts val="0"/>
              </a:spcAft>
              <a:buNone/>
            </a:pPr>
            <a:r>
              <a:rPr lang="en" sz="700" b="1">
                <a:solidFill>
                  <a:srgbClr val="666666"/>
                </a:solidFill>
                <a:latin typeface="Lato"/>
                <a:ea typeface="Lato"/>
                <a:cs typeface="Lato"/>
                <a:sym typeface="Lato"/>
              </a:rPr>
              <a:t>HBase</a:t>
            </a:r>
            <a:endParaRPr sz="700" b="1">
              <a:solidFill>
                <a:srgbClr val="666666"/>
              </a:solidFill>
              <a:latin typeface="Lato"/>
              <a:ea typeface="Lato"/>
              <a:cs typeface="Lato"/>
              <a:sym typeface="Lato"/>
            </a:endParaRPr>
          </a:p>
        </p:txBody>
      </p:sp>
      <p:sp>
        <p:nvSpPr>
          <p:cNvPr id="1930" name="Google Shape;1930;p173"/>
          <p:cNvSpPr/>
          <p:nvPr/>
        </p:nvSpPr>
        <p:spPr>
          <a:xfrm>
            <a:off x="6604650" y="1035550"/>
            <a:ext cx="1043700" cy="1118400"/>
          </a:xfrm>
          <a:prstGeom prst="roundRect">
            <a:avLst>
              <a:gd name="adj" fmla="val 9883"/>
            </a:avLst>
          </a:prstGeom>
          <a:solidFill>
            <a:srgbClr val="E8F6F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a:latin typeface="Roboto"/>
                <a:ea typeface="Roboto"/>
                <a:cs typeface="Roboto"/>
                <a:sym typeface="Roboto"/>
              </a:rPr>
              <a:t> </a:t>
            </a:r>
            <a:endParaRPr>
              <a:latin typeface="Roboto"/>
              <a:ea typeface="Roboto"/>
              <a:cs typeface="Roboto"/>
              <a:sym typeface="Roboto"/>
            </a:endParaRPr>
          </a:p>
        </p:txBody>
      </p:sp>
      <p:sp>
        <p:nvSpPr>
          <p:cNvPr id="1931" name="Google Shape;1931;p173"/>
          <p:cNvSpPr txBox="1"/>
          <p:nvPr/>
        </p:nvSpPr>
        <p:spPr>
          <a:xfrm>
            <a:off x="6810331" y="1045186"/>
            <a:ext cx="676800" cy="525600"/>
          </a:xfrm>
          <a:prstGeom prst="rect">
            <a:avLst/>
          </a:prstGeom>
          <a:noFill/>
          <a:ln>
            <a:noFill/>
          </a:ln>
        </p:spPr>
        <p:txBody>
          <a:bodyPr spcFirstLastPara="1" wrap="square" lIns="91425" tIns="45700" rIns="91425" bIns="45700" anchor="ctr" anchorCtr="0">
            <a:noAutofit/>
          </a:bodyPr>
          <a:lstStyle/>
          <a:p>
            <a:pPr marL="0" marR="0" lvl="0" indent="0" algn="ctr" rtl="0">
              <a:lnSpc>
                <a:spcPct val="133333"/>
              </a:lnSpc>
              <a:spcBef>
                <a:spcPts val="0"/>
              </a:spcBef>
              <a:spcAft>
                <a:spcPts val="0"/>
              </a:spcAft>
              <a:buNone/>
            </a:pPr>
            <a:r>
              <a:rPr lang="en" sz="800" b="1">
                <a:latin typeface="Lato"/>
                <a:ea typeface="Lato"/>
                <a:cs typeface="Lato"/>
                <a:sym typeface="Lato"/>
              </a:rPr>
              <a:t>ML</a:t>
            </a:r>
            <a:r>
              <a:rPr lang="en" sz="800" b="1">
                <a:solidFill>
                  <a:srgbClr val="666666"/>
                </a:solidFill>
                <a:latin typeface="Lato"/>
                <a:ea typeface="Lato"/>
                <a:cs typeface="Lato"/>
                <a:sym typeface="Lato"/>
              </a:rPr>
              <a:t> </a:t>
            </a:r>
            <a:r>
              <a:rPr lang="en" sz="800" b="1">
                <a:solidFill>
                  <a:schemeClr val="dk1"/>
                </a:solidFill>
                <a:latin typeface="Lato"/>
                <a:ea typeface="Lato"/>
                <a:cs typeface="Lato"/>
                <a:sym typeface="Lato"/>
              </a:rPr>
              <a:t>inference</a:t>
            </a:r>
            <a:endParaRPr sz="800" b="1">
              <a:solidFill>
                <a:schemeClr val="dk1"/>
              </a:solidFill>
              <a:latin typeface="Lato"/>
              <a:ea typeface="Lato"/>
              <a:cs typeface="Lato"/>
              <a:sym typeface="Lato"/>
            </a:endParaRPr>
          </a:p>
        </p:txBody>
      </p:sp>
      <p:sp>
        <p:nvSpPr>
          <p:cNvPr id="1932" name="Google Shape;1932;p173"/>
          <p:cNvSpPr/>
          <p:nvPr/>
        </p:nvSpPr>
        <p:spPr>
          <a:xfrm rot="-2700000">
            <a:off x="6286597" y="2646251"/>
            <a:ext cx="341108" cy="178191"/>
          </a:xfrm>
          <a:prstGeom prst="rightArrow">
            <a:avLst>
              <a:gd name="adj1" fmla="val 50000"/>
              <a:gd name="adj2" fmla="val 50000"/>
            </a:avLst>
          </a:prstGeom>
          <a:solidFill>
            <a:srgbClr val="828282"/>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endParaRPr sz="1300">
              <a:solidFill>
                <a:srgbClr val="305868"/>
              </a:solidFill>
              <a:latin typeface="Roboto"/>
              <a:ea typeface="Roboto"/>
              <a:cs typeface="Roboto"/>
              <a:sym typeface="Roboto"/>
            </a:endParaRPr>
          </a:p>
        </p:txBody>
      </p:sp>
      <p:pic>
        <p:nvPicPr>
          <p:cNvPr id="1933" name="Google Shape;1933;p173"/>
          <p:cNvPicPr preferRelativeResize="0"/>
          <p:nvPr/>
        </p:nvPicPr>
        <p:blipFill>
          <a:blip r:embed="rId3">
            <a:alphaModFix/>
          </a:blip>
          <a:stretch>
            <a:fillRect/>
          </a:stretch>
        </p:blipFill>
        <p:spPr>
          <a:xfrm>
            <a:off x="5130851" y="2237026"/>
            <a:ext cx="576300" cy="418529"/>
          </a:xfrm>
          <a:prstGeom prst="rect">
            <a:avLst/>
          </a:prstGeom>
          <a:noFill/>
          <a:ln>
            <a:noFill/>
          </a:ln>
        </p:spPr>
      </p:pic>
      <p:sp>
        <p:nvSpPr>
          <p:cNvPr id="1934" name="Google Shape;1934;p173"/>
          <p:cNvSpPr/>
          <p:nvPr/>
        </p:nvSpPr>
        <p:spPr>
          <a:xfrm>
            <a:off x="5435650" y="3242700"/>
            <a:ext cx="307657" cy="307658"/>
          </a:xfrm>
          <a:custGeom>
            <a:avLst/>
            <a:gdLst/>
            <a:ahLst/>
            <a:cxnLst/>
            <a:rect l="l" t="t" r="r" b="b"/>
            <a:pathLst>
              <a:path w="539750" h="539750" extrusionOk="0">
                <a:moveTo>
                  <a:pt x="492125" y="432435"/>
                </a:moveTo>
                <a:lnTo>
                  <a:pt x="492125" y="370840"/>
                </a:lnTo>
                <a:lnTo>
                  <a:pt x="384175" y="370840"/>
                </a:lnTo>
                <a:lnTo>
                  <a:pt x="384175" y="323215"/>
                </a:lnTo>
                <a:cubicBezTo>
                  <a:pt x="410845" y="320040"/>
                  <a:pt x="431800" y="297180"/>
                  <a:pt x="431800" y="269875"/>
                </a:cubicBezTo>
                <a:cubicBezTo>
                  <a:pt x="431800" y="242570"/>
                  <a:pt x="410845" y="219710"/>
                  <a:pt x="384175" y="216535"/>
                </a:cubicBezTo>
                <a:lnTo>
                  <a:pt x="384175" y="154940"/>
                </a:lnTo>
                <a:lnTo>
                  <a:pt x="276225" y="154940"/>
                </a:lnTo>
                <a:lnTo>
                  <a:pt x="276225" y="107315"/>
                </a:lnTo>
                <a:cubicBezTo>
                  <a:pt x="302895" y="104140"/>
                  <a:pt x="323850" y="81280"/>
                  <a:pt x="323850" y="53975"/>
                </a:cubicBezTo>
                <a:cubicBezTo>
                  <a:pt x="323850" y="24130"/>
                  <a:pt x="299720" y="0"/>
                  <a:pt x="269875" y="0"/>
                </a:cubicBezTo>
                <a:cubicBezTo>
                  <a:pt x="240030" y="0"/>
                  <a:pt x="215900" y="24130"/>
                  <a:pt x="215900" y="53975"/>
                </a:cubicBezTo>
                <a:cubicBezTo>
                  <a:pt x="215900" y="81280"/>
                  <a:pt x="236855" y="104140"/>
                  <a:pt x="263525" y="107315"/>
                </a:cubicBezTo>
                <a:lnTo>
                  <a:pt x="263525" y="154940"/>
                </a:lnTo>
                <a:lnTo>
                  <a:pt x="155575" y="154940"/>
                </a:lnTo>
                <a:lnTo>
                  <a:pt x="155575" y="216535"/>
                </a:lnTo>
                <a:cubicBezTo>
                  <a:pt x="128905" y="219710"/>
                  <a:pt x="107950" y="242570"/>
                  <a:pt x="107950" y="269875"/>
                </a:cubicBezTo>
                <a:cubicBezTo>
                  <a:pt x="107950" y="297180"/>
                  <a:pt x="128905" y="320040"/>
                  <a:pt x="155575" y="323215"/>
                </a:cubicBezTo>
                <a:lnTo>
                  <a:pt x="155575" y="370840"/>
                </a:lnTo>
                <a:lnTo>
                  <a:pt x="47625" y="370840"/>
                </a:lnTo>
                <a:lnTo>
                  <a:pt x="47625" y="432435"/>
                </a:lnTo>
                <a:cubicBezTo>
                  <a:pt x="20955" y="435610"/>
                  <a:pt x="0" y="458470"/>
                  <a:pt x="0" y="485775"/>
                </a:cubicBezTo>
                <a:cubicBezTo>
                  <a:pt x="0" y="515620"/>
                  <a:pt x="24130" y="539750"/>
                  <a:pt x="53975" y="539750"/>
                </a:cubicBezTo>
                <a:cubicBezTo>
                  <a:pt x="83820" y="539750"/>
                  <a:pt x="107950" y="515620"/>
                  <a:pt x="107950" y="485775"/>
                </a:cubicBezTo>
                <a:cubicBezTo>
                  <a:pt x="107950" y="458470"/>
                  <a:pt x="86995" y="435610"/>
                  <a:pt x="60325" y="432435"/>
                </a:cubicBezTo>
                <a:lnTo>
                  <a:pt x="60325" y="384810"/>
                </a:lnTo>
                <a:lnTo>
                  <a:pt x="263525" y="384810"/>
                </a:lnTo>
                <a:lnTo>
                  <a:pt x="263525" y="432435"/>
                </a:lnTo>
                <a:cubicBezTo>
                  <a:pt x="236855" y="435610"/>
                  <a:pt x="215900" y="458470"/>
                  <a:pt x="215900" y="485775"/>
                </a:cubicBezTo>
                <a:cubicBezTo>
                  <a:pt x="215900" y="515620"/>
                  <a:pt x="240030" y="539750"/>
                  <a:pt x="269875" y="539750"/>
                </a:cubicBezTo>
                <a:cubicBezTo>
                  <a:pt x="299720" y="539750"/>
                  <a:pt x="323850" y="515620"/>
                  <a:pt x="323850" y="485775"/>
                </a:cubicBezTo>
                <a:cubicBezTo>
                  <a:pt x="323850" y="458470"/>
                  <a:pt x="302895" y="435610"/>
                  <a:pt x="276225" y="432435"/>
                </a:cubicBezTo>
                <a:lnTo>
                  <a:pt x="276225" y="370840"/>
                </a:lnTo>
                <a:lnTo>
                  <a:pt x="168275" y="370840"/>
                </a:lnTo>
                <a:lnTo>
                  <a:pt x="168275" y="323215"/>
                </a:lnTo>
                <a:cubicBezTo>
                  <a:pt x="194945" y="320040"/>
                  <a:pt x="215900" y="297180"/>
                  <a:pt x="215900" y="269875"/>
                </a:cubicBezTo>
                <a:cubicBezTo>
                  <a:pt x="215900" y="242570"/>
                  <a:pt x="194945" y="219710"/>
                  <a:pt x="168275" y="216535"/>
                </a:cubicBezTo>
                <a:lnTo>
                  <a:pt x="168275" y="168910"/>
                </a:lnTo>
                <a:lnTo>
                  <a:pt x="371475" y="168910"/>
                </a:lnTo>
                <a:lnTo>
                  <a:pt x="371475" y="216535"/>
                </a:lnTo>
                <a:cubicBezTo>
                  <a:pt x="344805" y="219710"/>
                  <a:pt x="323850" y="242570"/>
                  <a:pt x="323850" y="269875"/>
                </a:cubicBezTo>
                <a:cubicBezTo>
                  <a:pt x="323850" y="297180"/>
                  <a:pt x="344805" y="320040"/>
                  <a:pt x="371475" y="323215"/>
                </a:cubicBezTo>
                <a:lnTo>
                  <a:pt x="371475" y="384810"/>
                </a:lnTo>
                <a:lnTo>
                  <a:pt x="479425" y="384810"/>
                </a:lnTo>
                <a:lnTo>
                  <a:pt x="479425" y="432435"/>
                </a:lnTo>
                <a:cubicBezTo>
                  <a:pt x="452755" y="435610"/>
                  <a:pt x="431800" y="458470"/>
                  <a:pt x="431800" y="485775"/>
                </a:cubicBezTo>
                <a:cubicBezTo>
                  <a:pt x="431800" y="515620"/>
                  <a:pt x="455930" y="539750"/>
                  <a:pt x="485775" y="539750"/>
                </a:cubicBezTo>
                <a:cubicBezTo>
                  <a:pt x="515620" y="539750"/>
                  <a:pt x="539750" y="515620"/>
                  <a:pt x="539750" y="485775"/>
                </a:cubicBezTo>
                <a:cubicBezTo>
                  <a:pt x="539115" y="458470"/>
                  <a:pt x="518795" y="435610"/>
                  <a:pt x="492125" y="432435"/>
                </a:cubicBezTo>
                <a:close/>
                <a:moveTo>
                  <a:pt x="227965" y="53340"/>
                </a:moveTo>
                <a:cubicBezTo>
                  <a:pt x="227965" y="31115"/>
                  <a:pt x="246380" y="12700"/>
                  <a:pt x="268605" y="12700"/>
                </a:cubicBezTo>
                <a:cubicBezTo>
                  <a:pt x="290830" y="12700"/>
                  <a:pt x="309245" y="31115"/>
                  <a:pt x="309245" y="53340"/>
                </a:cubicBezTo>
                <a:cubicBezTo>
                  <a:pt x="309245" y="75565"/>
                  <a:pt x="290830" y="93980"/>
                  <a:pt x="268605" y="93980"/>
                </a:cubicBezTo>
                <a:cubicBezTo>
                  <a:pt x="246380" y="93980"/>
                  <a:pt x="227965" y="75565"/>
                  <a:pt x="227965" y="53340"/>
                </a:cubicBezTo>
                <a:close/>
                <a:moveTo>
                  <a:pt x="92710" y="486410"/>
                </a:moveTo>
                <a:cubicBezTo>
                  <a:pt x="92710" y="508635"/>
                  <a:pt x="74295" y="527050"/>
                  <a:pt x="52070" y="527050"/>
                </a:cubicBezTo>
                <a:cubicBezTo>
                  <a:pt x="29845" y="527050"/>
                  <a:pt x="11430" y="508635"/>
                  <a:pt x="11430" y="486410"/>
                </a:cubicBezTo>
                <a:cubicBezTo>
                  <a:pt x="11430" y="464185"/>
                  <a:pt x="29845" y="445770"/>
                  <a:pt x="52070" y="445770"/>
                </a:cubicBezTo>
                <a:cubicBezTo>
                  <a:pt x="74295" y="445770"/>
                  <a:pt x="92710" y="463550"/>
                  <a:pt x="92710" y="486410"/>
                </a:cubicBezTo>
                <a:close/>
                <a:moveTo>
                  <a:pt x="201295" y="269875"/>
                </a:moveTo>
                <a:cubicBezTo>
                  <a:pt x="201295" y="292100"/>
                  <a:pt x="182880" y="310515"/>
                  <a:pt x="160655" y="310515"/>
                </a:cubicBezTo>
                <a:cubicBezTo>
                  <a:pt x="138430" y="310515"/>
                  <a:pt x="120015" y="292100"/>
                  <a:pt x="120015" y="269875"/>
                </a:cubicBezTo>
                <a:cubicBezTo>
                  <a:pt x="120015" y="247650"/>
                  <a:pt x="138430" y="229235"/>
                  <a:pt x="160655" y="229235"/>
                </a:cubicBezTo>
                <a:cubicBezTo>
                  <a:pt x="182880" y="229235"/>
                  <a:pt x="201295" y="247015"/>
                  <a:pt x="201295" y="269875"/>
                </a:cubicBezTo>
                <a:close/>
              </a:path>
            </a:pathLst>
          </a:custGeom>
          <a:solidFill>
            <a:srgbClr val="FF83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935" name="Google Shape;1935;p173"/>
          <p:cNvSpPr/>
          <p:nvPr/>
        </p:nvSpPr>
        <p:spPr>
          <a:xfrm rot="-1646642">
            <a:off x="6111320" y="2154176"/>
            <a:ext cx="341085" cy="178192"/>
          </a:xfrm>
          <a:prstGeom prst="rightArrow">
            <a:avLst>
              <a:gd name="adj1" fmla="val 50000"/>
              <a:gd name="adj2" fmla="val 50000"/>
            </a:avLst>
          </a:prstGeom>
          <a:solidFill>
            <a:srgbClr val="00A3AF"/>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endParaRPr sz="1300">
              <a:solidFill>
                <a:srgbClr val="305868"/>
              </a:solidFill>
              <a:latin typeface="Roboto"/>
              <a:ea typeface="Roboto"/>
              <a:cs typeface="Roboto"/>
              <a:sym typeface="Roboto"/>
            </a:endParaRPr>
          </a:p>
        </p:txBody>
      </p:sp>
      <p:sp>
        <p:nvSpPr>
          <p:cNvPr id="1936" name="Google Shape;1936;p173"/>
          <p:cNvSpPr/>
          <p:nvPr/>
        </p:nvSpPr>
        <p:spPr>
          <a:xfrm>
            <a:off x="6111272" y="1353901"/>
            <a:ext cx="341100" cy="178200"/>
          </a:xfrm>
          <a:prstGeom prst="rightArrow">
            <a:avLst>
              <a:gd name="adj1" fmla="val 50000"/>
              <a:gd name="adj2" fmla="val 50000"/>
            </a:avLst>
          </a:prstGeom>
          <a:solidFill>
            <a:srgbClr val="00A3AF"/>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endParaRPr sz="1300">
              <a:solidFill>
                <a:srgbClr val="305868"/>
              </a:solidFill>
              <a:latin typeface="Roboto"/>
              <a:ea typeface="Roboto"/>
              <a:cs typeface="Roboto"/>
              <a:sym typeface="Roboto"/>
            </a:endParaRPr>
          </a:p>
        </p:txBody>
      </p:sp>
      <p:grpSp>
        <p:nvGrpSpPr>
          <p:cNvPr id="1937" name="Google Shape;1937;p173"/>
          <p:cNvGrpSpPr/>
          <p:nvPr/>
        </p:nvGrpSpPr>
        <p:grpSpPr>
          <a:xfrm>
            <a:off x="7009059" y="1616218"/>
            <a:ext cx="279331" cy="273104"/>
            <a:chOff x="3251125" y="3047339"/>
            <a:chExt cx="500772" cy="489610"/>
          </a:xfrm>
        </p:grpSpPr>
        <p:sp>
          <p:nvSpPr>
            <p:cNvPr id="1938" name="Google Shape;1938;p173"/>
            <p:cNvSpPr/>
            <p:nvPr/>
          </p:nvSpPr>
          <p:spPr>
            <a:xfrm>
              <a:off x="3444240" y="3235325"/>
              <a:ext cx="114300" cy="114300"/>
            </a:xfrm>
            <a:custGeom>
              <a:avLst/>
              <a:gdLst/>
              <a:ahLst/>
              <a:cxnLst/>
              <a:rect l="l" t="t" r="r" b="b"/>
              <a:pathLst>
                <a:path w="114300" h="114300" extrusionOk="0">
                  <a:moveTo>
                    <a:pt x="57150" y="114300"/>
                  </a:moveTo>
                  <a:cubicBezTo>
                    <a:pt x="25400" y="114300"/>
                    <a:pt x="0" y="88900"/>
                    <a:pt x="0" y="57150"/>
                  </a:cubicBezTo>
                  <a:cubicBezTo>
                    <a:pt x="0" y="25400"/>
                    <a:pt x="25400" y="0"/>
                    <a:pt x="57150" y="0"/>
                  </a:cubicBezTo>
                  <a:cubicBezTo>
                    <a:pt x="88900" y="0"/>
                    <a:pt x="114300" y="25400"/>
                    <a:pt x="114300" y="57150"/>
                  </a:cubicBezTo>
                  <a:cubicBezTo>
                    <a:pt x="114300" y="77470"/>
                    <a:pt x="103505" y="96520"/>
                    <a:pt x="85725" y="106680"/>
                  </a:cubicBezTo>
                  <a:cubicBezTo>
                    <a:pt x="76835" y="111760"/>
                    <a:pt x="66675" y="114300"/>
                    <a:pt x="57150" y="114300"/>
                  </a:cubicBezTo>
                  <a:close/>
                  <a:moveTo>
                    <a:pt x="57150" y="12700"/>
                  </a:moveTo>
                  <a:cubicBezTo>
                    <a:pt x="49530" y="12700"/>
                    <a:pt x="41910" y="14605"/>
                    <a:pt x="34925" y="18415"/>
                  </a:cubicBezTo>
                  <a:cubicBezTo>
                    <a:pt x="13970" y="30480"/>
                    <a:pt x="6350" y="57785"/>
                    <a:pt x="18415" y="79375"/>
                  </a:cubicBezTo>
                  <a:cubicBezTo>
                    <a:pt x="30480" y="100330"/>
                    <a:pt x="57785" y="107950"/>
                    <a:pt x="79375" y="95885"/>
                  </a:cubicBezTo>
                  <a:cubicBezTo>
                    <a:pt x="100330" y="83820"/>
                    <a:pt x="107950" y="56515"/>
                    <a:pt x="95885" y="34925"/>
                  </a:cubicBezTo>
                  <a:cubicBezTo>
                    <a:pt x="87630" y="20955"/>
                    <a:pt x="73025" y="12700"/>
                    <a:pt x="57150" y="12700"/>
                  </a:cubicBezTo>
                  <a:lnTo>
                    <a:pt x="57150" y="12700"/>
                  </a:lnTo>
                  <a:close/>
                </a:path>
              </a:pathLst>
            </a:custGeom>
            <a:solidFill>
              <a:srgbClr val="FF83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939" name="Google Shape;1939;p173"/>
            <p:cNvSpPr/>
            <p:nvPr/>
          </p:nvSpPr>
          <p:spPr>
            <a:xfrm>
              <a:off x="3529965" y="3364865"/>
              <a:ext cx="63500" cy="63500"/>
            </a:xfrm>
            <a:custGeom>
              <a:avLst/>
              <a:gdLst/>
              <a:ahLst/>
              <a:cxnLst/>
              <a:rect l="l" t="t" r="r" b="b"/>
              <a:pathLst>
                <a:path w="63500" h="63500" extrusionOk="0">
                  <a:moveTo>
                    <a:pt x="63500" y="31750"/>
                  </a:moveTo>
                  <a:cubicBezTo>
                    <a:pt x="63500" y="49285"/>
                    <a:pt x="49285" y="63500"/>
                    <a:pt x="31750" y="63500"/>
                  </a:cubicBezTo>
                  <a:cubicBezTo>
                    <a:pt x="14215" y="63500"/>
                    <a:pt x="0" y="49285"/>
                    <a:pt x="0" y="31750"/>
                  </a:cubicBezTo>
                  <a:cubicBezTo>
                    <a:pt x="0" y="14215"/>
                    <a:pt x="14215" y="0"/>
                    <a:pt x="31750" y="0"/>
                  </a:cubicBezTo>
                  <a:cubicBezTo>
                    <a:pt x="49285" y="0"/>
                    <a:pt x="63500" y="14215"/>
                    <a:pt x="63500" y="31750"/>
                  </a:cubicBezTo>
                  <a:close/>
                </a:path>
              </a:pathLst>
            </a:custGeom>
            <a:solidFill>
              <a:srgbClr val="FF83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940" name="Google Shape;1940;p173"/>
            <p:cNvSpPr/>
            <p:nvPr/>
          </p:nvSpPr>
          <p:spPr>
            <a:xfrm>
              <a:off x="3590290" y="3260725"/>
              <a:ext cx="63500" cy="63500"/>
            </a:xfrm>
            <a:custGeom>
              <a:avLst/>
              <a:gdLst/>
              <a:ahLst/>
              <a:cxnLst/>
              <a:rect l="l" t="t" r="r" b="b"/>
              <a:pathLst>
                <a:path w="63500" h="63500" extrusionOk="0">
                  <a:moveTo>
                    <a:pt x="31750" y="12700"/>
                  </a:moveTo>
                  <a:cubicBezTo>
                    <a:pt x="42545" y="12700"/>
                    <a:pt x="50800" y="20955"/>
                    <a:pt x="50800" y="31750"/>
                  </a:cubicBezTo>
                  <a:cubicBezTo>
                    <a:pt x="50800" y="42545"/>
                    <a:pt x="42545" y="50800"/>
                    <a:pt x="31750" y="50800"/>
                  </a:cubicBezTo>
                  <a:cubicBezTo>
                    <a:pt x="20955" y="50800"/>
                    <a:pt x="12700" y="42545"/>
                    <a:pt x="12700" y="31750"/>
                  </a:cubicBezTo>
                  <a:cubicBezTo>
                    <a:pt x="12700" y="20955"/>
                    <a:pt x="20955" y="12700"/>
                    <a:pt x="31750" y="12700"/>
                  </a:cubicBezTo>
                  <a:moveTo>
                    <a:pt x="31750" y="0"/>
                  </a:moveTo>
                  <a:cubicBezTo>
                    <a:pt x="13970" y="0"/>
                    <a:pt x="0" y="13970"/>
                    <a:pt x="0" y="31750"/>
                  </a:cubicBezTo>
                  <a:cubicBezTo>
                    <a:pt x="0" y="49530"/>
                    <a:pt x="13970" y="63500"/>
                    <a:pt x="31750" y="63500"/>
                  </a:cubicBezTo>
                  <a:cubicBezTo>
                    <a:pt x="49530" y="63500"/>
                    <a:pt x="63500" y="49530"/>
                    <a:pt x="63500" y="31750"/>
                  </a:cubicBezTo>
                  <a:cubicBezTo>
                    <a:pt x="63500" y="13970"/>
                    <a:pt x="48895" y="0"/>
                    <a:pt x="31750" y="0"/>
                  </a:cubicBezTo>
                  <a:close/>
                </a:path>
              </a:pathLst>
            </a:custGeom>
            <a:solidFill>
              <a:srgbClr val="FF83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941" name="Google Shape;1941;p173"/>
            <p:cNvSpPr/>
            <p:nvPr/>
          </p:nvSpPr>
          <p:spPr>
            <a:xfrm>
              <a:off x="3529965" y="3155950"/>
              <a:ext cx="63500" cy="63500"/>
            </a:xfrm>
            <a:custGeom>
              <a:avLst/>
              <a:gdLst/>
              <a:ahLst/>
              <a:cxnLst/>
              <a:rect l="l" t="t" r="r" b="b"/>
              <a:pathLst>
                <a:path w="63500" h="63500" extrusionOk="0">
                  <a:moveTo>
                    <a:pt x="63500" y="31750"/>
                  </a:moveTo>
                  <a:cubicBezTo>
                    <a:pt x="63500" y="49285"/>
                    <a:pt x="49285" y="63500"/>
                    <a:pt x="31750" y="63500"/>
                  </a:cubicBezTo>
                  <a:cubicBezTo>
                    <a:pt x="14215" y="63500"/>
                    <a:pt x="0" y="49285"/>
                    <a:pt x="0" y="31750"/>
                  </a:cubicBezTo>
                  <a:cubicBezTo>
                    <a:pt x="0" y="14215"/>
                    <a:pt x="14215" y="0"/>
                    <a:pt x="31750" y="0"/>
                  </a:cubicBezTo>
                  <a:cubicBezTo>
                    <a:pt x="49285" y="0"/>
                    <a:pt x="63500" y="14215"/>
                    <a:pt x="63500" y="31750"/>
                  </a:cubicBezTo>
                  <a:close/>
                </a:path>
              </a:pathLst>
            </a:custGeom>
            <a:solidFill>
              <a:srgbClr val="FF83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942" name="Google Shape;1942;p173"/>
            <p:cNvSpPr/>
            <p:nvPr/>
          </p:nvSpPr>
          <p:spPr>
            <a:xfrm>
              <a:off x="3495040" y="3047364"/>
              <a:ext cx="256857" cy="487680"/>
            </a:xfrm>
            <a:custGeom>
              <a:avLst/>
              <a:gdLst/>
              <a:ahLst/>
              <a:cxnLst/>
              <a:rect l="l" t="t" r="r" b="b"/>
              <a:pathLst>
                <a:path w="256857" h="487680" extrusionOk="0">
                  <a:moveTo>
                    <a:pt x="116205" y="274955"/>
                  </a:moveTo>
                  <a:cubicBezTo>
                    <a:pt x="102870" y="324485"/>
                    <a:pt x="57785" y="358775"/>
                    <a:pt x="6350" y="358775"/>
                  </a:cubicBezTo>
                  <a:lnTo>
                    <a:pt x="0" y="358775"/>
                  </a:lnTo>
                  <a:lnTo>
                    <a:pt x="0" y="365125"/>
                  </a:lnTo>
                  <a:cubicBezTo>
                    <a:pt x="0" y="365125"/>
                    <a:pt x="0" y="404495"/>
                    <a:pt x="0" y="422275"/>
                  </a:cubicBezTo>
                  <a:lnTo>
                    <a:pt x="0" y="428625"/>
                  </a:lnTo>
                  <a:lnTo>
                    <a:pt x="7620" y="428625"/>
                  </a:lnTo>
                  <a:cubicBezTo>
                    <a:pt x="13335" y="428625"/>
                    <a:pt x="22225" y="427990"/>
                    <a:pt x="30480" y="426720"/>
                  </a:cubicBezTo>
                  <a:lnTo>
                    <a:pt x="66040" y="487680"/>
                  </a:lnTo>
                  <a:lnTo>
                    <a:pt x="70485" y="486410"/>
                  </a:lnTo>
                  <a:cubicBezTo>
                    <a:pt x="81280" y="483870"/>
                    <a:pt x="91440" y="480060"/>
                    <a:pt x="101600" y="475615"/>
                  </a:cubicBezTo>
                  <a:cubicBezTo>
                    <a:pt x="121920" y="467360"/>
                    <a:pt x="140970" y="455930"/>
                    <a:pt x="158750" y="442595"/>
                  </a:cubicBezTo>
                  <a:cubicBezTo>
                    <a:pt x="167640" y="436245"/>
                    <a:pt x="175260" y="428625"/>
                    <a:pt x="183515" y="421005"/>
                  </a:cubicBezTo>
                  <a:lnTo>
                    <a:pt x="186690" y="417830"/>
                  </a:lnTo>
                  <a:lnTo>
                    <a:pt x="151130" y="356870"/>
                  </a:lnTo>
                  <a:cubicBezTo>
                    <a:pt x="156210" y="350520"/>
                    <a:pt x="160655" y="343535"/>
                    <a:pt x="165100" y="335915"/>
                  </a:cubicBezTo>
                  <a:cubicBezTo>
                    <a:pt x="169545" y="328930"/>
                    <a:pt x="172720" y="321310"/>
                    <a:pt x="176530" y="313690"/>
                  </a:cubicBezTo>
                  <a:lnTo>
                    <a:pt x="247015" y="313690"/>
                  </a:lnTo>
                  <a:lnTo>
                    <a:pt x="248285" y="309245"/>
                  </a:lnTo>
                  <a:cubicBezTo>
                    <a:pt x="259715" y="266700"/>
                    <a:pt x="259715" y="221615"/>
                    <a:pt x="248285" y="179070"/>
                  </a:cubicBezTo>
                  <a:lnTo>
                    <a:pt x="247015" y="174625"/>
                  </a:lnTo>
                  <a:lnTo>
                    <a:pt x="176530" y="174625"/>
                  </a:lnTo>
                  <a:cubicBezTo>
                    <a:pt x="175260" y="171450"/>
                    <a:pt x="173990" y="168275"/>
                    <a:pt x="172720" y="165100"/>
                  </a:cubicBezTo>
                  <a:cubicBezTo>
                    <a:pt x="170815" y="160655"/>
                    <a:pt x="168275" y="156210"/>
                    <a:pt x="165735" y="152400"/>
                  </a:cubicBezTo>
                  <a:cubicBezTo>
                    <a:pt x="163195" y="148590"/>
                    <a:pt x="160655" y="144145"/>
                    <a:pt x="158115" y="139700"/>
                  </a:cubicBezTo>
                  <a:cubicBezTo>
                    <a:pt x="156210" y="137160"/>
                    <a:pt x="154305" y="133985"/>
                    <a:pt x="152400" y="131445"/>
                  </a:cubicBezTo>
                  <a:lnTo>
                    <a:pt x="187960" y="70485"/>
                  </a:lnTo>
                  <a:lnTo>
                    <a:pt x="184785" y="66675"/>
                  </a:lnTo>
                  <a:cubicBezTo>
                    <a:pt x="153670" y="35560"/>
                    <a:pt x="114300" y="12700"/>
                    <a:pt x="71755" y="1270"/>
                  </a:cubicBezTo>
                  <a:lnTo>
                    <a:pt x="67310" y="0"/>
                  </a:lnTo>
                  <a:lnTo>
                    <a:pt x="32385" y="60960"/>
                  </a:lnTo>
                  <a:cubicBezTo>
                    <a:pt x="24130" y="59690"/>
                    <a:pt x="16510" y="59055"/>
                    <a:pt x="8255" y="59055"/>
                  </a:cubicBezTo>
                  <a:lnTo>
                    <a:pt x="1905" y="59055"/>
                  </a:lnTo>
                  <a:lnTo>
                    <a:pt x="1270" y="128905"/>
                  </a:lnTo>
                  <a:lnTo>
                    <a:pt x="7620" y="128905"/>
                  </a:lnTo>
                  <a:cubicBezTo>
                    <a:pt x="60960" y="128905"/>
                    <a:pt x="107315" y="165735"/>
                    <a:pt x="118745" y="217805"/>
                  </a:cubicBezTo>
                  <a:lnTo>
                    <a:pt x="131445" y="215265"/>
                  </a:lnTo>
                  <a:cubicBezTo>
                    <a:pt x="118745" y="159385"/>
                    <a:pt x="70485" y="119380"/>
                    <a:pt x="13335" y="116205"/>
                  </a:cubicBezTo>
                  <a:lnTo>
                    <a:pt x="13335" y="71755"/>
                  </a:lnTo>
                  <a:cubicBezTo>
                    <a:pt x="20320" y="71755"/>
                    <a:pt x="27305" y="72390"/>
                    <a:pt x="33655" y="73660"/>
                  </a:cubicBezTo>
                  <a:lnTo>
                    <a:pt x="38100" y="74295"/>
                  </a:lnTo>
                  <a:lnTo>
                    <a:pt x="73025" y="14605"/>
                  </a:lnTo>
                  <a:cubicBezTo>
                    <a:pt x="91440" y="19685"/>
                    <a:pt x="109220" y="27305"/>
                    <a:pt x="125730" y="36830"/>
                  </a:cubicBezTo>
                  <a:cubicBezTo>
                    <a:pt x="142875" y="46355"/>
                    <a:pt x="158115" y="58420"/>
                    <a:pt x="172085" y="71755"/>
                  </a:cubicBezTo>
                  <a:lnTo>
                    <a:pt x="137160" y="132080"/>
                  </a:lnTo>
                  <a:lnTo>
                    <a:pt x="139700" y="135255"/>
                  </a:lnTo>
                  <a:cubicBezTo>
                    <a:pt x="142240" y="138430"/>
                    <a:pt x="145415" y="142240"/>
                    <a:pt x="147955" y="146050"/>
                  </a:cubicBezTo>
                  <a:cubicBezTo>
                    <a:pt x="150495" y="149860"/>
                    <a:pt x="153035" y="153670"/>
                    <a:pt x="154940" y="157480"/>
                  </a:cubicBezTo>
                  <a:cubicBezTo>
                    <a:pt x="157480" y="161290"/>
                    <a:pt x="159385" y="165735"/>
                    <a:pt x="161290" y="169545"/>
                  </a:cubicBezTo>
                  <a:cubicBezTo>
                    <a:pt x="163195" y="173355"/>
                    <a:pt x="165100" y="177800"/>
                    <a:pt x="166370" y="182245"/>
                  </a:cubicBezTo>
                  <a:lnTo>
                    <a:pt x="167640" y="186055"/>
                  </a:lnTo>
                  <a:lnTo>
                    <a:pt x="236855" y="186055"/>
                  </a:lnTo>
                  <a:cubicBezTo>
                    <a:pt x="241300" y="205105"/>
                    <a:pt x="243840" y="224155"/>
                    <a:pt x="243840" y="243840"/>
                  </a:cubicBezTo>
                  <a:cubicBezTo>
                    <a:pt x="243840" y="262890"/>
                    <a:pt x="241300" y="281940"/>
                    <a:pt x="236855" y="299720"/>
                  </a:cubicBezTo>
                  <a:lnTo>
                    <a:pt x="167640" y="299720"/>
                  </a:lnTo>
                  <a:lnTo>
                    <a:pt x="166370" y="303530"/>
                  </a:lnTo>
                  <a:cubicBezTo>
                    <a:pt x="160020" y="320675"/>
                    <a:pt x="151130" y="336550"/>
                    <a:pt x="139700" y="350520"/>
                  </a:cubicBezTo>
                  <a:lnTo>
                    <a:pt x="137160" y="353695"/>
                  </a:lnTo>
                  <a:lnTo>
                    <a:pt x="172085" y="414020"/>
                  </a:lnTo>
                  <a:cubicBezTo>
                    <a:pt x="158115" y="427355"/>
                    <a:pt x="142875" y="438785"/>
                    <a:pt x="126365" y="448945"/>
                  </a:cubicBezTo>
                  <a:cubicBezTo>
                    <a:pt x="117475" y="454025"/>
                    <a:pt x="107950" y="459105"/>
                    <a:pt x="97790" y="462915"/>
                  </a:cubicBezTo>
                  <a:cubicBezTo>
                    <a:pt x="89535" y="466090"/>
                    <a:pt x="81280" y="469265"/>
                    <a:pt x="73025" y="471805"/>
                  </a:cubicBezTo>
                  <a:lnTo>
                    <a:pt x="38100" y="411480"/>
                  </a:lnTo>
                  <a:lnTo>
                    <a:pt x="33655" y="412115"/>
                  </a:lnTo>
                  <a:cubicBezTo>
                    <a:pt x="27305" y="413385"/>
                    <a:pt x="19050" y="413385"/>
                    <a:pt x="12700" y="414020"/>
                  </a:cubicBezTo>
                  <a:cubicBezTo>
                    <a:pt x="12700" y="400050"/>
                    <a:pt x="12700" y="379730"/>
                    <a:pt x="12700" y="369570"/>
                  </a:cubicBezTo>
                  <a:cubicBezTo>
                    <a:pt x="33020" y="368300"/>
                    <a:pt x="52705" y="362585"/>
                    <a:pt x="69850" y="352425"/>
                  </a:cubicBezTo>
                  <a:cubicBezTo>
                    <a:pt x="99060" y="335915"/>
                    <a:pt x="120015" y="308610"/>
                    <a:pt x="128905" y="276225"/>
                  </a:cubicBezTo>
                  <a:cubicBezTo>
                    <a:pt x="129540" y="274955"/>
                    <a:pt x="129540" y="273050"/>
                    <a:pt x="129540" y="271145"/>
                  </a:cubicBezTo>
                  <a:lnTo>
                    <a:pt x="117475" y="270510"/>
                  </a:lnTo>
                  <a:lnTo>
                    <a:pt x="116205" y="274955"/>
                  </a:lnTo>
                  <a:close/>
                </a:path>
              </a:pathLst>
            </a:custGeom>
            <a:solidFill>
              <a:srgbClr val="FF83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943" name="Google Shape;1943;p173"/>
            <p:cNvSpPr/>
            <p:nvPr/>
          </p:nvSpPr>
          <p:spPr>
            <a:xfrm>
              <a:off x="3251125" y="3047339"/>
              <a:ext cx="255994" cy="489610"/>
            </a:xfrm>
            <a:custGeom>
              <a:avLst/>
              <a:gdLst/>
              <a:ahLst/>
              <a:cxnLst/>
              <a:rect l="l" t="t" r="r" b="b"/>
              <a:pathLst>
                <a:path w="255994" h="489610" extrusionOk="0">
                  <a:moveTo>
                    <a:pt x="189940" y="489610"/>
                  </a:moveTo>
                  <a:cubicBezTo>
                    <a:pt x="155015" y="489610"/>
                    <a:pt x="126440" y="462940"/>
                    <a:pt x="123265" y="428650"/>
                  </a:cubicBezTo>
                  <a:cubicBezTo>
                    <a:pt x="47700" y="421030"/>
                    <a:pt x="-6910" y="354355"/>
                    <a:pt x="710" y="278790"/>
                  </a:cubicBezTo>
                  <a:cubicBezTo>
                    <a:pt x="3885" y="247675"/>
                    <a:pt x="17220" y="219100"/>
                    <a:pt x="38810" y="196875"/>
                  </a:cubicBezTo>
                  <a:cubicBezTo>
                    <a:pt x="33095" y="183540"/>
                    <a:pt x="29920" y="169570"/>
                    <a:pt x="29920" y="154965"/>
                  </a:cubicBezTo>
                  <a:cubicBezTo>
                    <a:pt x="29920" y="100355"/>
                    <a:pt x="71195" y="54635"/>
                    <a:pt x="125170" y="48920"/>
                  </a:cubicBezTo>
                  <a:cubicBezTo>
                    <a:pt x="134695" y="13360"/>
                    <a:pt x="171525" y="-7595"/>
                    <a:pt x="207085" y="2565"/>
                  </a:cubicBezTo>
                  <a:cubicBezTo>
                    <a:pt x="236295" y="10820"/>
                    <a:pt x="256615" y="37490"/>
                    <a:pt x="255980" y="67970"/>
                  </a:cubicBezTo>
                  <a:lnTo>
                    <a:pt x="243280" y="67970"/>
                  </a:lnTo>
                  <a:cubicBezTo>
                    <a:pt x="243280" y="38125"/>
                    <a:pt x="219150" y="13995"/>
                    <a:pt x="189305" y="13995"/>
                  </a:cubicBezTo>
                  <a:cubicBezTo>
                    <a:pt x="163905" y="13995"/>
                    <a:pt x="142315" y="31775"/>
                    <a:pt x="136600" y="56540"/>
                  </a:cubicBezTo>
                  <a:lnTo>
                    <a:pt x="135330" y="60985"/>
                  </a:lnTo>
                  <a:lnTo>
                    <a:pt x="130250" y="60985"/>
                  </a:lnTo>
                  <a:cubicBezTo>
                    <a:pt x="80720" y="64160"/>
                    <a:pt x="41985" y="105435"/>
                    <a:pt x="41985" y="154965"/>
                  </a:cubicBezTo>
                  <a:cubicBezTo>
                    <a:pt x="41985" y="168935"/>
                    <a:pt x="45160" y="182905"/>
                    <a:pt x="51510" y="195605"/>
                  </a:cubicBezTo>
                  <a:lnTo>
                    <a:pt x="53415" y="200050"/>
                  </a:lnTo>
                  <a:lnTo>
                    <a:pt x="50240" y="203225"/>
                  </a:lnTo>
                  <a:cubicBezTo>
                    <a:pt x="710" y="250850"/>
                    <a:pt x="-1195" y="329590"/>
                    <a:pt x="46430" y="379120"/>
                  </a:cubicBezTo>
                  <a:cubicBezTo>
                    <a:pt x="68020" y="401980"/>
                    <a:pt x="97865" y="415315"/>
                    <a:pt x="128980" y="417220"/>
                  </a:cubicBezTo>
                  <a:lnTo>
                    <a:pt x="135330" y="417855"/>
                  </a:lnTo>
                  <a:lnTo>
                    <a:pt x="135330" y="424205"/>
                  </a:lnTo>
                  <a:cubicBezTo>
                    <a:pt x="135330" y="454050"/>
                    <a:pt x="159460" y="478180"/>
                    <a:pt x="189305" y="478180"/>
                  </a:cubicBezTo>
                  <a:cubicBezTo>
                    <a:pt x="219150" y="478180"/>
                    <a:pt x="243280" y="454050"/>
                    <a:pt x="243280" y="424205"/>
                  </a:cubicBezTo>
                  <a:lnTo>
                    <a:pt x="255980" y="424205"/>
                  </a:lnTo>
                  <a:cubicBezTo>
                    <a:pt x="256615" y="459765"/>
                    <a:pt x="226770" y="489610"/>
                    <a:pt x="189940" y="489610"/>
                  </a:cubicBezTo>
                  <a:cubicBezTo>
                    <a:pt x="189940" y="489610"/>
                    <a:pt x="189940" y="489610"/>
                    <a:pt x="189940" y="489610"/>
                  </a:cubicBezTo>
                  <a:close/>
                </a:path>
              </a:pathLst>
            </a:custGeom>
            <a:solidFill>
              <a:srgbClr val="FF83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944" name="Google Shape;1944;p173"/>
            <p:cNvSpPr/>
            <p:nvPr/>
          </p:nvSpPr>
          <p:spPr>
            <a:xfrm>
              <a:off x="3495040" y="3343275"/>
              <a:ext cx="12700" cy="69850"/>
            </a:xfrm>
            <a:custGeom>
              <a:avLst/>
              <a:gdLst/>
              <a:ahLst/>
              <a:cxnLst/>
              <a:rect l="l" t="t" r="r" b="b"/>
              <a:pathLst>
                <a:path w="12700" h="69850" extrusionOk="0">
                  <a:moveTo>
                    <a:pt x="0" y="0"/>
                  </a:moveTo>
                  <a:lnTo>
                    <a:pt x="12700" y="0"/>
                  </a:lnTo>
                  <a:lnTo>
                    <a:pt x="12700" y="69850"/>
                  </a:lnTo>
                  <a:lnTo>
                    <a:pt x="0" y="69850"/>
                  </a:lnTo>
                  <a:close/>
                </a:path>
              </a:pathLst>
            </a:custGeom>
            <a:solidFill>
              <a:srgbClr val="FF83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945" name="Google Shape;1945;p173"/>
            <p:cNvSpPr/>
            <p:nvPr/>
          </p:nvSpPr>
          <p:spPr>
            <a:xfrm>
              <a:off x="3495040" y="3168650"/>
              <a:ext cx="12700" cy="69850"/>
            </a:xfrm>
            <a:custGeom>
              <a:avLst/>
              <a:gdLst/>
              <a:ahLst/>
              <a:cxnLst/>
              <a:rect l="l" t="t" r="r" b="b"/>
              <a:pathLst>
                <a:path w="12700" h="69850" extrusionOk="0">
                  <a:moveTo>
                    <a:pt x="0" y="0"/>
                  </a:moveTo>
                  <a:lnTo>
                    <a:pt x="12700" y="0"/>
                  </a:lnTo>
                  <a:lnTo>
                    <a:pt x="12700" y="69850"/>
                  </a:lnTo>
                  <a:lnTo>
                    <a:pt x="0" y="69850"/>
                  </a:lnTo>
                  <a:close/>
                </a:path>
              </a:pathLst>
            </a:custGeom>
            <a:solidFill>
              <a:srgbClr val="FF83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grpSp>
      <p:sp>
        <p:nvSpPr>
          <p:cNvPr id="1946" name="Google Shape;1946;p173"/>
          <p:cNvSpPr/>
          <p:nvPr/>
        </p:nvSpPr>
        <p:spPr>
          <a:xfrm rot="5400000">
            <a:off x="6937075" y="2558585"/>
            <a:ext cx="423300" cy="183000"/>
          </a:xfrm>
          <a:prstGeom prst="rightArrow">
            <a:avLst>
              <a:gd name="adj1" fmla="val 50000"/>
              <a:gd name="adj2" fmla="val 50000"/>
            </a:avLst>
          </a:prstGeom>
          <a:solidFill>
            <a:srgbClr val="00A3AF"/>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endParaRPr sz="1300">
              <a:solidFill>
                <a:srgbClr val="305868"/>
              </a:solidFill>
              <a:latin typeface="Roboto"/>
              <a:ea typeface="Roboto"/>
              <a:cs typeface="Roboto"/>
              <a:sym typeface="Roboto"/>
            </a:endParaRPr>
          </a:p>
        </p:txBody>
      </p:sp>
      <p:grpSp>
        <p:nvGrpSpPr>
          <p:cNvPr id="1947" name="Google Shape;1947;p173"/>
          <p:cNvGrpSpPr/>
          <p:nvPr/>
        </p:nvGrpSpPr>
        <p:grpSpPr>
          <a:xfrm>
            <a:off x="1089351" y="1389935"/>
            <a:ext cx="332009" cy="260087"/>
            <a:chOff x="11054080" y="2067560"/>
            <a:chExt cx="504189" cy="394969"/>
          </a:xfrm>
        </p:grpSpPr>
        <p:sp>
          <p:nvSpPr>
            <p:cNvPr id="1948" name="Google Shape;1948;p173"/>
            <p:cNvSpPr/>
            <p:nvPr/>
          </p:nvSpPr>
          <p:spPr>
            <a:xfrm>
              <a:off x="11175365" y="2242978"/>
              <a:ext cx="382904" cy="67072"/>
            </a:xfrm>
            <a:custGeom>
              <a:avLst/>
              <a:gdLst/>
              <a:ahLst/>
              <a:cxnLst/>
              <a:rect l="l" t="t" r="r" b="b"/>
              <a:pathLst>
                <a:path w="382904" h="67072" extrusionOk="0">
                  <a:moveTo>
                    <a:pt x="1905" y="6191"/>
                  </a:moveTo>
                  <a:cubicBezTo>
                    <a:pt x="9525" y="9366"/>
                    <a:pt x="15875" y="14446"/>
                    <a:pt x="22225" y="19526"/>
                  </a:cubicBezTo>
                  <a:lnTo>
                    <a:pt x="41910" y="39211"/>
                  </a:lnTo>
                  <a:cubicBezTo>
                    <a:pt x="63500" y="60801"/>
                    <a:pt x="98425" y="60801"/>
                    <a:pt x="120015" y="39211"/>
                  </a:cubicBezTo>
                  <a:lnTo>
                    <a:pt x="140335" y="19526"/>
                  </a:lnTo>
                  <a:cubicBezTo>
                    <a:pt x="167005" y="-6509"/>
                    <a:pt x="209550" y="-6509"/>
                    <a:pt x="236220" y="19526"/>
                  </a:cubicBezTo>
                  <a:lnTo>
                    <a:pt x="256540" y="39211"/>
                  </a:lnTo>
                  <a:cubicBezTo>
                    <a:pt x="278130" y="60166"/>
                    <a:pt x="309245" y="60166"/>
                    <a:pt x="335280" y="38576"/>
                  </a:cubicBezTo>
                  <a:cubicBezTo>
                    <a:pt x="363220" y="15716"/>
                    <a:pt x="374650" y="6191"/>
                    <a:pt x="374650" y="5556"/>
                  </a:cubicBezTo>
                  <a:lnTo>
                    <a:pt x="382905" y="15081"/>
                  </a:lnTo>
                  <a:cubicBezTo>
                    <a:pt x="382270" y="15716"/>
                    <a:pt x="371475" y="25241"/>
                    <a:pt x="342900" y="48101"/>
                  </a:cubicBezTo>
                  <a:cubicBezTo>
                    <a:pt x="311150" y="73501"/>
                    <a:pt x="273685" y="73501"/>
                    <a:pt x="247015" y="47466"/>
                  </a:cubicBezTo>
                  <a:lnTo>
                    <a:pt x="226695" y="27781"/>
                  </a:lnTo>
                  <a:cubicBezTo>
                    <a:pt x="205105" y="6191"/>
                    <a:pt x="170180" y="6191"/>
                    <a:pt x="148590" y="27781"/>
                  </a:cubicBezTo>
                  <a:lnTo>
                    <a:pt x="128270" y="47466"/>
                  </a:lnTo>
                  <a:cubicBezTo>
                    <a:pt x="101600" y="73501"/>
                    <a:pt x="59055" y="73501"/>
                    <a:pt x="32385" y="47466"/>
                  </a:cubicBezTo>
                  <a:lnTo>
                    <a:pt x="12065" y="27781"/>
                  </a:lnTo>
                  <a:cubicBezTo>
                    <a:pt x="8255" y="23971"/>
                    <a:pt x="4445" y="20796"/>
                    <a:pt x="0" y="18891"/>
                  </a:cubicBezTo>
                  <a:lnTo>
                    <a:pt x="1905" y="6191"/>
                  </a:lnTo>
                  <a:close/>
                </a:path>
              </a:pathLst>
            </a:custGeom>
            <a:solidFill>
              <a:srgbClr val="FF83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949" name="Google Shape;1949;p173"/>
            <p:cNvSpPr/>
            <p:nvPr/>
          </p:nvSpPr>
          <p:spPr>
            <a:xfrm>
              <a:off x="11054080" y="2252345"/>
              <a:ext cx="64769" cy="61594"/>
            </a:xfrm>
            <a:custGeom>
              <a:avLst/>
              <a:gdLst/>
              <a:ahLst/>
              <a:cxnLst/>
              <a:rect l="l" t="t" r="r" b="b"/>
              <a:pathLst>
                <a:path w="64769" h="61594" extrusionOk="0">
                  <a:moveTo>
                    <a:pt x="64770" y="12700"/>
                  </a:moveTo>
                  <a:cubicBezTo>
                    <a:pt x="61595" y="14605"/>
                    <a:pt x="59055" y="17145"/>
                    <a:pt x="56514" y="19685"/>
                  </a:cubicBezTo>
                  <a:lnTo>
                    <a:pt x="8255" y="61595"/>
                  </a:lnTo>
                  <a:lnTo>
                    <a:pt x="0" y="52070"/>
                  </a:lnTo>
                  <a:lnTo>
                    <a:pt x="47625" y="10160"/>
                  </a:lnTo>
                  <a:cubicBezTo>
                    <a:pt x="51435" y="6350"/>
                    <a:pt x="55880" y="2540"/>
                    <a:pt x="60960" y="0"/>
                  </a:cubicBezTo>
                  <a:lnTo>
                    <a:pt x="64770" y="12700"/>
                  </a:lnTo>
                  <a:close/>
                </a:path>
              </a:pathLst>
            </a:custGeom>
            <a:solidFill>
              <a:srgbClr val="FF83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950" name="Google Shape;1950;p173"/>
            <p:cNvSpPr/>
            <p:nvPr/>
          </p:nvSpPr>
          <p:spPr>
            <a:xfrm>
              <a:off x="11430000" y="2262504"/>
              <a:ext cx="76200" cy="76200"/>
            </a:xfrm>
            <a:custGeom>
              <a:avLst/>
              <a:gdLst/>
              <a:ahLst/>
              <a:cxnLst/>
              <a:rect l="l" t="t" r="r" b="b"/>
              <a:pathLst>
                <a:path w="76200" h="76200" extrusionOk="0">
                  <a:moveTo>
                    <a:pt x="38100" y="0"/>
                  </a:moveTo>
                  <a:cubicBezTo>
                    <a:pt x="17145" y="0"/>
                    <a:pt x="0" y="17145"/>
                    <a:pt x="0" y="38100"/>
                  </a:cubicBezTo>
                  <a:cubicBezTo>
                    <a:pt x="0" y="59055"/>
                    <a:pt x="17145" y="76200"/>
                    <a:pt x="38100" y="76200"/>
                  </a:cubicBezTo>
                  <a:cubicBezTo>
                    <a:pt x="59055" y="76200"/>
                    <a:pt x="76200" y="59055"/>
                    <a:pt x="76200" y="38100"/>
                  </a:cubicBezTo>
                  <a:cubicBezTo>
                    <a:pt x="76200" y="17145"/>
                    <a:pt x="59055" y="0"/>
                    <a:pt x="38100" y="0"/>
                  </a:cubicBezTo>
                  <a:close/>
                </a:path>
              </a:pathLst>
            </a:custGeom>
            <a:solidFill>
              <a:srgbClr val="FF83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951" name="Google Shape;1951;p173"/>
            <p:cNvSpPr/>
            <p:nvPr/>
          </p:nvSpPr>
          <p:spPr>
            <a:xfrm>
              <a:off x="11054715" y="2391568"/>
              <a:ext cx="276859" cy="70961"/>
            </a:xfrm>
            <a:custGeom>
              <a:avLst/>
              <a:gdLst/>
              <a:ahLst/>
              <a:cxnLst/>
              <a:rect l="l" t="t" r="r" b="b"/>
              <a:pathLst>
                <a:path w="276859" h="70961" extrusionOk="0">
                  <a:moveTo>
                    <a:pt x="276860" y="23336"/>
                  </a:moveTo>
                  <a:cubicBezTo>
                    <a:pt x="274320" y="25241"/>
                    <a:pt x="272415" y="27146"/>
                    <a:pt x="270510" y="29051"/>
                  </a:cubicBezTo>
                  <a:lnTo>
                    <a:pt x="250190" y="48736"/>
                  </a:lnTo>
                  <a:cubicBezTo>
                    <a:pt x="223520" y="74771"/>
                    <a:pt x="180975" y="74771"/>
                    <a:pt x="154305" y="48736"/>
                  </a:cubicBezTo>
                  <a:lnTo>
                    <a:pt x="134620" y="29051"/>
                  </a:lnTo>
                  <a:cubicBezTo>
                    <a:pt x="113030" y="7461"/>
                    <a:pt x="78105" y="7461"/>
                    <a:pt x="56515" y="29051"/>
                  </a:cubicBezTo>
                  <a:lnTo>
                    <a:pt x="8255" y="70961"/>
                  </a:lnTo>
                  <a:lnTo>
                    <a:pt x="0" y="61436"/>
                  </a:lnTo>
                  <a:lnTo>
                    <a:pt x="47625" y="19526"/>
                  </a:lnTo>
                  <a:cubicBezTo>
                    <a:pt x="74295" y="-6509"/>
                    <a:pt x="116840" y="-6509"/>
                    <a:pt x="143510" y="19526"/>
                  </a:cubicBezTo>
                  <a:lnTo>
                    <a:pt x="163195" y="39211"/>
                  </a:lnTo>
                  <a:cubicBezTo>
                    <a:pt x="184785" y="60801"/>
                    <a:pt x="219710" y="60801"/>
                    <a:pt x="241300" y="39211"/>
                  </a:cubicBezTo>
                  <a:lnTo>
                    <a:pt x="261620" y="19526"/>
                  </a:lnTo>
                  <a:cubicBezTo>
                    <a:pt x="264795" y="16351"/>
                    <a:pt x="268605" y="13176"/>
                    <a:pt x="272415" y="10636"/>
                  </a:cubicBezTo>
                  <a:lnTo>
                    <a:pt x="276860" y="23336"/>
                  </a:lnTo>
                  <a:close/>
                </a:path>
              </a:pathLst>
            </a:custGeom>
            <a:solidFill>
              <a:srgbClr val="FF83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952" name="Google Shape;1952;p173"/>
            <p:cNvSpPr/>
            <p:nvPr/>
          </p:nvSpPr>
          <p:spPr>
            <a:xfrm>
              <a:off x="11388090" y="2397125"/>
              <a:ext cx="170179" cy="61516"/>
            </a:xfrm>
            <a:custGeom>
              <a:avLst/>
              <a:gdLst/>
              <a:ahLst/>
              <a:cxnLst/>
              <a:rect l="l" t="t" r="r" b="b"/>
              <a:pathLst>
                <a:path w="170179" h="61516" extrusionOk="0">
                  <a:moveTo>
                    <a:pt x="2540" y="0"/>
                  </a:moveTo>
                  <a:cubicBezTo>
                    <a:pt x="10160" y="3175"/>
                    <a:pt x="17780" y="8255"/>
                    <a:pt x="23495" y="13970"/>
                  </a:cubicBezTo>
                  <a:lnTo>
                    <a:pt x="43815" y="33655"/>
                  </a:lnTo>
                  <a:cubicBezTo>
                    <a:pt x="65405" y="54610"/>
                    <a:pt x="96520" y="54610"/>
                    <a:pt x="122555" y="33020"/>
                  </a:cubicBezTo>
                  <a:cubicBezTo>
                    <a:pt x="150495" y="10160"/>
                    <a:pt x="161925" y="635"/>
                    <a:pt x="161925" y="0"/>
                  </a:cubicBezTo>
                  <a:lnTo>
                    <a:pt x="170180" y="9525"/>
                  </a:lnTo>
                  <a:cubicBezTo>
                    <a:pt x="169545" y="10160"/>
                    <a:pt x="158750" y="19685"/>
                    <a:pt x="130175" y="42545"/>
                  </a:cubicBezTo>
                  <a:cubicBezTo>
                    <a:pt x="98425" y="67945"/>
                    <a:pt x="60960" y="67945"/>
                    <a:pt x="34290" y="41910"/>
                  </a:cubicBezTo>
                  <a:lnTo>
                    <a:pt x="13970" y="22225"/>
                  </a:lnTo>
                  <a:cubicBezTo>
                    <a:pt x="10160" y="18415"/>
                    <a:pt x="5080" y="14605"/>
                    <a:pt x="0" y="12065"/>
                  </a:cubicBezTo>
                  <a:lnTo>
                    <a:pt x="2540" y="0"/>
                  </a:lnTo>
                  <a:close/>
                </a:path>
              </a:pathLst>
            </a:custGeom>
            <a:solidFill>
              <a:srgbClr val="FF83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953" name="Google Shape;1953;p173"/>
            <p:cNvSpPr/>
            <p:nvPr/>
          </p:nvSpPr>
          <p:spPr>
            <a:xfrm>
              <a:off x="11109959" y="2363470"/>
              <a:ext cx="76200" cy="76200"/>
            </a:xfrm>
            <a:custGeom>
              <a:avLst/>
              <a:gdLst/>
              <a:ahLst/>
              <a:cxnLst/>
              <a:rect l="l" t="t" r="r" b="b"/>
              <a:pathLst>
                <a:path w="76200" h="76200" extrusionOk="0">
                  <a:moveTo>
                    <a:pt x="38100" y="0"/>
                  </a:moveTo>
                  <a:cubicBezTo>
                    <a:pt x="17145" y="0"/>
                    <a:pt x="0" y="17145"/>
                    <a:pt x="0" y="38100"/>
                  </a:cubicBezTo>
                  <a:cubicBezTo>
                    <a:pt x="0" y="59055"/>
                    <a:pt x="17145" y="76200"/>
                    <a:pt x="38100" y="76200"/>
                  </a:cubicBezTo>
                  <a:cubicBezTo>
                    <a:pt x="59055" y="76200"/>
                    <a:pt x="76200" y="59055"/>
                    <a:pt x="76200" y="38100"/>
                  </a:cubicBezTo>
                  <a:cubicBezTo>
                    <a:pt x="76200" y="17145"/>
                    <a:pt x="59055" y="0"/>
                    <a:pt x="38100" y="0"/>
                  </a:cubicBezTo>
                  <a:close/>
                </a:path>
              </a:pathLst>
            </a:custGeom>
            <a:solidFill>
              <a:srgbClr val="FF83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954" name="Google Shape;1954;p173"/>
            <p:cNvSpPr/>
            <p:nvPr/>
          </p:nvSpPr>
          <p:spPr>
            <a:xfrm>
              <a:off x="11054080" y="2106929"/>
              <a:ext cx="66039" cy="62865"/>
            </a:xfrm>
            <a:custGeom>
              <a:avLst/>
              <a:gdLst/>
              <a:ahLst/>
              <a:cxnLst/>
              <a:rect l="l" t="t" r="r" b="b"/>
              <a:pathLst>
                <a:path w="66039" h="62865" extrusionOk="0">
                  <a:moveTo>
                    <a:pt x="66039" y="13335"/>
                  </a:moveTo>
                  <a:cubicBezTo>
                    <a:pt x="62230" y="15240"/>
                    <a:pt x="59055" y="17780"/>
                    <a:pt x="56514" y="20955"/>
                  </a:cubicBezTo>
                  <a:lnTo>
                    <a:pt x="8255" y="62865"/>
                  </a:lnTo>
                  <a:lnTo>
                    <a:pt x="0" y="53340"/>
                  </a:lnTo>
                  <a:lnTo>
                    <a:pt x="47625" y="11430"/>
                  </a:lnTo>
                  <a:cubicBezTo>
                    <a:pt x="52070" y="6985"/>
                    <a:pt x="57150" y="3175"/>
                    <a:pt x="62864" y="0"/>
                  </a:cubicBezTo>
                  <a:lnTo>
                    <a:pt x="66039" y="13335"/>
                  </a:lnTo>
                  <a:close/>
                </a:path>
              </a:pathLst>
            </a:custGeom>
            <a:solidFill>
              <a:srgbClr val="FF83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955" name="Google Shape;1955;p173"/>
            <p:cNvSpPr/>
            <p:nvPr/>
          </p:nvSpPr>
          <p:spPr>
            <a:xfrm>
              <a:off x="11176634" y="2099468"/>
              <a:ext cx="381634" cy="67072"/>
            </a:xfrm>
            <a:custGeom>
              <a:avLst/>
              <a:gdLst/>
              <a:ahLst/>
              <a:cxnLst/>
              <a:rect l="l" t="t" r="r" b="b"/>
              <a:pathLst>
                <a:path w="381634" h="67072" extrusionOk="0">
                  <a:moveTo>
                    <a:pt x="1905" y="6191"/>
                  </a:moveTo>
                  <a:cubicBezTo>
                    <a:pt x="8890" y="9366"/>
                    <a:pt x="15240" y="13811"/>
                    <a:pt x="20955" y="19526"/>
                  </a:cubicBezTo>
                  <a:lnTo>
                    <a:pt x="40640" y="39211"/>
                  </a:lnTo>
                  <a:cubicBezTo>
                    <a:pt x="62230" y="60801"/>
                    <a:pt x="97155" y="60801"/>
                    <a:pt x="118745" y="39211"/>
                  </a:cubicBezTo>
                  <a:lnTo>
                    <a:pt x="139065" y="19526"/>
                  </a:lnTo>
                  <a:cubicBezTo>
                    <a:pt x="165735" y="-6509"/>
                    <a:pt x="208280" y="-6509"/>
                    <a:pt x="234950" y="19526"/>
                  </a:cubicBezTo>
                  <a:lnTo>
                    <a:pt x="255270" y="39211"/>
                  </a:lnTo>
                  <a:cubicBezTo>
                    <a:pt x="276860" y="60166"/>
                    <a:pt x="307975" y="60166"/>
                    <a:pt x="334010" y="38576"/>
                  </a:cubicBezTo>
                  <a:cubicBezTo>
                    <a:pt x="361950" y="15716"/>
                    <a:pt x="373380" y="6191"/>
                    <a:pt x="373380" y="5556"/>
                  </a:cubicBezTo>
                  <a:lnTo>
                    <a:pt x="381635" y="15081"/>
                  </a:lnTo>
                  <a:cubicBezTo>
                    <a:pt x="381000" y="15716"/>
                    <a:pt x="370205" y="25241"/>
                    <a:pt x="341630" y="48101"/>
                  </a:cubicBezTo>
                  <a:cubicBezTo>
                    <a:pt x="309880" y="73501"/>
                    <a:pt x="272415" y="73501"/>
                    <a:pt x="245745" y="47466"/>
                  </a:cubicBezTo>
                  <a:lnTo>
                    <a:pt x="225425" y="27781"/>
                  </a:lnTo>
                  <a:cubicBezTo>
                    <a:pt x="203835" y="6191"/>
                    <a:pt x="168910" y="6191"/>
                    <a:pt x="147320" y="27781"/>
                  </a:cubicBezTo>
                  <a:lnTo>
                    <a:pt x="127000" y="47466"/>
                  </a:lnTo>
                  <a:cubicBezTo>
                    <a:pt x="100330" y="73501"/>
                    <a:pt x="57785" y="73501"/>
                    <a:pt x="31115" y="47466"/>
                  </a:cubicBezTo>
                  <a:lnTo>
                    <a:pt x="11430" y="27781"/>
                  </a:lnTo>
                  <a:cubicBezTo>
                    <a:pt x="8255" y="24606"/>
                    <a:pt x="3810" y="21431"/>
                    <a:pt x="0" y="18891"/>
                  </a:cubicBezTo>
                  <a:lnTo>
                    <a:pt x="1905" y="6191"/>
                  </a:lnTo>
                  <a:close/>
                </a:path>
              </a:pathLst>
            </a:custGeom>
            <a:solidFill>
              <a:srgbClr val="FF83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956" name="Google Shape;1956;p173"/>
            <p:cNvSpPr/>
            <p:nvPr/>
          </p:nvSpPr>
          <p:spPr>
            <a:xfrm>
              <a:off x="11325225" y="2067560"/>
              <a:ext cx="76200" cy="76200"/>
            </a:xfrm>
            <a:custGeom>
              <a:avLst/>
              <a:gdLst/>
              <a:ahLst/>
              <a:cxnLst/>
              <a:rect l="l" t="t" r="r" b="b"/>
              <a:pathLst>
                <a:path w="76200" h="76200" extrusionOk="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solidFill>
              <a:srgbClr val="FF83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957" name="Google Shape;1957;p173"/>
            <p:cNvSpPr/>
            <p:nvPr/>
          </p:nvSpPr>
          <p:spPr>
            <a:xfrm>
              <a:off x="11109959" y="2067560"/>
              <a:ext cx="76200" cy="76200"/>
            </a:xfrm>
            <a:custGeom>
              <a:avLst/>
              <a:gdLst/>
              <a:ahLst/>
              <a:cxnLst/>
              <a:rect l="l" t="t" r="r" b="b"/>
              <a:pathLst>
                <a:path w="76200" h="76200" extrusionOk="0">
                  <a:moveTo>
                    <a:pt x="38100" y="12700"/>
                  </a:moveTo>
                  <a:cubicBezTo>
                    <a:pt x="52070" y="12700"/>
                    <a:pt x="63500" y="24130"/>
                    <a:pt x="63500" y="38100"/>
                  </a:cubicBezTo>
                  <a:cubicBezTo>
                    <a:pt x="63500" y="52070"/>
                    <a:pt x="52070" y="63500"/>
                    <a:pt x="38100" y="63500"/>
                  </a:cubicBezTo>
                  <a:cubicBezTo>
                    <a:pt x="24130" y="63500"/>
                    <a:pt x="12700" y="52070"/>
                    <a:pt x="12700" y="38100"/>
                  </a:cubicBezTo>
                  <a:cubicBezTo>
                    <a:pt x="12700" y="24130"/>
                    <a:pt x="24130" y="12700"/>
                    <a:pt x="38100" y="12700"/>
                  </a:cubicBezTo>
                  <a:moveTo>
                    <a:pt x="38100" y="0"/>
                  </a:moveTo>
                  <a:cubicBezTo>
                    <a:pt x="17145" y="0"/>
                    <a:pt x="0" y="17145"/>
                    <a:pt x="0" y="38100"/>
                  </a:cubicBezTo>
                  <a:cubicBezTo>
                    <a:pt x="0" y="59055"/>
                    <a:pt x="17145" y="76200"/>
                    <a:pt x="38100" y="76200"/>
                  </a:cubicBezTo>
                  <a:cubicBezTo>
                    <a:pt x="59055" y="76200"/>
                    <a:pt x="76200" y="59055"/>
                    <a:pt x="76200" y="38100"/>
                  </a:cubicBezTo>
                  <a:cubicBezTo>
                    <a:pt x="76200" y="17145"/>
                    <a:pt x="59055" y="0"/>
                    <a:pt x="38100" y="0"/>
                  </a:cubicBezTo>
                  <a:close/>
                </a:path>
              </a:pathLst>
            </a:custGeom>
            <a:solidFill>
              <a:srgbClr val="FF83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958" name="Google Shape;1958;p173"/>
            <p:cNvSpPr/>
            <p:nvPr/>
          </p:nvSpPr>
          <p:spPr>
            <a:xfrm>
              <a:off x="11109959" y="2211704"/>
              <a:ext cx="76200" cy="76200"/>
            </a:xfrm>
            <a:custGeom>
              <a:avLst/>
              <a:gdLst/>
              <a:ahLst/>
              <a:cxnLst/>
              <a:rect l="l" t="t" r="r" b="b"/>
              <a:pathLst>
                <a:path w="76200" h="76200" extrusionOk="0">
                  <a:moveTo>
                    <a:pt x="38100" y="12700"/>
                  </a:moveTo>
                  <a:cubicBezTo>
                    <a:pt x="52070" y="12700"/>
                    <a:pt x="63500" y="24130"/>
                    <a:pt x="63500" y="38100"/>
                  </a:cubicBezTo>
                  <a:cubicBezTo>
                    <a:pt x="63500" y="52070"/>
                    <a:pt x="52070" y="63500"/>
                    <a:pt x="38100" y="63500"/>
                  </a:cubicBezTo>
                  <a:cubicBezTo>
                    <a:pt x="24130" y="63500"/>
                    <a:pt x="12700" y="52070"/>
                    <a:pt x="12700" y="38100"/>
                  </a:cubicBezTo>
                  <a:cubicBezTo>
                    <a:pt x="12700" y="24130"/>
                    <a:pt x="24130" y="12700"/>
                    <a:pt x="38100" y="12700"/>
                  </a:cubicBezTo>
                  <a:moveTo>
                    <a:pt x="38100" y="0"/>
                  </a:moveTo>
                  <a:cubicBezTo>
                    <a:pt x="17145" y="0"/>
                    <a:pt x="0" y="17145"/>
                    <a:pt x="0" y="38100"/>
                  </a:cubicBezTo>
                  <a:cubicBezTo>
                    <a:pt x="0" y="59055"/>
                    <a:pt x="17145" y="76200"/>
                    <a:pt x="38100" y="76200"/>
                  </a:cubicBezTo>
                  <a:cubicBezTo>
                    <a:pt x="59055" y="76200"/>
                    <a:pt x="76200" y="59055"/>
                    <a:pt x="76200" y="38100"/>
                  </a:cubicBezTo>
                  <a:cubicBezTo>
                    <a:pt x="76200" y="17145"/>
                    <a:pt x="59055" y="0"/>
                    <a:pt x="38100" y="0"/>
                  </a:cubicBezTo>
                  <a:close/>
                </a:path>
              </a:pathLst>
            </a:custGeom>
            <a:solidFill>
              <a:srgbClr val="FF83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959" name="Google Shape;1959;p173"/>
            <p:cNvSpPr/>
            <p:nvPr/>
          </p:nvSpPr>
          <p:spPr>
            <a:xfrm>
              <a:off x="11322050" y="2359660"/>
              <a:ext cx="76200" cy="76200"/>
            </a:xfrm>
            <a:custGeom>
              <a:avLst/>
              <a:gdLst/>
              <a:ahLst/>
              <a:cxnLst/>
              <a:rect l="l" t="t" r="r" b="b"/>
              <a:pathLst>
                <a:path w="76200" h="76200" extrusionOk="0">
                  <a:moveTo>
                    <a:pt x="38100" y="12700"/>
                  </a:moveTo>
                  <a:cubicBezTo>
                    <a:pt x="52070" y="12700"/>
                    <a:pt x="63500" y="24130"/>
                    <a:pt x="63500" y="38100"/>
                  </a:cubicBezTo>
                  <a:cubicBezTo>
                    <a:pt x="63500" y="52070"/>
                    <a:pt x="52070" y="63500"/>
                    <a:pt x="38100" y="63500"/>
                  </a:cubicBezTo>
                  <a:cubicBezTo>
                    <a:pt x="24130" y="63500"/>
                    <a:pt x="12700" y="52070"/>
                    <a:pt x="12700" y="38100"/>
                  </a:cubicBezTo>
                  <a:cubicBezTo>
                    <a:pt x="12700" y="24130"/>
                    <a:pt x="23495" y="12700"/>
                    <a:pt x="38100" y="12700"/>
                  </a:cubicBezTo>
                  <a:moveTo>
                    <a:pt x="38100" y="0"/>
                  </a:moveTo>
                  <a:cubicBezTo>
                    <a:pt x="17145" y="0"/>
                    <a:pt x="0" y="17145"/>
                    <a:pt x="0" y="38100"/>
                  </a:cubicBezTo>
                  <a:cubicBezTo>
                    <a:pt x="0" y="59055"/>
                    <a:pt x="17145" y="76200"/>
                    <a:pt x="38100" y="76200"/>
                  </a:cubicBezTo>
                  <a:cubicBezTo>
                    <a:pt x="59055" y="76200"/>
                    <a:pt x="76200" y="59055"/>
                    <a:pt x="76200" y="38100"/>
                  </a:cubicBezTo>
                  <a:cubicBezTo>
                    <a:pt x="76200" y="17145"/>
                    <a:pt x="59055" y="0"/>
                    <a:pt x="38100" y="0"/>
                  </a:cubicBezTo>
                  <a:close/>
                </a:path>
              </a:pathLst>
            </a:custGeom>
            <a:solidFill>
              <a:srgbClr val="FF8300"/>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grpSp>
      <p:grpSp>
        <p:nvGrpSpPr>
          <p:cNvPr id="1960" name="Google Shape;1960;p173"/>
          <p:cNvGrpSpPr/>
          <p:nvPr/>
        </p:nvGrpSpPr>
        <p:grpSpPr>
          <a:xfrm>
            <a:off x="1051100" y="2256237"/>
            <a:ext cx="356241" cy="215116"/>
            <a:chOff x="7522209" y="5184140"/>
            <a:chExt cx="541482" cy="327024"/>
          </a:xfrm>
        </p:grpSpPr>
        <p:sp>
          <p:nvSpPr>
            <p:cNvPr id="1961" name="Google Shape;1961;p173"/>
            <p:cNvSpPr/>
            <p:nvPr/>
          </p:nvSpPr>
          <p:spPr>
            <a:xfrm>
              <a:off x="7522209" y="5184140"/>
              <a:ext cx="397509" cy="283844"/>
            </a:xfrm>
            <a:custGeom>
              <a:avLst/>
              <a:gdLst/>
              <a:ahLst/>
              <a:cxnLst/>
              <a:rect l="l" t="t" r="r" b="b"/>
              <a:pathLst>
                <a:path w="397509" h="283844" extrusionOk="0">
                  <a:moveTo>
                    <a:pt x="233680" y="283845"/>
                  </a:moveTo>
                  <a:lnTo>
                    <a:pt x="63500" y="283845"/>
                  </a:lnTo>
                  <a:cubicBezTo>
                    <a:pt x="28575" y="283845"/>
                    <a:pt x="0" y="255905"/>
                    <a:pt x="0" y="220980"/>
                  </a:cubicBezTo>
                  <a:cubicBezTo>
                    <a:pt x="0" y="193040"/>
                    <a:pt x="18415" y="168275"/>
                    <a:pt x="45085" y="160655"/>
                  </a:cubicBezTo>
                  <a:cubicBezTo>
                    <a:pt x="41910" y="149225"/>
                    <a:pt x="40005" y="137160"/>
                    <a:pt x="40005" y="125095"/>
                  </a:cubicBezTo>
                  <a:cubicBezTo>
                    <a:pt x="40005" y="55880"/>
                    <a:pt x="95885" y="0"/>
                    <a:pt x="165100" y="0"/>
                  </a:cubicBezTo>
                  <a:cubicBezTo>
                    <a:pt x="205740" y="0"/>
                    <a:pt x="243205" y="19050"/>
                    <a:pt x="266700" y="52070"/>
                  </a:cubicBezTo>
                  <a:cubicBezTo>
                    <a:pt x="300990" y="24130"/>
                    <a:pt x="351155" y="29210"/>
                    <a:pt x="379095" y="62865"/>
                  </a:cubicBezTo>
                  <a:cubicBezTo>
                    <a:pt x="391160" y="77470"/>
                    <a:pt x="397510" y="95250"/>
                    <a:pt x="397510" y="113665"/>
                  </a:cubicBezTo>
                  <a:cubicBezTo>
                    <a:pt x="397510" y="138430"/>
                    <a:pt x="389890" y="149225"/>
                    <a:pt x="389255" y="150495"/>
                  </a:cubicBezTo>
                  <a:lnTo>
                    <a:pt x="378460" y="142875"/>
                  </a:lnTo>
                  <a:cubicBezTo>
                    <a:pt x="382905" y="133985"/>
                    <a:pt x="384810" y="123825"/>
                    <a:pt x="384175" y="113665"/>
                  </a:cubicBezTo>
                  <a:cubicBezTo>
                    <a:pt x="384175" y="76835"/>
                    <a:pt x="354330" y="46990"/>
                    <a:pt x="317500" y="46990"/>
                  </a:cubicBezTo>
                  <a:cubicBezTo>
                    <a:pt x="299720" y="46990"/>
                    <a:pt x="282575" y="53975"/>
                    <a:pt x="269875" y="66675"/>
                  </a:cubicBezTo>
                  <a:lnTo>
                    <a:pt x="264160" y="73025"/>
                  </a:lnTo>
                  <a:lnTo>
                    <a:pt x="259715" y="66040"/>
                  </a:lnTo>
                  <a:cubicBezTo>
                    <a:pt x="227330" y="13335"/>
                    <a:pt x="158750" y="-2540"/>
                    <a:pt x="106045" y="29845"/>
                  </a:cubicBezTo>
                  <a:cubicBezTo>
                    <a:pt x="60960" y="57785"/>
                    <a:pt x="41275" y="114300"/>
                    <a:pt x="60325" y="163830"/>
                  </a:cubicBezTo>
                  <a:lnTo>
                    <a:pt x="62865" y="171450"/>
                  </a:lnTo>
                  <a:lnTo>
                    <a:pt x="54610" y="172720"/>
                  </a:lnTo>
                  <a:cubicBezTo>
                    <a:pt x="27305" y="177165"/>
                    <a:pt x="9525" y="202565"/>
                    <a:pt x="13970" y="229870"/>
                  </a:cubicBezTo>
                  <a:cubicBezTo>
                    <a:pt x="17780" y="254000"/>
                    <a:pt x="38735" y="271780"/>
                    <a:pt x="63500" y="271145"/>
                  </a:cubicBezTo>
                  <a:lnTo>
                    <a:pt x="233680" y="271145"/>
                  </a:lnTo>
                  <a:lnTo>
                    <a:pt x="233680" y="283845"/>
                  </a:lnTo>
                  <a:close/>
                </a:path>
              </a:pathLst>
            </a:custGeom>
            <a:solidFill>
              <a:srgbClr val="008CF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sp>
          <p:nvSpPr>
            <p:cNvPr id="1962" name="Google Shape;1962;p173"/>
            <p:cNvSpPr/>
            <p:nvPr/>
          </p:nvSpPr>
          <p:spPr>
            <a:xfrm>
              <a:off x="7749540" y="5313340"/>
              <a:ext cx="314152" cy="197824"/>
            </a:xfrm>
            <a:custGeom>
              <a:avLst/>
              <a:gdLst/>
              <a:ahLst/>
              <a:cxnLst/>
              <a:rect l="l" t="t" r="r" b="b"/>
              <a:pathLst>
                <a:path w="314152" h="197824" extrusionOk="0">
                  <a:moveTo>
                    <a:pt x="257175" y="197824"/>
                  </a:moveTo>
                  <a:lnTo>
                    <a:pt x="45085" y="197824"/>
                  </a:lnTo>
                  <a:cubicBezTo>
                    <a:pt x="20320" y="197824"/>
                    <a:pt x="0" y="176869"/>
                    <a:pt x="0" y="152104"/>
                  </a:cubicBezTo>
                  <a:cubicBezTo>
                    <a:pt x="0" y="133054"/>
                    <a:pt x="12065" y="116544"/>
                    <a:pt x="29845" y="110194"/>
                  </a:cubicBezTo>
                  <a:cubicBezTo>
                    <a:pt x="17145" y="63204"/>
                    <a:pt x="45085" y="14944"/>
                    <a:pt x="92075" y="2879"/>
                  </a:cubicBezTo>
                  <a:cubicBezTo>
                    <a:pt x="126365" y="-6011"/>
                    <a:pt x="162560" y="6054"/>
                    <a:pt x="184150" y="33994"/>
                  </a:cubicBezTo>
                  <a:cubicBezTo>
                    <a:pt x="208915" y="14944"/>
                    <a:pt x="245110" y="20024"/>
                    <a:pt x="264160" y="44789"/>
                  </a:cubicBezTo>
                  <a:cubicBezTo>
                    <a:pt x="271780" y="54949"/>
                    <a:pt x="275590" y="67014"/>
                    <a:pt x="275590" y="79079"/>
                  </a:cubicBezTo>
                  <a:cubicBezTo>
                    <a:pt x="275590" y="81619"/>
                    <a:pt x="275590" y="84159"/>
                    <a:pt x="274955" y="86699"/>
                  </a:cubicBezTo>
                  <a:cubicBezTo>
                    <a:pt x="304800" y="96224"/>
                    <a:pt x="321310" y="128609"/>
                    <a:pt x="311150" y="158454"/>
                  </a:cubicBezTo>
                  <a:cubicBezTo>
                    <a:pt x="303530" y="181949"/>
                    <a:pt x="281940" y="197824"/>
                    <a:pt x="257175" y="197824"/>
                  </a:cubicBezTo>
                  <a:close/>
                  <a:moveTo>
                    <a:pt x="114300" y="12404"/>
                  </a:moveTo>
                  <a:cubicBezTo>
                    <a:pt x="73025" y="12404"/>
                    <a:pt x="40005" y="46059"/>
                    <a:pt x="40005" y="86699"/>
                  </a:cubicBezTo>
                  <a:cubicBezTo>
                    <a:pt x="40005" y="94954"/>
                    <a:pt x="41275" y="103844"/>
                    <a:pt x="44450" y="112099"/>
                  </a:cubicBezTo>
                  <a:lnTo>
                    <a:pt x="46990" y="119719"/>
                  </a:lnTo>
                  <a:lnTo>
                    <a:pt x="38735" y="120989"/>
                  </a:lnTo>
                  <a:cubicBezTo>
                    <a:pt x="21590" y="124164"/>
                    <a:pt x="10160" y="140674"/>
                    <a:pt x="13335" y="158454"/>
                  </a:cubicBezTo>
                  <a:cubicBezTo>
                    <a:pt x="15875" y="173694"/>
                    <a:pt x="29210" y="184489"/>
                    <a:pt x="44450" y="184489"/>
                  </a:cubicBezTo>
                  <a:lnTo>
                    <a:pt x="256540" y="184489"/>
                  </a:lnTo>
                  <a:cubicBezTo>
                    <a:pt x="280670" y="184489"/>
                    <a:pt x="300355" y="165439"/>
                    <a:pt x="300355" y="141309"/>
                  </a:cubicBezTo>
                  <a:cubicBezTo>
                    <a:pt x="300355" y="120354"/>
                    <a:pt x="285750" y="102574"/>
                    <a:pt x="265430" y="98764"/>
                  </a:cubicBezTo>
                  <a:lnTo>
                    <a:pt x="258445" y="97494"/>
                  </a:lnTo>
                  <a:lnTo>
                    <a:pt x="260350" y="90509"/>
                  </a:lnTo>
                  <a:cubicBezTo>
                    <a:pt x="266065" y="67014"/>
                    <a:pt x="252095" y="43519"/>
                    <a:pt x="229235" y="37804"/>
                  </a:cubicBezTo>
                  <a:cubicBezTo>
                    <a:pt x="213995" y="33994"/>
                    <a:pt x="198755" y="38439"/>
                    <a:pt x="187325" y="49234"/>
                  </a:cubicBezTo>
                  <a:lnTo>
                    <a:pt x="181610" y="54949"/>
                  </a:lnTo>
                  <a:lnTo>
                    <a:pt x="177165" y="47964"/>
                  </a:lnTo>
                  <a:cubicBezTo>
                    <a:pt x="163830" y="25104"/>
                    <a:pt x="139700" y="12404"/>
                    <a:pt x="114300" y="12404"/>
                  </a:cubicBezTo>
                  <a:close/>
                </a:path>
              </a:pathLst>
            </a:custGeom>
            <a:solidFill>
              <a:srgbClr val="008CFF"/>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305868"/>
                </a:solidFill>
                <a:latin typeface="Calibri"/>
                <a:ea typeface="Calibri"/>
                <a:cs typeface="Calibri"/>
                <a:sym typeface="Calibri"/>
              </a:endParaRPr>
            </a:p>
          </p:txBody>
        </p:sp>
      </p:grpSp>
      <p:pic>
        <p:nvPicPr>
          <p:cNvPr id="1963" name="Google Shape;1963;p173"/>
          <p:cNvPicPr preferRelativeResize="0"/>
          <p:nvPr/>
        </p:nvPicPr>
        <p:blipFill>
          <a:blip r:embed="rId4">
            <a:alphaModFix/>
          </a:blip>
          <a:stretch>
            <a:fillRect/>
          </a:stretch>
        </p:blipFill>
        <p:spPr>
          <a:xfrm>
            <a:off x="3902209" y="1311848"/>
            <a:ext cx="413850" cy="413850"/>
          </a:xfrm>
          <a:prstGeom prst="rect">
            <a:avLst/>
          </a:prstGeom>
          <a:noFill/>
          <a:ln>
            <a:noFill/>
          </a:ln>
        </p:spPr>
      </p:pic>
      <p:sp>
        <p:nvSpPr>
          <p:cNvPr id="1964" name="Google Shape;1964;p173"/>
          <p:cNvSpPr txBox="1"/>
          <p:nvPr/>
        </p:nvSpPr>
        <p:spPr>
          <a:xfrm>
            <a:off x="5993675" y="1678800"/>
            <a:ext cx="576300" cy="260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a:latin typeface="Plus Jakarta Sans"/>
                <a:ea typeface="Plus Jakarta Sans"/>
                <a:cs typeface="Plus Jakarta Sans"/>
                <a:sym typeface="Plus Jakarta Sans"/>
              </a:rPr>
              <a:t>Feature Serving</a:t>
            </a:r>
            <a:endParaRPr sz="700">
              <a:latin typeface="Plus Jakarta Sans"/>
              <a:ea typeface="Plus Jakarta Sans"/>
              <a:cs typeface="Plus Jakarta Sans"/>
              <a:sym typeface="Plus Jakarta Sans"/>
            </a:endParaRPr>
          </a:p>
        </p:txBody>
      </p:sp>
      <p:sp>
        <p:nvSpPr>
          <p:cNvPr id="1965" name="Google Shape;1965;p173"/>
          <p:cNvSpPr txBox="1"/>
          <p:nvPr/>
        </p:nvSpPr>
        <p:spPr>
          <a:xfrm>
            <a:off x="6089425" y="2913788"/>
            <a:ext cx="576300" cy="260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a:latin typeface="Plus Jakarta Sans"/>
                <a:ea typeface="Plus Jakarta Sans"/>
                <a:cs typeface="Plus Jakarta Sans"/>
                <a:sym typeface="Plus Jakarta Sans"/>
              </a:rPr>
              <a:t>Deploys</a:t>
            </a:r>
            <a:endParaRPr sz="700">
              <a:latin typeface="Plus Jakarta Sans"/>
              <a:ea typeface="Plus Jakarta Sans"/>
              <a:cs typeface="Plus Jakarta Sans"/>
              <a:sym typeface="Plus Jakarta Sans"/>
            </a:endParaRPr>
          </a:p>
        </p:txBody>
      </p:sp>
      <p:sp>
        <p:nvSpPr>
          <p:cNvPr id="1966" name="Google Shape;1966;p173"/>
          <p:cNvSpPr txBox="1">
            <a:spLocks noGrp="1"/>
          </p:cNvSpPr>
          <p:nvPr>
            <p:ph type="title"/>
          </p:nvPr>
        </p:nvSpPr>
        <p:spPr>
          <a:xfrm>
            <a:off x="516075" y="285425"/>
            <a:ext cx="5740200" cy="433200"/>
          </a:xfrm>
          <a:prstGeom prst="rect">
            <a:avLst/>
          </a:prstGeom>
        </p:spPr>
        <p:txBody>
          <a:bodyPr spcFirstLastPara="1" wrap="square" lIns="91425" tIns="0" rIns="91425" bIns="45700" anchor="t" anchorCtr="0">
            <a:noAutofit/>
          </a:bodyPr>
          <a:lstStyle/>
          <a:p>
            <a:pPr marL="0" lvl="0" indent="0" algn="l" rtl="0">
              <a:spcBef>
                <a:spcPts val="0"/>
              </a:spcBef>
              <a:spcAft>
                <a:spcPts val="0"/>
              </a:spcAft>
              <a:buNone/>
            </a:pPr>
            <a:r>
              <a:rPr lang="en" b="1">
                <a:latin typeface="Plus Jakarta Sans"/>
                <a:ea typeface="Plus Jakarta Sans"/>
                <a:cs typeface="Plus Jakarta Sans"/>
                <a:sym typeface="Plus Jakarta Sans"/>
              </a:rPr>
              <a:t>Deep-dive:</a:t>
            </a:r>
            <a:r>
              <a:rPr lang="en"/>
              <a:t> Fraud detection in real time</a:t>
            </a:r>
            <a:endParaRPr/>
          </a:p>
        </p:txBody>
      </p:sp>
      <p:sp>
        <p:nvSpPr>
          <p:cNvPr id="1967" name="Google Shape;1967;p173"/>
          <p:cNvSpPr/>
          <p:nvPr/>
        </p:nvSpPr>
        <p:spPr>
          <a:xfrm rot="10800000">
            <a:off x="7731375" y="1351510"/>
            <a:ext cx="423300" cy="183000"/>
          </a:xfrm>
          <a:prstGeom prst="rightArrow">
            <a:avLst>
              <a:gd name="adj1" fmla="val 50000"/>
              <a:gd name="adj2" fmla="val 50000"/>
            </a:avLst>
          </a:prstGeom>
          <a:solidFill>
            <a:srgbClr val="00A3AF"/>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endParaRPr sz="1300">
              <a:solidFill>
                <a:srgbClr val="305868"/>
              </a:solidFill>
              <a:latin typeface="Roboto"/>
              <a:ea typeface="Roboto"/>
              <a:cs typeface="Roboto"/>
              <a:sym typeface="Roboto"/>
            </a:endParaRPr>
          </a:p>
        </p:txBody>
      </p:sp>
      <p:sp>
        <p:nvSpPr>
          <p:cNvPr id="1968" name="Google Shape;1968;p173"/>
          <p:cNvSpPr txBox="1"/>
          <p:nvPr/>
        </p:nvSpPr>
        <p:spPr>
          <a:xfrm>
            <a:off x="7731375" y="1115100"/>
            <a:ext cx="576300" cy="525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a:latin typeface="Plus Jakarta Sans"/>
                <a:ea typeface="Plus Jakarta Sans"/>
                <a:cs typeface="Plus Jakarta Sans"/>
                <a:sym typeface="Plus Jakarta Sans"/>
              </a:rPr>
              <a:t>API call</a:t>
            </a:r>
            <a:endParaRPr sz="1100">
              <a:latin typeface="Plus Jakarta Sans"/>
              <a:ea typeface="Plus Jakarta Sans"/>
              <a:cs typeface="Plus Jakarta Sans"/>
              <a:sym typeface="Plus Jakarta Sans"/>
            </a:endParaRPr>
          </a:p>
        </p:txBody>
      </p:sp>
      <p:sp>
        <p:nvSpPr>
          <p:cNvPr id="1969" name="Google Shape;1969;p173"/>
          <p:cNvSpPr txBox="1"/>
          <p:nvPr/>
        </p:nvSpPr>
        <p:spPr>
          <a:xfrm>
            <a:off x="8364588" y="480150"/>
            <a:ext cx="576300" cy="525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b="1">
                <a:latin typeface="Plus Jakarta Sans"/>
                <a:ea typeface="Plus Jakarta Sans"/>
                <a:cs typeface="Plus Jakarta Sans"/>
                <a:sym typeface="Plus Jakarta Sans"/>
              </a:rPr>
              <a:t>Rule based engine</a:t>
            </a:r>
            <a:endParaRPr sz="700" b="1">
              <a:latin typeface="Plus Jakarta Sans"/>
              <a:ea typeface="Plus Jakarta Sans"/>
              <a:cs typeface="Plus Jakarta Sans"/>
              <a:sym typeface="Plus Jakarta Sans"/>
            </a:endParaRPr>
          </a:p>
        </p:txBody>
      </p:sp>
      <p:sp>
        <p:nvSpPr>
          <p:cNvPr id="1970" name="Google Shape;1970;p173"/>
          <p:cNvSpPr/>
          <p:nvPr/>
        </p:nvSpPr>
        <p:spPr>
          <a:xfrm>
            <a:off x="8237700" y="228175"/>
            <a:ext cx="830100" cy="4424400"/>
          </a:xfrm>
          <a:prstGeom prst="roundRect">
            <a:avLst>
              <a:gd name="adj" fmla="val 9883"/>
            </a:avLst>
          </a:prstGeom>
          <a:solidFill>
            <a:srgbClr val="FF550C">
              <a:alpha val="6960"/>
            </a:srgbClr>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a:latin typeface="Roboto"/>
                <a:ea typeface="Roboto"/>
                <a:cs typeface="Roboto"/>
                <a:sym typeface="Roboto"/>
              </a:rPr>
              <a:t> </a:t>
            </a:r>
            <a:endParaRPr>
              <a:latin typeface="Roboto"/>
              <a:ea typeface="Roboto"/>
              <a:cs typeface="Roboto"/>
              <a:sym typeface="Roboto"/>
            </a:endParaRPr>
          </a:p>
        </p:txBody>
      </p:sp>
      <p:sp>
        <p:nvSpPr>
          <p:cNvPr id="1971" name="Google Shape;1971;p173"/>
          <p:cNvSpPr txBox="1"/>
          <p:nvPr/>
        </p:nvSpPr>
        <p:spPr>
          <a:xfrm>
            <a:off x="8237700" y="2371650"/>
            <a:ext cx="830100" cy="525600"/>
          </a:xfrm>
          <a:prstGeom prst="rect">
            <a:avLst/>
          </a:prstGeom>
          <a:noFill/>
          <a:ln>
            <a:noFill/>
          </a:ln>
        </p:spPr>
        <p:txBody>
          <a:bodyPr spcFirstLastPara="1" wrap="square" lIns="91425" tIns="45700" rIns="91425" bIns="45700" anchor="ctr" anchorCtr="0">
            <a:noAutofit/>
          </a:bodyPr>
          <a:lstStyle/>
          <a:p>
            <a:pPr marL="0" marR="0" lvl="0" indent="0" algn="ctr" rtl="0">
              <a:lnSpc>
                <a:spcPct val="133333"/>
              </a:lnSpc>
              <a:spcBef>
                <a:spcPts val="0"/>
              </a:spcBef>
              <a:spcAft>
                <a:spcPts val="0"/>
              </a:spcAft>
              <a:buNone/>
            </a:pPr>
            <a:r>
              <a:rPr lang="en" sz="800" b="1">
                <a:latin typeface="Lato"/>
                <a:ea typeface="Lato"/>
                <a:cs typeface="Lato"/>
                <a:sym typeface="Lato"/>
              </a:rPr>
              <a:t>Fraud management system</a:t>
            </a:r>
            <a:endParaRPr sz="800" b="1">
              <a:solidFill>
                <a:schemeClr val="dk1"/>
              </a:solidFill>
              <a:latin typeface="Lato"/>
              <a:ea typeface="Lato"/>
              <a:cs typeface="Lato"/>
              <a:sym typeface="Lato"/>
            </a:endParaRPr>
          </a:p>
        </p:txBody>
      </p:sp>
      <p:sp>
        <p:nvSpPr>
          <p:cNvPr id="1972" name="Google Shape;1972;p173"/>
          <p:cNvSpPr/>
          <p:nvPr/>
        </p:nvSpPr>
        <p:spPr>
          <a:xfrm>
            <a:off x="8314350" y="409500"/>
            <a:ext cx="676800" cy="585000"/>
          </a:xfrm>
          <a:prstGeom prst="roundRect">
            <a:avLst>
              <a:gd name="adj" fmla="val 9883"/>
            </a:avLst>
          </a:prstGeom>
          <a:solidFill>
            <a:srgbClr val="FF550C">
              <a:alpha val="6960"/>
            </a:srgbClr>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a:latin typeface="Roboto"/>
                <a:ea typeface="Roboto"/>
                <a:cs typeface="Roboto"/>
                <a:sym typeface="Roboto"/>
              </a:rPr>
              <a:t> </a:t>
            </a:r>
            <a:endParaRPr>
              <a:latin typeface="Roboto"/>
              <a:ea typeface="Roboto"/>
              <a:cs typeface="Roboto"/>
              <a:sym typeface="Roboto"/>
            </a:endParaRPr>
          </a:p>
        </p:txBody>
      </p:sp>
      <p:cxnSp>
        <p:nvCxnSpPr>
          <p:cNvPr id="1973" name="Google Shape;1973;p173"/>
          <p:cNvCxnSpPr>
            <a:stCxn id="1923" idx="3"/>
            <a:endCxn id="1972" idx="1"/>
          </p:cNvCxnSpPr>
          <p:nvPr/>
        </p:nvCxnSpPr>
        <p:spPr>
          <a:xfrm rot="10800000" flipH="1">
            <a:off x="5959037" y="701950"/>
            <a:ext cx="2355300" cy="541500"/>
          </a:xfrm>
          <a:prstGeom prst="curvedConnector3">
            <a:avLst>
              <a:gd name="adj1" fmla="val 15594"/>
            </a:avLst>
          </a:prstGeom>
          <a:noFill/>
          <a:ln w="38100" cap="flat" cmpd="sng">
            <a:solidFill>
              <a:srgbClr val="00A3AF"/>
            </a:solidFill>
            <a:prstDash val="solid"/>
            <a:round/>
            <a:headEnd type="none" w="med" len="med"/>
            <a:tailEnd type="triangle" w="med" len="med"/>
          </a:ln>
        </p:spPr>
      </p:cxnSp>
      <p:sp>
        <p:nvSpPr>
          <p:cNvPr id="1974" name="Google Shape;1974;p173"/>
          <p:cNvSpPr/>
          <p:nvPr/>
        </p:nvSpPr>
        <p:spPr>
          <a:xfrm rot="10800000">
            <a:off x="7712160" y="3755200"/>
            <a:ext cx="424500" cy="178500"/>
          </a:xfrm>
          <a:prstGeom prst="rightArrow">
            <a:avLst>
              <a:gd name="adj1" fmla="val 50000"/>
              <a:gd name="adj2" fmla="val 50000"/>
            </a:avLst>
          </a:prstGeom>
          <a:solidFill>
            <a:srgbClr val="00A3AF"/>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endParaRPr sz="1300">
              <a:solidFill>
                <a:srgbClr val="305868"/>
              </a:solidFill>
              <a:latin typeface="Roboto"/>
              <a:ea typeface="Roboto"/>
              <a:cs typeface="Roboto"/>
              <a:sym typeface="Roboto"/>
            </a:endParaRPr>
          </a:p>
        </p:txBody>
      </p:sp>
      <p:sp>
        <p:nvSpPr>
          <p:cNvPr id="1975" name="Google Shape;1975;p173"/>
          <p:cNvSpPr/>
          <p:nvPr/>
        </p:nvSpPr>
        <p:spPr>
          <a:xfrm>
            <a:off x="0" y="0"/>
            <a:ext cx="2710800" cy="228600"/>
          </a:xfrm>
          <a:prstGeom prst="rect">
            <a:avLst/>
          </a:prstGeom>
          <a:solidFill>
            <a:srgbClr val="5555F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i="1">
                <a:solidFill>
                  <a:schemeClr val="lt1"/>
                </a:solidFill>
                <a:latin typeface="Plus Jakarta Sans Bold"/>
                <a:ea typeface="Plus Jakarta Sans Bold"/>
                <a:cs typeface="Plus Jakarta Sans Bold"/>
                <a:sym typeface="Plus Jakarta Sans"/>
              </a:rPr>
              <a:t>Customer stories</a:t>
            </a:r>
            <a:endParaRPr b="1" i="1">
              <a:solidFill>
                <a:srgbClr val="FFFFFF"/>
              </a:solidFill>
              <a:latin typeface="Plus Jakarta Sans Bold"/>
              <a:ea typeface="Plus Jakarta Sans Bold"/>
              <a:cs typeface="Plus Jakarta Sans Bold"/>
              <a:sym typeface="Plus Jakarta San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979"/>
        <p:cNvGrpSpPr/>
        <p:nvPr/>
      </p:nvGrpSpPr>
      <p:grpSpPr>
        <a:xfrm>
          <a:off x="0" y="0"/>
          <a:ext cx="0" cy="0"/>
          <a:chOff x="0" y="0"/>
          <a:chExt cx="0" cy="0"/>
        </a:xfrm>
      </p:grpSpPr>
      <p:sp>
        <p:nvSpPr>
          <p:cNvPr id="1980" name="Google Shape;1980;p174"/>
          <p:cNvSpPr txBox="1">
            <a:spLocks noGrp="1"/>
          </p:cNvSpPr>
          <p:nvPr>
            <p:ph type="title"/>
          </p:nvPr>
        </p:nvSpPr>
        <p:spPr>
          <a:xfrm>
            <a:off x="533400" y="284250"/>
            <a:ext cx="8154900" cy="612900"/>
          </a:xfrm>
          <a:prstGeom prst="rect">
            <a:avLst/>
          </a:prstGeom>
        </p:spPr>
        <p:txBody>
          <a:bodyPr spcFirstLastPara="1" wrap="square" lIns="91425" tIns="0" rIns="91425" bIns="45700" anchor="t" anchorCtr="0">
            <a:noAutofit/>
          </a:bodyPr>
          <a:lstStyle/>
          <a:p>
            <a:pPr marL="0" lvl="0" indent="0" algn="l" rtl="0">
              <a:spcBef>
                <a:spcPts val="0"/>
              </a:spcBef>
              <a:spcAft>
                <a:spcPts val="0"/>
              </a:spcAft>
              <a:buNone/>
            </a:pPr>
            <a:r>
              <a:rPr lang="en" b="1">
                <a:latin typeface="Plus Jakarta Sans"/>
                <a:ea typeface="Plus Jakarta Sans"/>
                <a:cs typeface="Plus Jakarta Sans"/>
                <a:sym typeface="Plus Jakarta Sans"/>
              </a:rPr>
              <a:t>Case Study: </a:t>
            </a:r>
            <a:r>
              <a:rPr lang="en"/>
              <a:t>Top 5 Global Oil &amp; Gas Co. built an unmatched Edge-to-AI capability with Cloudera on AWS</a:t>
            </a:r>
            <a:endParaRPr/>
          </a:p>
        </p:txBody>
      </p:sp>
      <p:sp>
        <p:nvSpPr>
          <p:cNvPr id="1981" name="Google Shape;1981;p174"/>
          <p:cNvSpPr txBox="1"/>
          <p:nvPr/>
        </p:nvSpPr>
        <p:spPr>
          <a:xfrm>
            <a:off x="6437725" y="1217625"/>
            <a:ext cx="2339100" cy="2384100"/>
          </a:xfrm>
          <a:prstGeom prst="rect">
            <a:avLst/>
          </a:prstGeom>
          <a:noFill/>
          <a:ln>
            <a:noFill/>
          </a:ln>
        </p:spPr>
        <p:txBody>
          <a:bodyPr spcFirstLastPara="1" wrap="square" lIns="0" tIns="45700" rIns="91425" bIns="45700" anchor="t" anchorCtr="0">
            <a:noAutofit/>
          </a:bodyPr>
          <a:lstStyle/>
          <a:p>
            <a:pPr marL="274320" lvl="0" indent="-200660" algn="l" rtl="0">
              <a:spcBef>
                <a:spcPts val="0"/>
              </a:spcBef>
              <a:spcAft>
                <a:spcPts val="0"/>
              </a:spcAft>
              <a:buSzPts val="1000"/>
              <a:buFont typeface="Roboto"/>
              <a:buChar char="●"/>
            </a:pPr>
            <a:r>
              <a:rPr lang="en" sz="1000" b="1">
                <a:latin typeface="Roboto"/>
                <a:ea typeface="Roboto"/>
                <a:cs typeface="Roboto"/>
                <a:sym typeface="Roboto"/>
              </a:rPr>
              <a:t>Cloudera AI used as the enterprise-grade solution </a:t>
            </a:r>
            <a:r>
              <a:rPr lang="en" sz="1000">
                <a:latin typeface="Roboto"/>
                <a:ea typeface="Roboto"/>
                <a:cs typeface="Roboto"/>
                <a:sym typeface="Roboto"/>
              </a:rPr>
              <a:t>for AI/ML, given enhanced customizability and configurability, cost performance, integrated security &amp; governance, and overall scalability</a:t>
            </a:r>
            <a:endParaRPr sz="1000">
              <a:latin typeface="Roboto"/>
              <a:ea typeface="Roboto"/>
              <a:cs typeface="Roboto"/>
              <a:sym typeface="Roboto"/>
            </a:endParaRPr>
          </a:p>
          <a:p>
            <a:pPr marL="274320" lvl="0" indent="-200660" algn="l" rtl="0">
              <a:spcBef>
                <a:spcPts val="400"/>
              </a:spcBef>
              <a:spcAft>
                <a:spcPts val="400"/>
              </a:spcAft>
              <a:buSzPts val="1000"/>
              <a:buFont typeface="Roboto"/>
              <a:buChar char="●"/>
            </a:pPr>
            <a:r>
              <a:rPr lang="en" sz="1000" b="1">
                <a:latin typeface="Roboto"/>
                <a:ea typeface="Roboto"/>
                <a:cs typeface="Roboto"/>
                <a:sym typeface="Roboto"/>
              </a:rPr>
              <a:t>Launched a unified cybersecurity application improving time to detection by 90%</a:t>
            </a:r>
            <a:r>
              <a:rPr lang="en" sz="1000">
                <a:latin typeface="Roboto"/>
                <a:ea typeface="Roboto"/>
                <a:cs typeface="Roboto"/>
                <a:sym typeface="Roboto"/>
              </a:rPr>
              <a:t> vs. prior convoluted, non-unified process with 17+ ETL tools</a:t>
            </a:r>
            <a:endParaRPr sz="1000">
              <a:latin typeface="Roboto"/>
              <a:ea typeface="Roboto"/>
              <a:cs typeface="Roboto"/>
              <a:sym typeface="Roboto"/>
            </a:endParaRPr>
          </a:p>
        </p:txBody>
      </p:sp>
      <p:sp>
        <p:nvSpPr>
          <p:cNvPr id="1982" name="Google Shape;1982;p174"/>
          <p:cNvSpPr txBox="1"/>
          <p:nvPr/>
        </p:nvSpPr>
        <p:spPr>
          <a:xfrm>
            <a:off x="3283250" y="3426150"/>
            <a:ext cx="5493600" cy="1262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i="1">
                <a:latin typeface="Roboto"/>
                <a:ea typeface="Roboto"/>
                <a:cs typeface="Roboto"/>
                <a:sym typeface="Roboto"/>
              </a:rPr>
              <a:t>“We have worked with Cloudera for many years. We chose Cloudera for the critical technical features we needed to support our enterprise data and analytics needs. </a:t>
            </a:r>
            <a:r>
              <a:rPr lang="en" sz="1000" b="1" i="1">
                <a:latin typeface="Roboto"/>
                <a:ea typeface="Roboto"/>
                <a:cs typeface="Roboto"/>
                <a:sym typeface="Roboto"/>
              </a:rPr>
              <a:t>They are a partner with us and we have environments in private cloud and public cloud. </a:t>
            </a:r>
            <a:r>
              <a:rPr lang="en" sz="1000" i="1">
                <a:latin typeface="Roboto"/>
                <a:ea typeface="Roboto"/>
                <a:cs typeface="Roboto"/>
                <a:sym typeface="Roboto"/>
              </a:rPr>
              <a:t>One of our first major use cases with Cloudera was to look at data from our 30-40 refinery sites globally, aggregate the data, and slice it across the value chain to analyze our processes. In addition, we had a very specific problem that we wanted to solve in the security space where we needed to look across 60 to 70 sources to improve mean time-to-threat detection. – Director, Global Oil &amp; Gas Co.</a:t>
            </a:r>
            <a:endParaRPr sz="1300" i="1">
              <a:latin typeface="Roboto"/>
              <a:ea typeface="Roboto"/>
              <a:cs typeface="Roboto"/>
              <a:sym typeface="Roboto"/>
            </a:endParaRPr>
          </a:p>
        </p:txBody>
      </p:sp>
      <p:sp>
        <p:nvSpPr>
          <p:cNvPr id="1983" name="Google Shape;1983;p174"/>
          <p:cNvSpPr/>
          <p:nvPr/>
        </p:nvSpPr>
        <p:spPr>
          <a:xfrm>
            <a:off x="0" y="1116025"/>
            <a:ext cx="3058200" cy="3951000"/>
          </a:xfrm>
          <a:prstGeom prst="rect">
            <a:avLst/>
          </a:prstGeom>
          <a:solidFill>
            <a:srgbClr val="F3F3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lus Jakarta Sans"/>
              <a:ea typeface="Plus Jakarta Sans"/>
              <a:cs typeface="Plus Jakarta Sans"/>
              <a:sym typeface="Plus Jakarta Sans"/>
            </a:endParaRPr>
          </a:p>
        </p:txBody>
      </p:sp>
      <p:sp>
        <p:nvSpPr>
          <p:cNvPr id="1984" name="Google Shape;1984;p174"/>
          <p:cNvSpPr txBox="1"/>
          <p:nvPr/>
        </p:nvSpPr>
        <p:spPr>
          <a:xfrm>
            <a:off x="302675" y="2239025"/>
            <a:ext cx="2370600" cy="7452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100045"/>
              </a:buClr>
              <a:buSzPts val="1100"/>
              <a:buFont typeface="Roboto Light"/>
              <a:buNone/>
            </a:pPr>
            <a:r>
              <a:rPr lang="en" sz="1200" b="1">
                <a:solidFill>
                  <a:srgbClr val="100045"/>
                </a:solidFill>
                <a:latin typeface="Roboto"/>
                <a:ea typeface="Roboto"/>
                <a:cs typeface="Roboto"/>
                <a:sym typeface="Roboto"/>
              </a:rPr>
              <a:t>Decrease in mean time to detection </a:t>
            </a:r>
            <a:r>
              <a:rPr lang="en" sz="1200">
                <a:solidFill>
                  <a:srgbClr val="100045"/>
                </a:solidFill>
                <a:latin typeface="Roboto Light"/>
                <a:ea typeface="Roboto Light"/>
                <a:cs typeface="Roboto Light"/>
                <a:sym typeface="Roboto Light"/>
              </a:rPr>
              <a:t>via Edge to AI capabilities</a:t>
            </a:r>
            <a:endParaRPr sz="1200" b="0" i="0" u="none" strike="noStrike" cap="none">
              <a:solidFill>
                <a:srgbClr val="100045"/>
              </a:solidFill>
              <a:latin typeface="Roboto Light"/>
              <a:ea typeface="Roboto Light"/>
              <a:cs typeface="Roboto Light"/>
              <a:sym typeface="Roboto Light"/>
            </a:endParaRPr>
          </a:p>
        </p:txBody>
      </p:sp>
      <p:sp>
        <p:nvSpPr>
          <p:cNvPr id="1985" name="Google Shape;1985;p174"/>
          <p:cNvSpPr/>
          <p:nvPr/>
        </p:nvSpPr>
        <p:spPr>
          <a:xfrm>
            <a:off x="381000" y="1385538"/>
            <a:ext cx="1708294" cy="745275"/>
          </a:xfrm>
          <a:prstGeom prst="rect">
            <a:avLst/>
          </a:prstGeom>
        </p:spPr>
        <p:txBody>
          <a:bodyPr>
            <a:prstTxWarp prst="textPlain">
              <a:avLst/>
            </a:prstTxWarp>
          </a:bodyPr>
          <a:lstStyle/>
          <a:p>
            <a:pPr lvl="0" algn="ctr"/>
            <a:r>
              <a:rPr b="1" i="0">
                <a:ln w="19050" cap="flat" cmpd="sng">
                  <a:solidFill>
                    <a:srgbClr val="FF550C"/>
                  </a:solidFill>
                  <a:prstDash val="solid"/>
                  <a:round/>
                  <a:headEnd type="none" w="sm" len="sm"/>
                  <a:tailEnd type="none" w="sm" len="sm"/>
                </a:ln>
                <a:noFill/>
                <a:latin typeface="Roboto"/>
              </a:rPr>
              <a:t>90%</a:t>
            </a:r>
          </a:p>
        </p:txBody>
      </p:sp>
      <p:sp>
        <p:nvSpPr>
          <p:cNvPr id="1986" name="Google Shape;1986;p174"/>
          <p:cNvSpPr/>
          <p:nvPr/>
        </p:nvSpPr>
        <p:spPr>
          <a:xfrm>
            <a:off x="381000" y="3208188"/>
            <a:ext cx="2164534" cy="745275"/>
          </a:xfrm>
          <a:prstGeom prst="rect">
            <a:avLst/>
          </a:prstGeom>
        </p:spPr>
        <p:txBody>
          <a:bodyPr>
            <a:prstTxWarp prst="textPlain">
              <a:avLst/>
            </a:prstTxWarp>
          </a:bodyPr>
          <a:lstStyle/>
          <a:p>
            <a:pPr lvl="0" algn="ctr"/>
            <a:r>
              <a:rPr b="1" i="0">
                <a:ln w="19050" cap="flat" cmpd="sng">
                  <a:solidFill>
                    <a:srgbClr val="FF550C"/>
                  </a:solidFill>
                  <a:prstDash val="solid"/>
                  <a:round/>
                  <a:headEnd type="none" w="sm" len="sm"/>
                  <a:tailEnd type="none" w="sm" len="sm"/>
                </a:ln>
                <a:noFill/>
                <a:latin typeface="Roboto"/>
              </a:rPr>
              <a:t>130K</a:t>
            </a:r>
          </a:p>
        </p:txBody>
      </p:sp>
      <p:sp>
        <p:nvSpPr>
          <p:cNvPr id="1987" name="Google Shape;1987;p174"/>
          <p:cNvSpPr txBox="1"/>
          <p:nvPr/>
        </p:nvSpPr>
        <p:spPr>
          <a:xfrm>
            <a:off x="304650" y="4013450"/>
            <a:ext cx="2448900" cy="745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rgbClr val="100045"/>
              </a:buClr>
              <a:buSzPts val="1100"/>
              <a:buFont typeface="Roboto Light"/>
              <a:buNone/>
            </a:pPr>
            <a:r>
              <a:rPr lang="en" sz="1200" b="1">
                <a:solidFill>
                  <a:srgbClr val="100045"/>
                </a:solidFill>
                <a:latin typeface="Roboto"/>
                <a:ea typeface="Roboto"/>
                <a:cs typeface="Roboto"/>
                <a:sym typeface="Roboto"/>
              </a:rPr>
              <a:t>Number of IoT devices from which logs are ingested </a:t>
            </a:r>
            <a:endParaRPr sz="1200">
              <a:solidFill>
                <a:srgbClr val="100045"/>
              </a:solidFill>
              <a:latin typeface="Roboto Light"/>
              <a:ea typeface="Roboto Light"/>
              <a:cs typeface="Roboto Light"/>
              <a:sym typeface="Roboto Light"/>
            </a:endParaRPr>
          </a:p>
          <a:p>
            <a:pPr marL="0" marR="0" lvl="0" indent="0" algn="l" rtl="0">
              <a:lnSpc>
                <a:spcPct val="115000"/>
              </a:lnSpc>
              <a:spcBef>
                <a:spcPts val="0"/>
              </a:spcBef>
              <a:spcAft>
                <a:spcPts val="0"/>
              </a:spcAft>
              <a:buClr>
                <a:srgbClr val="100045"/>
              </a:buClr>
              <a:buSzPts val="1100"/>
              <a:buFont typeface="Roboto Light"/>
              <a:buNone/>
            </a:pPr>
            <a:endParaRPr sz="1200" b="1">
              <a:solidFill>
                <a:srgbClr val="100045"/>
              </a:solidFill>
              <a:latin typeface="Roboto"/>
              <a:ea typeface="Roboto"/>
              <a:cs typeface="Roboto"/>
              <a:sym typeface="Roboto"/>
            </a:endParaRPr>
          </a:p>
        </p:txBody>
      </p:sp>
      <p:pic>
        <p:nvPicPr>
          <p:cNvPr id="1988" name="Google Shape;1988;p174"/>
          <p:cNvPicPr preferRelativeResize="0"/>
          <p:nvPr/>
        </p:nvPicPr>
        <p:blipFill>
          <a:blip r:embed="rId3">
            <a:alphaModFix/>
          </a:blip>
          <a:stretch>
            <a:fillRect/>
          </a:stretch>
        </p:blipFill>
        <p:spPr>
          <a:xfrm>
            <a:off x="3283250" y="1365325"/>
            <a:ext cx="3003549" cy="1755349"/>
          </a:xfrm>
          <a:prstGeom prst="rect">
            <a:avLst/>
          </a:prstGeom>
          <a:noFill/>
          <a:ln>
            <a:noFill/>
          </a:ln>
        </p:spPr>
      </p:pic>
      <p:sp>
        <p:nvSpPr>
          <p:cNvPr id="1989" name="Google Shape;1989;p174"/>
          <p:cNvSpPr/>
          <p:nvPr/>
        </p:nvSpPr>
        <p:spPr>
          <a:xfrm>
            <a:off x="0" y="0"/>
            <a:ext cx="2710800" cy="228600"/>
          </a:xfrm>
          <a:prstGeom prst="rect">
            <a:avLst/>
          </a:prstGeom>
          <a:solidFill>
            <a:srgbClr val="5555F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b="1" i="1">
                <a:solidFill>
                  <a:srgbClr val="FFFFFF"/>
                </a:solidFill>
                <a:latin typeface="Plus Jakarta Sans Bold"/>
                <a:ea typeface="Plus Jakarta Sans Bold"/>
                <a:cs typeface="Plus Jakarta Sans Bold"/>
                <a:sym typeface="Plus Jakarta Sans"/>
              </a:rPr>
              <a:t>Customer stories</a:t>
            </a:r>
            <a:endParaRPr b="1" i="1">
              <a:solidFill>
                <a:srgbClr val="FFFFFF"/>
              </a:solidFill>
              <a:latin typeface="Plus Jakarta Sans Bold"/>
              <a:ea typeface="Plus Jakarta Sans Bold"/>
              <a:cs typeface="Plus Jakarta Sans Bold"/>
              <a:sym typeface="Plus Jakarta Sans"/>
            </a:endParaRPr>
          </a:p>
        </p:txBody>
      </p:sp>
      <p:pic>
        <p:nvPicPr>
          <p:cNvPr id="1990" name="Google Shape;1990;p174"/>
          <p:cNvPicPr preferRelativeResize="0"/>
          <p:nvPr/>
        </p:nvPicPr>
        <p:blipFill>
          <a:blip r:embed="rId4">
            <a:alphaModFix/>
          </a:blip>
          <a:stretch>
            <a:fillRect/>
          </a:stretch>
        </p:blipFill>
        <p:spPr>
          <a:xfrm>
            <a:off x="8274575" y="111650"/>
            <a:ext cx="713825" cy="4283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994"/>
        <p:cNvGrpSpPr/>
        <p:nvPr/>
      </p:nvGrpSpPr>
      <p:grpSpPr>
        <a:xfrm>
          <a:off x="0" y="0"/>
          <a:ext cx="0" cy="0"/>
          <a:chOff x="0" y="0"/>
          <a:chExt cx="0" cy="0"/>
        </a:xfrm>
      </p:grpSpPr>
      <p:sp>
        <p:nvSpPr>
          <p:cNvPr id="1995" name="Google Shape;1995;p175"/>
          <p:cNvSpPr txBox="1">
            <a:spLocks noGrp="1"/>
          </p:cNvSpPr>
          <p:nvPr>
            <p:ph type="title"/>
          </p:nvPr>
        </p:nvSpPr>
        <p:spPr>
          <a:xfrm>
            <a:off x="533400" y="284250"/>
            <a:ext cx="8223600" cy="612900"/>
          </a:xfrm>
          <a:prstGeom prst="rect">
            <a:avLst/>
          </a:prstGeom>
        </p:spPr>
        <p:txBody>
          <a:bodyPr spcFirstLastPara="1" wrap="square" lIns="91425" tIns="0" rIns="91425" bIns="45700" anchor="t" anchorCtr="0">
            <a:noAutofit/>
          </a:bodyPr>
          <a:lstStyle/>
          <a:p>
            <a:pPr marL="0" lvl="0" indent="0" algn="l" rtl="0">
              <a:spcBef>
                <a:spcPts val="0"/>
              </a:spcBef>
              <a:spcAft>
                <a:spcPts val="0"/>
              </a:spcAft>
              <a:buNone/>
            </a:pPr>
            <a:r>
              <a:rPr lang="en" b="1">
                <a:highlight>
                  <a:schemeClr val="lt1"/>
                </a:highlight>
                <a:latin typeface="Plus Jakarta Sans"/>
                <a:ea typeface="Plus Jakarta Sans"/>
                <a:cs typeface="Plus Jakarta Sans"/>
                <a:sym typeface="Plus Jakarta Sans"/>
              </a:rPr>
              <a:t>Case Study: </a:t>
            </a:r>
            <a:r>
              <a:rPr lang="en">
                <a:highlight>
                  <a:schemeClr val="lt1"/>
                </a:highlight>
              </a:rPr>
              <a:t>OCBC’s streamlining &amp; ruthless rush to AI</a:t>
            </a:r>
            <a:endParaRPr>
              <a:highlight>
                <a:schemeClr val="lt1"/>
              </a:highlight>
            </a:endParaRPr>
          </a:p>
        </p:txBody>
      </p:sp>
      <p:sp>
        <p:nvSpPr>
          <p:cNvPr id="1996" name="Google Shape;1996;p175"/>
          <p:cNvSpPr txBox="1"/>
          <p:nvPr/>
        </p:nvSpPr>
        <p:spPr>
          <a:xfrm>
            <a:off x="519579" y="744688"/>
            <a:ext cx="1900800" cy="5310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500"/>
              <a:buFont typeface="Calibri"/>
              <a:buNone/>
            </a:pPr>
            <a:r>
              <a:rPr lang="en" sz="1500" b="1">
                <a:solidFill>
                  <a:schemeClr val="dk1"/>
                </a:solidFill>
                <a:latin typeface="Roboto"/>
                <a:ea typeface="Roboto"/>
                <a:cs typeface="Roboto"/>
                <a:sym typeface="Roboto"/>
              </a:rPr>
              <a:t>Limited use case - Building foundation</a:t>
            </a:r>
            <a:endParaRPr sz="1100">
              <a:solidFill>
                <a:schemeClr val="dk1"/>
              </a:solidFill>
              <a:latin typeface="Roboto"/>
              <a:ea typeface="Roboto"/>
              <a:cs typeface="Roboto"/>
              <a:sym typeface="Roboto"/>
            </a:endParaRPr>
          </a:p>
        </p:txBody>
      </p:sp>
      <p:sp>
        <p:nvSpPr>
          <p:cNvPr id="1997" name="Google Shape;1997;p175"/>
          <p:cNvSpPr txBox="1"/>
          <p:nvPr/>
        </p:nvSpPr>
        <p:spPr>
          <a:xfrm>
            <a:off x="3199034" y="744693"/>
            <a:ext cx="1986000" cy="5310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500"/>
              <a:buFont typeface="Calibri"/>
              <a:buNone/>
            </a:pPr>
            <a:r>
              <a:rPr lang="en" sz="1500" b="1">
                <a:solidFill>
                  <a:schemeClr val="dk1"/>
                </a:solidFill>
                <a:latin typeface="Roboto"/>
                <a:ea typeface="Roboto"/>
                <a:cs typeface="Roboto"/>
                <a:sym typeface="Roboto"/>
              </a:rPr>
              <a:t>First Real Production Scale ML</a:t>
            </a:r>
            <a:endParaRPr sz="1100">
              <a:solidFill>
                <a:schemeClr val="dk1"/>
              </a:solidFill>
              <a:latin typeface="Roboto"/>
              <a:ea typeface="Roboto"/>
              <a:cs typeface="Roboto"/>
              <a:sym typeface="Roboto"/>
            </a:endParaRPr>
          </a:p>
        </p:txBody>
      </p:sp>
      <p:sp>
        <p:nvSpPr>
          <p:cNvPr id="1998" name="Google Shape;1998;p175"/>
          <p:cNvSpPr/>
          <p:nvPr/>
        </p:nvSpPr>
        <p:spPr>
          <a:xfrm>
            <a:off x="210131" y="1442606"/>
            <a:ext cx="8803200" cy="536100"/>
          </a:xfrm>
          <a:prstGeom prst="rightArrow">
            <a:avLst>
              <a:gd name="adj1" fmla="val 47761"/>
              <a:gd name="adj2" fmla="val 50000"/>
            </a:avLst>
          </a:prstGeom>
          <a:gradFill>
            <a:gsLst>
              <a:gs pos="0">
                <a:srgbClr val="FF840C"/>
              </a:gs>
              <a:gs pos="39000">
                <a:srgbClr val="CF2F2A"/>
              </a:gs>
              <a:gs pos="100000">
                <a:srgbClr val="1841C9"/>
              </a:gs>
            </a:gsLst>
            <a:lin ang="8700937" scaled="0"/>
          </a:gradFill>
          <a:ln w="9525" cap="flat" cmpd="sng">
            <a:solidFill>
              <a:srgbClr val="FFFFFF"/>
            </a:solidFill>
            <a:prstDash val="solid"/>
            <a:round/>
            <a:headEnd type="none" w="sm" len="sm"/>
            <a:tailEnd type="none" w="sm" len="sm"/>
          </a:ln>
        </p:spPr>
        <p:txBody>
          <a:bodyPr spcFirstLastPara="1" wrap="square" lIns="68575" tIns="68575" rIns="68575" bIns="68575" anchor="ctr" anchorCtr="0">
            <a:noAutofit/>
          </a:bodyPr>
          <a:lstStyle/>
          <a:p>
            <a:pPr marL="0" lvl="0" indent="0" algn="ctr" rtl="0">
              <a:spcBef>
                <a:spcPts val="0"/>
              </a:spcBef>
              <a:spcAft>
                <a:spcPts val="0"/>
              </a:spcAft>
              <a:buNone/>
            </a:pPr>
            <a:endParaRPr sz="1100">
              <a:solidFill>
                <a:schemeClr val="dk1"/>
              </a:solidFill>
              <a:latin typeface="Calibri"/>
              <a:ea typeface="Calibri"/>
              <a:cs typeface="Calibri"/>
              <a:sym typeface="Calibri"/>
            </a:endParaRPr>
          </a:p>
        </p:txBody>
      </p:sp>
      <p:sp>
        <p:nvSpPr>
          <p:cNvPr id="1999" name="Google Shape;1999;p175"/>
          <p:cNvSpPr txBox="1"/>
          <p:nvPr/>
        </p:nvSpPr>
        <p:spPr>
          <a:xfrm>
            <a:off x="1108425" y="1543181"/>
            <a:ext cx="579300" cy="338700"/>
          </a:xfrm>
          <a:prstGeom prst="rect">
            <a:avLst/>
          </a:prstGeom>
          <a:noFill/>
          <a:ln>
            <a:noFill/>
          </a:ln>
        </p:spPr>
        <p:txBody>
          <a:bodyPr spcFirstLastPara="1" wrap="square" lIns="68575" tIns="68575" rIns="68575" bIns="68575" anchor="t" anchorCtr="0">
            <a:spAutoFit/>
          </a:bodyPr>
          <a:lstStyle/>
          <a:p>
            <a:pPr marL="0" lvl="0" indent="0" algn="l" rtl="0">
              <a:spcBef>
                <a:spcPts val="0"/>
              </a:spcBef>
              <a:spcAft>
                <a:spcPts val="0"/>
              </a:spcAft>
              <a:buNone/>
            </a:pPr>
            <a:r>
              <a:rPr lang="en" sz="1300" b="1">
                <a:solidFill>
                  <a:schemeClr val="lt1"/>
                </a:solidFill>
                <a:latin typeface="Calibri"/>
                <a:ea typeface="Calibri"/>
                <a:cs typeface="Calibri"/>
                <a:sym typeface="Calibri"/>
              </a:rPr>
              <a:t>2021</a:t>
            </a:r>
            <a:endParaRPr sz="1300" b="1">
              <a:solidFill>
                <a:schemeClr val="lt1"/>
              </a:solidFill>
              <a:latin typeface="Calibri"/>
              <a:ea typeface="Calibri"/>
              <a:cs typeface="Calibri"/>
              <a:sym typeface="Calibri"/>
            </a:endParaRPr>
          </a:p>
        </p:txBody>
      </p:sp>
      <p:sp>
        <p:nvSpPr>
          <p:cNvPr id="2000" name="Google Shape;2000;p175"/>
          <p:cNvSpPr txBox="1"/>
          <p:nvPr/>
        </p:nvSpPr>
        <p:spPr>
          <a:xfrm>
            <a:off x="2974519" y="1543181"/>
            <a:ext cx="579300" cy="338700"/>
          </a:xfrm>
          <a:prstGeom prst="rect">
            <a:avLst/>
          </a:prstGeom>
          <a:noFill/>
          <a:ln>
            <a:noFill/>
          </a:ln>
        </p:spPr>
        <p:txBody>
          <a:bodyPr spcFirstLastPara="1" wrap="square" lIns="68575" tIns="68575" rIns="68575" bIns="68575" anchor="t" anchorCtr="0">
            <a:spAutoFit/>
          </a:bodyPr>
          <a:lstStyle/>
          <a:p>
            <a:pPr marL="0" lvl="0" indent="0" algn="l" rtl="0">
              <a:spcBef>
                <a:spcPts val="0"/>
              </a:spcBef>
              <a:spcAft>
                <a:spcPts val="0"/>
              </a:spcAft>
              <a:buNone/>
            </a:pPr>
            <a:r>
              <a:rPr lang="en" sz="1300" b="1">
                <a:solidFill>
                  <a:schemeClr val="lt1"/>
                </a:solidFill>
                <a:latin typeface="Calibri"/>
                <a:ea typeface="Calibri"/>
                <a:cs typeface="Calibri"/>
                <a:sym typeface="Calibri"/>
              </a:rPr>
              <a:t>2022</a:t>
            </a:r>
            <a:endParaRPr sz="1300" b="1">
              <a:solidFill>
                <a:schemeClr val="lt1"/>
              </a:solidFill>
              <a:latin typeface="Calibri"/>
              <a:ea typeface="Calibri"/>
              <a:cs typeface="Calibri"/>
              <a:sym typeface="Calibri"/>
            </a:endParaRPr>
          </a:p>
        </p:txBody>
      </p:sp>
      <p:sp>
        <p:nvSpPr>
          <p:cNvPr id="2001" name="Google Shape;2001;p175"/>
          <p:cNvSpPr txBox="1"/>
          <p:nvPr/>
        </p:nvSpPr>
        <p:spPr>
          <a:xfrm>
            <a:off x="5172600" y="1543181"/>
            <a:ext cx="579300" cy="338700"/>
          </a:xfrm>
          <a:prstGeom prst="rect">
            <a:avLst/>
          </a:prstGeom>
          <a:noFill/>
          <a:ln>
            <a:noFill/>
          </a:ln>
        </p:spPr>
        <p:txBody>
          <a:bodyPr spcFirstLastPara="1" wrap="square" lIns="68575" tIns="68575" rIns="68575" bIns="68575" anchor="t" anchorCtr="0">
            <a:spAutoFit/>
          </a:bodyPr>
          <a:lstStyle/>
          <a:p>
            <a:pPr marL="0" lvl="0" indent="0" algn="l" rtl="0">
              <a:spcBef>
                <a:spcPts val="0"/>
              </a:spcBef>
              <a:spcAft>
                <a:spcPts val="0"/>
              </a:spcAft>
              <a:buNone/>
            </a:pPr>
            <a:r>
              <a:rPr lang="en" sz="1300" b="1">
                <a:solidFill>
                  <a:schemeClr val="lt1"/>
                </a:solidFill>
                <a:latin typeface="Calibri"/>
                <a:ea typeface="Calibri"/>
                <a:cs typeface="Calibri"/>
                <a:sym typeface="Calibri"/>
              </a:rPr>
              <a:t>2023</a:t>
            </a:r>
            <a:endParaRPr sz="1300" b="1">
              <a:solidFill>
                <a:schemeClr val="lt1"/>
              </a:solidFill>
              <a:latin typeface="Calibri"/>
              <a:ea typeface="Calibri"/>
              <a:cs typeface="Calibri"/>
              <a:sym typeface="Calibri"/>
            </a:endParaRPr>
          </a:p>
        </p:txBody>
      </p:sp>
      <p:sp>
        <p:nvSpPr>
          <p:cNvPr id="2002" name="Google Shape;2002;p175"/>
          <p:cNvSpPr txBox="1"/>
          <p:nvPr/>
        </p:nvSpPr>
        <p:spPr>
          <a:xfrm>
            <a:off x="7266713" y="1543181"/>
            <a:ext cx="579300" cy="338700"/>
          </a:xfrm>
          <a:prstGeom prst="rect">
            <a:avLst/>
          </a:prstGeom>
          <a:noFill/>
          <a:ln>
            <a:noFill/>
          </a:ln>
        </p:spPr>
        <p:txBody>
          <a:bodyPr spcFirstLastPara="1" wrap="square" lIns="68575" tIns="68575" rIns="68575" bIns="68575" anchor="t" anchorCtr="0">
            <a:spAutoFit/>
          </a:bodyPr>
          <a:lstStyle/>
          <a:p>
            <a:pPr marL="0" lvl="0" indent="0" algn="l" rtl="0">
              <a:spcBef>
                <a:spcPts val="0"/>
              </a:spcBef>
              <a:spcAft>
                <a:spcPts val="0"/>
              </a:spcAft>
              <a:buNone/>
            </a:pPr>
            <a:r>
              <a:rPr lang="en" sz="1300" b="1">
                <a:solidFill>
                  <a:schemeClr val="lt1"/>
                </a:solidFill>
                <a:latin typeface="Calibri"/>
                <a:ea typeface="Calibri"/>
                <a:cs typeface="Calibri"/>
                <a:sym typeface="Calibri"/>
              </a:rPr>
              <a:t>2024</a:t>
            </a:r>
            <a:endParaRPr sz="1300" b="1">
              <a:solidFill>
                <a:schemeClr val="lt1"/>
              </a:solidFill>
              <a:latin typeface="Calibri"/>
              <a:ea typeface="Calibri"/>
              <a:cs typeface="Calibri"/>
              <a:sym typeface="Calibri"/>
            </a:endParaRPr>
          </a:p>
        </p:txBody>
      </p:sp>
      <p:sp>
        <p:nvSpPr>
          <p:cNvPr id="2003" name="Google Shape;2003;p175"/>
          <p:cNvSpPr txBox="1"/>
          <p:nvPr/>
        </p:nvSpPr>
        <p:spPr>
          <a:xfrm>
            <a:off x="5054917" y="1318153"/>
            <a:ext cx="1035600" cy="2385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500"/>
              <a:buFont typeface="Calibri"/>
              <a:buNone/>
            </a:pPr>
            <a:r>
              <a:rPr lang="en" sz="1100" b="1">
                <a:solidFill>
                  <a:schemeClr val="dk1"/>
                </a:solidFill>
                <a:latin typeface="Roboto"/>
                <a:ea typeface="Roboto"/>
                <a:cs typeface="Roboto"/>
                <a:sym typeface="Roboto"/>
              </a:rPr>
              <a:t>100 models</a:t>
            </a:r>
            <a:endParaRPr sz="1100" b="1">
              <a:solidFill>
                <a:schemeClr val="dk1"/>
              </a:solidFill>
              <a:latin typeface="Roboto"/>
              <a:ea typeface="Roboto"/>
              <a:cs typeface="Roboto"/>
              <a:sym typeface="Roboto"/>
            </a:endParaRPr>
          </a:p>
        </p:txBody>
      </p:sp>
      <p:sp>
        <p:nvSpPr>
          <p:cNvPr id="2004" name="Google Shape;2004;p175"/>
          <p:cNvSpPr txBox="1"/>
          <p:nvPr/>
        </p:nvSpPr>
        <p:spPr>
          <a:xfrm>
            <a:off x="6094632" y="928875"/>
            <a:ext cx="1035600" cy="3000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500"/>
              <a:buFont typeface="Calibri"/>
              <a:buNone/>
            </a:pPr>
            <a:r>
              <a:rPr lang="en" sz="1500" b="1">
                <a:solidFill>
                  <a:schemeClr val="dk1"/>
                </a:solidFill>
                <a:latin typeface="Roboto"/>
                <a:ea typeface="Roboto"/>
                <a:cs typeface="Roboto"/>
                <a:sym typeface="Roboto"/>
              </a:rPr>
              <a:t>GenAI </a:t>
            </a:r>
            <a:endParaRPr sz="1500" b="1">
              <a:solidFill>
                <a:schemeClr val="dk1"/>
              </a:solidFill>
              <a:latin typeface="Roboto"/>
              <a:ea typeface="Roboto"/>
              <a:cs typeface="Roboto"/>
              <a:sym typeface="Roboto"/>
            </a:endParaRPr>
          </a:p>
        </p:txBody>
      </p:sp>
      <p:sp>
        <p:nvSpPr>
          <p:cNvPr id="2005" name="Google Shape;2005;p175"/>
          <p:cNvSpPr txBox="1"/>
          <p:nvPr/>
        </p:nvSpPr>
        <p:spPr>
          <a:xfrm>
            <a:off x="7576801" y="928884"/>
            <a:ext cx="1035600" cy="3000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500"/>
              <a:buFont typeface="Calibri"/>
              <a:buNone/>
            </a:pPr>
            <a:r>
              <a:rPr lang="en" sz="1500" b="1">
                <a:solidFill>
                  <a:schemeClr val="dk1"/>
                </a:solidFill>
                <a:latin typeface="Roboto"/>
                <a:ea typeface="Roboto"/>
                <a:cs typeface="Roboto"/>
                <a:sym typeface="Roboto"/>
              </a:rPr>
              <a:t>Agentic AI </a:t>
            </a:r>
            <a:endParaRPr sz="1500" b="1">
              <a:solidFill>
                <a:schemeClr val="dk1"/>
              </a:solidFill>
              <a:latin typeface="Roboto"/>
              <a:ea typeface="Roboto"/>
              <a:cs typeface="Roboto"/>
              <a:sym typeface="Roboto"/>
            </a:endParaRPr>
          </a:p>
        </p:txBody>
      </p:sp>
      <p:sp>
        <p:nvSpPr>
          <p:cNvPr id="2006" name="Google Shape;2006;p175"/>
          <p:cNvSpPr/>
          <p:nvPr/>
        </p:nvSpPr>
        <p:spPr>
          <a:xfrm>
            <a:off x="698138" y="2083331"/>
            <a:ext cx="1400100" cy="2123700"/>
          </a:xfrm>
          <a:prstGeom prst="roundRect">
            <a:avLst>
              <a:gd name="adj" fmla="val 16667"/>
            </a:avLst>
          </a:prstGeom>
          <a:solidFill>
            <a:srgbClr val="F2F2F2"/>
          </a:solidFill>
          <a:ln w="9525" cap="flat" cmpd="sng">
            <a:solidFill>
              <a:srgbClr val="D8222A"/>
            </a:solidFill>
            <a:prstDash val="solid"/>
            <a:round/>
            <a:headEnd type="none" w="sm" len="sm"/>
            <a:tailEnd type="none" w="sm" len="sm"/>
          </a:ln>
        </p:spPr>
        <p:txBody>
          <a:bodyPr spcFirstLastPara="1" wrap="square" lIns="68575" tIns="68575" rIns="68575" bIns="68575" anchor="t" anchorCtr="0">
            <a:noAutofit/>
          </a:bodyPr>
          <a:lstStyle/>
          <a:p>
            <a:pPr marL="101600" marR="0" lvl="0" indent="-171450" algn="l" rtl="0">
              <a:lnSpc>
                <a:spcPct val="100000"/>
              </a:lnSpc>
              <a:spcBef>
                <a:spcPts val="0"/>
              </a:spcBef>
              <a:spcAft>
                <a:spcPts val="0"/>
              </a:spcAft>
              <a:buClr>
                <a:schemeClr val="dk1"/>
              </a:buClr>
              <a:buSzPts val="1100"/>
              <a:buFont typeface="Roboto"/>
              <a:buChar char="➢"/>
            </a:pPr>
            <a:r>
              <a:rPr lang="en" sz="1100">
                <a:solidFill>
                  <a:schemeClr val="dk1"/>
                </a:solidFill>
                <a:latin typeface="Roboto"/>
                <a:ea typeface="Roboto"/>
                <a:cs typeface="Roboto"/>
                <a:sym typeface="Roboto"/>
              </a:rPr>
              <a:t>KYC name screening models for SG (batch)</a:t>
            </a:r>
            <a:endParaRPr sz="1100">
              <a:solidFill>
                <a:schemeClr val="dk1"/>
              </a:solidFill>
              <a:latin typeface="Roboto"/>
              <a:ea typeface="Roboto"/>
              <a:cs typeface="Roboto"/>
              <a:sym typeface="Roboto"/>
            </a:endParaRPr>
          </a:p>
          <a:p>
            <a:pPr marL="0" marR="0" lvl="0" indent="0" algn="l" rtl="0">
              <a:lnSpc>
                <a:spcPct val="100000"/>
              </a:lnSpc>
              <a:spcBef>
                <a:spcPts val="0"/>
              </a:spcBef>
              <a:spcAft>
                <a:spcPts val="0"/>
              </a:spcAft>
              <a:buNone/>
            </a:pPr>
            <a:endParaRPr sz="1100">
              <a:solidFill>
                <a:schemeClr val="dk1"/>
              </a:solidFill>
              <a:latin typeface="Roboto"/>
              <a:ea typeface="Roboto"/>
              <a:cs typeface="Roboto"/>
              <a:sym typeface="Roboto"/>
            </a:endParaRPr>
          </a:p>
          <a:p>
            <a:pPr marL="101600" marR="0" lvl="0" indent="-171450" algn="l" rtl="0">
              <a:lnSpc>
                <a:spcPct val="100000"/>
              </a:lnSpc>
              <a:spcBef>
                <a:spcPts val="0"/>
              </a:spcBef>
              <a:spcAft>
                <a:spcPts val="0"/>
              </a:spcAft>
              <a:buClr>
                <a:schemeClr val="dk1"/>
              </a:buClr>
              <a:buSzPts val="1100"/>
              <a:buFont typeface="Roboto"/>
              <a:buChar char="➢"/>
            </a:pPr>
            <a:r>
              <a:rPr lang="en" sz="1100">
                <a:solidFill>
                  <a:schemeClr val="dk1"/>
                </a:solidFill>
                <a:latin typeface="Roboto"/>
                <a:ea typeface="Roboto"/>
                <a:cs typeface="Roboto"/>
                <a:sym typeface="Roboto"/>
              </a:rPr>
              <a:t>Targeting Marketing batch model</a:t>
            </a:r>
            <a:endParaRPr sz="1100">
              <a:solidFill>
                <a:schemeClr val="dk1"/>
              </a:solidFill>
              <a:latin typeface="Roboto"/>
              <a:ea typeface="Roboto"/>
              <a:cs typeface="Roboto"/>
              <a:sym typeface="Roboto"/>
            </a:endParaRPr>
          </a:p>
          <a:p>
            <a:pPr marL="0" lvl="0" indent="0" algn="l" rtl="0">
              <a:spcBef>
                <a:spcPts val="0"/>
              </a:spcBef>
              <a:spcAft>
                <a:spcPts val="0"/>
              </a:spcAft>
              <a:buNone/>
            </a:pPr>
            <a:endParaRPr sz="1100">
              <a:solidFill>
                <a:schemeClr val="dk1"/>
              </a:solidFill>
              <a:latin typeface="Roboto"/>
              <a:ea typeface="Roboto"/>
              <a:cs typeface="Roboto"/>
              <a:sym typeface="Roboto"/>
            </a:endParaRPr>
          </a:p>
          <a:p>
            <a:pPr marL="0" lvl="0" indent="0" algn="l" rtl="0">
              <a:spcBef>
                <a:spcPts val="0"/>
              </a:spcBef>
              <a:spcAft>
                <a:spcPts val="0"/>
              </a:spcAft>
              <a:buNone/>
            </a:pPr>
            <a:endParaRPr sz="1100">
              <a:solidFill>
                <a:schemeClr val="dk1"/>
              </a:solidFill>
              <a:latin typeface="Roboto"/>
              <a:ea typeface="Roboto"/>
              <a:cs typeface="Roboto"/>
              <a:sym typeface="Roboto"/>
            </a:endParaRPr>
          </a:p>
        </p:txBody>
      </p:sp>
      <p:sp>
        <p:nvSpPr>
          <p:cNvPr id="2007" name="Google Shape;2007;p175"/>
          <p:cNvSpPr txBox="1"/>
          <p:nvPr/>
        </p:nvSpPr>
        <p:spPr>
          <a:xfrm>
            <a:off x="7603576" y="1326544"/>
            <a:ext cx="1035600" cy="2385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500"/>
              <a:buFont typeface="Calibri"/>
              <a:buNone/>
            </a:pPr>
            <a:r>
              <a:rPr lang="en" sz="1100" b="1">
                <a:solidFill>
                  <a:schemeClr val="dk1"/>
                </a:solidFill>
                <a:latin typeface="Roboto"/>
                <a:ea typeface="Roboto"/>
                <a:cs typeface="Roboto"/>
                <a:sym typeface="Roboto"/>
              </a:rPr>
              <a:t>300 models</a:t>
            </a:r>
            <a:endParaRPr sz="1100" b="1">
              <a:solidFill>
                <a:schemeClr val="dk1"/>
              </a:solidFill>
              <a:latin typeface="Roboto"/>
              <a:ea typeface="Roboto"/>
              <a:cs typeface="Roboto"/>
              <a:sym typeface="Roboto"/>
            </a:endParaRPr>
          </a:p>
        </p:txBody>
      </p:sp>
      <p:sp>
        <p:nvSpPr>
          <p:cNvPr id="2008" name="Google Shape;2008;p175"/>
          <p:cNvSpPr/>
          <p:nvPr/>
        </p:nvSpPr>
        <p:spPr>
          <a:xfrm>
            <a:off x="2564231" y="2094019"/>
            <a:ext cx="1400100" cy="2123700"/>
          </a:xfrm>
          <a:prstGeom prst="roundRect">
            <a:avLst>
              <a:gd name="adj" fmla="val 16667"/>
            </a:avLst>
          </a:prstGeom>
          <a:solidFill>
            <a:srgbClr val="F2F2F2"/>
          </a:solidFill>
          <a:ln w="9525" cap="flat" cmpd="sng">
            <a:solidFill>
              <a:srgbClr val="D8222A"/>
            </a:solidFill>
            <a:prstDash val="solid"/>
            <a:round/>
            <a:headEnd type="none" w="sm" len="sm"/>
            <a:tailEnd type="none" w="sm" len="sm"/>
          </a:ln>
        </p:spPr>
        <p:txBody>
          <a:bodyPr spcFirstLastPara="1" wrap="square" lIns="68575" tIns="68575" rIns="68575" bIns="68575" anchor="t" anchorCtr="0">
            <a:noAutofit/>
          </a:bodyPr>
          <a:lstStyle/>
          <a:p>
            <a:pPr marL="101600" marR="0" lvl="0" indent="-171450" algn="l" rtl="0">
              <a:lnSpc>
                <a:spcPct val="100000"/>
              </a:lnSpc>
              <a:spcBef>
                <a:spcPts val="0"/>
              </a:spcBef>
              <a:spcAft>
                <a:spcPts val="0"/>
              </a:spcAft>
              <a:buClr>
                <a:schemeClr val="dk1"/>
              </a:buClr>
              <a:buSzPts val="1100"/>
              <a:buFont typeface="Roboto"/>
              <a:buChar char="➢"/>
            </a:pPr>
            <a:r>
              <a:rPr lang="en" sz="1100">
                <a:solidFill>
                  <a:schemeClr val="dk1"/>
                </a:solidFill>
                <a:latin typeface="Roboto"/>
                <a:ea typeface="Roboto"/>
                <a:cs typeface="Roboto"/>
                <a:sym typeface="Roboto"/>
              </a:rPr>
              <a:t>Chatbot (not GenAI)</a:t>
            </a:r>
            <a:endParaRPr sz="1100">
              <a:solidFill>
                <a:schemeClr val="dk1"/>
              </a:solidFill>
              <a:latin typeface="Roboto"/>
              <a:ea typeface="Roboto"/>
              <a:cs typeface="Roboto"/>
              <a:sym typeface="Roboto"/>
            </a:endParaRPr>
          </a:p>
          <a:p>
            <a:pPr marL="101600" marR="0" lvl="0" indent="-171450" algn="l" rtl="0">
              <a:lnSpc>
                <a:spcPct val="100000"/>
              </a:lnSpc>
              <a:spcBef>
                <a:spcPts val="0"/>
              </a:spcBef>
              <a:spcAft>
                <a:spcPts val="0"/>
              </a:spcAft>
              <a:buClr>
                <a:schemeClr val="dk1"/>
              </a:buClr>
              <a:buSzPts val="1100"/>
              <a:buFont typeface="Roboto"/>
              <a:buChar char="➢"/>
            </a:pPr>
            <a:r>
              <a:rPr lang="en" sz="1100">
                <a:solidFill>
                  <a:schemeClr val="dk1"/>
                </a:solidFill>
                <a:latin typeface="Roboto"/>
                <a:ea typeface="Roboto"/>
                <a:cs typeface="Roboto"/>
                <a:sym typeface="Roboto"/>
              </a:rPr>
              <a:t>Rule based Engine for targeting</a:t>
            </a:r>
            <a:endParaRPr sz="1100">
              <a:solidFill>
                <a:schemeClr val="dk1"/>
              </a:solidFill>
              <a:latin typeface="Roboto"/>
              <a:ea typeface="Roboto"/>
              <a:cs typeface="Roboto"/>
              <a:sym typeface="Roboto"/>
            </a:endParaRPr>
          </a:p>
          <a:p>
            <a:pPr marL="101600" marR="0" lvl="0" indent="-171450" algn="l" rtl="0">
              <a:lnSpc>
                <a:spcPct val="100000"/>
              </a:lnSpc>
              <a:spcBef>
                <a:spcPts val="0"/>
              </a:spcBef>
              <a:spcAft>
                <a:spcPts val="0"/>
              </a:spcAft>
              <a:buClr>
                <a:schemeClr val="dk1"/>
              </a:buClr>
              <a:buSzPts val="1100"/>
              <a:buFont typeface="Roboto"/>
              <a:buChar char="➢"/>
            </a:pPr>
            <a:r>
              <a:rPr lang="en" sz="1100">
                <a:solidFill>
                  <a:schemeClr val="dk1"/>
                </a:solidFill>
                <a:latin typeface="Roboto"/>
                <a:ea typeface="Roboto"/>
                <a:cs typeface="Roboto"/>
                <a:sym typeface="Roboto"/>
              </a:rPr>
              <a:t>Transaction screening model (batch)</a:t>
            </a:r>
            <a:endParaRPr sz="1100">
              <a:solidFill>
                <a:schemeClr val="dk1"/>
              </a:solidFill>
              <a:latin typeface="Roboto"/>
              <a:ea typeface="Roboto"/>
              <a:cs typeface="Roboto"/>
              <a:sym typeface="Roboto"/>
            </a:endParaRPr>
          </a:p>
          <a:p>
            <a:pPr marL="101600" marR="0" lvl="0" indent="-171450" algn="l" rtl="0">
              <a:lnSpc>
                <a:spcPct val="100000"/>
              </a:lnSpc>
              <a:spcBef>
                <a:spcPts val="0"/>
              </a:spcBef>
              <a:spcAft>
                <a:spcPts val="0"/>
              </a:spcAft>
              <a:buClr>
                <a:schemeClr val="dk1"/>
              </a:buClr>
              <a:buSzPts val="1100"/>
              <a:buFont typeface="Roboto"/>
              <a:buChar char="➢"/>
            </a:pPr>
            <a:r>
              <a:rPr lang="en" sz="1100">
                <a:solidFill>
                  <a:schemeClr val="dk1"/>
                </a:solidFill>
                <a:latin typeface="Roboto"/>
                <a:ea typeface="Roboto"/>
                <a:cs typeface="Roboto"/>
                <a:sym typeface="Roboto"/>
              </a:rPr>
              <a:t>Risk models</a:t>
            </a:r>
            <a:endParaRPr sz="1100">
              <a:solidFill>
                <a:schemeClr val="dk1"/>
              </a:solidFill>
              <a:latin typeface="Roboto"/>
              <a:ea typeface="Roboto"/>
              <a:cs typeface="Roboto"/>
              <a:sym typeface="Roboto"/>
            </a:endParaRPr>
          </a:p>
          <a:p>
            <a:pPr marL="0" lvl="0" indent="0" algn="l" rtl="0">
              <a:spcBef>
                <a:spcPts val="0"/>
              </a:spcBef>
              <a:spcAft>
                <a:spcPts val="0"/>
              </a:spcAft>
              <a:buNone/>
            </a:pPr>
            <a:endParaRPr sz="1100">
              <a:solidFill>
                <a:schemeClr val="dk1"/>
              </a:solidFill>
              <a:latin typeface="Roboto"/>
              <a:ea typeface="Roboto"/>
              <a:cs typeface="Roboto"/>
              <a:sym typeface="Roboto"/>
            </a:endParaRPr>
          </a:p>
        </p:txBody>
      </p:sp>
      <p:sp>
        <p:nvSpPr>
          <p:cNvPr id="2009" name="Google Shape;2009;p175"/>
          <p:cNvSpPr/>
          <p:nvPr/>
        </p:nvSpPr>
        <p:spPr>
          <a:xfrm>
            <a:off x="4762313" y="2094019"/>
            <a:ext cx="1400100" cy="2123700"/>
          </a:xfrm>
          <a:prstGeom prst="roundRect">
            <a:avLst>
              <a:gd name="adj" fmla="val 16667"/>
            </a:avLst>
          </a:prstGeom>
          <a:solidFill>
            <a:srgbClr val="F2F2F2"/>
          </a:solidFill>
          <a:ln w="9525" cap="flat" cmpd="sng">
            <a:solidFill>
              <a:srgbClr val="D8222A"/>
            </a:solidFill>
            <a:prstDash val="solid"/>
            <a:round/>
            <a:headEnd type="none" w="sm" len="sm"/>
            <a:tailEnd type="none" w="sm" len="sm"/>
          </a:ln>
        </p:spPr>
        <p:txBody>
          <a:bodyPr spcFirstLastPara="1" wrap="square" lIns="107150" tIns="68575" rIns="68575" bIns="68575" anchor="t" anchorCtr="0">
            <a:noAutofit/>
          </a:bodyPr>
          <a:lstStyle/>
          <a:p>
            <a:pPr marL="101600" lvl="0" indent="-171450" algn="l" rtl="0">
              <a:spcBef>
                <a:spcPts val="0"/>
              </a:spcBef>
              <a:spcAft>
                <a:spcPts val="0"/>
              </a:spcAft>
              <a:buClr>
                <a:schemeClr val="dk1"/>
              </a:buClr>
              <a:buSzPts val="1100"/>
              <a:buFont typeface="Roboto"/>
              <a:buChar char="➢"/>
            </a:pPr>
            <a:r>
              <a:rPr lang="en" sz="1100">
                <a:solidFill>
                  <a:schemeClr val="dk1"/>
                </a:solidFill>
                <a:latin typeface="Roboto"/>
                <a:ea typeface="Roboto"/>
                <a:cs typeface="Roboto"/>
                <a:sym typeface="Roboto"/>
              </a:rPr>
              <a:t>GenAI bot</a:t>
            </a:r>
            <a:endParaRPr sz="1100">
              <a:solidFill>
                <a:schemeClr val="dk1"/>
              </a:solidFill>
              <a:latin typeface="Roboto"/>
              <a:ea typeface="Roboto"/>
              <a:cs typeface="Roboto"/>
              <a:sym typeface="Roboto"/>
            </a:endParaRPr>
          </a:p>
          <a:p>
            <a:pPr marL="101600" lvl="0" indent="-171450" algn="l" rtl="0">
              <a:spcBef>
                <a:spcPts val="0"/>
              </a:spcBef>
              <a:spcAft>
                <a:spcPts val="0"/>
              </a:spcAft>
              <a:buClr>
                <a:schemeClr val="dk1"/>
              </a:buClr>
              <a:buSzPts val="1100"/>
              <a:buFont typeface="Roboto"/>
              <a:buChar char="➢"/>
            </a:pPr>
            <a:r>
              <a:rPr lang="en" sz="1100">
                <a:solidFill>
                  <a:schemeClr val="dk1"/>
                </a:solidFill>
                <a:latin typeface="Roboto"/>
                <a:ea typeface="Roboto"/>
                <a:cs typeface="Roboto"/>
                <a:sym typeface="Roboto"/>
              </a:rPr>
              <a:t>Wingman (coding assistant)</a:t>
            </a:r>
            <a:endParaRPr sz="1100">
              <a:solidFill>
                <a:schemeClr val="dk1"/>
              </a:solidFill>
              <a:latin typeface="Roboto"/>
              <a:ea typeface="Roboto"/>
              <a:cs typeface="Roboto"/>
              <a:sym typeface="Roboto"/>
            </a:endParaRPr>
          </a:p>
          <a:p>
            <a:pPr marL="101600" lvl="0" indent="-171450" algn="l" rtl="0">
              <a:spcBef>
                <a:spcPts val="0"/>
              </a:spcBef>
              <a:spcAft>
                <a:spcPts val="0"/>
              </a:spcAft>
              <a:buClr>
                <a:schemeClr val="dk1"/>
              </a:buClr>
              <a:buSzPts val="1100"/>
              <a:buFont typeface="Roboto"/>
              <a:buChar char="➢"/>
            </a:pPr>
            <a:r>
              <a:rPr lang="en" sz="1100">
                <a:solidFill>
                  <a:schemeClr val="dk1"/>
                </a:solidFill>
                <a:latin typeface="Roboto"/>
                <a:ea typeface="Roboto"/>
                <a:cs typeface="Roboto"/>
                <a:sym typeface="Roboto"/>
              </a:rPr>
              <a:t>Real time recs</a:t>
            </a:r>
            <a:endParaRPr sz="1100">
              <a:solidFill>
                <a:schemeClr val="dk1"/>
              </a:solidFill>
              <a:latin typeface="Roboto"/>
              <a:ea typeface="Roboto"/>
              <a:cs typeface="Roboto"/>
              <a:sym typeface="Roboto"/>
            </a:endParaRPr>
          </a:p>
          <a:p>
            <a:pPr marL="101600" lvl="0" indent="-171450" algn="l" rtl="0">
              <a:spcBef>
                <a:spcPts val="0"/>
              </a:spcBef>
              <a:spcAft>
                <a:spcPts val="0"/>
              </a:spcAft>
              <a:buClr>
                <a:schemeClr val="dk1"/>
              </a:buClr>
              <a:buSzPts val="1100"/>
              <a:buFont typeface="Roboto"/>
              <a:buChar char="➢"/>
            </a:pPr>
            <a:r>
              <a:rPr lang="en" sz="1100">
                <a:solidFill>
                  <a:schemeClr val="dk1"/>
                </a:solidFill>
                <a:latin typeface="Roboto"/>
                <a:ea typeface="Roboto"/>
                <a:cs typeface="Roboto"/>
                <a:sym typeface="Roboto"/>
              </a:rPr>
              <a:t>Speech to text</a:t>
            </a:r>
            <a:endParaRPr sz="1100">
              <a:solidFill>
                <a:schemeClr val="dk1"/>
              </a:solidFill>
              <a:latin typeface="Roboto"/>
              <a:ea typeface="Roboto"/>
              <a:cs typeface="Roboto"/>
              <a:sym typeface="Roboto"/>
            </a:endParaRPr>
          </a:p>
          <a:p>
            <a:pPr marL="101600" lvl="0" indent="-171450" algn="l" rtl="0">
              <a:spcBef>
                <a:spcPts val="0"/>
              </a:spcBef>
              <a:spcAft>
                <a:spcPts val="0"/>
              </a:spcAft>
              <a:buClr>
                <a:schemeClr val="dk1"/>
              </a:buClr>
              <a:buSzPts val="1100"/>
              <a:buFont typeface="Roboto"/>
              <a:buChar char="➢"/>
            </a:pPr>
            <a:r>
              <a:rPr lang="en" sz="1100">
                <a:solidFill>
                  <a:schemeClr val="dk1"/>
                </a:solidFill>
                <a:latin typeface="Roboto"/>
                <a:ea typeface="Roboto"/>
                <a:cs typeface="Roboto"/>
                <a:sym typeface="Roboto"/>
              </a:rPr>
              <a:t>Real time scam detection</a:t>
            </a:r>
            <a:endParaRPr sz="1100">
              <a:solidFill>
                <a:schemeClr val="dk1"/>
              </a:solidFill>
              <a:latin typeface="Roboto"/>
              <a:ea typeface="Roboto"/>
              <a:cs typeface="Roboto"/>
              <a:sym typeface="Roboto"/>
            </a:endParaRPr>
          </a:p>
          <a:p>
            <a:pPr marL="101600" lvl="0" indent="-171450" algn="l" rtl="0">
              <a:spcBef>
                <a:spcPts val="0"/>
              </a:spcBef>
              <a:spcAft>
                <a:spcPts val="0"/>
              </a:spcAft>
              <a:buClr>
                <a:schemeClr val="dk1"/>
              </a:buClr>
              <a:buSzPts val="1100"/>
              <a:buFont typeface="Roboto"/>
              <a:buChar char="➢"/>
            </a:pPr>
            <a:r>
              <a:rPr lang="en" sz="1100">
                <a:solidFill>
                  <a:schemeClr val="dk1"/>
                </a:solidFill>
                <a:latin typeface="Roboto"/>
                <a:ea typeface="Roboto"/>
                <a:cs typeface="Roboto"/>
                <a:sym typeface="Roboto"/>
              </a:rPr>
              <a:t>Real time KYC on 4 Channels</a:t>
            </a:r>
            <a:endParaRPr sz="1100">
              <a:solidFill>
                <a:schemeClr val="dk1"/>
              </a:solidFill>
              <a:latin typeface="Roboto"/>
              <a:ea typeface="Roboto"/>
              <a:cs typeface="Roboto"/>
              <a:sym typeface="Roboto"/>
            </a:endParaRPr>
          </a:p>
          <a:p>
            <a:pPr marL="101600" lvl="0" indent="-171450" algn="l" rtl="0">
              <a:spcBef>
                <a:spcPts val="0"/>
              </a:spcBef>
              <a:spcAft>
                <a:spcPts val="0"/>
              </a:spcAft>
              <a:buClr>
                <a:schemeClr val="dk1"/>
              </a:buClr>
              <a:buSzPts val="1100"/>
              <a:buFont typeface="Roboto"/>
              <a:buChar char="➢"/>
            </a:pPr>
            <a:r>
              <a:rPr lang="en" sz="1100" b="1">
                <a:solidFill>
                  <a:schemeClr val="dk1"/>
                </a:solidFill>
                <a:latin typeface="Roboto"/>
                <a:ea typeface="Roboto"/>
                <a:cs typeface="Roboto"/>
                <a:sym typeface="Roboto"/>
              </a:rPr>
              <a:t>LLM Cluster</a:t>
            </a:r>
            <a:endParaRPr sz="1100" b="1">
              <a:solidFill>
                <a:schemeClr val="dk1"/>
              </a:solidFill>
              <a:latin typeface="Roboto"/>
              <a:ea typeface="Roboto"/>
              <a:cs typeface="Roboto"/>
              <a:sym typeface="Roboto"/>
            </a:endParaRPr>
          </a:p>
          <a:p>
            <a:pPr marL="0" lvl="0" indent="0" algn="l" rtl="0">
              <a:spcBef>
                <a:spcPts val="0"/>
              </a:spcBef>
              <a:spcAft>
                <a:spcPts val="0"/>
              </a:spcAft>
              <a:buNone/>
            </a:pPr>
            <a:endParaRPr sz="1100">
              <a:solidFill>
                <a:schemeClr val="dk1"/>
              </a:solidFill>
              <a:latin typeface="Roboto"/>
              <a:ea typeface="Roboto"/>
              <a:cs typeface="Roboto"/>
              <a:sym typeface="Roboto"/>
            </a:endParaRPr>
          </a:p>
          <a:p>
            <a:pPr marL="0" lvl="0" indent="0" algn="l" rtl="0">
              <a:spcBef>
                <a:spcPts val="0"/>
              </a:spcBef>
              <a:spcAft>
                <a:spcPts val="0"/>
              </a:spcAft>
              <a:buNone/>
            </a:pPr>
            <a:endParaRPr sz="1100">
              <a:solidFill>
                <a:schemeClr val="dk1"/>
              </a:solidFill>
              <a:latin typeface="Roboto"/>
              <a:ea typeface="Roboto"/>
              <a:cs typeface="Roboto"/>
              <a:sym typeface="Roboto"/>
            </a:endParaRPr>
          </a:p>
        </p:txBody>
      </p:sp>
      <p:sp>
        <p:nvSpPr>
          <p:cNvPr id="2010" name="Google Shape;2010;p175"/>
          <p:cNvSpPr/>
          <p:nvPr/>
        </p:nvSpPr>
        <p:spPr>
          <a:xfrm>
            <a:off x="6856425" y="2133619"/>
            <a:ext cx="1400100" cy="2123700"/>
          </a:xfrm>
          <a:prstGeom prst="roundRect">
            <a:avLst>
              <a:gd name="adj" fmla="val 16667"/>
            </a:avLst>
          </a:prstGeom>
          <a:solidFill>
            <a:srgbClr val="F2F2F2"/>
          </a:solidFill>
          <a:ln w="9525" cap="flat" cmpd="sng">
            <a:solidFill>
              <a:srgbClr val="D8222A"/>
            </a:solidFill>
            <a:prstDash val="solid"/>
            <a:round/>
            <a:headEnd type="none" w="sm" len="sm"/>
            <a:tailEnd type="none" w="sm" len="sm"/>
          </a:ln>
        </p:spPr>
        <p:txBody>
          <a:bodyPr spcFirstLastPara="1" wrap="square" lIns="107150" tIns="68575" rIns="68575" bIns="68575" anchor="t" anchorCtr="0">
            <a:noAutofit/>
          </a:bodyPr>
          <a:lstStyle/>
          <a:p>
            <a:pPr marL="101600" lvl="0" indent="-171450" algn="l" rtl="0">
              <a:spcBef>
                <a:spcPts val="0"/>
              </a:spcBef>
              <a:spcAft>
                <a:spcPts val="0"/>
              </a:spcAft>
              <a:buClr>
                <a:schemeClr val="dk1"/>
              </a:buClr>
              <a:buSzPts val="1100"/>
              <a:buFont typeface="Roboto"/>
              <a:buChar char="➢"/>
            </a:pPr>
            <a:r>
              <a:rPr lang="en" sz="1100">
                <a:solidFill>
                  <a:schemeClr val="dk1"/>
                </a:solidFill>
                <a:latin typeface="Roboto"/>
                <a:ea typeface="Roboto"/>
                <a:cs typeface="Roboto"/>
                <a:sym typeface="Roboto"/>
              </a:rPr>
              <a:t>KYC onboarding assistant</a:t>
            </a:r>
            <a:endParaRPr sz="1100">
              <a:solidFill>
                <a:schemeClr val="dk1"/>
              </a:solidFill>
              <a:latin typeface="Roboto"/>
              <a:ea typeface="Roboto"/>
              <a:cs typeface="Roboto"/>
              <a:sym typeface="Roboto"/>
            </a:endParaRPr>
          </a:p>
          <a:p>
            <a:pPr marL="101600" lvl="0" indent="-171450" algn="l" rtl="0">
              <a:spcBef>
                <a:spcPts val="0"/>
              </a:spcBef>
              <a:spcAft>
                <a:spcPts val="0"/>
              </a:spcAft>
              <a:buClr>
                <a:schemeClr val="dk1"/>
              </a:buClr>
              <a:buSzPts val="1100"/>
              <a:buFont typeface="Roboto"/>
              <a:buChar char="➢"/>
            </a:pPr>
            <a:r>
              <a:rPr lang="en" sz="1100">
                <a:solidFill>
                  <a:schemeClr val="dk1"/>
                </a:solidFill>
                <a:latin typeface="Roboto"/>
                <a:ea typeface="Roboto"/>
                <a:cs typeface="Roboto"/>
                <a:sym typeface="Roboto"/>
              </a:rPr>
              <a:t>GenAI chatbot rolled out to 10 channel</a:t>
            </a:r>
            <a:endParaRPr sz="1100">
              <a:solidFill>
                <a:schemeClr val="dk1"/>
              </a:solidFill>
              <a:latin typeface="Roboto"/>
              <a:ea typeface="Roboto"/>
              <a:cs typeface="Roboto"/>
              <a:sym typeface="Roboto"/>
            </a:endParaRPr>
          </a:p>
          <a:p>
            <a:pPr marL="101600" lvl="0" indent="-171450" algn="l" rtl="0">
              <a:spcBef>
                <a:spcPts val="0"/>
              </a:spcBef>
              <a:spcAft>
                <a:spcPts val="0"/>
              </a:spcAft>
              <a:buClr>
                <a:schemeClr val="dk1"/>
              </a:buClr>
              <a:buSzPts val="1100"/>
              <a:buFont typeface="Roboto"/>
              <a:buChar char="➢"/>
            </a:pPr>
            <a:r>
              <a:rPr lang="en" sz="1100">
                <a:solidFill>
                  <a:schemeClr val="dk1"/>
                </a:solidFill>
                <a:latin typeface="Roboto"/>
                <a:ea typeface="Roboto"/>
                <a:cs typeface="Roboto"/>
                <a:sym typeface="Roboto"/>
              </a:rPr>
              <a:t>Document AI</a:t>
            </a:r>
            <a:endParaRPr sz="1100">
              <a:solidFill>
                <a:schemeClr val="dk1"/>
              </a:solidFill>
              <a:latin typeface="Roboto"/>
              <a:ea typeface="Roboto"/>
              <a:cs typeface="Roboto"/>
              <a:sym typeface="Roboto"/>
            </a:endParaRPr>
          </a:p>
          <a:p>
            <a:pPr marL="101600" lvl="0" indent="-171450" algn="l" rtl="0">
              <a:spcBef>
                <a:spcPts val="0"/>
              </a:spcBef>
              <a:spcAft>
                <a:spcPts val="0"/>
              </a:spcAft>
              <a:buClr>
                <a:schemeClr val="dk1"/>
              </a:buClr>
              <a:buSzPts val="1100"/>
              <a:buFont typeface="Roboto"/>
              <a:buChar char="➢"/>
            </a:pPr>
            <a:r>
              <a:rPr lang="en" sz="1100">
                <a:solidFill>
                  <a:schemeClr val="dk1"/>
                </a:solidFill>
                <a:latin typeface="Roboto"/>
                <a:ea typeface="Roboto"/>
                <a:cs typeface="Roboto"/>
                <a:sym typeface="Roboto"/>
              </a:rPr>
              <a:t>Agentic RAG</a:t>
            </a:r>
            <a:endParaRPr sz="1100">
              <a:solidFill>
                <a:schemeClr val="dk1"/>
              </a:solidFill>
              <a:latin typeface="Roboto"/>
              <a:ea typeface="Roboto"/>
              <a:cs typeface="Roboto"/>
              <a:sym typeface="Roboto"/>
            </a:endParaRPr>
          </a:p>
          <a:p>
            <a:pPr marL="101600" lvl="0" indent="-171450" algn="l" rtl="0">
              <a:spcBef>
                <a:spcPts val="0"/>
              </a:spcBef>
              <a:spcAft>
                <a:spcPts val="0"/>
              </a:spcAft>
              <a:buClr>
                <a:schemeClr val="dk1"/>
              </a:buClr>
              <a:buSzPts val="1100"/>
              <a:buFont typeface="Roboto"/>
              <a:buChar char="➢"/>
            </a:pPr>
            <a:r>
              <a:rPr lang="en" sz="1100">
                <a:solidFill>
                  <a:schemeClr val="dk1"/>
                </a:solidFill>
                <a:latin typeface="Roboto"/>
                <a:ea typeface="Roboto"/>
                <a:cs typeface="Roboto"/>
                <a:sym typeface="Roboto"/>
              </a:rPr>
              <a:t>GenAI powered insight for RM</a:t>
            </a:r>
            <a:endParaRPr sz="1100">
              <a:solidFill>
                <a:schemeClr val="dk1"/>
              </a:solidFill>
              <a:latin typeface="Roboto"/>
              <a:ea typeface="Roboto"/>
              <a:cs typeface="Roboto"/>
              <a:sym typeface="Roboto"/>
            </a:endParaRPr>
          </a:p>
          <a:p>
            <a:pPr marL="342900" lvl="0" indent="0" algn="l" rtl="0">
              <a:spcBef>
                <a:spcPts val="0"/>
              </a:spcBef>
              <a:spcAft>
                <a:spcPts val="0"/>
              </a:spcAft>
              <a:buNone/>
            </a:pPr>
            <a:r>
              <a:rPr lang="en" sz="1100">
                <a:solidFill>
                  <a:schemeClr val="dk1"/>
                </a:solidFill>
                <a:latin typeface="Roboto"/>
                <a:ea typeface="Roboto"/>
                <a:cs typeface="Roboto"/>
                <a:sym typeface="Roboto"/>
              </a:rPr>
              <a:t>…</a:t>
            </a:r>
            <a:endParaRPr sz="1100">
              <a:solidFill>
                <a:schemeClr val="dk1"/>
              </a:solidFill>
              <a:latin typeface="Roboto"/>
              <a:ea typeface="Roboto"/>
              <a:cs typeface="Roboto"/>
              <a:sym typeface="Roboto"/>
            </a:endParaRPr>
          </a:p>
          <a:p>
            <a:pPr marL="0" lvl="0" indent="0" algn="l" rtl="0">
              <a:spcBef>
                <a:spcPts val="0"/>
              </a:spcBef>
              <a:spcAft>
                <a:spcPts val="0"/>
              </a:spcAft>
              <a:buNone/>
            </a:pPr>
            <a:endParaRPr sz="1100">
              <a:solidFill>
                <a:schemeClr val="dk1"/>
              </a:solidFill>
              <a:latin typeface="Roboto"/>
              <a:ea typeface="Roboto"/>
              <a:cs typeface="Roboto"/>
              <a:sym typeface="Roboto"/>
            </a:endParaRPr>
          </a:p>
          <a:p>
            <a:pPr marL="0" lvl="0" indent="0" algn="l" rtl="0">
              <a:spcBef>
                <a:spcPts val="0"/>
              </a:spcBef>
              <a:spcAft>
                <a:spcPts val="0"/>
              </a:spcAft>
              <a:buNone/>
            </a:pPr>
            <a:endParaRPr sz="1100">
              <a:solidFill>
                <a:schemeClr val="dk1"/>
              </a:solidFill>
              <a:latin typeface="Roboto"/>
              <a:ea typeface="Roboto"/>
              <a:cs typeface="Roboto"/>
              <a:sym typeface="Roboto"/>
            </a:endParaRPr>
          </a:p>
        </p:txBody>
      </p:sp>
      <p:sp>
        <p:nvSpPr>
          <p:cNvPr id="2011" name="Google Shape;2011;p175"/>
          <p:cNvSpPr txBox="1"/>
          <p:nvPr/>
        </p:nvSpPr>
        <p:spPr>
          <a:xfrm>
            <a:off x="6473242" y="1326534"/>
            <a:ext cx="1035600" cy="2385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500"/>
              <a:buFont typeface="Calibri"/>
              <a:buNone/>
            </a:pPr>
            <a:r>
              <a:rPr lang="en" sz="1100" b="1">
                <a:solidFill>
                  <a:schemeClr val="dk1"/>
                </a:solidFill>
              </a:rPr>
              <a:t>200 models</a:t>
            </a:r>
            <a:endParaRPr sz="1100" b="1">
              <a:solidFill>
                <a:schemeClr val="dk1"/>
              </a:solidFill>
            </a:endParaRPr>
          </a:p>
        </p:txBody>
      </p:sp>
      <p:sp>
        <p:nvSpPr>
          <p:cNvPr id="2012" name="Google Shape;2012;p175"/>
          <p:cNvSpPr/>
          <p:nvPr/>
        </p:nvSpPr>
        <p:spPr>
          <a:xfrm>
            <a:off x="394275" y="4296725"/>
            <a:ext cx="8557500" cy="385200"/>
          </a:xfrm>
          <a:prstGeom prst="roundRect">
            <a:avLst>
              <a:gd name="adj" fmla="val 16667"/>
            </a:avLst>
          </a:prstGeom>
          <a:gradFill>
            <a:gsLst>
              <a:gs pos="0">
                <a:srgbClr val="FF840C"/>
              </a:gs>
              <a:gs pos="39000">
                <a:srgbClr val="CF2F2A"/>
              </a:gs>
              <a:gs pos="100000">
                <a:srgbClr val="1841C9"/>
              </a:gs>
            </a:gsLst>
            <a:lin ang="8700937" scaled="0"/>
          </a:gra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b="1">
                <a:solidFill>
                  <a:schemeClr val="lt1"/>
                </a:solidFill>
                <a:latin typeface="Calibri"/>
                <a:ea typeface="Calibri"/>
                <a:cs typeface="Calibri"/>
                <a:sym typeface="Calibri"/>
              </a:rPr>
              <a:t>On premise AI + 35 DS covering the entire AI/Data science sphere </a:t>
            </a:r>
            <a:endParaRPr b="1">
              <a:solidFill>
                <a:schemeClr val="lt1"/>
              </a:solidFill>
              <a:latin typeface="Calibri"/>
              <a:ea typeface="Calibri"/>
              <a:cs typeface="Calibri"/>
              <a:sym typeface="Calibri"/>
            </a:endParaRPr>
          </a:p>
        </p:txBody>
      </p:sp>
      <p:sp>
        <p:nvSpPr>
          <p:cNvPr id="2013" name="Google Shape;2013;p175"/>
          <p:cNvSpPr/>
          <p:nvPr/>
        </p:nvSpPr>
        <p:spPr>
          <a:xfrm>
            <a:off x="0" y="0"/>
            <a:ext cx="2710800" cy="228600"/>
          </a:xfrm>
          <a:prstGeom prst="rect">
            <a:avLst/>
          </a:prstGeom>
          <a:solidFill>
            <a:srgbClr val="5555F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b="1" i="1">
                <a:solidFill>
                  <a:srgbClr val="FFFFFF"/>
                </a:solidFill>
                <a:latin typeface="Plus Jakarta Sans Bold"/>
                <a:ea typeface="Plus Jakarta Sans Bold"/>
                <a:cs typeface="Plus Jakarta Sans Bold"/>
                <a:sym typeface="Plus Jakarta Sans"/>
              </a:rPr>
              <a:t>Customer stories</a:t>
            </a:r>
            <a:endParaRPr b="1" i="1">
              <a:solidFill>
                <a:srgbClr val="FFFFFF"/>
              </a:solidFill>
              <a:latin typeface="Plus Jakarta Sans Bold"/>
              <a:ea typeface="Plus Jakarta Sans Bold"/>
              <a:cs typeface="Plus Jakarta Sans Bold"/>
              <a:sym typeface="Plus Jakarta Sans"/>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018"/>
        <p:cNvGrpSpPr/>
        <p:nvPr/>
      </p:nvGrpSpPr>
      <p:grpSpPr>
        <a:xfrm>
          <a:off x="0" y="0"/>
          <a:ext cx="0" cy="0"/>
          <a:chOff x="0" y="0"/>
          <a:chExt cx="0" cy="0"/>
        </a:xfrm>
      </p:grpSpPr>
      <p:sp>
        <p:nvSpPr>
          <p:cNvPr id="2019" name="Google Shape;2019;p176"/>
          <p:cNvSpPr/>
          <p:nvPr/>
        </p:nvSpPr>
        <p:spPr>
          <a:xfrm rot="-5400000">
            <a:off x="848729" y="2701598"/>
            <a:ext cx="3004500" cy="367800"/>
          </a:xfrm>
          <a:prstGeom prst="rect">
            <a:avLst/>
          </a:prstGeom>
          <a:solidFill>
            <a:srgbClr val="F2F2F2"/>
          </a:solidFill>
          <a:ln w="12700" cap="flat" cmpd="sng">
            <a:solidFill>
              <a:schemeClr val="accent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l" rtl="0">
              <a:spcBef>
                <a:spcPts val="0"/>
              </a:spcBef>
              <a:spcAft>
                <a:spcPts val="0"/>
              </a:spcAft>
              <a:buNone/>
            </a:pPr>
            <a:r>
              <a:rPr lang="en" sz="1100" b="1" i="0" u="none" strike="noStrike" cap="none">
                <a:solidFill>
                  <a:schemeClr val="dk1"/>
                </a:solidFill>
                <a:latin typeface="Calibri"/>
                <a:ea typeface="Calibri"/>
                <a:cs typeface="Calibri"/>
                <a:sym typeface="Calibri"/>
              </a:rPr>
              <a:t>MODEL SERVING</a:t>
            </a:r>
            <a:br>
              <a:rPr lang="en" sz="1100" b="1" i="0" u="none" strike="noStrike" cap="none">
                <a:solidFill>
                  <a:schemeClr val="dk1"/>
                </a:solidFill>
                <a:latin typeface="Calibri"/>
                <a:ea typeface="Calibri"/>
                <a:cs typeface="Calibri"/>
                <a:sym typeface="Calibri"/>
              </a:rPr>
            </a:br>
            <a:r>
              <a:rPr lang="en" sz="1100" b="1" i="0" u="none" strike="noStrike" cap="none">
                <a:solidFill>
                  <a:schemeClr val="dk1"/>
                </a:solidFill>
                <a:latin typeface="Calibri"/>
                <a:ea typeface="Calibri"/>
                <a:cs typeface="Calibri"/>
                <a:sym typeface="Calibri"/>
              </a:rPr>
              <a:t> &amp; AUTO-SCALING</a:t>
            </a:r>
            <a:endParaRPr sz="1100" b="1">
              <a:solidFill>
                <a:schemeClr val="dk1"/>
              </a:solidFill>
              <a:latin typeface="Calibri"/>
              <a:ea typeface="Calibri"/>
              <a:cs typeface="Calibri"/>
              <a:sym typeface="Calibri"/>
            </a:endParaRPr>
          </a:p>
        </p:txBody>
      </p:sp>
      <p:pic>
        <p:nvPicPr>
          <p:cNvPr id="2020" name="Google Shape;2020;p176" descr="Elastic Logo PNG Transparent &amp; SVG Vector - Freebie Supply"/>
          <p:cNvPicPr preferRelativeResize="0"/>
          <p:nvPr/>
        </p:nvPicPr>
        <p:blipFill rotWithShape="1">
          <a:blip r:embed="rId3">
            <a:alphaModFix/>
          </a:blip>
          <a:srcRect/>
          <a:stretch/>
        </p:blipFill>
        <p:spPr>
          <a:xfrm>
            <a:off x="6558251" y="1764127"/>
            <a:ext cx="583105" cy="436766"/>
          </a:xfrm>
          <a:prstGeom prst="rect">
            <a:avLst/>
          </a:prstGeom>
          <a:noFill/>
          <a:ln>
            <a:noFill/>
          </a:ln>
        </p:spPr>
      </p:pic>
      <p:pic>
        <p:nvPicPr>
          <p:cNvPr id="2021" name="Google Shape;2021;p176" descr="Building a scalable ML model serving API with Ray Serve | Anyscale"/>
          <p:cNvPicPr preferRelativeResize="0"/>
          <p:nvPr/>
        </p:nvPicPr>
        <p:blipFill rotWithShape="1">
          <a:blip r:embed="rId4">
            <a:alphaModFix/>
          </a:blip>
          <a:srcRect l="15720" t="28701" r="14163" b="25905"/>
          <a:stretch/>
        </p:blipFill>
        <p:spPr>
          <a:xfrm rot="-5400000">
            <a:off x="1903828" y="2051045"/>
            <a:ext cx="888303" cy="382690"/>
          </a:xfrm>
          <a:prstGeom prst="rect">
            <a:avLst/>
          </a:prstGeom>
          <a:noFill/>
          <a:ln>
            <a:noFill/>
          </a:ln>
        </p:spPr>
      </p:pic>
      <p:pic>
        <p:nvPicPr>
          <p:cNvPr id="2022" name="Google Shape;2022;p176" descr="DataFlow Connectors: Creating Universal Connectivity | Cloudera"/>
          <p:cNvPicPr preferRelativeResize="0"/>
          <p:nvPr/>
        </p:nvPicPr>
        <p:blipFill rotWithShape="1">
          <a:blip r:embed="rId5">
            <a:alphaModFix/>
          </a:blip>
          <a:srcRect l="10342" t="27483" r="68519" b="27836"/>
          <a:stretch/>
        </p:blipFill>
        <p:spPr>
          <a:xfrm>
            <a:off x="3443780" y="4552575"/>
            <a:ext cx="367800" cy="466475"/>
          </a:xfrm>
          <a:prstGeom prst="rect">
            <a:avLst/>
          </a:prstGeom>
          <a:noFill/>
          <a:ln>
            <a:noFill/>
          </a:ln>
        </p:spPr>
      </p:pic>
      <p:pic>
        <p:nvPicPr>
          <p:cNvPr id="2023" name="Google Shape;2023;p176"/>
          <p:cNvPicPr preferRelativeResize="0"/>
          <p:nvPr/>
        </p:nvPicPr>
        <p:blipFill rotWithShape="1">
          <a:blip r:embed="rId6">
            <a:alphaModFix/>
          </a:blip>
          <a:srcRect/>
          <a:stretch/>
        </p:blipFill>
        <p:spPr>
          <a:xfrm>
            <a:off x="3357954" y="1560180"/>
            <a:ext cx="300320" cy="289964"/>
          </a:xfrm>
          <a:prstGeom prst="rect">
            <a:avLst/>
          </a:prstGeom>
          <a:noFill/>
          <a:ln>
            <a:noFill/>
          </a:ln>
        </p:spPr>
      </p:pic>
      <p:pic>
        <p:nvPicPr>
          <p:cNvPr id="2024" name="Google Shape;2024;p176"/>
          <p:cNvPicPr preferRelativeResize="0"/>
          <p:nvPr/>
        </p:nvPicPr>
        <p:blipFill rotWithShape="1">
          <a:blip r:embed="rId7">
            <a:alphaModFix/>
          </a:blip>
          <a:srcRect/>
          <a:stretch/>
        </p:blipFill>
        <p:spPr>
          <a:xfrm>
            <a:off x="3318549" y="2215543"/>
            <a:ext cx="618266" cy="218001"/>
          </a:xfrm>
          <a:prstGeom prst="rect">
            <a:avLst/>
          </a:prstGeom>
          <a:noFill/>
          <a:ln>
            <a:noFill/>
          </a:ln>
        </p:spPr>
      </p:pic>
      <p:sp>
        <p:nvSpPr>
          <p:cNvPr id="2025" name="Google Shape;2025;p176"/>
          <p:cNvSpPr txBox="1"/>
          <p:nvPr/>
        </p:nvSpPr>
        <p:spPr>
          <a:xfrm>
            <a:off x="637259" y="1199174"/>
            <a:ext cx="767700" cy="25380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 sz="1200" b="1">
                <a:solidFill>
                  <a:schemeClr val="dk1"/>
                </a:solidFill>
                <a:latin typeface="Calibri"/>
                <a:ea typeface="Calibri"/>
                <a:cs typeface="Calibri"/>
                <a:sym typeface="Calibri"/>
              </a:rPr>
              <a:t>End Users</a:t>
            </a:r>
            <a:endParaRPr sz="1200" b="1">
              <a:solidFill>
                <a:schemeClr val="dk1"/>
              </a:solidFill>
              <a:latin typeface="Calibri"/>
              <a:ea typeface="Calibri"/>
              <a:cs typeface="Calibri"/>
              <a:sym typeface="Calibri"/>
            </a:endParaRPr>
          </a:p>
        </p:txBody>
      </p:sp>
      <p:sp>
        <p:nvSpPr>
          <p:cNvPr id="2026" name="Google Shape;2026;p176"/>
          <p:cNvSpPr txBox="1"/>
          <p:nvPr/>
        </p:nvSpPr>
        <p:spPr>
          <a:xfrm>
            <a:off x="359097" y="2544530"/>
            <a:ext cx="1396800" cy="25380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 sz="1200" b="1">
                <a:solidFill>
                  <a:schemeClr val="dk1"/>
                </a:solidFill>
                <a:latin typeface="Calibri"/>
                <a:ea typeface="Calibri"/>
                <a:cs typeface="Calibri"/>
                <a:sym typeface="Calibri"/>
              </a:rPr>
              <a:t>System Integrations</a:t>
            </a:r>
            <a:endParaRPr sz="1200" b="1">
              <a:solidFill>
                <a:schemeClr val="dk1"/>
              </a:solidFill>
              <a:latin typeface="Calibri"/>
              <a:ea typeface="Calibri"/>
              <a:cs typeface="Calibri"/>
              <a:sym typeface="Calibri"/>
            </a:endParaRPr>
          </a:p>
        </p:txBody>
      </p:sp>
      <p:pic>
        <p:nvPicPr>
          <p:cNvPr id="2027" name="Google Shape;2027;p176"/>
          <p:cNvPicPr preferRelativeResize="0"/>
          <p:nvPr/>
        </p:nvPicPr>
        <p:blipFill rotWithShape="1">
          <a:blip r:embed="rId8">
            <a:alphaModFix/>
          </a:blip>
          <a:srcRect/>
          <a:stretch/>
        </p:blipFill>
        <p:spPr>
          <a:xfrm>
            <a:off x="869546" y="1528643"/>
            <a:ext cx="303233" cy="303233"/>
          </a:xfrm>
          <a:prstGeom prst="rect">
            <a:avLst/>
          </a:prstGeom>
          <a:noFill/>
          <a:ln>
            <a:noFill/>
          </a:ln>
        </p:spPr>
      </p:pic>
      <p:pic>
        <p:nvPicPr>
          <p:cNvPr id="2028" name="Google Shape;2028;p176"/>
          <p:cNvPicPr preferRelativeResize="0"/>
          <p:nvPr/>
        </p:nvPicPr>
        <p:blipFill rotWithShape="1">
          <a:blip r:embed="rId8">
            <a:alphaModFix/>
          </a:blip>
          <a:srcRect/>
          <a:stretch/>
        </p:blipFill>
        <p:spPr>
          <a:xfrm>
            <a:off x="869546" y="1994077"/>
            <a:ext cx="303233" cy="303233"/>
          </a:xfrm>
          <a:prstGeom prst="rect">
            <a:avLst/>
          </a:prstGeom>
          <a:noFill/>
          <a:ln>
            <a:noFill/>
          </a:ln>
        </p:spPr>
      </p:pic>
      <p:pic>
        <p:nvPicPr>
          <p:cNvPr id="2029" name="Google Shape;2029;p176"/>
          <p:cNvPicPr preferRelativeResize="0"/>
          <p:nvPr/>
        </p:nvPicPr>
        <p:blipFill rotWithShape="1">
          <a:blip r:embed="rId9">
            <a:alphaModFix/>
          </a:blip>
          <a:srcRect/>
          <a:stretch/>
        </p:blipFill>
        <p:spPr>
          <a:xfrm>
            <a:off x="873801" y="2874087"/>
            <a:ext cx="362183" cy="362183"/>
          </a:xfrm>
          <a:prstGeom prst="rect">
            <a:avLst/>
          </a:prstGeom>
          <a:noFill/>
          <a:ln>
            <a:noFill/>
          </a:ln>
        </p:spPr>
      </p:pic>
      <p:pic>
        <p:nvPicPr>
          <p:cNvPr id="2030" name="Google Shape;2030;p176"/>
          <p:cNvPicPr preferRelativeResize="0"/>
          <p:nvPr/>
        </p:nvPicPr>
        <p:blipFill rotWithShape="1">
          <a:blip r:embed="rId9">
            <a:alphaModFix/>
          </a:blip>
          <a:srcRect/>
          <a:stretch/>
        </p:blipFill>
        <p:spPr>
          <a:xfrm>
            <a:off x="873801" y="3365918"/>
            <a:ext cx="362183" cy="362183"/>
          </a:xfrm>
          <a:prstGeom prst="rect">
            <a:avLst/>
          </a:prstGeom>
          <a:noFill/>
          <a:ln>
            <a:noFill/>
          </a:ln>
        </p:spPr>
      </p:pic>
      <p:pic>
        <p:nvPicPr>
          <p:cNvPr id="2031" name="Google Shape;2031;p176"/>
          <p:cNvPicPr preferRelativeResize="0"/>
          <p:nvPr/>
        </p:nvPicPr>
        <p:blipFill rotWithShape="1">
          <a:blip r:embed="rId9">
            <a:alphaModFix/>
          </a:blip>
          <a:srcRect/>
          <a:stretch/>
        </p:blipFill>
        <p:spPr>
          <a:xfrm>
            <a:off x="873801" y="3857748"/>
            <a:ext cx="362183" cy="362183"/>
          </a:xfrm>
          <a:prstGeom prst="rect">
            <a:avLst/>
          </a:prstGeom>
          <a:noFill/>
          <a:ln>
            <a:noFill/>
          </a:ln>
        </p:spPr>
      </p:pic>
      <p:sp>
        <p:nvSpPr>
          <p:cNvPr id="2032" name="Google Shape;2032;p176"/>
          <p:cNvSpPr txBox="1"/>
          <p:nvPr/>
        </p:nvSpPr>
        <p:spPr>
          <a:xfrm>
            <a:off x="391072" y="2949550"/>
            <a:ext cx="401700" cy="177000"/>
          </a:xfrm>
          <a:prstGeom prst="rect">
            <a:avLst/>
          </a:prstGeom>
          <a:noFill/>
          <a:ln>
            <a:noFill/>
          </a:ln>
        </p:spPr>
        <p:txBody>
          <a:bodyPr spcFirstLastPara="1" wrap="square" lIns="68575" tIns="34275" rIns="68575" bIns="34275" anchor="t" anchorCtr="0">
            <a:spAutoFit/>
          </a:bodyPr>
          <a:lstStyle/>
          <a:p>
            <a:pPr marL="0" marR="0" lvl="0" indent="0" algn="r" rtl="0">
              <a:spcBef>
                <a:spcPts val="0"/>
              </a:spcBef>
              <a:spcAft>
                <a:spcPts val="0"/>
              </a:spcAft>
              <a:buNone/>
            </a:pPr>
            <a:r>
              <a:rPr lang="en" sz="700" b="1">
                <a:solidFill>
                  <a:schemeClr val="dk1"/>
                </a:solidFill>
                <a:latin typeface="Calibri"/>
                <a:ea typeface="Calibri"/>
                <a:cs typeface="Calibri"/>
                <a:sym typeface="Calibri"/>
              </a:rPr>
              <a:t>CRM</a:t>
            </a:r>
            <a:endParaRPr sz="700" b="1">
              <a:solidFill>
                <a:schemeClr val="dk1"/>
              </a:solidFill>
              <a:latin typeface="Calibri"/>
              <a:ea typeface="Calibri"/>
              <a:cs typeface="Calibri"/>
              <a:sym typeface="Calibri"/>
            </a:endParaRPr>
          </a:p>
        </p:txBody>
      </p:sp>
      <p:sp>
        <p:nvSpPr>
          <p:cNvPr id="2033" name="Google Shape;2033;p176"/>
          <p:cNvSpPr txBox="1"/>
          <p:nvPr/>
        </p:nvSpPr>
        <p:spPr>
          <a:xfrm>
            <a:off x="212502" y="3956226"/>
            <a:ext cx="704400" cy="177000"/>
          </a:xfrm>
          <a:prstGeom prst="rect">
            <a:avLst/>
          </a:prstGeom>
          <a:noFill/>
          <a:ln>
            <a:noFill/>
          </a:ln>
        </p:spPr>
        <p:txBody>
          <a:bodyPr spcFirstLastPara="1" wrap="square" lIns="68575" tIns="34275" rIns="68575" bIns="34275" anchor="t" anchorCtr="0">
            <a:spAutoFit/>
          </a:bodyPr>
          <a:lstStyle/>
          <a:p>
            <a:pPr marL="0" marR="0" lvl="0" indent="0" algn="r" rtl="0">
              <a:spcBef>
                <a:spcPts val="0"/>
              </a:spcBef>
              <a:spcAft>
                <a:spcPts val="0"/>
              </a:spcAft>
              <a:buNone/>
            </a:pPr>
            <a:r>
              <a:rPr lang="en" sz="700" b="1">
                <a:solidFill>
                  <a:schemeClr val="dk1"/>
                </a:solidFill>
                <a:latin typeface="Calibri"/>
                <a:ea typeface="Calibri"/>
                <a:cs typeface="Calibri"/>
                <a:sym typeface="Calibri"/>
              </a:rPr>
              <a:t>Operations</a:t>
            </a:r>
            <a:endParaRPr sz="700" b="1">
              <a:solidFill>
                <a:schemeClr val="dk1"/>
              </a:solidFill>
              <a:latin typeface="Calibri"/>
              <a:ea typeface="Calibri"/>
              <a:cs typeface="Calibri"/>
              <a:sym typeface="Calibri"/>
            </a:endParaRPr>
          </a:p>
        </p:txBody>
      </p:sp>
      <p:sp>
        <p:nvSpPr>
          <p:cNvPr id="2034" name="Google Shape;2034;p176"/>
          <p:cNvSpPr txBox="1"/>
          <p:nvPr/>
        </p:nvSpPr>
        <p:spPr>
          <a:xfrm>
            <a:off x="306183" y="3407962"/>
            <a:ext cx="541800" cy="284700"/>
          </a:xfrm>
          <a:prstGeom prst="rect">
            <a:avLst/>
          </a:prstGeom>
          <a:noFill/>
          <a:ln>
            <a:noFill/>
          </a:ln>
        </p:spPr>
        <p:txBody>
          <a:bodyPr spcFirstLastPara="1" wrap="square" lIns="68575" tIns="34275" rIns="68575" bIns="34275" anchor="t" anchorCtr="0">
            <a:spAutoFit/>
          </a:bodyPr>
          <a:lstStyle/>
          <a:p>
            <a:pPr marL="0" marR="0" lvl="0" indent="0" algn="r" rtl="0">
              <a:spcBef>
                <a:spcPts val="0"/>
              </a:spcBef>
              <a:spcAft>
                <a:spcPts val="0"/>
              </a:spcAft>
              <a:buNone/>
            </a:pPr>
            <a:r>
              <a:rPr lang="en" sz="700" b="1">
                <a:solidFill>
                  <a:schemeClr val="dk1"/>
                </a:solidFill>
                <a:latin typeface="Calibri"/>
                <a:ea typeface="Calibri"/>
                <a:cs typeface="Calibri"/>
                <a:sym typeface="Calibri"/>
              </a:rPr>
              <a:t>Contact</a:t>
            </a:r>
            <a:br>
              <a:rPr lang="en" sz="700" b="1">
                <a:solidFill>
                  <a:schemeClr val="dk1"/>
                </a:solidFill>
                <a:latin typeface="Calibri"/>
                <a:ea typeface="Calibri"/>
                <a:cs typeface="Calibri"/>
                <a:sym typeface="Calibri"/>
              </a:rPr>
            </a:br>
            <a:r>
              <a:rPr lang="en" sz="700" b="1">
                <a:solidFill>
                  <a:schemeClr val="dk1"/>
                </a:solidFill>
                <a:latin typeface="Calibri"/>
                <a:ea typeface="Calibri"/>
                <a:cs typeface="Calibri"/>
                <a:sym typeface="Calibri"/>
              </a:rPr>
              <a:t>Centre</a:t>
            </a:r>
            <a:endParaRPr sz="700" b="1">
              <a:solidFill>
                <a:schemeClr val="dk1"/>
              </a:solidFill>
              <a:latin typeface="Calibri"/>
              <a:ea typeface="Calibri"/>
              <a:cs typeface="Calibri"/>
              <a:sym typeface="Calibri"/>
            </a:endParaRPr>
          </a:p>
        </p:txBody>
      </p:sp>
      <p:sp>
        <p:nvSpPr>
          <p:cNvPr id="2035" name="Google Shape;2035;p176"/>
          <p:cNvSpPr/>
          <p:nvPr/>
        </p:nvSpPr>
        <p:spPr>
          <a:xfrm>
            <a:off x="2999439" y="1416997"/>
            <a:ext cx="1057800" cy="1078500"/>
          </a:xfrm>
          <a:prstGeom prst="rect">
            <a:avLst/>
          </a:prstGeom>
          <a:noFill/>
          <a:ln w="12700" cap="flat" cmpd="sng">
            <a:solidFill>
              <a:schemeClr val="accent1"/>
            </a:solidFill>
            <a:prstDash val="dash"/>
            <a:miter lim="800000"/>
            <a:headEnd type="none" w="sm" len="sm"/>
            <a:tailEnd type="none" w="sm" len="sm"/>
          </a:ln>
        </p:spPr>
        <p:txBody>
          <a:bodyPr spcFirstLastPara="1" wrap="square" lIns="68575" tIns="34275" rIns="68575" bIns="34275" anchor="t" anchorCtr="0">
            <a:noAutofit/>
          </a:bodyPr>
          <a:lstStyle/>
          <a:p>
            <a:pPr marL="0" marR="0" lvl="0" indent="0" algn="ctr" rtl="0">
              <a:spcBef>
                <a:spcPts val="0"/>
              </a:spcBef>
              <a:spcAft>
                <a:spcPts val="0"/>
              </a:spcAft>
              <a:buNone/>
            </a:pPr>
            <a:r>
              <a:rPr lang="en" sz="800" b="1">
                <a:solidFill>
                  <a:schemeClr val="dk1"/>
                </a:solidFill>
                <a:latin typeface="Calibri"/>
                <a:ea typeface="Calibri"/>
                <a:cs typeface="Calibri"/>
                <a:sym typeface="Calibri"/>
              </a:rPr>
              <a:t>GEN AI APPS</a:t>
            </a:r>
            <a:endParaRPr sz="800" b="1">
              <a:solidFill>
                <a:schemeClr val="dk1"/>
              </a:solidFill>
              <a:latin typeface="Calibri"/>
              <a:ea typeface="Calibri"/>
              <a:cs typeface="Calibri"/>
              <a:sym typeface="Calibri"/>
            </a:endParaRPr>
          </a:p>
        </p:txBody>
      </p:sp>
      <p:sp>
        <p:nvSpPr>
          <p:cNvPr id="2036" name="Google Shape;2036;p176"/>
          <p:cNvSpPr/>
          <p:nvPr/>
        </p:nvSpPr>
        <p:spPr>
          <a:xfrm>
            <a:off x="3018159" y="2879569"/>
            <a:ext cx="2496300" cy="1425300"/>
          </a:xfrm>
          <a:prstGeom prst="rect">
            <a:avLst/>
          </a:prstGeom>
          <a:noFill/>
          <a:ln w="12700" cap="flat" cmpd="sng">
            <a:solidFill>
              <a:schemeClr val="accent4"/>
            </a:solidFill>
            <a:prstDash val="solid"/>
            <a:miter lim="800000"/>
            <a:headEnd type="none" w="sm" len="sm"/>
            <a:tailEnd type="none" w="sm" len="sm"/>
          </a:ln>
        </p:spPr>
        <p:txBody>
          <a:bodyPr spcFirstLastPara="1" wrap="square" lIns="68575" tIns="34275" rIns="68575" bIns="34275" anchor="t" anchorCtr="0">
            <a:noAutofit/>
          </a:bodyPr>
          <a:lstStyle/>
          <a:p>
            <a:pPr marL="0" marR="0" lvl="0" indent="0" algn="ctr" rtl="0">
              <a:spcBef>
                <a:spcPts val="0"/>
              </a:spcBef>
              <a:spcAft>
                <a:spcPts val="0"/>
              </a:spcAft>
              <a:buNone/>
            </a:pPr>
            <a:r>
              <a:rPr lang="en" sz="800" b="1">
                <a:solidFill>
                  <a:schemeClr val="dk1"/>
                </a:solidFill>
                <a:latin typeface="Calibri"/>
                <a:ea typeface="Calibri"/>
                <a:cs typeface="Calibri"/>
                <a:sym typeface="Calibri"/>
              </a:rPr>
              <a:t>LLM-as-a-SERVICE</a:t>
            </a:r>
            <a:br>
              <a:rPr lang="en" sz="800" b="1">
                <a:solidFill>
                  <a:schemeClr val="dk1"/>
                </a:solidFill>
                <a:latin typeface="Calibri"/>
                <a:ea typeface="Calibri"/>
                <a:cs typeface="Calibri"/>
                <a:sym typeface="Calibri"/>
              </a:rPr>
            </a:br>
            <a:r>
              <a:rPr lang="en" sz="800" b="1">
                <a:solidFill>
                  <a:schemeClr val="dk1"/>
                </a:solidFill>
                <a:latin typeface="Calibri"/>
                <a:ea typeface="Calibri"/>
                <a:cs typeface="Calibri"/>
                <a:sym typeface="Calibri"/>
              </a:rPr>
              <a:t>ENDPOINTS</a:t>
            </a:r>
            <a:endParaRPr sz="800" b="1">
              <a:solidFill>
                <a:schemeClr val="dk1"/>
              </a:solidFill>
              <a:latin typeface="Calibri"/>
              <a:ea typeface="Calibri"/>
              <a:cs typeface="Calibri"/>
              <a:sym typeface="Calibri"/>
            </a:endParaRPr>
          </a:p>
        </p:txBody>
      </p:sp>
      <p:pic>
        <p:nvPicPr>
          <p:cNvPr id="2037" name="Google Shape;2037;p176"/>
          <p:cNvPicPr preferRelativeResize="0"/>
          <p:nvPr/>
        </p:nvPicPr>
        <p:blipFill rotWithShape="1">
          <a:blip r:embed="rId10">
            <a:alphaModFix/>
          </a:blip>
          <a:srcRect/>
          <a:stretch/>
        </p:blipFill>
        <p:spPr>
          <a:xfrm>
            <a:off x="3366365" y="1904525"/>
            <a:ext cx="283483" cy="283088"/>
          </a:xfrm>
          <a:prstGeom prst="rect">
            <a:avLst/>
          </a:prstGeom>
          <a:noFill/>
          <a:ln>
            <a:noFill/>
          </a:ln>
        </p:spPr>
      </p:pic>
      <p:pic>
        <p:nvPicPr>
          <p:cNvPr id="2038" name="Google Shape;2038;p176"/>
          <p:cNvPicPr preferRelativeResize="0"/>
          <p:nvPr/>
        </p:nvPicPr>
        <p:blipFill rotWithShape="1">
          <a:blip r:embed="rId11">
            <a:alphaModFix/>
          </a:blip>
          <a:srcRect/>
          <a:stretch/>
        </p:blipFill>
        <p:spPr>
          <a:xfrm>
            <a:off x="5046946" y="3242193"/>
            <a:ext cx="270000" cy="270000"/>
          </a:xfrm>
          <a:prstGeom prst="rect">
            <a:avLst/>
          </a:prstGeom>
          <a:noFill/>
          <a:ln>
            <a:noFill/>
          </a:ln>
        </p:spPr>
      </p:pic>
      <p:pic>
        <p:nvPicPr>
          <p:cNvPr id="2039" name="Google Shape;2039;p176"/>
          <p:cNvPicPr preferRelativeResize="0"/>
          <p:nvPr/>
        </p:nvPicPr>
        <p:blipFill rotWithShape="1">
          <a:blip r:embed="rId11">
            <a:alphaModFix/>
          </a:blip>
          <a:srcRect/>
          <a:stretch/>
        </p:blipFill>
        <p:spPr>
          <a:xfrm>
            <a:off x="5046946" y="3568696"/>
            <a:ext cx="270000" cy="270000"/>
          </a:xfrm>
          <a:prstGeom prst="rect">
            <a:avLst/>
          </a:prstGeom>
          <a:noFill/>
          <a:ln>
            <a:noFill/>
          </a:ln>
        </p:spPr>
      </p:pic>
      <p:cxnSp>
        <p:nvCxnSpPr>
          <p:cNvPr id="2040" name="Google Shape;2040;p176"/>
          <p:cNvCxnSpPr>
            <a:stCxn id="2027" idx="3"/>
          </p:cNvCxnSpPr>
          <p:nvPr/>
        </p:nvCxnSpPr>
        <p:spPr>
          <a:xfrm>
            <a:off x="1172779" y="1680260"/>
            <a:ext cx="930000" cy="0"/>
          </a:xfrm>
          <a:prstGeom prst="straightConnector1">
            <a:avLst/>
          </a:prstGeom>
          <a:noFill/>
          <a:ln w="9525" cap="flat" cmpd="sng">
            <a:solidFill>
              <a:srgbClr val="7F7F7F"/>
            </a:solidFill>
            <a:prstDash val="dash"/>
            <a:miter lim="800000"/>
            <a:headEnd type="none" w="sm" len="sm"/>
            <a:tailEnd type="triangle" w="med" len="med"/>
          </a:ln>
        </p:spPr>
      </p:cxnSp>
      <p:cxnSp>
        <p:nvCxnSpPr>
          <p:cNvPr id="2041" name="Google Shape;2041;p176"/>
          <p:cNvCxnSpPr/>
          <p:nvPr/>
        </p:nvCxnSpPr>
        <p:spPr>
          <a:xfrm>
            <a:off x="1172779" y="2217890"/>
            <a:ext cx="930000" cy="0"/>
          </a:xfrm>
          <a:prstGeom prst="straightConnector1">
            <a:avLst/>
          </a:prstGeom>
          <a:noFill/>
          <a:ln w="9525" cap="flat" cmpd="sng">
            <a:solidFill>
              <a:srgbClr val="7F7F7F"/>
            </a:solidFill>
            <a:prstDash val="dash"/>
            <a:miter lim="800000"/>
            <a:headEnd type="none" w="sm" len="sm"/>
            <a:tailEnd type="triangle" w="med" len="med"/>
          </a:ln>
        </p:spPr>
      </p:cxnSp>
      <p:cxnSp>
        <p:nvCxnSpPr>
          <p:cNvPr id="2042" name="Google Shape;2042;p176"/>
          <p:cNvCxnSpPr>
            <a:stCxn id="2029" idx="3"/>
          </p:cNvCxnSpPr>
          <p:nvPr/>
        </p:nvCxnSpPr>
        <p:spPr>
          <a:xfrm rot="10800000" flipH="1">
            <a:off x="1235984" y="3051579"/>
            <a:ext cx="866700" cy="3600"/>
          </a:xfrm>
          <a:prstGeom prst="straightConnector1">
            <a:avLst/>
          </a:prstGeom>
          <a:noFill/>
          <a:ln w="9525" cap="flat" cmpd="sng">
            <a:solidFill>
              <a:srgbClr val="7F7F7F"/>
            </a:solidFill>
            <a:prstDash val="dash"/>
            <a:miter lim="800000"/>
            <a:headEnd type="triangle" w="med" len="med"/>
            <a:tailEnd type="triangle" w="med" len="med"/>
          </a:ln>
        </p:spPr>
      </p:cxnSp>
      <p:sp>
        <p:nvSpPr>
          <p:cNvPr id="2043" name="Google Shape;2043;p176"/>
          <p:cNvSpPr/>
          <p:nvPr/>
        </p:nvSpPr>
        <p:spPr>
          <a:xfrm>
            <a:off x="1888716" y="1199175"/>
            <a:ext cx="5659800" cy="3353400"/>
          </a:xfrm>
          <a:prstGeom prst="roundRect">
            <a:avLst>
              <a:gd name="adj" fmla="val 3153"/>
            </a:avLst>
          </a:prstGeom>
          <a:noFill/>
          <a:ln w="38100" cap="flat" cmpd="sng">
            <a:solidFill>
              <a:srgbClr val="F95D02"/>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cxnSp>
        <p:nvCxnSpPr>
          <p:cNvPr id="2044" name="Google Shape;2044;p176"/>
          <p:cNvCxnSpPr/>
          <p:nvPr/>
        </p:nvCxnSpPr>
        <p:spPr>
          <a:xfrm rot="10800000" flipH="1">
            <a:off x="1235984" y="3542852"/>
            <a:ext cx="866700" cy="3600"/>
          </a:xfrm>
          <a:prstGeom prst="straightConnector1">
            <a:avLst/>
          </a:prstGeom>
          <a:noFill/>
          <a:ln w="9525" cap="flat" cmpd="sng">
            <a:solidFill>
              <a:srgbClr val="7F7F7F"/>
            </a:solidFill>
            <a:prstDash val="dash"/>
            <a:miter lim="800000"/>
            <a:headEnd type="triangle" w="med" len="med"/>
            <a:tailEnd type="triangle" w="med" len="med"/>
          </a:ln>
        </p:spPr>
      </p:cxnSp>
      <p:cxnSp>
        <p:nvCxnSpPr>
          <p:cNvPr id="2045" name="Google Shape;2045;p176"/>
          <p:cNvCxnSpPr/>
          <p:nvPr/>
        </p:nvCxnSpPr>
        <p:spPr>
          <a:xfrm rot="10800000" flipH="1">
            <a:off x="1261479" y="4028429"/>
            <a:ext cx="866700" cy="3600"/>
          </a:xfrm>
          <a:prstGeom prst="straightConnector1">
            <a:avLst/>
          </a:prstGeom>
          <a:noFill/>
          <a:ln w="9525" cap="flat" cmpd="sng">
            <a:solidFill>
              <a:srgbClr val="7F7F7F"/>
            </a:solidFill>
            <a:prstDash val="dash"/>
            <a:miter lim="800000"/>
            <a:headEnd type="triangle" w="med" len="med"/>
            <a:tailEnd type="triangle" w="med" len="med"/>
          </a:ln>
        </p:spPr>
      </p:cxnSp>
      <p:sp>
        <p:nvSpPr>
          <p:cNvPr id="2046" name="Google Shape;2046;p176"/>
          <p:cNvSpPr/>
          <p:nvPr/>
        </p:nvSpPr>
        <p:spPr>
          <a:xfrm>
            <a:off x="6082580" y="2381161"/>
            <a:ext cx="1070100" cy="1854600"/>
          </a:xfrm>
          <a:prstGeom prst="roundRect">
            <a:avLst>
              <a:gd name="adj" fmla="val 9239"/>
            </a:avLst>
          </a:prstGeom>
          <a:noFill/>
          <a:ln w="38100" cap="flat" cmpd="sng">
            <a:solidFill>
              <a:srgbClr val="C00000"/>
            </a:solidFill>
            <a:prstDash val="dot"/>
            <a:miter lim="800000"/>
            <a:headEnd type="none" w="sm" len="sm"/>
            <a:tailEnd type="none" w="sm" len="sm"/>
          </a:ln>
        </p:spPr>
        <p:txBody>
          <a:bodyPr spcFirstLastPara="1" wrap="square" lIns="68575" tIns="34275" rIns="68575" bIns="34275" anchor="t" anchorCtr="0">
            <a:noAutofit/>
          </a:bodyPr>
          <a:lstStyle/>
          <a:p>
            <a:pPr marL="0" marR="0" lvl="0" indent="0" algn="ctr" rtl="0">
              <a:spcBef>
                <a:spcPts val="0"/>
              </a:spcBef>
              <a:spcAft>
                <a:spcPts val="0"/>
              </a:spcAft>
              <a:buNone/>
            </a:pPr>
            <a:r>
              <a:rPr lang="en" sz="1100" b="1">
                <a:solidFill>
                  <a:schemeClr val="dk1"/>
                </a:solidFill>
                <a:latin typeface="Calibri"/>
                <a:ea typeface="Calibri"/>
                <a:cs typeface="Calibri"/>
                <a:sym typeface="Calibri"/>
              </a:rPr>
              <a:t>LLM REPOSITORY</a:t>
            </a:r>
            <a:endParaRPr sz="1100" b="1">
              <a:solidFill>
                <a:schemeClr val="dk1"/>
              </a:solidFill>
              <a:latin typeface="Calibri"/>
              <a:ea typeface="Calibri"/>
              <a:cs typeface="Calibri"/>
              <a:sym typeface="Calibri"/>
            </a:endParaRPr>
          </a:p>
        </p:txBody>
      </p:sp>
      <p:sp>
        <p:nvSpPr>
          <p:cNvPr id="2047" name="Google Shape;2047;p176"/>
          <p:cNvSpPr/>
          <p:nvPr/>
        </p:nvSpPr>
        <p:spPr>
          <a:xfrm>
            <a:off x="6098126" y="1429460"/>
            <a:ext cx="1070100" cy="350700"/>
          </a:xfrm>
          <a:prstGeom prst="rect">
            <a:avLst/>
          </a:prstGeom>
          <a:solidFill>
            <a:schemeClr val="lt1"/>
          </a:solidFill>
          <a:ln w="12700" cap="flat" cmpd="sng">
            <a:solidFill>
              <a:schemeClr val="accent2"/>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r>
              <a:rPr lang="en" sz="900" b="1">
                <a:solidFill>
                  <a:schemeClr val="dk1"/>
                </a:solidFill>
                <a:latin typeface="Calibri"/>
                <a:ea typeface="Calibri"/>
                <a:cs typeface="Calibri"/>
                <a:sym typeface="Calibri"/>
              </a:rPr>
              <a:t>CHUNKING &amp; EMBEDDING</a:t>
            </a:r>
            <a:endParaRPr sz="900" b="1">
              <a:solidFill>
                <a:schemeClr val="dk1"/>
              </a:solidFill>
              <a:latin typeface="Calibri"/>
              <a:ea typeface="Calibri"/>
              <a:cs typeface="Calibri"/>
              <a:sym typeface="Calibri"/>
            </a:endParaRPr>
          </a:p>
        </p:txBody>
      </p:sp>
      <p:sp>
        <p:nvSpPr>
          <p:cNvPr id="2048" name="Google Shape;2048;p176"/>
          <p:cNvSpPr/>
          <p:nvPr/>
        </p:nvSpPr>
        <p:spPr>
          <a:xfrm>
            <a:off x="6098127" y="1807109"/>
            <a:ext cx="1070100" cy="350700"/>
          </a:xfrm>
          <a:prstGeom prst="rect">
            <a:avLst/>
          </a:prstGeom>
          <a:noFill/>
          <a:ln w="12700" cap="flat" cmpd="sng">
            <a:solidFill>
              <a:schemeClr val="accent2"/>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l" rtl="0">
              <a:spcBef>
                <a:spcPts val="0"/>
              </a:spcBef>
              <a:spcAft>
                <a:spcPts val="0"/>
              </a:spcAft>
              <a:buNone/>
            </a:pPr>
            <a:r>
              <a:rPr lang="en" sz="900" b="1">
                <a:solidFill>
                  <a:schemeClr val="dk1"/>
                </a:solidFill>
                <a:latin typeface="Calibri"/>
                <a:ea typeface="Calibri"/>
                <a:cs typeface="Calibri"/>
                <a:sym typeface="Calibri"/>
              </a:rPr>
              <a:t>VECTOR </a:t>
            </a:r>
            <a:br>
              <a:rPr lang="en" sz="900" b="1">
                <a:solidFill>
                  <a:schemeClr val="dk1"/>
                </a:solidFill>
                <a:latin typeface="Calibri"/>
                <a:ea typeface="Calibri"/>
                <a:cs typeface="Calibri"/>
                <a:sym typeface="Calibri"/>
              </a:rPr>
            </a:br>
            <a:r>
              <a:rPr lang="en" sz="900" b="1">
                <a:solidFill>
                  <a:schemeClr val="dk1"/>
                </a:solidFill>
                <a:latin typeface="Calibri"/>
                <a:ea typeface="Calibri"/>
                <a:cs typeface="Calibri"/>
                <a:sym typeface="Calibri"/>
              </a:rPr>
              <a:t>STORE</a:t>
            </a:r>
            <a:endParaRPr sz="900" b="1">
              <a:solidFill>
                <a:schemeClr val="dk1"/>
              </a:solidFill>
              <a:latin typeface="Calibri"/>
              <a:ea typeface="Calibri"/>
              <a:cs typeface="Calibri"/>
              <a:sym typeface="Calibri"/>
            </a:endParaRPr>
          </a:p>
        </p:txBody>
      </p:sp>
      <p:sp>
        <p:nvSpPr>
          <p:cNvPr id="2049" name="Google Shape;2049;p176"/>
          <p:cNvSpPr/>
          <p:nvPr/>
        </p:nvSpPr>
        <p:spPr>
          <a:xfrm>
            <a:off x="4476890" y="1416044"/>
            <a:ext cx="1048200" cy="1404900"/>
          </a:xfrm>
          <a:prstGeom prst="rect">
            <a:avLst/>
          </a:prstGeom>
          <a:noFill/>
          <a:ln w="12700" cap="flat" cmpd="sng">
            <a:solidFill>
              <a:schemeClr val="accent4"/>
            </a:solidFill>
            <a:prstDash val="solid"/>
            <a:miter lim="800000"/>
            <a:headEnd type="none" w="sm" len="sm"/>
            <a:tailEnd type="none" w="sm" len="sm"/>
          </a:ln>
        </p:spPr>
        <p:txBody>
          <a:bodyPr spcFirstLastPara="1" wrap="square" lIns="68575" tIns="34275" rIns="68575" bIns="34275" anchor="t" anchorCtr="0">
            <a:noAutofit/>
          </a:bodyPr>
          <a:lstStyle/>
          <a:p>
            <a:pPr marL="0" marR="0" lvl="0" indent="0" algn="ctr" rtl="0">
              <a:spcBef>
                <a:spcPts val="0"/>
              </a:spcBef>
              <a:spcAft>
                <a:spcPts val="0"/>
              </a:spcAft>
              <a:buNone/>
            </a:pPr>
            <a:r>
              <a:rPr lang="en" sz="900" b="1">
                <a:solidFill>
                  <a:schemeClr val="dk1"/>
                </a:solidFill>
                <a:latin typeface="Calibri"/>
                <a:ea typeface="Calibri"/>
                <a:cs typeface="Calibri"/>
                <a:sym typeface="Calibri"/>
              </a:rPr>
              <a:t>ORCHESTRATION</a:t>
            </a:r>
            <a:br>
              <a:rPr lang="en" sz="900" b="1">
                <a:solidFill>
                  <a:schemeClr val="dk1"/>
                </a:solidFill>
                <a:latin typeface="Calibri"/>
                <a:ea typeface="Calibri"/>
                <a:cs typeface="Calibri"/>
                <a:sym typeface="Calibri"/>
              </a:rPr>
            </a:br>
            <a:r>
              <a:rPr lang="en" sz="900" b="1">
                <a:solidFill>
                  <a:schemeClr val="dk1"/>
                </a:solidFill>
                <a:latin typeface="Calibri"/>
                <a:ea typeface="Calibri"/>
                <a:cs typeface="Calibri"/>
                <a:sym typeface="Calibri"/>
              </a:rPr>
              <a:t> &amp; AGENTS</a:t>
            </a:r>
            <a:endParaRPr sz="900" b="1">
              <a:solidFill>
                <a:schemeClr val="dk1"/>
              </a:solidFill>
              <a:latin typeface="Calibri"/>
              <a:ea typeface="Calibri"/>
              <a:cs typeface="Calibri"/>
              <a:sym typeface="Calibri"/>
            </a:endParaRPr>
          </a:p>
        </p:txBody>
      </p:sp>
      <p:pic>
        <p:nvPicPr>
          <p:cNvPr id="2050" name="Google Shape;2050;p176"/>
          <p:cNvPicPr preferRelativeResize="0"/>
          <p:nvPr/>
        </p:nvPicPr>
        <p:blipFill rotWithShape="1">
          <a:blip r:embed="rId12">
            <a:alphaModFix/>
          </a:blip>
          <a:srcRect l="17634" t="38952" r="17171" b="37411"/>
          <a:stretch/>
        </p:blipFill>
        <p:spPr>
          <a:xfrm>
            <a:off x="4565978" y="1776517"/>
            <a:ext cx="859764" cy="163197"/>
          </a:xfrm>
          <a:prstGeom prst="rect">
            <a:avLst/>
          </a:prstGeom>
          <a:noFill/>
          <a:ln>
            <a:noFill/>
          </a:ln>
        </p:spPr>
      </p:pic>
      <p:pic>
        <p:nvPicPr>
          <p:cNvPr id="2051" name="Google Shape;2051;p176"/>
          <p:cNvPicPr preferRelativeResize="0"/>
          <p:nvPr/>
        </p:nvPicPr>
        <p:blipFill rotWithShape="1">
          <a:blip r:embed="rId13">
            <a:alphaModFix/>
          </a:blip>
          <a:srcRect/>
          <a:stretch/>
        </p:blipFill>
        <p:spPr>
          <a:xfrm>
            <a:off x="4609793" y="2030527"/>
            <a:ext cx="789653" cy="121697"/>
          </a:xfrm>
          <a:prstGeom prst="rect">
            <a:avLst/>
          </a:prstGeom>
          <a:noFill/>
          <a:ln>
            <a:noFill/>
          </a:ln>
        </p:spPr>
      </p:pic>
      <p:pic>
        <p:nvPicPr>
          <p:cNvPr id="2052" name="Google Shape;2052;p176"/>
          <p:cNvPicPr preferRelativeResize="0"/>
          <p:nvPr/>
        </p:nvPicPr>
        <p:blipFill rotWithShape="1">
          <a:blip r:embed="rId14">
            <a:alphaModFix/>
          </a:blip>
          <a:srcRect/>
          <a:stretch/>
        </p:blipFill>
        <p:spPr>
          <a:xfrm>
            <a:off x="4636215" y="2213606"/>
            <a:ext cx="717594" cy="247317"/>
          </a:xfrm>
          <a:prstGeom prst="rect">
            <a:avLst/>
          </a:prstGeom>
          <a:noFill/>
          <a:ln>
            <a:noFill/>
          </a:ln>
        </p:spPr>
      </p:pic>
      <p:pic>
        <p:nvPicPr>
          <p:cNvPr id="2053" name="Google Shape;2053;p176"/>
          <p:cNvPicPr preferRelativeResize="0"/>
          <p:nvPr/>
        </p:nvPicPr>
        <p:blipFill rotWithShape="1">
          <a:blip r:embed="rId15">
            <a:alphaModFix/>
          </a:blip>
          <a:srcRect t="20829" b="17289"/>
          <a:stretch/>
        </p:blipFill>
        <p:spPr>
          <a:xfrm>
            <a:off x="6116237" y="2875254"/>
            <a:ext cx="523584" cy="324000"/>
          </a:xfrm>
          <a:prstGeom prst="rect">
            <a:avLst/>
          </a:prstGeom>
          <a:noFill/>
          <a:ln>
            <a:noFill/>
          </a:ln>
        </p:spPr>
      </p:pic>
      <p:pic>
        <p:nvPicPr>
          <p:cNvPr id="2054" name="Google Shape;2054;p176" descr="Project Starcoder -"/>
          <p:cNvPicPr preferRelativeResize="0"/>
          <p:nvPr/>
        </p:nvPicPr>
        <p:blipFill rotWithShape="1">
          <a:blip r:embed="rId16">
            <a:alphaModFix/>
          </a:blip>
          <a:srcRect l="26841" t="19280" r="28511" b="22345"/>
          <a:stretch/>
        </p:blipFill>
        <p:spPr>
          <a:xfrm>
            <a:off x="6672423" y="2875254"/>
            <a:ext cx="342600" cy="324000"/>
          </a:xfrm>
          <a:prstGeom prst="ellipse">
            <a:avLst/>
          </a:prstGeom>
          <a:noFill/>
          <a:ln>
            <a:noFill/>
          </a:ln>
        </p:spPr>
      </p:pic>
      <p:pic>
        <p:nvPicPr>
          <p:cNvPr id="2055" name="Google Shape;2055;p176"/>
          <p:cNvPicPr preferRelativeResize="0"/>
          <p:nvPr/>
        </p:nvPicPr>
        <p:blipFill rotWithShape="1">
          <a:blip r:embed="rId17">
            <a:alphaModFix/>
          </a:blip>
          <a:srcRect/>
          <a:stretch/>
        </p:blipFill>
        <p:spPr>
          <a:xfrm>
            <a:off x="6196106" y="3255443"/>
            <a:ext cx="324000" cy="324000"/>
          </a:xfrm>
          <a:prstGeom prst="rect">
            <a:avLst/>
          </a:prstGeom>
          <a:noFill/>
          <a:ln>
            <a:noFill/>
          </a:ln>
        </p:spPr>
      </p:pic>
      <p:pic>
        <p:nvPicPr>
          <p:cNvPr id="2056" name="Google Shape;2056;p176"/>
          <p:cNvPicPr preferRelativeResize="0"/>
          <p:nvPr/>
        </p:nvPicPr>
        <p:blipFill rotWithShape="1">
          <a:blip r:embed="rId18">
            <a:alphaModFix/>
          </a:blip>
          <a:srcRect/>
          <a:stretch/>
        </p:blipFill>
        <p:spPr>
          <a:xfrm>
            <a:off x="4373560" y="3457149"/>
            <a:ext cx="540000" cy="270000"/>
          </a:xfrm>
          <a:prstGeom prst="rect">
            <a:avLst/>
          </a:prstGeom>
          <a:noFill/>
          <a:ln w="9525" cap="flat" cmpd="sng">
            <a:solidFill>
              <a:srgbClr val="BFBFBF"/>
            </a:solidFill>
            <a:prstDash val="solid"/>
            <a:round/>
            <a:headEnd type="none" w="sm" len="sm"/>
            <a:tailEnd type="none" w="sm" len="sm"/>
          </a:ln>
        </p:spPr>
      </p:pic>
      <p:pic>
        <p:nvPicPr>
          <p:cNvPr id="2057" name="Google Shape;2057;p176"/>
          <p:cNvPicPr preferRelativeResize="0"/>
          <p:nvPr/>
        </p:nvPicPr>
        <p:blipFill rotWithShape="1">
          <a:blip r:embed="rId19">
            <a:alphaModFix/>
          </a:blip>
          <a:srcRect/>
          <a:stretch/>
        </p:blipFill>
        <p:spPr>
          <a:xfrm>
            <a:off x="7872624" y="1315453"/>
            <a:ext cx="275041" cy="275041"/>
          </a:xfrm>
          <a:prstGeom prst="rect">
            <a:avLst/>
          </a:prstGeom>
          <a:noFill/>
          <a:ln>
            <a:noFill/>
          </a:ln>
        </p:spPr>
      </p:pic>
      <p:pic>
        <p:nvPicPr>
          <p:cNvPr id="2058" name="Google Shape;2058;p176"/>
          <p:cNvPicPr preferRelativeResize="0"/>
          <p:nvPr/>
        </p:nvPicPr>
        <p:blipFill rotWithShape="1">
          <a:blip r:embed="rId20">
            <a:alphaModFix/>
          </a:blip>
          <a:srcRect/>
          <a:stretch/>
        </p:blipFill>
        <p:spPr>
          <a:xfrm>
            <a:off x="7872624" y="1666072"/>
            <a:ext cx="273191" cy="273191"/>
          </a:xfrm>
          <a:prstGeom prst="rect">
            <a:avLst/>
          </a:prstGeom>
          <a:noFill/>
          <a:ln>
            <a:noFill/>
          </a:ln>
        </p:spPr>
      </p:pic>
      <p:sp>
        <p:nvSpPr>
          <p:cNvPr id="2059" name="Google Shape;2059;p176"/>
          <p:cNvSpPr txBox="1"/>
          <p:nvPr/>
        </p:nvSpPr>
        <p:spPr>
          <a:xfrm>
            <a:off x="7681171" y="1078017"/>
            <a:ext cx="709800" cy="31560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 sz="800" b="1">
                <a:solidFill>
                  <a:schemeClr val="dk1"/>
                </a:solidFill>
                <a:latin typeface="Calibri"/>
                <a:ea typeface="Calibri"/>
                <a:cs typeface="Calibri"/>
                <a:sym typeface="Calibri"/>
              </a:rPr>
              <a:t>Data Pipelines</a:t>
            </a:r>
            <a:endParaRPr sz="800" b="1">
              <a:solidFill>
                <a:schemeClr val="dk1"/>
              </a:solidFill>
              <a:latin typeface="Calibri"/>
              <a:ea typeface="Calibri"/>
              <a:cs typeface="Calibri"/>
              <a:sym typeface="Calibri"/>
            </a:endParaRPr>
          </a:p>
        </p:txBody>
      </p:sp>
      <p:cxnSp>
        <p:nvCxnSpPr>
          <p:cNvPr id="2060" name="Google Shape;2060;p176"/>
          <p:cNvCxnSpPr>
            <a:stCxn id="2057" idx="1"/>
            <a:endCxn id="2047" idx="3"/>
          </p:cNvCxnSpPr>
          <p:nvPr/>
        </p:nvCxnSpPr>
        <p:spPr>
          <a:xfrm flipH="1">
            <a:off x="7168224" y="1452973"/>
            <a:ext cx="704400" cy="151800"/>
          </a:xfrm>
          <a:prstGeom prst="bentConnector3">
            <a:avLst>
              <a:gd name="adj1" fmla="val 50000"/>
            </a:avLst>
          </a:prstGeom>
          <a:noFill/>
          <a:ln w="19050" cap="flat" cmpd="sng">
            <a:solidFill>
              <a:srgbClr val="5F3C99"/>
            </a:solidFill>
            <a:prstDash val="solid"/>
            <a:round/>
            <a:headEnd type="none" w="med" len="med"/>
            <a:tailEnd type="triangle" w="med" len="med"/>
          </a:ln>
        </p:spPr>
      </p:cxnSp>
      <p:cxnSp>
        <p:nvCxnSpPr>
          <p:cNvPr id="2061" name="Google Shape;2061;p176"/>
          <p:cNvCxnSpPr>
            <a:stCxn id="2058" idx="1"/>
            <a:endCxn id="2047" idx="3"/>
          </p:cNvCxnSpPr>
          <p:nvPr/>
        </p:nvCxnSpPr>
        <p:spPr>
          <a:xfrm rot="10800000">
            <a:off x="7168224" y="1604667"/>
            <a:ext cx="704400" cy="198000"/>
          </a:xfrm>
          <a:prstGeom prst="bentConnector3">
            <a:avLst>
              <a:gd name="adj1" fmla="val 50000"/>
            </a:avLst>
          </a:prstGeom>
          <a:noFill/>
          <a:ln w="19050" cap="flat" cmpd="sng">
            <a:solidFill>
              <a:srgbClr val="5F3C99"/>
            </a:solidFill>
            <a:prstDash val="solid"/>
            <a:round/>
            <a:headEnd type="none" w="med" len="med"/>
            <a:tailEnd type="none" w="med" len="med"/>
          </a:ln>
        </p:spPr>
      </p:cxnSp>
      <p:pic>
        <p:nvPicPr>
          <p:cNvPr id="2062" name="Google Shape;2062;p176"/>
          <p:cNvPicPr preferRelativeResize="0"/>
          <p:nvPr/>
        </p:nvPicPr>
        <p:blipFill rotWithShape="1">
          <a:blip r:embed="rId11">
            <a:alphaModFix/>
          </a:blip>
          <a:srcRect/>
          <a:stretch/>
        </p:blipFill>
        <p:spPr>
          <a:xfrm>
            <a:off x="5046939" y="3933388"/>
            <a:ext cx="270000" cy="270000"/>
          </a:xfrm>
          <a:prstGeom prst="rect">
            <a:avLst/>
          </a:prstGeom>
          <a:noFill/>
          <a:ln>
            <a:noFill/>
          </a:ln>
        </p:spPr>
      </p:pic>
      <p:pic>
        <p:nvPicPr>
          <p:cNvPr id="2063" name="Google Shape;2063;p176"/>
          <p:cNvPicPr preferRelativeResize="0"/>
          <p:nvPr/>
        </p:nvPicPr>
        <p:blipFill rotWithShape="1">
          <a:blip r:embed="rId21">
            <a:alphaModFix/>
          </a:blip>
          <a:srcRect/>
          <a:stretch/>
        </p:blipFill>
        <p:spPr>
          <a:xfrm>
            <a:off x="4877503" y="2488251"/>
            <a:ext cx="302400" cy="324300"/>
          </a:xfrm>
          <a:prstGeom prst="ellipse">
            <a:avLst/>
          </a:prstGeom>
          <a:noFill/>
          <a:ln>
            <a:noFill/>
          </a:ln>
        </p:spPr>
      </p:pic>
      <p:pic>
        <p:nvPicPr>
          <p:cNvPr id="2064" name="Google Shape;2064;p176"/>
          <p:cNvPicPr preferRelativeResize="0"/>
          <p:nvPr/>
        </p:nvPicPr>
        <p:blipFill rotWithShape="1">
          <a:blip r:embed="rId22">
            <a:alphaModFix/>
          </a:blip>
          <a:srcRect r="68861"/>
          <a:stretch/>
        </p:blipFill>
        <p:spPr>
          <a:xfrm>
            <a:off x="6599644" y="3296681"/>
            <a:ext cx="488062" cy="331572"/>
          </a:xfrm>
          <a:prstGeom prst="rect">
            <a:avLst/>
          </a:prstGeom>
          <a:noFill/>
          <a:ln>
            <a:noFill/>
          </a:ln>
        </p:spPr>
      </p:pic>
      <p:pic>
        <p:nvPicPr>
          <p:cNvPr id="2065" name="Google Shape;2065;p176"/>
          <p:cNvPicPr preferRelativeResize="0"/>
          <p:nvPr/>
        </p:nvPicPr>
        <p:blipFill rotWithShape="1">
          <a:blip r:embed="rId23">
            <a:alphaModFix/>
          </a:blip>
          <a:srcRect r="20038" b="-9170"/>
          <a:stretch/>
        </p:blipFill>
        <p:spPr>
          <a:xfrm>
            <a:off x="6196106" y="3747442"/>
            <a:ext cx="866698" cy="164090"/>
          </a:xfrm>
          <a:prstGeom prst="rect">
            <a:avLst/>
          </a:prstGeom>
          <a:noFill/>
          <a:ln>
            <a:noFill/>
          </a:ln>
        </p:spPr>
      </p:pic>
      <p:sp>
        <p:nvSpPr>
          <p:cNvPr id="2066" name="Google Shape;2066;p176"/>
          <p:cNvSpPr/>
          <p:nvPr/>
        </p:nvSpPr>
        <p:spPr>
          <a:xfrm>
            <a:off x="3180994" y="3314625"/>
            <a:ext cx="1070100" cy="197700"/>
          </a:xfrm>
          <a:prstGeom prst="rect">
            <a:avLst/>
          </a:prstGeom>
          <a:solidFill>
            <a:srgbClr val="DAE5F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en" sz="800" b="1">
                <a:solidFill>
                  <a:schemeClr val="dk1"/>
                </a:solidFill>
                <a:latin typeface="Calibri"/>
                <a:ea typeface="Calibri"/>
                <a:cs typeface="Calibri"/>
                <a:sym typeface="Calibri"/>
              </a:rPr>
              <a:t>openAI endpoints</a:t>
            </a:r>
            <a:endParaRPr sz="800" b="1">
              <a:solidFill>
                <a:schemeClr val="dk1"/>
              </a:solidFill>
              <a:latin typeface="Calibri"/>
              <a:ea typeface="Calibri"/>
              <a:cs typeface="Calibri"/>
              <a:sym typeface="Calibri"/>
            </a:endParaRPr>
          </a:p>
        </p:txBody>
      </p:sp>
      <p:sp>
        <p:nvSpPr>
          <p:cNvPr id="2067" name="Google Shape;2067;p176"/>
          <p:cNvSpPr/>
          <p:nvPr/>
        </p:nvSpPr>
        <p:spPr>
          <a:xfrm>
            <a:off x="3191906" y="3542868"/>
            <a:ext cx="1048200" cy="197700"/>
          </a:xfrm>
          <a:prstGeom prst="rect">
            <a:avLst/>
          </a:prstGeom>
          <a:solidFill>
            <a:srgbClr val="DAE5F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en" sz="800" b="1">
                <a:solidFill>
                  <a:schemeClr val="dk1"/>
                </a:solidFill>
                <a:latin typeface="Calibri"/>
                <a:ea typeface="Calibri"/>
                <a:cs typeface="Calibri"/>
                <a:sym typeface="Calibri"/>
              </a:rPr>
              <a:t>guardrail-ai</a:t>
            </a:r>
            <a:endParaRPr sz="800" b="1">
              <a:solidFill>
                <a:schemeClr val="dk1"/>
              </a:solidFill>
              <a:latin typeface="Calibri"/>
              <a:ea typeface="Calibri"/>
              <a:cs typeface="Calibri"/>
              <a:sym typeface="Calibri"/>
            </a:endParaRPr>
          </a:p>
        </p:txBody>
      </p:sp>
      <p:sp>
        <p:nvSpPr>
          <p:cNvPr id="2068" name="Google Shape;2068;p176"/>
          <p:cNvSpPr/>
          <p:nvPr/>
        </p:nvSpPr>
        <p:spPr>
          <a:xfrm>
            <a:off x="3191906" y="3999356"/>
            <a:ext cx="1048200" cy="197700"/>
          </a:xfrm>
          <a:prstGeom prst="rect">
            <a:avLst/>
          </a:prstGeom>
          <a:solidFill>
            <a:srgbClr val="DAE5F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en" sz="800" b="1">
                <a:solidFill>
                  <a:schemeClr val="dk1"/>
                </a:solidFill>
                <a:latin typeface="Calibri"/>
                <a:ea typeface="Calibri"/>
                <a:cs typeface="Calibri"/>
                <a:sym typeface="Calibri"/>
              </a:rPr>
              <a:t>Phoenix</a:t>
            </a:r>
            <a:endParaRPr sz="800" b="1">
              <a:solidFill>
                <a:schemeClr val="dk1"/>
              </a:solidFill>
              <a:latin typeface="Calibri"/>
              <a:ea typeface="Calibri"/>
              <a:cs typeface="Calibri"/>
              <a:sym typeface="Calibri"/>
            </a:endParaRPr>
          </a:p>
        </p:txBody>
      </p:sp>
      <p:sp>
        <p:nvSpPr>
          <p:cNvPr id="2069" name="Google Shape;2069;p176"/>
          <p:cNvSpPr/>
          <p:nvPr/>
        </p:nvSpPr>
        <p:spPr>
          <a:xfrm>
            <a:off x="3191906" y="3771112"/>
            <a:ext cx="1048200" cy="197700"/>
          </a:xfrm>
          <a:prstGeom prst="rect">
            <a:avLst/>
          </a:prstGeom>
          <a:solidFill>
            <a:srgbClr val="DAE5F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r>
              <a:rPr lang="en" sz="800" b="1">
                <a:solidFill>
                  <a:schemeClr val="dk1"/>
                </a:solidFill>
                <a:latin typeface="Calibri"/>
                <a:ea typeface="Calibri"/>
                <a:cs typeface="Calibri"/>
                <a:sym typeface="Calibri"/>
              </a:rPr>
              <a:t>FLARE, Hallucination</a:t>
            </a:r>
            <a:endParaRPr sz="800" b="1">
              <a:solidFill>
                <a:schemeClr val="dk1"/>
              </a:solidFill>
              <a:latin typeface="Calibri"/>
              <a:ea typeface="Calibri"/>
              <a:cs typeface="Calibri"/>
              <a:sym typeface="Calibri"/>
            </a:endParaRPr>
          </a:p>
        </p:txBody>
      </p:sp>
      <p:cxnSp>
        <p:nvCxnSpPr>
          <p:cNvPr id="2070" name="Google Shape;2070;p176"/>
          <p:cNvCxnSpPr>
            <a:stCxn id="2035" idx="2"/>
            <a:endCxn id="2036" idx="0"/>
          </p:cNvCxnSpPr>
          <p:nvPr/>
        </p:nvCxnSpPr>
        <p:spPr>
          <a:xfrm rot="-5400000" flipH="1">
            <a:off x="3705339" y="2318498"/>
            <a:ext cx="384000" cy="738000"/>
          </a:xfrm>
          <a:prstGeom prst="curvedConnector3">
            <a:avLst>
              <a:gd name="adj1" fmla="val 50009"/>
            </a:avLst>
          </a:prstGeom>
          <a:noFill/>
          <a:ln w="19050" cap="flat" cmpd="sng">
            <a:solidFill>
              <a:srgbClr val="5F3C99"/>
            </a:solidFill>
            <a:prstDash val="solid"/>
            <a:round/>
            <a:headEnd type="triangle" w="med" len="med"/>
            <a:tailEnd type="none" w="med" len="med"/>
          </a:ln>
        </p:spPr>
      </p:cxnSp>
      <p:cxnSp>
        <p:nvCxnSpPr>
          <p:cNvPr id="2071" name="Google Shape;2071;p176"/>
          <p:cNvCxnSpPr>
            <a:stCxn id="2035" idx="3"/>
          </p:cNvCxnSpPr>
          <p:nvPr/>
        </p:nvCxnSpPr>
        <p:spPr>
          <a:xfrm>
            <a:off x="4057239" y="1956248"/>
            <a:ext cx="402000" cy="4200"/>
          </a:xfrm>
          <a:prstGeom prst="curvedConnector3">
            <a:avLst>
              <a:gd name="adj1" fmla="val 50000"/>
            </a:avLst>
          </a:prstGeom>
          <a:noFill/>
          <a:ln w="19050" cap="flat" cmpd="sng">
            <a:solidFill>
              <a:srgbClr val="5F3C99"/>
            </a:solidFill>
            <a:prstDash val="solid"/>
            <a:round/>
            <a:headEnd type="triangle" w="med" len="med"/>
            <a:tailEnd type="none" w="med" len="med"/>
          </a:ln>
        </p:spPr>
      </p:cxnSp>
      <p:cxnSp>
        <p:nvCxnSpPr>
          <p:cNvPr id="2072" name="Google Shape;2072;p176"/>
          <p:cNvCxnSpPr/>
          <p:nvPr/>
        </p:nvCxnSpPr>
        <p:spPr>
          <a:xfrm>
            <a:off x="5523384" y="3449944"/>
            <a:ext cx="528000" cy="5700"/>
          </a:xfrm>
          <a:prstGeom prst="curvedConnector3">
            <a:avLst>
              <a:gd name="adj1" fmla="val 50000"/>
            </a:avLst>
          </a:prstGeom>
          <a:noFill/>
          <a:ln w="19050" cap="flat" cmpd="sng">
            <a:solidFill>
              <a:srgbClr val="5F3C99"/>
            </a:solidFill>
            <a:prstDash val="solid"/>
            <a:round/>
            <a:headEnd type="triangle" w="med" len="med"/>
            <a:tailEnd type="none" w="med" len="med"/>
          </a:ln>
        </p:spPr>
      </p:cxnSp>
      <p:cxnSp>
        <p:nvCxnSpPr>
          <p:cNvPr id="2073" name="Google Shape;2073;p176"/>
          <p:cNvCxnSpPr/>
          <p:nvPr/>
        </p:nvCxnSpPr>
        <p:spPr>
          <a:xfrm>
            <a:off x="5547553" y="1776516"/>
            <a:ext cx="528000" cy="5700"/>
          </a:xfrm>
          <a:prstGeom prst="curvedConnector3">
            <a:avLst>
              <a:gd name="adj1" fmla="val 50000"/>
            </a:avLst>
          </a:prstGeom>
          <a:noFill/>
          <a:ln w="19050" cap="flat" cmpd="sng">
            <a:solidFill>
              <a:srgbClr val="5F3C99"/>
            </a:solidFill>
            <a:prstDash val="solid"/>
            <a:round/>
            <a:headEnd type="triangle" w="med" len="med"/>
            <a:tailEnd type="none" w="med" len="med"/>
          </a:ln>
        </p:spPr>
      </p:cxnSp>
      <p:cxnSp>
        <p:nvCxnSpPr>
          <p:cNvPr id="2074" name="Google Shape;2074;p176"/>
          <p:cNvCxnSpPr>
            <a:stCxn id="2021" idx="2"/>
            <a:endCxn id="2035" idx="1"/>
          </p:cNvCxnSpPr>
          <p:nvPr/>
        </p:nvCxnSpPr>
        <p:spPr>
          <a:xfrm rot="10800000" flipH="1">
            <a:off x="2539324" y="1956190"/>
            <a:ext cx="460200" cy="286200"/>
          </a:xfrm>
          <a:prstGeom prst="curvedConnector3">
            <a:avLst>
              <a:gd name="adj1" fmla="val 49999"/>
            </a:avLst>
          </a:prstGeom>
          <a:noFill/>
          <a:ln w="19050" cap="flat" cmpd="sng">
            <a:solidFill>
              <a:srgbClr val="5F3C99"/>
            </a:solidFill>
            <a:prstDash val="solid"/>
            <a:round/>
            <a:headEnd type="triangle" w="med" len="med"/>
            <a:tailEnd type="none" w="med" len="med"/>
          </a:ln>
        </p:spPr>
      </p:cxnSp>
      <p:cxnSp>
        <p:nvCxnSpPr>
          <p:cNvPr id="2075" name="Google Shape;2075;p176"/>
          <p:cNvCxnSpPr>
            <a:endCxn id="2036" idx="1"/>
          </p:cNvCxnSpPr>
          <p:nvPr/>
        </p:nvCxnSpPr>
        <p:spPr>
          <a:xfrm>
            <a:off x="2579859" y="3327919"/>
            <a:ext cx="438300" cy="264300"/>
          </a:xfrm>
          <a:prstGeom prst="curvedConnector3">
            <a:avLst>
              <a:gd name="adj1" fmla="val 50000"/>
            </a:avLst>
          </a:prstGeom>
          <a:noFill/>
          <a:ln w="19050" cap="flat" cmpd="sng">
            <a:solidFill>
              <a:srgbClr val="5F3C99"/>
            </a:solidFill>
            <a:prstDash val="solid"/>
            <a:round/>
            <a:headEnd type="triangle" w="med" len="med"/>
            <a:tailEnd type="none" w="med" len="med"/>
          </a:ln>
        </p:spPr>
      </p:cxnSp>
      <p:sp>
        <p:nvSpPr>
          <p:cNvPr id="2076" name="Google Shape;2076;p176"/>
          <p:cNvSpPr txBox="1">
            <a:spLocks noGrp="1"/>
          </p:cNvSpPr>
          <p:nvPr>
            <p:ph type="title"/>
          </p:nvPr>
        </p:nvSpPr>
        <p:spPr>
          <a:xfrm>
            <a:off x="446625" y="228600"/>
            <a:ext cx="7886700" cy="796500"/>
          </a:xfrm>
          <a:prstGeom prst="rect">
            <a:avLst/>
          </a:prstGeom>
        </p:spPr>
        <p:txBody>
          <a:bodyPr spcFirstLastPara="1" wrap="square" lIns="68575" tIns="34275" rIns="68575" bIns="34275" anchor="ctr" anchorCtr="0">
            <a:normAutofit/>
          </a:bodyPr>
          <a:lstStyle/>
          <a:p>
            <a:pPr marL="0" lvl="0" indent="0" algn="l" rtl="0">
              <a:lnSpc>
                <a:spcPct val="100000"/>
              </a:lnSpc>
              <a:spcBef>
                <a:spcPts val="0"/>
              </a:spcBef>
              <a:spcAft>
                <a:spcPts val="0"/>
              </a:spcAft>
              <a:buNone/>
            </a:pPr>
            <a:r>
              <a:rPr lang="en" b="1">
                <a:highlight>
                  <a:schemeClr val="lt1"/>
                </a:highlight>
                <a:latin typeface="Plus Jakarta Sans"/>
                <a:ea typeface="Plus Jakarta Sans"/>
                <a:cs typeface="Plus Jakarta Sans"/>
                <a:sym typeface="Plus Jakarta Sans"/>
              </a:rPr>
              <a:t>OCBC: </a:t>
            </a:r>
            <a:r>
              <a:rPr lang="en">
                <a:highlight>
                  <a:schemeClr val="lt1"/>
                </a:highlight>
              </a:rPr>
              <a:t>Cloudera AI is modular yet powerful. Customers can build full AI applications on top</a:t>
            </a:r>
            <a:endParaRPr sz="2200">
              <a:solidFill>
                <a:srgbClr val="305868"/>
              </a:solidFill>
              <a:latin typeface="Lato"/>
              <a:ea typeface="Lato"/>
              <a:cs typeface="Lato"/>
              <a:sym typeface="Lato"/>
            </a:endParaRPr>
          </a:p>
        </p:txBody>
      </p:sp>
      <p:pic>
        <p:nvPicPr>
          <p:cNvPr id="2077" name="Google Shape;2077;p176"/>
          <p:cNvPicPr preferRelativeResize="0"/>
          <p:nvPr/>
        </p:nvPicPr>
        <p:blipFill rotWithShape="1">
          <a:blip r:embed="rId24">
            <a:alphaModFix/>
          </a:blip>
          <a:srcRect t="23897" b="20835"/>
          <a:stretch/>
        </p:blipFill>
        <p:spPr>
          <a:xfrm>
            <a:off x="4381763" y="3838696"/>
            <a:ext cx="523594" cy="289360"/>
          </a:xfrm>
          <a:prstGeom prst="rect">
            <a:avLst/>
          </a:prstGeom>
          <a:noFill/>
          <a:ln w="9525" cap="flat" cmpd="sng">
            <a:solidFill>
              <a:srgbClr val="BFBFBF"/>
            </a:solidFill>
            <a:prstDash val="solid"/>
            <a:round/>
            <a:headEnd type="none" w="sm" len="sm"/>
            <a:tailEnd type="none" w="sm" len="sm"/>
          </a:ln>
        </p:spPr>
      </p:pic>
      <p:sp>
        <p:nvSpPr>
          <p:cNvPr id="2078" name="Google Shape;2078;p176"/>
          <p:cNvSpPr txBox="1"/>
          <p:nvPr/>
        </p:nvSpPr>
        <p:spPr>
          <a:xfrm>
            <a:off x="3790050" y="4586450"/>
            <a:ext cx="1707000" cy="253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chemeClr val="accent1"/>
                </a:solidFill>
                <a:latin typeface="Plus Jakarta Sans"/>
                <a:ea typeface="Plus Jakarta Sans"/>
                <a:cs typeface="Plus Jakarta Sans"/>
                <a:sym typeface="Plus Jakarta Sans"/>
              </a:rPr>
              <a:t>CLOUDERA AI</a:t>
            </a:r>
            <a:endParaRPr b="1">
              <a:solidFill>
                <a:schemeClr val="accent1"/>
              </a:solidFill>
              <a:latin typeface="Plus Jakarta Sans"/>
              <a:ea typeface="Plus Jakarta Sans"/>
              <a:cs typeface="Plus Jakarta Sans"/>
              <a:sym typeface="Plus Jakarta Sans"/>
            </a:endParaRPr>
          </a:p>
        </p:txBody>
      </p:sp>
      <p:sp>
        <p:nvSpPr>
          <p:cNvPr id="2079" name="Google Shape;2079;p176"/>
          <p:cNvSpPr/>
          <p:nvPr/>
        </p:nvSpPr>
        <p:spPr>
          <a:xfrm>
            <a:off x="0" y="0"/>
            <a:ext cx="2710800" cy="228600"/>
          </a:xfrm>
          <a:prstGeom prst="rect">
            <a:avLst/>
          </a:prstGeom>
          <a:solidFill>
            <a:srgbClr val="5555F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b="1" i="1">
                <a:solidFill>
                  <a:srgbClr val="FFFFFF"/>
                </a:solidFill>
                <a:latin typeface="Plus Jakarta Sans Bold"/>
                <a:ea typeface="Plus Jakarta Sans Bold"/>
                <a:cs typeface="Plus Jakarta Sans Bold"/>
                <a:sym typeface="Plus Jakarta Sans"/>
              </a:rPr>
              <a:t>Customer stories</a:t>
            </a:r>
            <a:endParaRPr b="1" i="1">
              <a:solidFill>
                <a:srgbClr val="FFFFFF"/>
              </a:solidFill>
              <a:latin typeface="Plus Jakarta Sans Bold"/>
              <a:ea typeface="Plus Jakarta Sans Bold"/>
              <a:cs typeface="Plus Jakarta Sans Bold"/>
              <a:sym typeface="Plus Jakarta Sans"/>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084"/>
        <p:cNvGrpSpPr/>
        <p:nvPr/>
      </p:nvGrpSpPr>
      <p:grpSpPr>
        <a:xfrm>
          <a:off x="0" y="0"/>
          <a:ext cx="0" cy="0"/>
          <a:chOff x="0" y="0"/>
          <a:chExt cx="0" cy="0"/>
        </a:xfrm>
      </p:grpSpPr>
      <p:sp>
        <p:nvSpPr>
          <p:cNvPr id="2085" name="Google Shape;2085;p177"/>
          <p:cNvSpPr txBox="1">
            <a:spLocks noGrp="1"/>
          </p:cNvSpPr>
          <p:nvPr>
            <p:ph type="title"/>
          </p:nvPr>
        </p:nvSpPr>
        <p:spPr>
          <a:xfrm>
            <a:off x="446625" y="30975"/>
            <a:ext cx="7886700" cy="994200"/>
          </a:xfrm>
          <a:prstGeom prst="rect">
            <a:avLst/>
          </a:prstGeom>
        </p:spPr>
        <p:txBody>
          <a:bodyPr spcFirstLastPara="1" wrap="square" lIns="68575" tIns="34275" rIns="68575" bIns="34275" anchor="ctr" anchorCtr="0">
            <a:normAutofit/>
          </a:bodyPr>
          <a:lstStyle/>
          <a:p>
            <a:pPr marL="0" lvl="0" indent="0" algn="l" rtl="0">
              <a:lnSpc>
                <a:spcPct val="100000"/>
              </a:lnSpc>
              <a:spcBef>
                <a:spcPts val="0"/>
              </a:spcBef>
              <a:spcAft>
                <a:spcPts val="0"/>
              </a:spcAft>
              <a:buNone/>
            </a:pPr>
            <a:r>
              <a:rPr lang="en" b="1">
                <a:highlight>
                  <a:schemeClr val="lt1"/>
                </a:highlight>
                <a:latin typeface="Plus Jakarta Sans"/>
                <a:ea typeface="Plus Jakarta Sans"/>
                <a:cs typeface="Plus Jakarta Sans"/>
                <a:sym typeface="Plus Jakarta Sans"/>
              </a:rPr>
              <a:t>OCBC: Some AI and GenAI applications </a:t>
            </a:r>
            <a:endParaRPr sz="2200">
              <a:solidFill>
                <a:srgbClr val="305868"/>
              </a:solidFill>
              <a:latin typeface="Lato"/>
              <a:ea typeface="Lato"/>
              <a:cs typeface="Lato"/>
              <a:sym typeface="Lato"/>
            </a:endParaRPr>
          </a:p>
        </p:txBody>
      </p:sp>
      <p:sp>
        <p:nvSpPr>
          <p:cNvPr id="2086" name="Google Shape;2086;p177"/>
          <p:cNvSpPr txBox="1"/>
          <p:nvPr/>
        </p:nvSpPr>
        <p:spPr>
          <a:xfrm>
            <a:off x="277775" y="1012575"/>
            <a:ext cx="2526900" cy="403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b="1">
                <a:solidFill>
                  <a:schemeClr val="accent2"/>
                </a:solidFill>
                <a:latin typeface="Plus Jakarta Sans"/>
                <a:ea typeface="Plus Jakarta Sans"/>
                <a:cs typeface="Plus Jakarta Sans"/>
                <a:sym typeface="Plus Jakarta Sans"/>
              </a:rPr>
              <a:t>Real time Fraud detection</a:t>
            </a:r>
            <a:endParaRPr sz="1300" b="1">
              <a:solidFill>
                <a:schemeClr val="accent2"/>
              </a:solidFill>
              <a:latin typeface="Plus Jakarta Sans"/>
              <a:ea typeface="Plus Jakarta Sans"/>
              <a:cs typeface="Plus Jakarta Sans"/>
              <a:sym typeface="Plus Jakarta Sans"/>
            </a:endParaRPr>
          </a:p>
        </p:txBody>
      </p:sp>
      <p:sp>
        <p:nvSpPr>
          <p:cNvPr id="2087" name="Google Shape;2087;p177"/>
          <p:cNvSpPr txBox="1"/>
          <p:nvPr/>
        </p:nvSpPr>
        <p:spPr>
          <a:xfrm>
            <a:off x="3225100" y="953500"/>
            <a:ext cx="2526900" cy="403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b="1">
                <a:solidFill>
                  <a:schemeClr val="accent2"/>
                </a:solidFill>
                <a:latin typeface="Plus Jakarta Sans"/>
                <a:ea typeface="Plus Jakarta Sans"/>
                <a:cs typeface="Plus Jakarta Sans"/>
                <a:sym typeface="Plus Jakarta Sans"/>
              </a:rPr>
              <a:t>Fine tune Vision model for contract parsing</a:t>
            </a:r>
            <a:endParaRPr sz="1300" b="1">
              <a:solidFill>
                <a:schemeClr val="accent2"/>
              </a:solidFill>
              <a:latin typeface="Plus Jakarta Sans"/>
              <a:ea typeface="Plus Jakarta Sans"/>
              <a:cs typeface="Plus Jakarta Sans"/>
              <a:sym typeface="Plus Jakarta Sans"/>
            </a:endParaRPr>
          </a:p>
        </p:txBody>
      </p:sp>
      <p:sp>
        <p:nvSpPr>
          <p:cNvPr id="2088" name="Google Shape;2088;p177"/>
          <p:cNvSpPr txBox="1"/>
          <p:nvPr/>
        </p:nvSpPr>
        <p:spPr>
          <a:xfrm>
            <a:off x="6172425" y="953500"/>
            <a:ext cx="2680800" cy="403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b="1">
                <a:solidFill>
                  <a:schemeClr val="accent2"/>
                </a:solidFill>
                <a:latin typeface="Plus Jakarta Sans"/>
                <a:ea typeface="Plus Jakarta Sans"/>
                <a:cs typeface="Plus Jakarta Sans"/>
                <a:sym typeface="Plus Jakarta Sans"/>
              </a:rPr>
              <a:t>Agentic AI for private banking customer onboarding</a:t>
            </a:r>
            <a:endParaRPr sz="1300" b="1">
              <a:solidFill>
                <a:schemeClr val="accent2"/>
              </a:solidFill>
              <a:latin typeface="Plus Jakarta Sans"/>
              <a:ea typeface="Plus Jakarta Sans"/>
              <a:cs typeface="Plus Jakarta Sans"/>
              <a:sym typeface="Plus Jakarta Sans"/>
            </a:endParaRPr>
          </a:p>
        </p:txBody>
      </p:sp>
      <p:pic>
        <p:nvPicPr>
          <p:cNvPr id="2089" name="Google Shape;2089;p177"/>
          <p:cNvPicPr preferRelativeResize="0"/>
          <p:nvPr/>
        </p:nvPicPr>
        <p:blipFill>
          <a:blip r:embed="rId3">
            <a:alphaModFix/>
          </a:blip>
          <a:stretch>
            <a:fillRect/>
          </a:stretch>
        </p:blipFill>
        <p:spPr>
          <a:xfrm>
            <a:off x="109750" y="3297600"/>
            <a:ext cx="2862926" cy="1451624"/>
          </a:xfrm>
          <a:prstGeom prst="rect">
            <a:avLst/>
          </a:prstGeom>
          <a:noFill/>
          <a:ln>
            <a:noFill/>
          </a:ln>
        </p:spPr>
      </p:pic>
      <p:sp>
        <p:nvSpPr>
          <p:cNvPr id="2090" name="Google Shape;2090;p177"/>
          <p:cNvSpPr txBox="1"/>
          <p:nvPr/>
        </p:nvSpPr>
        <p:spPr>
          <a:xfrm>
            <a:off x="152325" y="1469575"/>
            <a:ext cx="2724000" cy="1613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latin typeface="Plus Jakarta Sans"/>
                <a:ea typeface="Plus Jakarta Sans"/>
                <a:cs typeface="Plus Jakarta Sans"/>
                <a:sym typeface="Plus Jakarta Sans"/>
              </a:rPr>
              <a:t>Leverage CAI for Fraud detection with P90 of 17ms. Deployed a RT fraud scoring with RT features and historical features</a:t>
            </a:r>
            <a:endParaRPr sz="1200">
              <a:latin typeface="Plus Jakarta Sans"/>
              <a:ea typeface="Plus Jakarta Sans"/>
              <a:cs typeface="Plus Jakarta Sans"/>
              <a:sym typeface="Plus Jakarta Sans"/>
            </a:endParaRPr>
          </a:p>
          <a:p>
            <a:pPr marL="0" lvl="0" indent="0" algn="l" rtl="0">
              <a:spcBef>
                <a:spcPts val="0"/>
              </a:spcBef>
              <a:spcAft>
                <a:spcPts val="0"/>
              </a:spcAft>
              <a:buNone/>
            </a:pPr>
            <a:endParaRPr sz="1200">
              <a:latin typeface="Plus Jakarta Sans"/>
              <a:ea typeface="Plus Jakarta Sans"/>
              <a:cs typeface="Plus Jakarta Sans"/>
              <a:sym typeface="Plus Jakarta Sans"/>
            </a:endParaRPr>
          </a:p>
          <a:p>
            <a:pPr marL="0" lvl="0" indent="0" algn="l" rtl="0">
              <a:spcBef>
                <a:spcPts val="0"/>
              </a:spcBef>
              <a:spcAft>
                <a:spcPts val="0"/>
              </a:spcAft>
              <a:buNone/>
            </a:pPr>
            <a:r>
              <a:rPr lang="en" sz="1200" b="1">
                <a:latin typeface="Plus Jakarta Sans"/>
                <a:ea typeface="Plus Jakarta Sans"/>
                <a:cs typeface="Plus Jakarta Sans"/>
                <a:sym typeface="Plus Jakarta Sans"/>
              </a:rPr>
              <a:t>Technology</a:t>
            </a:r>
            <a:r>
              <a:rPr lang="en" sz="1200">
                <a:latin typeface="Plus Jakarta Sans"/>
                <a:ea typeface="Plus Jakarta Sans"/>
                <a:cs typeface="Plus Jakarta Sans"/>
                <a:sym typeface="Plus Jakarta Sans"/>
              </a:rPr>
              <a:t>: Kafka, Flink, CAI.</a:t>
            </a:r>
            <a:endParaRPr sz="1200">
              <a:latin typeface="Plus Jakarta Sans"/>
              <a:ea typeface="Plus Jakarta Sans"/>
              <a:cs typeface="Plus Jakarta Sans"/>
              <a:sym typeface="Plus Jakarta Sans"/>
            </a:endParaRPr>
          </a:p>
          <a:p>
            <a:pPr marL="0" lvl="0" indent="0" algn="l" rtl="0">
              <a:spcBef>
                <a:spcPts val="0"/>
              </a:spcBef>
              <a:spcAft>
                <a:spcPts val="0"/>
              </a:spcAft>
              <a:buNone/>
            </a:pPr>
            <a:endParaRPr sz="1200">
              <a:latin typeface="Plus Jakarta Sans"/>
              <a:ea typeface="Plus Jakarta Sans"/>
              <a:cs typeface="Plus Jakarta Sans"/>
              <a:sym typeface="Plus Jakarta Sans"/>
            </a:endParaRPr>
          </a:p>
          <a:p>
            <a:pPr marL="0" lvl="0" indent="0" algn="l" rtl="0">
              <a:spcBef>
                <a:spcPts val="0"/>
              </a:spcBef>
              <a:spcAft>
                <a:spcPts val="0"/>
              </a:spcAft>
              <a:buNone/>
            </a:pPr>
            <a:r>
              <a:rPr lang="en" sz="1200" b="1">
                <a:latin typeface="Plus Jakarta Sans"/>
                <a:ea typeface="Plus Jakarta Sans"/>
                <a:cs typeface="Plus Jakarta Sans"/>
                <a:sym typeface="Plus Jakarta Sans"/>
              </a:rPr>
              <a:t>Outcome</a:t>
            </a:r>
            <a:r>
              <a:rPr lang="en" sz="1200">
                <a:latin typeface="Plus Jakarta Sans"/>
                <a:ea typeface="Plus Jakarta Sans"/>
                <a:cs typeface="Plus Jakarta Sans"/>
                <a:sym typeface="Plus Jakarta Sans"/>
              </a:rPr>
              <a:t>: +50M $ of scam avoided, Recognised by regulator</a:t>
            </a:r>
            <a:endParaRPr sz="1200">
              <a:latin typeface="Plus Jakarta Sans"/>
              <a:ea typeface="Plus Jakarta Sans"/>
              <a:cs typeface="Plus Jakarta Sans"/>
              <a:sym typeface="Plus Jakarta Sans"/>
            </a:endParaRPr>
          </a:p>
        </p:txBody>
      </p:sp>
      <p:sp>
        <p:nvSpPr>
          <p:cNvPr id="2091" name="Google Shape;2091;p177"/>
          <p:cNvSpPr txBox="1"/>
          <p:nvPr/>
        </p:nvSpPr>
        <p:spPr>
          <a:xfrm>
            <a:off x="3072763" y="2894250"/>
            <a:ext cx="2724000" cy="1613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latin typeface="Plus Jakarta Sans"/>
                <a:ea typeface="Plus Jakarta Sans"/>
                <a:cs typeface="Plus Jakarta Sans"/>
                <a:sym typeface="Plus Jakarta Sans"/>
              </a:rPr>
              <a:t>Fine tune a Vision language model to match derivative contracts against Trading system</a:t>
            </a:r>
            <a:endParaRPr sz="1200">
              <a:latin typeface="Plus Jakarta Sans"/>
              <a:ea typeface="Plus Jakarta Sans"/>
              <a:cs typeface="Plus Jakarta Sans"/>
              <a:sym typeface="Plus Jakarta Sans"/>
            </a:endParaRPr>
          </a:p>
          <a:p>
            <a:pPr marL="0" lvl="0" indent="0" algn="l" rtl="0">
              <a:spcBef>
                <a:spcPts val="0"/>
              </a:spcBef>
              <a:spcAft>
                <a:spcPts val="0"/>
              </a:spcAft>
              <a:buNone/>
            </a:pPr>
            <a:endParaRPr sz="1200">
              <a:latin typeface="Plus Jakarta Sans"/>
              <a:ea typeface="Plus Jakarta Sans"/>
              <a:cs typeface="Plus Jakarta Sans"/>
              <a:sym typeface="Plus Jakarta Sans"/>
            </a:endParaRPr>
          </a:p>
          <a:p>
            <a:pPr marL="0" lvl="0" indent="0" algn="l" rtl="0">
              <a:spcBef>
                <a:spcPts val="0"/>
              </a:spcBef>
              <a:spcAft>
                <a:spcPts val="0"/>
              </a:spcAft>
              <a:buNone/>
            </a:pPr>
            <a:r>
              <a:rPr lang="en" sz="1200" b="1">
                <a:latin typeface="Plus Jakarta Sans"/>
                <a:ea typeface="Plus Jakarta Sans"/>
                <a:cs typeface="Plus Jakarta Sans"/>
                <a:sym typeface="Plus Jakarta Sans"/>
              </a:rPr>
              <a:t>Technology</a:t>
            </a:r>
            <a:r>
              <a:rPr lang="en" sz="1200">
                <a:latin typeface="Plus Jakarta Sans"/>
                <a:ea typeface="Plus Jakarta Sans"/>
                <a:cs typeface="Plus Jakarta Sans"/>
                <a:sym typeface="Plus Jakarta Sans"/>
              </a:rPr>
              <a:t>: CAI, S3, Murex, Llama, MiniCPM</a:t>
            </a:r>
            <a:endParaRPr sz="1200">
              <a:latin typeface="Plus Jakarta Sans"/>
              <a:ea typeface="Plus Jakarta Sans"/>
              <a:cs typeface="Plus Jakarta Sans"/>
              <a:sym typeface="Plus Jakarta Sans"/>
            </a:endParaRPr>
          </a:p>
          <a:p>
            <a:pPr marL="0" lvl="0" indent="0" algn="l" rtl="0">
              <a:spcBef>
                <a:spcPts val="0"/>
              </a:spcBef>
              <a:spcAft>
                <a:spcPts val="0"/>
              </a:spcAft>
              <a:buNone/>
            </a:pPr>
            <a:r>
              <a:rPr lang="en" sz="1200" b="1">
                <a:latin typeface="Plus Jakarta Sans"/>
                <a:ea typeface="Plus Jakarta Sans"/>
                <a:cs typeface="Plus Jakarta Sans"/>
                <a:sym typeface="Plus Jakarta Sans"/>
              </a:rPr>
              <a:t>Outcome</a:t>
            </a:r>
            <a:r>
              <a:rPr lang="en" sz="1200">
                <a:latin typeface="Plus Jakarta Sans"/>
                <a:ea typeface="Plus Jakarta Sans"/>
                <a:cs typeface="Plus Jakarta Sans"/>
                <a:sym typeface="Plus Jakarta Sans"/>
              </a:rPr>
              <a:t>: +6FTE reduction + reconciliation within 1 hour</a:t>
            </a:r>
            <a:endParaRPr sz="1200">
              <a:latin typeface="Plus Jakarta Sans"/>
              <a:ea typeface="Plus Jakarta Sans"/>
              <a:cs typeface="Plus Jakarta Sans"/>
              <a:sym typeface="Plus Jakarta Sans"/>
            </a:endParaRPr>
          </a:p>
        </p:txBody>
      </p:sp>
      <p:pic>
        <p:nvPicPr>
          <p:cNvPr id="2092" name="Google Shape;2092;p177"/>
          <p:cNvPicPr preferRelativeResize="0"/>
          <p:nvPr/>
        </p:nvPicPr>
        <p:blipFill>
          <a:blip r:embed="rId4">
            <a:alphaModFix/>
          </a:blip>
          <a:stretch>
            <a:fillRect/>
          </a:stretch>
        </p:blipFill>
        <p:spPr>
          <a:xfrm>
            <a:off x="3081775" y="1801325"/>
            <a:ext cx="2616427" cy="770425"/>
          </a:xfrm>
          <a:prstGeom prst="rect">
            <a:avLst/>
          </a:prstGeom>
          <a:noFill/>
          <a:ln>
            <a:noFill/>
          </a:ln>
        </p:spPr>
      </p:pic>
      <p:sp>
        <p:nvSpPr>
          <p:cNvPr id="2093" name="Google Shape;2093;p177"/>
          <p:cNvSpPr txBox="1"/>
          <p:nvPr/>
        </p:nvSpPr>
        <p:spPr>
          <a:xfrm>
            <a:off x="6172413" y="1595000"/>
            <a:ext cx="2724000" cy="1613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latin typeface="Plus Jakarta Sans"/>
                <a:ea typeface="Plus Jakarta Sans"/>
                <a:cs typeface="Plus Jakarta Sans"/>
                <a:sym typeface="Plus Jakarta Sans"/>
              </a:rPr>
              <a:t>Developed a multi step agentic workflow to process up to 600 pages of onboarding documents to perform KYC</a:t>
            </a:r>
            <a:endParaRPr sz="1200">
              <a:latin typeface="Plus Jakarta Sans"/>
              <a:ea typeface="Plus Jakarta Sans"/>
              <a:cs typeface="Plus Jakarta Sans"/>
              <a:sym typeface="Plus Jakarta Sans"/>
            </a:endParaRPr>
          </a:p>
          <a:p>
            <a:pPr marL="0" lvl="0" indent="0" algn="l" rtl="0">
              <a:spcBef>
                <a:spcPts val="0"/>
              </a:spcBef>
              <a:spcAft>
                <a:spcPts val="0"/>
              </a:spcAft>
              <a:buNone/>
            </a:pPr>
            <a:endParaRPr sz="1200">
              <a:latin typeface="Plus Jakarta Sans"/>
              <a:ea typeface="Plus Jakarta Sans"/>
              <a:cs typeface="Plus Jakarta Sans"/>
              <a:sym typeface="Plus Jakarta Sans"/>
            </a:endParaRPr>
          </a:p>
          <a:p>
            <a:pPr marL="0" lvl="0" indent="0" algn="l" rtl="0">
              <a:spcBef>
                <a:spcPts val="0"/>
              </a:spcBef>
              <a:spcAft>
                <a:spcPts val="0"/>
              </a:spcAft>
              <a:buNone/>
            </a:pPr>
            <a:r>
              <a:rPr lang="en" sz="1200" b="1">
                <a:latin typeface="Plus Jakarta Sans"/>
                <a:ea typeface="Plus Jakarta Sans"/>
                <a:cs typeface="Plus Jakarta Sans"/>
                <a:sym typeface="Plus Jakarta Sans"/>
              </a:rPr>
              <a:t>Technology</a:t>
            </a:r>
            <a:r>
              <a:rPr lang="en" sz="1200">
                <a:latin typeface="Plus Jakarta Sans"/>
                <a:ea typeface="Plus Jakarta Sans"/>
                <a:cs typeface="Plus Jakarta Sans"/>
                <a:sym typeface="Plus Jakarta Sans"/>
              </a:rPr>
              <a:t>: CrewAI, CAI, Llama, miniCPM.</a:t>
            </a:r>
            <a:endParaRPr sz="1200">
              <a:latin typeface="Plus Jakarta Sans"/>
              <a:ea typeface="Plus Jakarta Sans"/>
              <a:cs typeface="Plus Jakarta Sans"/>
              <a:sym typeface="Plus Jakarta Sans"/>
            </a:endParaRPr>
          </a:p>
          <a:p>
            <a:pPr marL="0" lvl="0" indent="0" algn="l" rtl="0">
              <a:spcBef>
                <a:spcPts val="0"/>
              </a:spcBef>
              <a:spcAft>
                <a:spcPts val="0"/>
              </a:spcAft>
              <a:buNone/>
            </a:pPr>
            <a:r>
              <a:rPr lang="en" sz="1200" b="1">
                <a:latin typeface="Plus Jakarta Sans"/>
                <a:ea typeface="Plus Jakarta Sans"/>
                <a:cs typeface="Plus Jakarta Sans"/>
                <a:sym typeface="Plus Jakarta Sans"/>
              </a:rPr>
              <a:t>Outcome</a:t>
            </a:r>
            <a:r>
              <a:rPr lang="en" sz="1200">
                <a:latin typeface="Plus Jakarta Sans"/>
                <a:ea typeface="Plus Jakarta Sans"/>
                <a:cs typeface="Plus Jakarta Sans"/>
                <a:sym typeface="Plus Jakarta Sans"/>
              </a:rPr>
              <a:t>: 10+M$ cost improvement</a:t>
            </a:r>
            <a:endParaRPr sz="1200">
              <a:latin typeface="Plus Jakarta Sans"/>
              <a:ea typeface="Plus Jakarta Sans"/>
              <a:cs typeface="Plus Jakarta Sans"/>
              <a:sym typeface="Plus Jakarta Sans"/>
            </a:endParaRPr>
          </a:p>
        </p:txBody>
      </p:sp>
      <p:pic>
        <p:nvPicPr>
          <p:cNvPr id="2094" name="Google Shape;2094;p177"/>
          <p:cNvPicPr preferRelativeResize="0"/>
          <p:nvPr/>
        </p:nvPicPr>
        <p:blipFill>
          <a:blip r:embed="rId5">
            <a:alphaModFix/>
          </a:blip>
          <a:stretch>
            <a:fillRect/>
          </a:stretch>
        </p:blipFill>
        <p:spPr>
          <a:xfrm>
            <a:off x="6172425" y="3490450"/>
            <a:ext cx="2862923" cy="1176017"/>
          </a:xfrm>
          <a:prstGeom prst="rect">
            <a:avLst/>
          </a:prstGeom>
          <a:noFill/>
          <a:ln>
            <a:noFill/>
          </a:ln>
        </p:spPr>
      </p:pic>
      <p:sp>
        <p:nvSpPr>
          <p:cNvPr id="2095" name="Google Shape;2095;p177"/>
          <p:cNvSpPr/>
          <p:nvPr/>
        </p:nvSpPr>
        <p:spPr>
          <a:xfrm>
            <a:off x="0" y="0"/>
            <a:ext cx="2710800" cy="228600"/>
          </a:xfrm>
          <a:prstGeom prst="rect">
            <a:avLst/>
          </a:prstGeom>
          <a:solidFill>
            <a:srgbClr val="5555F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i="1">
                <a:solidFill>
                  <a:schemeClr val="lt1"/>
                </a:solidFill>
                <a:latin typeface="Plus Jakarta Sans Bold"/>
                <a:ea typeface="Plus Jakarta Sans Bold"/>
                <a:cs typeface="Plus Jakarta Sans Bold"/>
                <a:sym typeface="Plus Jakarta Sans"/>
              </a:rPr>
              <a:t>Customer stories</a:t>
            </a:r>
            <a:endParaRPr b="1" i="1">
              <a:solidFill>
                <a:srgbClr val="FFFFFF"/>
              </a:solidFill>
              <a:latin typeface="Plus Jakarta Sans Bold"/>
              <a:ea typeface="Plus Jakarta Sans Bold"/>
              <a:cs typeface="Plus Jakarta Sans Bold"/>
              <a:sym typeface="Plus Jakarta Sans"/>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099"/>
        <p:cNvGrpSpPr/>
        <p:nvPr/>
      </p:nvGrpSpPr>
      <p:grpSpPr>
        <a:xfrm>
          <a:off x="0" y="0"/>
          <a:ext cx="0" cy="0"/>
          <a:chOff x="0" y="0"/>
          <a:chExt cx="0" cy="0"/>
        </a:xfrm>
      </p:grpSpPr>
      <p:sp>
        <p:nvSpPr>
          <p:cNvPr id="2100" name="Google Shape;2100;p178"/>
          <p:cNvSpPr txBox="1">
            <a:spLocks noGrp="1"/>
          </p:cNvSpPr>
          <p:nvPr>
            <p:ph type="title"/>
          </p:nvPr>
        </p:nvSpPr>
        <p:spPr>
          <a:xfrm>
            <a:off x="533400" y="284250"/>
            <a:ext cx="8205900" cy="612900"/>
          </a:xfrm>
          <a:prstGeom prst="rect">
            <a:avLst/>
          </a:prstGeom>
        </p:spPr>
        <p:txBody>
          <a:bodyPr spcFirstLastPara="1" wrap="square" lIns="91425" tIns="0" rIns="91425" bIns="45700" anchor="t" anchorCtr="0">
            <a:noAutofit/>
          </a:bodyPr>
          <a:lstStyle/>
          <a:p>
            <a:pPr marL="0" lvl="0" indent="0" algn="l" rtl="0">
              <a:spcBef>
                <a:spcPts val="0"/>
              </a:spcBef>
              <a:spcAft>
                <a:spcPts val="0"/>
              </a:spcAft>
              <a:buNone/>
            </a:pPr>
            <a:r>
              <a:rPr lang="en" b="1">
                <a:latin typeface="Plus Jakarta Sans"/>
                <a:ea typeface="Plus Jakarta Sans"/>
                <a:cs typeface="Plus Jakarta Sans"/>
                <a:sym typeface="Plus Jakarta Sans"/>
              </a:rPr>
              <a:t>Case Study: </a:t>
            </a:r>
            <a:r>
              <a:rPr lang="en"/>
              <a:t>Global Pharma Co. built a leading drug discovery capability with Cloudera on AWS</a:t>
            </a:r>
            <a:endParaRPr/>
          </a:p>
        </p:txBody>
      </p:sp>
      <p:sp>
        <p:nvSpPr>
          <p:cNvPr id="2101" name="Google Shape;2101;p178"/>
          <p:cNvSpPr/>
          <p:nvPr/>
        </p:nvSpPr>
        <p:spPr>
          <a:xfrm>
            <a:off x="0" y="1470275"/>
            <a:ext cx="5147100" cy="3596700"/>
          </a:xfrm>
          <a:prstGeom prst="rect">
            <a:avLst/>
          </a:prstGeom>
          <a:solidFill>
            <a:srgbClr val="F3F3F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lus Jakarta Sans"/>
              <a:ea typeface="Plus Jakarta Sans"/>
              <a:cs typeface="Plus Jakarta Sans"/>
              <a:sym typeface="Plus Jakarta Sans"/>
            </a:endParaRPr>
          </a:p>
        </p:txBody>
      </p:sp>
      <p:sp>
        <p:nvSpPr>
          <p:cNvPr id="2102" name="Google Shape;2102;p178"/>
          <p:cNvSpPr txBox="1"/>
          <p:nvPr/>
        </p:nvSpPr>
        <p:spPr>
          <a:xfrm>
            <a:off x="144200" y="2315225"/>
            <a:ext cx="2802000" cy="7452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100045"/>
              </a:buClr>
              <a:buSzPts val="1100"/>
              <a:buFont typeface="Roboto Light"/>
              <a:buNone/>
            </a:pPr>
            <a:r>
              <a:rPr lang="en" sz="1200" b="1">
                <a:solidFill>
                  <a:srgbClr val="100045"/>
                </a:solidFill>
                <a:latin typeface="Roboto"/>
                <a:ea typeface="Roboto"/>
                <a:cs typeface="Roboto"/>
                <a:sym typeface="Roboto"/>
              </a:rPr>
              <a:t>Tables</a:t>
            </a:r>
            <a:endParaRPr sz="1200" b="0" i="0" u="none" strike="noStrike" cap="none">
              <a:solidFill>
                <a:srgbClr val="100045"/>
              </a:solidFill>
              <a:latin typeface="Roboto Light"/>
              <a:ea typeface="Roboto Light"/>
              <a:cs typeface="Roboto Light"/>
              <a:sym typeface="Roboto Light"/>
            </a:endParaRPr>
          </a:p>
        </p:txBody>
      </p:sp>
      <p:sp>
        <p:nvSpPr>
          <p:cNvPr id="2103" name="Google Shape;2103;p178"/>
          <p:cNvSpPr/>
          <p:nvPr/>
        </p:nvSpPr>
        <p:spPr>
          <a:xfrm>
            <a:off x="304650" y="1690350"/>
            <a:ext cx="1725955" cy="612061"/>
          </a:xfrm>
          <a:prstGeom prst="rect">
            <a:avLst/>
          </a:prstGeom>
        </p:spPr>
        <p:txBody>
          <a:bodyPr>
            <a:prstTxWarp prst="textPlain">
              <a:avLst/>
            </a:prstTxWarp>
          </a:bodyPr>
          <a:lstStyle/>
          <a:p>
            <a:pPr lvl="0" algn="ctr"/>
            <a:r>
              <a:rPr b="1" i="0">
                <a:ln w="19050" cap="flat" cmpd="sng">
                  <a:solidFill>
                    <a:srgbClr val="FF550C"/>
                  </a:solidFill>
                  <a:prstDash val="solid"/>
                  <a:round/>
                  <a:headEnd type="none" w="sm" len="sm"/>
                  <a:tailEnd type="none" w="sm" len="sm"/>
                </a:ln>
                <a:noFill/>
                <a:latin typeface="Roboto"/>
              </a:rPr>
              <a:t>500K</a:t>
            </a:r>
          </a:p>
        </p:txBody>
      </p:sp>
      <p:sp>
        <p:nvSpPr>
          <p:cNvPr id="2104" name="Google Shape;2104;p178"/>
          <p:cNvSpPr/>
          <p:nvPr/>
        </p:nvSpPr>
        <p:spPr>
          <a:xfrm>
            <a:off x="0" y="0"/>
            <a:ext cx="2710800" cy="228600"/>
          </a:xfrm>
          <a:prstGeom prst="rect">
            <a:avLst/>
          </a:prstGeom>
          <a:solidFill>
            <a:srgbClr val="5555F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b="1" i="1">
                <a:solidFill>
                  <a:srgbClr val="FFFFFF"/>
                </a:solidFill>
                <a:latin typeface="Plus Jakarta Sans Bold"/>
                <a:ea typeface="Plus Jakarta Sans Bold"/>
                <a:cs typeface="Plus Jakarta Sans Bold"/>
                <a:sym typeface="Plus Jakarta Sans"/>
              </a:rPr>
              <a:t>Customer stories</a:t>
            </a:r>
            <a:endParaRPr b="1" i="1">
              <a:solidFill>
                <a:srgbClr val="FFFFFF"/>
              </a:solidFill>
              <a:latin typeface="Plus Jakarta Sans Bold"/>
              <a:ea typeface="Plus Jakarta Sans Bold"/>
              <a:cs typeface="Plus Jakarta Sans Bold"/>
              <a:sym typeface="Plus Jakarta Sans"/>
            </a:endParaRPr>
          </a:p>
        </p:txBody>
      </p:sp>
      <p:sp>
        <p:nvSpPr>
          <p:cNvPr id="2105" name="Google Shape;2105;p178"/>
          <p:cNvSpPr txBox="1"/>
          <p:nvPr/>
        </p:nvSpPr>
        <p:spPr>
          <a:xfrm>
            <a:off x="128100" y="3501425"/>
            <a:ext cx="2802000" cy="7452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100045"/>
              </a:buClr>
              <a:buSzPts val="1100"/>
              <a:buFont typeface="Roboto Light"/>
              <a:buNone/>
            </a:pPr>
            <a:r>
              <a:rPr lang="en" sz="1200" b="1">
                <a:solidFill>
                  <a:srgbClr val="100045"/>
                </a:solidFill>
                <a:latin typeface="Roboto"/>
                <a:ea typeface="Roboto"/>
                <a:cs typeface="Roboto"/>
                <a:sym typeface="Roboto"/>
              </a:rPr>
              <a:t>Sources</a:t>
            </a:r>
            <a:endParaRPr sz="1200" b="0" i="0" u="none" strike="noStrike" cap="none">
              <a:solidFill>
                <a:srgbClr val="100045"/>
              </a:solidFill>
              <a:latin typeface="Roboto Light"/>
              <a:ea typeface="Roboto Light"/>
              <a:cs typeface="Roboto Light"/>
              <a:sym typeface="Roboto Light"/>
            </a:endParaRPr>
          </a:p>
        </p:txBody>
      </p:sp>
      <p:sp>
        <p:nvSpPr>
          <p:cNvPr id="2106" name="Google Shape;2106;p178"/>
          <p:cNvSpPr/>
          <p:nvPr/>
        </p:nvSpPr>
        <p:spPr>
          <a:xfrm>
            <a:off x="288550" y="2876550"/>
            <a:ext cx="1188693" cy="612061"/>
          </a:xfrm>
          <a:prstGeom prst="rect">
            <a:avLst/>
          </a:prstGeom>
        </p:spPr>
        <p:txBody>
          <a:bodyPr>
            <a:prstTxWarp prst="textPlain">
              <a:avLst/>
            </a:prstTxWarp>
          </a:bodyPr>
          <a:lstStyle/>
          <a:p>
            <a:pPr lvl="0" algn="ctr"/>
            <a:r>
              <a:rPr b="1" i="0">
                <a:ln w="19050" cap="flat" cmpd="sng">
                  <a:solidFill>
                    <a:srgbClr val="FF550C"/>
                  </a:solidFill>
                  <a:prstDash val="solid"/>
                  <a:round/>
                  <a:headEnd type="none" w="sm" len="sm"/>
                  <a:tailEnd type="none" w="sm" len="sm"/>
                </a:ln>
                <a:noFill/>
                <a:latin typeface="Roboto"/>
              </a:rPr>
              <a:t>170</a:t>
            </a:r>
          </a:p>
        </p:txBody>
      </p:sp>
      <p:sp>
        <p:nvSpPr>
          <p:cNvPr id="2107" name="Google Shape;2107;p178"/>
          <p:cNvSpPr txBox="1"/>
          <p:nvPr/>
        </p:nvSpPr>
        <p:spPr>
          <a:xfrm>
            <a:off x="144200" y="4677425"/>
            <a:ext cx="2802000" cy="7452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100045"/>
              </a:buClr>
              <a:buSzPts val="1100"/>
              <a:buFont typeface="Roboto Light"/>
              <a:buNone/>
            </a:pPr>
            <a:r>
              <a:rPr lang="en" sz="1200" b="1">
                <a:solidFill>
                  <a:srgbClr val="100045"/>
                </a:solidFill>
                <a:latin typeface="Roboto"/>
                <a:ea typeface="Roboto"/>
                <a:cs typeface="Roboto"/>
                <a:sym typeface="Roboto"/>
              </a:rPr>
              <a:t>Petabytes of data</a:t>
            </a:r>
            <a:endParaRPr sz="1200" b="0" i="0" u="none" strike="noStrike" cap="none">
              <a:solidFill>
                <a:srgbClr val="100045"/>
              </a:solidFill>
              <a:latin typeface="Roboto Light"/>
              <a:ea typeface="Roboto Light"/>
              <a:cs typeface="Roboto Light"/>
              <a:sym typeface="Roboto Light"/>
            </a:endParaRPr>
          </a:p>
        </p:txBody>
      </p:sp>
      <p:sp>
        <p:nvSpPr>
          <p:cNvPr id="2108" name="Google Shape;2108;p178"/>
          <p:cNvSpPr/>
          <p:nvPr/>
        </p:nvSpPr>
        <p:spPr>
          <a:xfrm>
            <a:off x="304650" y="4052550"/>
            <a:ext cx="799178" cy="612900"/>
          </a:xfrm>
          <a:prstGeom prst="rect">
            <a:avLst/>
          </a:prstGeom>
        </p:spPr>
        <p:txBody>
          <a:bodyPr>
            <a:prstTxWarp prst="textPlain">
              <a:avLst/>
            </a:prstTxWarp>
          </a:bodyPr>
          <a:lstStyle/>
          <a:p>
            <a:pPr lvl="0" algn="ctr"/>
            <a:r>
              <a:rPr b="1" i="0">
                <a:ln w="19050" cap="flat" cmpd="sng">
                  <a:solidFill>
                    <a:srgbClr val="FF550C"/>
                  </a:solidFill>
                  <a:prstDash val="solid"/>
                  <a:round/>
                  <a:headEnd type="none" w="sm" len="sm"/>
                  <a:tailEnd type="none" w="sm" len="sm"/>
                </a:ln>
                <a:noFill/>
                <a:latin typeface="Roboto"/>
              </a:rPr>
              <a:t>25</a:t>
            </a:r>
          </a:p>
        </p:txBody>
      </p:sp>
      <p:cxnSp>
        <p:nvCxnSpPr>
          <p:cNvPr id="2109" name="Google Shape;2109;p178"/>
          <p:cNvCxnSpPr/>
          <p:nvPr/>
        </p:nvCxnSpPr>
        <p:spPr>
          <a:xfrm flipH="1">
            <a:off x="5551150" y="1530550"/>
            <a:ext cx="18000" cy="3227700"/>
          </a:xfrm>
          <a:prstGeom prst="straightConnector1">
            <a:avLst/>
          </a:prstGeom>
          <a:noFill/>
          <a:ln w="38100" cap="flat" cmpd="sng">
            <a:solidFill>
              <a:srgbClr val="A8AFB9"/>
            </a:solidFill>
            <a:prstDash val="solid"/>
            <a:round/>
            <a:headEnd type="none" w="med" len="med"/>
            <a:tailEnd type="none" w="med" len="med"/>
          </a:ln>
        </p:spPr>
      </p:cxnSp>
      <p:sp>
        <p:nvSpPr>
          <p:cNvPr id="2110" name="Google Shape;2110;p178"/>
          <p:cNvSpPr/>
          <p:nvPr/>
        </p:nvSpPr>
        <p:spPr>
          <a:xfrm>
            <a:off x="5409750" y="2699725"/>
            <a:ext cx="294900" cy="660600"/>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111" name="Google Shape;2111;p178"/>
          <p:cNvSpPr/>
          <p:nvPr/>
        </p:nvSpPr>
        <p:spPr>
          <a:xfrm>
            <a:off x="5455500" y="2875225"/>
            <a:ext cx="203400" cy="309600"/>
          </a:xfrm>
          <a:prstGeom prst="chevron">
            <a:avLst>
              <a:gd name="adj" fmla="val 51738"/>
            </a:avLst>
          </a:prstGeom>
          <a:solidFill>
            <a:srgbClr val="FF550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112" name="Google Shape;2112;p178"/>
          <p:cNvSpPr txBox="1"/>
          <p:nvPr/>
        </p:nvSpPr>
        <p:spPr>
          <a:xfrm>
            <a:off x="2582600" y="2315225"/>
            <a:ext cx="2802000" cy="7452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100045"/>
              </a:buClr>
              <a:buSzPts val="1100"/>
              <a:buFont typeface="Roboto Light"/>
              <a:buNone/>
            </a:pPr>
            <a:r>
              <a:rPr lang="en" sz="1200" b="1">
                <a:solidFill>
                  <a:srgbClr val="100045"/>
                </a:solidFill>
                <a:latin typeface="Roboto"/>
                <a:ea typeface="Roboto"/>
                <a:cs typeface="Roboto"/>
                <a:sym typeface="Roboto"/>
              </a:rPr>
              <a:t>Knowledge graph edges</a:t>
            </a:r>
            <a:endParaRPr sz="1200" b="0" i="0" u="none" strike="noStrike" cap="none">
              <a:solidFill>
                <a:srgbClr val="100045"/>
              </a:solidFill>
              <a:latin typeface="Roboto Light"/>
              <a:ea typeface="Roboto Light"/>
              <a:cs typeface="Roboto Light"/>
              <a:sym typeface="Roboto Light"/>
            </a:endParaRPr>
          </a:p>
        </p:txBody>
      </p:sp>
      <p:sp>
        <p:nvSpPr>
          <p:cNvPr id="2113" name="Google Shape;2113;p178"/>
          <p:cNvSpPr/>
          <p:nvPr/>
        </p:nvSpPr>
        <p:spPr>
          <a:xfrm>
            <a:off x="2743050" y="1690350"/>
            <a:ext cx="1227495" cy="596969"/>
          </a:xfrm>
          <a:prstGeom prst="rect">
            <a:avLst/>
          </a:prstGeom>
        </p:spPr>
        <p:txBody>
          <a:bodyPr>
            <a:prstTxWarp prst="textPlain">
              <a:avLst/>
            </a:prstTxWarp>
          </a:bodyPr>
          <a:lstStyle/>
          <a:p>
            <a:pPr lvl="0" algn="ctr"/>
            <a:r>
              <a:rPr b="1" i="0">
                <a:ln w="19050" cap="flat" cmpd="sng">
                  <a:solidFill>
                    <a:srgbClr val="FF550C"/>
                  </a:solidFill>
                  <a:prstDash val="solid"/>
                  <a:round/>
                  <a:headEnd type="none" w="sm" len="sm"/>
                  <a:tailEnd type="none" w="sm" len="sm"/>
                </a:ln>
                <a:noFill/>
                <a:latin typeface="Roboto"/>
              </a:rPr>
              <a:t>1B+</a:t>
            </a:r>
          </a:p>
        </p:txBody>
      </p:sp>
      <p:sp>
        <p:nvSpPr>
          <p:cNvPr id="2114" name="Google Shape;2114;p178"/>
          <p:cNvSpPr txBox="1"/>
          <p:nvPr/>
        </p:nvSpPr>
        <p:spPr>
          <a:xfrm>
            <a:off x="2566500" y="3501425"/>
            <a:ext cx="2802000" cy="7452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100045"/>
              </a:buClr>
              <a:buSzPts val="1100"/>
              <a:buFont typeface="Roboto Light"/>
              <a:buNone/>
            </a:pPr>
            <a:r>
              <a:rPr lang="en" sz="1200" b="1">
                <a:solidFill>
                  <a:srgbClr val="100045"/>
                </a:solidFill>
                <a:latin typeface="Roboto"/>
                <a:ea typeface="Roboto"/>
                <a:cs typeface="Roboto"/>
                <a:sym typeface="Roboto"/>
              </a:rPr>
              <a:t>Knowledge graph nodes</a:t>
            </a:r>
            <a:endParaRPr sz="1200" b="0" i="0" u="none" strike="noStrike" cap="none">
              <a:solidFill>
                <a:srgbClr val="100045"/>
              </a:solidFill>
              <a:latin typeface="Roboto Light"/>
              <a:ea typeface="Roboto Light"/>
              <a:cs typeface="Roboto Light"/>
              <a:sym typeface="Roboto Light"/>
            </a:endParaRPr>
          </a:p>
        </p:txBody>
      </p:sp>
      <p:sp>
        <p:nvSpPr>
          <p:cNvPr id="2115" name="Google Shape;2115;p178"/>
          <p:cNvSpPr/>
          <p:nvPr/>
        </p:nvSpPr>
        <p:spPr>
          <a:xfrm>
            <a:off x="2726950" y="2876550"/>
            <a:ext cx="1870717" cy="612900"/>
          </a:xfrm>
          <a:prstGeom prst="rect">
            <a:avLst/>
          </a:prstGeom>
        </p:spPr>
        <p:txBody>
          <a:bodyPr>
            <a:prstTxWarp prst="textPlain">
              <a:avLst/>
            </a:prstTxWarp>
          </a:bodyPr>
          <a:lstStyle/>
          <a:p>
            <a:pPr lvl="0" algn="ctr"/>
            <a:r>
              <a:rPr b="1" i="0">
                <a:ln w="19050" cap="flat" cmpd="sng">
                  <a:solidFill>
                    <a:srgbClr val="FF550C"/>
                  </a:solidFill>
                  <a:prstDash val="solid"/>
                  <a:round/>
                  <a:headEnd type="none" w="sm" len="sm"/>
                  <a:tailEnd type="none" w="sm" len="sm"/>
                </a:ln>
                <a:noFill/>
                <a:latin typeface="Roboto"/>
              </a:rPr>
              <a:t>32M+</a:t>
            </a:r>
          </a:p>
        </p:txBody>
      </p:sp>
      <p:sp>
        <p:nvSpPr>
          <p:cNvPr id="2116" name="Google Shape;2116;p178"/>
          <p:cNvSpPr txBox="1"/>
          <p:nvPr/>
        </p:nvSpPr>
        <p:spPr>
          <a:xfrm>
            <a:off x="2582600" y="4677425"/>
            <a:ext cx="2802000" cy="7452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100045"/>
              </a:buClr>
              <a:buSzPts val="1100"/>
              <a:buFont typeface="Roboto Light"/>
              <a:buNone/>
            </a:pPr>
            <a:r>
              <a:rPr lang="en" sz="1200" b="1">
                <a:solidFill>
                  <a:srgbClr val="100045"/>
                </a:solidFill>
                <a:latin typeface="Roboto"/>
                <a:ea typeface="Roboto"/>
                <a:cs typeface="Roboto"/>
                <a:sym typeface="Roboto"/>
              </a:rPr>
              <a:t>Users</a:t>
            </a:r>
            <a:endParaRPr sz="1200" b="0" i="0" u="none" strike="noStrike" cap="none">
              <a:solidFill>
                <a:srgbClr val="100045"/>
              </a:solidFill>
              <a:latin typeface="Roboto Light"/>
              <a:ea typeface="Roboto Light"/>
              <a:cs typeface="Roboto Light"/>
              <a:sym typeface="Roboto Light"/>
            </a:endParaRPr>
          </a:p>
        </p:txBody>
      </p:sp>
      <p:sp>
        <p:nvSpPr>
          <p:cNvPr id="2117" name="Google Shape;2117;p178"/>
          <p:cNvSpPr/>
          <p:nvPr/>
        </p:nvSpPr>
        <p:spPr>
          <a:xfrm>
            <a:off x="2743050" y="4052550"/>
            <a:ext cx="1226749" cy="612900"/>
          </a:xfrm>
          <a:prstGeom prst="rect">
            <a:avLst/>
          </a:prstGeom>
        </p:spPr>
        <p:txBody>
          <a:bodyPr>
            <a:prstTxWarp prst="textPlain">
              <a:avLst/>
            </a:prstTxWarp>
          </a:bodyPr>
          <a:lstStyle/>
          <a:p>
            <a:pPr lvl="0" algn="ctr"/>
            <a:r>
              <a:rPr b="1" i="0">
                <a:ln w="19050" cap="flat" cmpd="sng">
                  <a:solidFill>
                    <a:srgbClr val="FF550C"/>
                  </a:solidFill>
                  <a:prstDash val="solid"/>
                  <a:round/>
                  <a:headEnd type="none" w="sm" len="sm"/>
                  <a:tailEnd type="none" w="sm" len="sm"/>
                </a:ln>
                <a:noFill/>
                <a:latin typeface="Roboto"/>
              </a:rPr>
              <a:t>300</a:t>
            </a:r>
          </a:p>
        </p:txBody>
      </p:sp>
      <p:sp>
        <p:nvSpPr>
          <p:cNvPr id="2118" name="Google Shape;2118;p178"/>
          <p:cNvSpPr txBox="1">
            <a:spLocks noGrp="1"/>
          </p:cNvSpPr>
          <p:nvPr>
            <p:ph type="body" idx="3"/>
          </p:nvPr>
        </p:nvSpPr>
        <p:spPr>
          <a:xfrm>
            <a:off x="5912100" y="1108475"/>
            <a:ext cx="2976900" cy="33939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 sz="1600" b="1">
                <a:solidFill>
                  <a:schemeClr val="accent1"/>
                </a:solidFill>
              </a:rPr>
              <a:t>Impact at Scale</a:t>
            </a:r>
            <a:endParaRPr sz="1200">
              <a:solidFill>
                <a:schemeClr val="accent1"/>
              </a:solidFill>
            </a:endParaRPr>
          </a:p>
          <a:p>
            <a:pPr marL="0" lvl="0" indent="0" algn="l" rtl="0">
              <a:spcBef>
                <a:spcPts val="1000"/>
              </a:spcBef>
              <a:spcAft>
                <a:spcPts val="0"/>
              </a:spcAft>
              <a:buNone/>
            </a:pPr>
            <a:r>
              <a:rPr lang="en" b="1"/>
              <a:t>840K+ drug hypotheses</a:t>
            </a:r>
            <a:r>
              <a:rPr lang="en"/>
              <a:t> delivered</a:t>
            </a:r>
            <a:endParaRPr/>
          </a:p>
          <a:p>
            <a:pPr marL="0" lvl="0" indent="0" algn="l" rtl="0">
              <a:spcBef>
                <a:spcPts val="1000"/>
              </a:spcBef>
              <a:spcAft>
                <a:spcPts val="0"/>
              </a:spcAft>
              <a:buNone/>
            </a:pPr>
            <a:r>
              <a:rPr lang="en"/>
              <a:t>Developed Cloudera AI as the </a:t>
            </a:r>
            <a:r>
              <a:rPr lang="en" b="1"/>
              <a:t>“platform of choice”</a:t>
            </a:r>
            <a:endParaRPr b="1"/>
          </a:p>
          <a:p>
            <a:pPr marL="0" lvl="0" indent="0" algn="l" rtl="0">
              <a:spcBef>
                <a:spcPts val="1000"/>
              </a:spcBef>
              <a:spcAft>
                <a:spcPts val="0"/>
              </a:spcAft>
              <a:buNone/>
            </a:pPr>
            <a:r>
              <a:rPr lang="en"/>
              <a:t>Doubled </a:t>
            </a:r>
            <a:r>
              <a:rPr lang="en" b="1"/>
              <a:t>R&amp;D productivity</a:t>
            </a:r>
            <a:endParaRPr/>
          </a:p>
          <a:p>
            <a:pPr marL="0" lvl="0" indent="0" algn="l" rtl="0">
              <a:spcBef>
                <a:spcPts val="1000"/>
              </a:spcBef>
              <a:spcAft>
                <a:spcPts val="0"/>
              </a:spcAft>
              <a:buNone/>
            </a:pPr>
            <a:r>
              <a:rPr lang="en" b="1"/>
              <a:t>Vendor &amp; deployment flexibility </a:t>
            </a:r>
            <a:r>
              <a:rPr lang="en"/>
              <a:t>via Cloudera’s open, hybrid &amp; multi-cloud platform</a:t>
            </a:r>
            <a:endParaRPr/>
          </a:p>
          <a:p>
            <a:pPr marL="0" lvl="0" indent="0" algn="l" rtl="0">
              <a:spcBef>
                <a:spcPts val="1000"/>
              </a:spcBef>
              <a:spcAft>
                <a:spcPts val="0"/>
              </a:spcAft>
              <a:buNone/>
            </a:pPr>
            <a:r>
              <a:rPr lang="en" b="1"/>
              <a:t>Optimized cost &amp; performance</a:t>
            </a:r>
            <a:r>
              <a:rPr lang="en"/>
              <a:t> via Cloudera compute efficiency and NVIDIA NIM partnership</a:t>
            </a:r>
            <a:endParaRPr/>
          </a:p>
          <a:p>
            <a:pPr marL="0" lvl="0" indent="0" algn="l" rtl="0">
              <a:spcBef>
                <a:spcPts val="1000"/>
              </a:spcBef>
              <a:spcAft>
                <a:spcPts val="0"/>
              </a:spcAft>
              <a:buNone/>
            </a:pPr>
            <a:endParaRPr/>
          </a:p>
          <a:p>
            <a:pPr marL="0" lvl="0" indent="0" algn="l" rtl="0">
              <a:spcBef>
                <a:spcPts val="1000"/>
              </a:spcBef>
              <a:spcAft>
                <a:spcPts val="1000"/>
              </a:spcAft>
              <a:buNone/>
            </a:pPr>
            <a:endParaRPr/>
          </a:p>
        </p:txBody>
      </p:sp>
      <p:sp>
        <p:nvSpPr>
          <p:cNvPr id="2119" name="Google Shape;2119;p178"/>
          <p:cNvSpPr txBox="1">
            <a:spLocks noGrp="1"/>
          </p:cNvSpPr>
          <p:nvPr>
            <p:ph type="body" idx="3"/>
          </p:nvPr>
        </p:nvSpPr>
        <p:spPr>
          <a:xfrm>
            <a:off x="144200" y="1108475"/>
            <a:ext cx="2911500" cy="438000"/>
          </a:xfrm>
          <a:prstGeom prst="rect">
            <a:avLst/>
          </a:prstGeom>
        </p:spPr>
        <p:txBody>
          <a:bodyPr spcFirstLastPara="1" wrap="square" lIns="91425" tIns="45700" rIns="91425" bIns="45700" anchor="t" anchorCtr="0">
            <a:noAutofit/>
          </a:bodyPr>
          <a:lstStyle/>
          <a:p>
            <a:pPr marL="0" lvl="0" indent="0" algn="l" rtl="0">
              <a:spcBef>
                <a:spcPts val="0"/>
              </a:spcBef>
              <a:spcAft>
                <a:spcPts val="1000"/>
              </a:spcAft>
              <a:buNone/>
            </a:pPr>
            <a:r>
              <a:rPr lang="en" sz="1600" b="1">
                <a:solidFill>
                  <a:schemeClr val="accent1"/>
                </a:solidFill>
              </a:rPr>
              <a:t>By the numbers… </a:t>
            </a:r>
            <a:endParaRPr sz="1200">
              <a:solidFill>
                <a:schemeClr val="accent1"/>
              </a:solidFill>
            </a:endParaRPr>
          </a:p>
        </p:txBody>
      </p:sp>
      <p:pic>
        <p:nvPicPr>
          <p:cNvPr id="2120" name="Google Shape;2120;p178"/>
          <p:cNvPicPr preferRelativeResize="0"/>
          <p:nvPr/>
        </p:nvPicPr>
        <p:blipFill>
          <a:blip r:embed="rId3">
            <a:alphaModFix/>
          </a:blip>
          <a:stretch>
            <a:fillRect/>
          </a:stretch>
        </p:blipFill>
        <p:spPr>
          <a:xfrm>
            <a:off x="8274575" y="111650"/>
            <a:ext cx="713825" cy="428300"/>
          </a:xfrm>
          <a:prstGeom prst="rect">
            <a:avLst/>
          </a:prstGeom>
          <a:noFill/>
          <a:ln>
            <a:noFill/>
          </a:ln>
        </p:spPr>
      </p:pic>
    </p:spTree>
  </p:cSld>
  <p:clrMapOvr>
    <a:masterClrMapping/>
  </p:clrMapOvr>
</p:sld>
</file>

<file path=ppt/theme/theme1.xml><?xml version="1.0" encoding="utf-8"?>
<a:theme xmlns:a="http://schemas.openxmlformats.org/drawingml/2006/main" name="Cloudera Brand Theme">
  <a:themeElements>
    <a:clrScheme name="Cloudera Brand Template ">
      <a:dk1>
        <a:srgbClr val="100045"/>
      </a:dk1>
      <a:lt1>
        <a:srgbClr val="FFFFFF"/>
      </a:lt1>
      <a:dk2>
        <a:srgbClr val="A8AFB9"/>
      </a:dk2>
      <a:lt2>
        <a:srgbClr val="FFFFFF"/>
      </a:lt2>
      <a:accent1>
        <a:srgbClr val="FF550C"/>
      </a:accent1>
      <a:accent2>
        <a:srgbClr val="5555F9"/>
      </a:accent2>
      <a:accent3>
        <a:srgbClr val="110046"/>
      </a:accent3>
      <a:accent4>
        <a:srgbClr val="5555F9"/>
      </a:accent4>
      <a:accent5>
        <a:srgbClr val="FE773C"/>
      </a:accent5>
      <a:accent6>
        <a:srgbClr val="FE8756"/>
      </a:accent6>
      <a:hlink>
        <a:srgbClr val="8789FB"/>
      </a:hlink>
      <a:folHlink>
        <a:srgbClr val="26177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loudera Brand Theme">
  <a:themeElements>
    <a:clrScheme name="Cloudera Brand Template ">
      <a:dk1>
        <a:srgbClr val="100045"/>
      </a:dk1>
      <a:lt1>
        <a:srgbClr val="FFFFFF"/>
      </a:lt1>
      <a:dk2>
        <a:srgbClr val="A8AFB9"/>
      </a:dk2>
      <a:lt2>
        <a:srgbClr val="FFFFFF"/>
      </a:lt2>
      <a:accent1>
        <a:srgbClr val="FF550C"/>
      </a:accent1>
      <a:accent2>
        <a:srgbClr val="5555F9"/>
      </a:accent2>
      <a:accent3>
        <a:srgbClr val="110046"/>
      </a:accent3>
      <a:accent4>
        <a:srgbClr val="5555F9"/>
      </a:accent4>
      <a:accent5>
        <a:srgbClr val="FE773C"/>
      </a:accent5>
      <a:accent6>
        <a:srgbClr val="FE8756"/>
      </a:accent6>
      <a:hlink>
        <a:srgbClr val="8789FB"/>
      </a:hlink>
      <a:folHlink>
        <a:srgbClr val="26177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3674</Words>
  <Application>Microsoft Macintosh PowerPoint</Application>
  <PresentationFormat>On-screen Show (16:9)</PresentationFormat>
  <Paragraphs>524</Paragraphs>
  <Slides>33</Slides>
  <Notes>33</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33</vt:i4>
      </vt:variant>
    </vt:vector>
  </HeadingPairs>
  <TitlesOfParts>
    <vt:vector size="46" baseType="lpstr">
      <vt:lpstr>Roboto</vt:lpstr>
      <vt:lpstr>Plus Jakarta Sans Medium</vt:lpstr>
      <vt:lpstr>Calibri</vt:lpstr>
      <vt:lpstr>NVIDIA Sans</vt:lpstr>
      <vt:lpstr>Roboto Light</vt:lpstr>
      <vt:lpstr>Montserrat</vt:lpstr>
      <vt:lpstr>Poppins</vt:lpstr>
      <vt:lpstr>Lato</vt:lpstr>
      <vt:lpstr>Arial</vt:lpstr>
      <vt:lpstr>Plus Jakarta Sans SemiBold</vt:lpstr>
      <vt:lpstr>Plus Jakarta Sans</vt:lpstr>
      <vt:lpstr>Cloudera Brand Theme</vt:lpstr>
      <vt:lpstr>Cloudera Brand Theme</vt:lpstr>
      <vt:lpstr>Cloudera AI Overview</vt:lpstr>
      <vt:lpstr>Table of contents</vt:lpstr>
      <vt:lpstr>Cloudera’s Data and AI Maturity</vt:lpstr>
      <vt:lpstr>Cloudera AI: The Flexible, Enterprise-Grade AI / ML Platform – On Prem &amp; in the Cloud</vt:lpstr>
      <vt:lpstr>Critical use cases powered by Cloudera AI in Financial Services (non-exhaustive)</vt:lpstr>
      <vt:lpstr>PowerPoint Presentation</vt:lpstr>
      <vt:lpstr>Cloudera AI - Enabling every stage of the Generative AI Lifecycle</vt:lpstr>
      <vt:lpstr>Cloudera AI Ecosystem</vt:lpstr>
      <vt:lpstr>Enterprise AI Strategy Pillars: Cloudera AI expands possible use cases &amp; enables optimal execution</vt:lpstr>
      <vt:lpstr>Why Cloudera AI: Cloudera provides the enterprise-grade capabilities &amp; flexibility large banks need </vt:lpstr>
      <vt:lpstr>Why Cloudera AI: Enterprise scope &amp; scale</vt:lpstr>
      <vt:lpstr>PowerPoint Presentation</vt:lpstr>
      <vt:lpstr>Introducing AI Studios</vt:lpstr>
      <vt:lpstr>Accelerators for AI/ML Projects (AMPs)</vt:lpstr>
      <vt:lpstr>The Next Wave of Generative AI Runs on Cloudera​</vt:lpstr>
      <vt:lpstr>RAG, Knowledge Graphs, and Agents AMPs</vt:lpstr>
      <vt:lpstr>Accelerate AI Adoption - AI Assistants in Cloudera​</vt:lpstr>
      <vt:lpstr>Why Cloudera AI: Cloudera AI and NIM Microservices</vt:lpstr>
      <vt:lpstr>Strategic Priorities</vt:lpstr>
      <vt:lpstr>Octopai at a Glance</vt:lpstr>
      <vt:lpstr>Multi-Dimensional Lineage</vt:lpstr>
      <vt:lpstr>Octopai as a Single Source of Truth for your Metadata</vt:lpstr>
      <vt:lpstr>Immediate ROI Built-In, from Day One</vt:lpstr>
      <vt:lpstr>Empowering Data Teams </vt:lpstr>
      <vt:lpstr>Octopai Low Touch Solution Automatically Harvests Metadata</vt:lpstr>
      <vt:lpstr>Customer stories</vt:lpstr>
      <vt:lpstr>Case Study: Fraud detection in real time on Cloudera</vt:lpstr>
      <vt:lpstr>Deep-dive: Fraud detection in real time</vt:lpstr>
      <vt:lpstr>Case Study: Top 5 Global Oil &amp; Gas Co. built an unmatched Edge-to-AI capability with Cloudera on AWS</vt:lpstr>
      <vt:lpstr>Case Study: OCBC’s streamlining &amp; ruthless rush to AI</vt:lpstr>
      <vt:lpstr>OCBC: Cloudera AI is modular yet powerful. Customers can build full AI applications on top</vt:lpstr>
      <vt:lpstr>OCBC: Some AI and GenAI applications </vt:lpstr>
      <vt:lpstr>Case Study: Global Pharma Co. built a leading drug discovery capability with Cloudera on AWS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Prapoj (Lim) Lappayavijit</cp:lastModifiedBy>
  <cp:revision>1</cp:revision>
  <dcterms:modified xsi:type="dcterms:W3CDTF">2026-01-23T04:26:32Z</dcterms:modified>
</cp:coreProperties>
</file>