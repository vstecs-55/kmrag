
<file path=[Content_Types].xml><?xml version="1.0" encoding="utf-8"?>
<Types xmlns="http://schemas.openxmlformats.org/package/2006/content-types">
  <Default Extension="fntdata" ContentType="application/x-fontdata"/>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8" r:id="rId1"/>
  </p:sldMasterIdLst>
  <p:notesMasterIdLst>
    <p:notesMasterId r:id="rId40"/>
  </p:notesMasterIdLst>
  <p:sldIdLst>
    <p:sldId id="275" r:id="rId2"/>
    <p:sldId id="280" r:id="rId3"/>
    <p:sldId id="306" r:id="rId4"/>
    <p:sldId id="292" r:id="rId5"/>
    <p:sldId id="359" r:id="rId6"/>
    <p:sldId id="360" r:id="rId7"/>
    <p:sldId id="361" r:id="rId8"/>
    <p:sldId id="362" r:id="rId9"/>
    <p:sldId id="363" r:id="rId10"/>
    <p:sldId id="2134805642" r:id="rId11"/>
    <p:sldId id="2134805681" r:id="rId12"/>
    <p:sldId id="2134805682" r:id="rId13"/>
    <p:sldId id="2134805664" r:id="rId14"/>
    <p:sldId id="269" r:id="rId15"/>
    <p:sldId id="270" r:id="rId16"/>
    <p:sldId id="291" r:id="rId17"/>
    <p:sldId id="307" r:id="rId18"/>
    <p:sldId id="308" r:id="rId19"/>
    <p:sldId id="312" r:id="rId20"/>
    <p:sldId id="313" r:id="rId21"/>
    <p:sldId id="314" r:id="rId22"/>
    <p:sldId id="326" r:id="rId23"/>
    <p:sldId id="330" r:id="rId24"/>
    <p:sldId id="327" r:id="rId25"/>
    <p:sldId id="328" r:id="rId26"/>
    <p:sldId id="331" r:id="rId27"/>
    <p:sldId id="315" r:id="rId28"/>
    <p:sldId id="316" r:id="rId29"/>
    <p:sldId id="317" r:id="rId30"/>
    <p:sldId id="318" r:id="rId31"/>
    <p:sldId id="319" r:id="rId32"/>
    <p:sldId id="320" r:id="rId33"/>
    <p:sldId id="321" r:id="rId34"/>
    <p:sldId id="352" r:id="rId35"/>
    <p:sldId id="353" r:id="rId36"/>
    <p:sldId id="354" r:id="rId37"/>
    <p:sldId id="355" r:id="rId38"/>
    <p:sldId id="2134805683" r:id="rId39"/>
  </p:sldIdLst>
  <p:sldSz cx="9144000" cy="5143500" type="screen16x9"/>
  <p:notesSz cx="6858000" cy="9144000"/>
  <p:embeddedFontLst>
    <p:embeddedFont>
      <p:font typeface="Lato" panose="020F0502020204030203" pitchFamily="34" charset="0"/>
      <p:regular r:id="rId41"/>
      <p:bold r:id="rId42"/>
      <p:italic r:id="rId43"/>
      <p:boldItalic r:id="rId44"/>
    </p:embeddedFont>
    <p:embeddedFont>
      <p:font typeface="Montserrat" pitchFamily="2" charset="77"/>
      <p:regular r:id="rId45"/>
      <p:bold r:id="rId46"/>
      <p:italic r:id="rId47"/>
      <p:boldItalic r:id="rId48"/>
    </p:embeddedFont>
    <p:embeddedFont>
      <p:font typeface="Plus Jakarta Sans" pitchFamily="2" charset="77"/>
      <p:regular r:id="rId49"/>
      <p:bold r:id="rId50"/>
      <p:italic r:id="rId51"/>
      <p:boldItalic r:id="rId52"/>
    </p:embeddedFont>
    <p:embeddedFont>
      <p:font typeface="Plus Jakarta Sans Light" pitchFamily="2" charset="77"/>
      <p:regular r:id="rId53"/>
      <p:italic r:id="rId54"/>
    </p:embeddedFont>
    <p:embeddedFont>
      <p:font typeface="Plus Jakarta Sans Medium" pitchFamily="2" charset="77"/>
      <p:regular r:id="rId55"/>
      <p:italic r:id="rId56"/>
    </p:embeddedFont>
    <p:embeddedFont>
      <p:font typeface="Plus Jakarta Sans SemiBold" pitchFamily="2" charset="77"/>
      <p:regular r:id="rId57"/>
      <p:bold r:id="rId58"/>
      <p:italic r:id="rId59"/>
      <p:boldItalic r:id="rId60"/>
    </p:embeddedFont>
    <p:embeddedFont>
      <p:font typeface="Roboto" panose="02000000000000000000" pitchFamily="2" charset="0"/>
      <p:regular r:id="rId61"/>
      <p:bold r:id="rId62"/>
      <p:italic r:id="rId63"/>
      <p:boldItalic r:id="rId6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9D2"/>
    <a:srgbClr val="E5ECFF"/>
    <a:srgbClr val="FFC822"/>
    <a:srgbClr val="A4D65D"/>
    <a:srgbClr val="008CFF"/>
    <a:srgbClr val="7F7F7F"/>
    <a:srgbClr val="00A3A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E4FC387-09F0-4797-9886-BB1D6229F007}">
  <a:tblStyle styleId="{8E4FC387-09F0-4797-9886-BB1D6229F007}"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BBAD8DED-7710-4CDC-A5CD-E4A72234FF28}"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033D348A-E8A4-488D-B83F-C356578F4D7F}" styleName="Table_2">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7F0F9"/>
          </a:solidFill>
        </a:fill>
      </a:tcStyle>
    </a:wholeTbl>
    <a:band1H>
      <a:tcTxStyle/>
      <a:tcStyle>
        <a:tcBdr/>
        <a:fill>
          <a:solidFill>
            <a:srgbClr val="CBE1F2"/>
          </a:solidFill>
        </a:fill>
      </a:tcStyle>
    </a:band1H>
    <a:band2H>
      <a:tcTxStyle/>
      <a:tcStyle>
        <a:tcBdr/>
      </a:tcStyle>
    </a:band2H>
    <a:band1V>
      <a:tcTxStyle/>
      <a:tcStyle>
        <a:tcBdr/>
        <a:fill>
          <a:solidFill>
            <a:srgbClr val="CBE1F2"/>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661" autoAdjust="0"/>
    <p:restoredTop sz="96400" autoAdjust="0"/>
  </p:normalViewPr>
  <p:slideViewPr>
    <p:cSldViewPr snapToGrid="0">
      <p:cViewPr varScale="1">
        <p:scale>
          <a:sx n="152" d="100"/>
          <a:sy n="152" d="100"/>
        </p:scale>
        <p:origin x="656" y="17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2.fntdata"/><Relationship Id="rId47" Type="http://schemas.openxmlformats.org/officeDocument/2006/relationships/font" Target="fonts/font7.fntdata"/><Relationship Id="rId50" Type="http://schemas.openxmlformats.org/officeDocument/2006/relationships/font" Target="fonts/font10.fntdata"/><Relationship Id="rId55" Type="http://schemas.openxmlformats.org/officeDocument/2006/relationships/font" Target="fonts/font15.fntdata"/><Relationship Id="rId63" Type="http://schemas.openxmlformats.org/officeDocument/2006/relationships/font" Target="fonts/font23.fntdata"/><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font" Target="fonts/font5.fntdata"/><Relationship Id="rId53" Type="http://schemas.openxmlformats.org/officeDocument/2006/relationships/font" Target="fonts/font13.fntdata"/><Relationship Id="rId58" Type="http://schemas.openxmlformats.org/officeDocument/2006/relationships/font" Target="fonts/font18.fntdata"/><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font" Target="fonts/font21.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3.fntdata"/><Relationship Id="rId48" Type="http://schemas.openxmlformats.org/officeDocument/2006/relationships/font" Target="fonts/font8.fntdata"/><Relationship Id="rId56" Type="http://schemas.openxmlformats.org/officeDocument/2006/relationships/font" Target="fonts/font16.fntdata"/><Relationship Id="rId64" Type="http://schemas.openxmlformats.org/officeDocument/2006/relationships/font" Target="fonts/font24.fntdata"/><Relationship Id="rId8" Type="http://schemas.openxmlformats.org/officeDocument/2006/relationships/slide" Target="slides/slide7.xml"/><Relationship Id="rId51" Type="http://schemas.openxmlformats.org/officeDocument/2006/relationships/font" Target="fonts/font11.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6.fntdata"/><Relationship Id="rId59" Type="http://schemas.openxmlformats.org/officeDocument/2006/relationships/font" Target="fonts/font19.fntdata"/><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font" Target="fonts/font1.fntdata"/><Relationship Id="rId54" Type="http://schemas.openxmlformats.org/officeDocument/2006/relationships/font" Target="fonts/font14.fntdata"/><Relationship Id="rId62" Type="http://schemas.openxmlformats.org/officeDocument/2006/relationships/font" Target="fonts/font22.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9.fntdata"/><Relationship Id="rId57" Type="http://schemas.openxmlformats.org/officeDocument/2006/relationships/font" Target="fonts/font17.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4.fntdata"/><Relationship Id="rId52" Type="http://schemas.openxmlformats.org/officeDocument/2006/relationships/font" Target="fonts/font12.fntdata"/><Relationship Id="rId60" Type="http://schemas.openxmlformats.org/officeDocument/2006/relationships/font" Target="fonts/font20.fntdata"/><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74092831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a:extLst>
            <a:ext uri="{FF2B5EF4-FFF2-40B4-BE49-F238E27FC236}">
              <a16:creationId xmlns:a16="http://schemas.microsoft.com/office/drawing/2014/main" id="{BC7EFD10-5ACF-B95A-CC79-1DD6E13EA8D2}"/>
            </a:ext>
          </a:extLst>
        </p:cNvPr>
        <p:cNvGrpSpPr/>
        <p:nvPr/>
      </p:nvGrpSpPr>
      <p:grpSpPr>
        <a:xfrm>
          <a:off x="0" y="0"/>
          <a:ext cx="0" cy="0"/>
          <a:chOff x="0" y="0"/>
          <a:chExt cx="0" cy="0"/>
        </a:xfrm>
      </p:grpSpPr>
      <p:sp>
        <p:nvSpPr>
          <p:cNvPr id="363" name="Google Shape;363;g53bc36993d_0_5:notes">
            <a:extLst>
              <a:ext uri="{FF2B5EF4-FFF2-40B4-BE49-F238E27FC236}">
                <a16:creationId xmlns:a16="http://schemas.microsoft.com/office/drawing/2014/main" id="{C1D2B55E-9EAA-9E95-10E0-EF9859970B3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4" name="Google Shape;364;g53bc36993d_0_5:notes">
            <a:extLst>
              <a:ext uri="{FF2B5EF4-FFF2-40B4-BE49-F238E27FC236}">
                <a16:creationId xmlns:a16="http://schemas.microsoft.com/office/drawing/2014/main" id="{CA5A3327-EE32-CE23-FB21-2A447D5D786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356419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a:extLst>
            <a:ext uri="{FF2B5EF4-FFF2-40B4-BE49-F238E27FC236}">
              <a16:creationId xmlns:a16="http://schemas.microsoft.com/office/drawing/2014/main" id="{F68AFA29-FCC5-4024-1108-994D3C73FD29}"/>
            </a:ext>
          </a:extLst>
        </p:cNvPr>
        <p:cNvGrpSpPr/>
        <p:nvPr/>
      </p:nvGrpSpPr>
      <p:grpSpPr>
        <a:xfrm>
          <a:off x="0" y="0"/>
          <a:ext cx="0" cy="0"/>
          <a:chOff x="0" y="0"/>
          <a:chExt cx="0" cy="0"/>
        </a:xfrm>
      </p:grpSpPr>
      <p:sp>
        <p:nvSpPr>
          <p:cNvPr id="399" name="Google Shape;399;g10fb3e24844_1_0:notes">
            <a:extLst>
              <a:ext uri="{FF2B5EF4-FFF2-40B4-BE49-F238E27FC236}">
                <a16:creationId xmlns:a16="http://schemas.microsoft.com/office/drawing/2014/main" id="{1DEE4636-CDCF-3A30-1B09-E832175B7E02}"/>
              </a:ext>
            </a:extLst>
          </p:cNvPr>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0" name="Google Shape;400;g10fb3e24844_1_0:notes">
            <a:extLst>
              <a:ext uri="{FF2B5EF4-FFF2-40B4-BE49-F238E27FC236}">
                <a16:creationId xmlns:a16="http://schemas.microsoft.com/office/drawing/2014/main" id="{591E04D0-F1F2-5377-DCCE-EF684AD50BD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228812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7"/>
        <p:cNvGrpSpPr/>
        <p:nvPr/>
      </p:nvGrpSpPr>
      <p:grpSpPr>
        <a:xfrm>
          <a:off x="0" y="0"/>
          <a:ext cx="0" cy="0"/>
          <a:chOff x="0" y="0"/>
          <a:chExt cx="0" cy="0"/>
        </a:xfrm>
      </p:grpSpPr>
      <p:sp>
        <p:nvSpPr>
          <p:cNvPr id="1248" name="Google Shape;1248;g32759674682_0_8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sym typeface="Plus Jakarta Sans"/>
            </a:endParaRPr>
          </a:p>
        </p:txBody>
      </p:sp>
      <p:sp>
        <p:nvSpPr>
          <p:cNvPr id="1249" name="Google Shape;1249;g32759674682_0_8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69407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a:extLst>
            <a:ext uri="{FF2B5EF4-FFF2-40B4-BE49-F238E27FC236}">
              <a16:creationId xmlns:a16="http://schemas.microsoft.com/office/drawing/2014/main" id="{C674ABB5-5050-2A54-78C1-5BE6A961F9FC}"/>
            </a:ext>
          </a:extLst>
        </p:cNvPr>
        <p:cNvGrpSpPr/>
        <p:nvPr/>
      </p:nvGrpSpPr>
      <p:grpSpPr>
        <a:xfrm>
          <a:off x="0" y="0"/>
          <a:ext cx="0" cy="0"/>
          <a:chOff x="0" y="0"/>
          <a:chExt cx="0" cy="0"/>
        </a:xfrm>
      </p:grpSpPr>
      <p:sp>
        <p:nvSpPr>
          <p:cNvPr id="399" name="Google Shape;399;g10fb3e24844_1_0:notes">
            <a:extLst>
              <a:ext uri="{FF2B5EF4-FFF2-40B4-BE49-F238E27FC236}">
                <a16:creationId xmlns:a16="http://schemas.microsoft.com/office/drawing/2014/main" id="{1FC4C009-632F-8DA5-460E-2107AA7535EA}"/>
              </a:ext>
            </a:extLst>
          </p:cNvPr>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lang="en-US" dirty="0"/>
          </a:p>
        </p:txBody>
      </p:sp>
      <p:sp>
        <p:nvSpPr>
          <p:cNvPr id="400" name="Google Shape;400;g10fb3e24844_1_0:notes">
            <a:extLst>
              <a:ext uri="{FF2B5EF4-FFF2-40B4-BE49-F238E27FC236}">
                <a16:creationId xmlns:a16="http://schemas.microsoft.com/office/drawing/2014/main" id="{691CA747-F29C-F741-600B-FB566778F95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265160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a:extLst>
            <a:ext uri="{FF2B5EF4-FFF2-40B4-BE49-F238E27FC236}">
              <a16:creationId xmlns:a16="http://schemas.microsoft.com/office/drawing/2014/main" id="{B63906D0-95B6-8838-F21D-1BF57452E3DA}"/>
            </a:ext>
          </a:extLst>
        </p:cNvPr>
        <p:cNvGrpSpPr/>
        <p:nvPr/>
      </p:nvGrpSpPr>
      <p:grpSpPr>
        <a:xfrm>
          <a:off x="0" y="0"/>
          <a:ext cx="0" cy="0"/>
          <a:chOff x="0" y="0"/>
          <a:chExt cx="0" cy="0"/>
        </a:xfrm>
      </p:grpSpPr>
      <p:sp>
        <p:nvSpPr>
          <p:cNvPr id="363" name="Google Shape;363;g53bc36993d_0_5:notes">
            <a:extLst>
              <a:ext uri="{FF2B5EF4-FFF2-40B4-BE49-F238E27FC236}">
                <a16:creationId xmlns:a16="http://schemas.microsoft.com/office/drawing/2014/main" id="{B764AC5D-C8C8-8C78-3A6A-9B22B33C1D4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4" name="Google Shape;364;g53bc36993d_0_5:notes">
            <a:extLst>
              <a:ext uri="{FF2B5EF4-FFF2-40B4-BE49-F238E27FC236}">
                <a16:creationId xmlns:a16="http://schemas.microsoft.com/office/drawing/2014/main" id="{94EFBDEA-FA26-C448-05DF-AAF2521801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609601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a:extLst>
            <a:ext uri="{FF2B5EF4-FFF2-40B4-BE49-F238E27FC236}">
              <a16:creationId xmlns:a16="http://schemas.microsoft.com/office/drawing/2014/main" id="{9A8F632B-D961-65C8-0CF1-8289C518A21B}"/>
            </a:ext>
          </a:extLst>
        </p:cNvPr>
        <p:cNvGrpSpPr/>
        <p:nvPr/>
      </p:nvGrpSpPr>
      <p:grpSpPr>
        <a:xfrm>
          <a:off x="0" y="0"/>
          <a:ext cx="0" cy="0"/>
          <a:chOff x="0" y="0"/>
          <a:chExt cx="0" cy="0"/>
        </a:xfrm>
      </p:grpSpPr>
      <p:sp>
        <p:nvSpPr>
          <p:cNvPr id="399" name="Google Shape;399;g10fb3e24844_1_0:notes">
            <a:extLst>
              <a:ext uri="{FF2B5EF4-FFF2-40B4-BE49-F238E27FC236}">
                <a16:creationId xmlns:a16="http://schemas.microsoft.com/office/drawing/2014/main" id="{8B04684F-BAEF-8872-C4A1-FFD5EF207185}"/>
              </a:ext>
            </a:extLst>
          </p:cNvPr>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0" name="Google Shape;400;g10fb3e24844_1_0:notes">
            <a:extLst>
              <a:ext uri="{FF2B5EF4-FFF2-40B4-BE49-F238E27FC236}">
                <a16:creationId xmlns:a16="http://schemas.microsoft.com/office/drawing/2014/main" id="{A211FF2E-F477-8EF2-92C1-33780C3FFDC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741180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g32d5109d82f_1_7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3" name="Google Shape;493;g32d5109d82f_1_7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023138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a:extLst>
            <a:ext uri="{FF2B5EF4-FFF2-40B4-BE49-F238E27FC236}">
              <a16:creationId xmlns:a16="http://schemas.microsoft.com/office/drawing/2014/main" id="{011478B5-5CD2-92E9-C86C-5B40E03493C9}"/>
            </a:ext>
          </a:extLst>
        </p:cNvPr>
        <p:cNvGrpSpPr/>
        <p:nvPr/>
      </p:nvGrpSpPr>
      <p:grpSpPr>
        <a:xfrm>
          <a:off x="0" y="0"/>
          <a:ext cx="0" cy="0"/>
          <a:chOff x="0" y="0"/>
          <a:chExt cx="0" cy="0"/>
        </a:xfrm>
      </p:grpSpPr>
      <p:sp>
        <p:nvSpPr>
          <p:cNvPr id="492" name="Google Shape;492;g32d5109d82f_1_762:notes">
            <a:extLst>
              <a:ext uri="{FF2B5EF4-FFF2-40B4-BE49-F238E27FC236}">
                <a16:creationId xmlns:a16="http://schemas.microsoft.com/office/drawing/2014/main" id="{A52C41EB-CC7E-3A73-7CB2-1716063FD86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3" name="Google Shape;493;g32d5109d82f_1_762:notes">
            <a:extLst>
              <a:ext uri="{FF2B5EF4-FFF2-40B4-BE49-F238E27FC236}">
                <a16:creationId xmlns:a16="http://schemas.microsoft.com/office/drawing/2014/main" id="{5E7E0DB8-ECA1-AD8E-E181-0EC31ECDDB0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94784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g10fb3e24844_1_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0" name="Google Shape;400;g10fb3e24844_1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5004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g53bc36993d_0_23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1" name="Google Shape;351;g53bc36993d_0_23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676990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g53bc36993d_0_23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1" name="Google Shape;351;g53bc36993d_0_23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797660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g53bc36993d_0_23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1" name="Google Shape;351;g53bc36993d_0_23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780632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g53bc36993d_0_23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1" name="Google Shape;351;g53bc36993d_0_23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53118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a:extLst>
            <a:ext uri="{FF2B5EF4-FFF2-40B4-BE49-F238E27FC236}">
              <a16:creationId xmlns:a16="http://schemas.microsoft.com/office/drawing/2014/main" id="{7D30E36D-1F58-0779-8DB4-F2CE8B7E5E54}"/>
            </a:ext>
          </a:extLst>
        </p:cNvPr>
        <p:cNvGrpSpPr/>
        <p:nvPr/>
      </p:nvGrpSpPr>
      <p:grpSpPr>
        <a:xfrm>
          <a:off x="0" y="0"/>
          <a:ext cx="0" cy="0"/>
          <a:chOff x="0" y="0"/>
          <a:chExt cx="0" cy="0"/>
        </a:xfrm>
      </p:grpSpPr>
      <p:sp>
        <p:nvSpPr>
          <p:cNvPr id="399" name="Google Shape;399;g10fb3e24844_1_0:notes">
            <a:extLst>
              <a:ext uri="{FF2B5EF4-FFF2-40B4-BE49-F238E27FC236}">
                <a16:creationId xmlns:a16="http://schemas.microsoft.com/office/drawing/2014/main" id="{E7C6C343-C98D-DD27-CE6E-717AFED23FE1}"/>
              </a:ext>
            </a:extLst>
          </p:cNvPr>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0" name="Google Shape;400;g10fb3e24844_1_0:notes">
            <a:extLst>
              <a:ext uri="{FF2B5EF4-FFF2-40B4-BE49-F238E27FC236}">
                <a16:creationId xmlns:a16="http://schemas.microsoft.com/office/drawing/2014/main" id="{6B06BF51-F9FD-2C4A-3D02-274A55FA757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026377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a:extLst>
            <a:ext uri="{FF2B5EF4-FFF2-40B4-BE49-F238E27FC236}">
              <a16:creationId xmlns:a16="http://schemas.microsoft.com/office/drawing/2014/main" id="{A4F46195-A21F-0064-1F4E-ADB59E710372}"/>
            </a:ext>
          </a:extLst>
        </p:cNvPr>
        <p:cNvGrpSpPr/>
        <p:nvPr/>
      </p:nvGrpSpPr>
      <p:grpSpPr>
        <a:xfrm>
          <a:off x="0" y="0"/>
          <a:ext cx="0" cy="0"/>
          <a:chOff x="0" y="0"/>
          <a:chExt cx="0" cy="0"/>
        </a:xfrm>
      </p:grpSpPr>
      <p:sp>
        <p:nvSpPr>
          <p:cNvPr id="399" name="Google Shape;399;g10fb3e24844_1_0:notes">
            <a:extLst>
              <a:ext uri="{FF2B5EF4-FFF2-40B4-BE49-F238E27FC236}">
                <a16:creationId xmlns:a16="http://schemas.microsoft.com/office/drawing/2014/main" id="{59527D12-5B40-64A7-BCF1-197EB51A625E}"/>
              </a:ext>
            </a:extLst>
          </p:cNvPr>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0" name="Google Shape;400;g10fb3e24844_1_0:notes">
            <a:extLst>
              <a:ext uri="{FF2B5EF4-FFF2-40B4-BE49-F238E27FC236}">
                <a16:creationId xmlns:a16="http://schemas.microsoft.com/office/drawing/2014/main" id="{10191102-FD9F-D36A-F929-9E32D92B839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660595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a:extLst>
            <a:ext uri="{FF2B5EF4-FFF2-40B4-BE49-F238E27FC236}">
              <a16:creationId xmlns:a16="http://schemas.microsoft.com/office/drawing/2014/main" id="{79C85889-DE92-0F95-BC7F-4E564C167D17}"/>
            </a:ext>
          </a:extLst>
        </p:cNvPr>
        <p:cNvGrpSpPr/>
        <p:nvPr/>
      </p:nvGrpSpPr>
      <p:grpSpPr>
        <a:xfrm>
          <a:off x="0" y="0"/>
          <a:ext cx="0" cy="0"/>
          <a:chOff x="0" y="0"/>
          <a:chExt cx="0" cy="0"/>
        </a:xfrm>
      </p:grpSpPr>
      <p:sp>
        <p:nvSpPr>
          <p:cNvPr id="399" name="Google Shape;399;g10fb3e24844_1_0:notes">
            <a:extLst>
              <a:ext uri="{FF2B5EF4-FFF2-40B4-BE49-F238E27FC236}">
                <a16:creationId xmlns:a16="http://schemas.microsoft.com/office/drawing/2014/main" id="{2A1C7564-F74F-7E3B-E93D-EAE6DDD14170}"/>
              </a:ext>
            </a:extLst>
          </p:cNvPr>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lang="en-US" dirty="0"/>
          </a:p>
        </p:txBody>
      </p:sp>
      <p:sp>
        <p:nvSpPr>
          <p:cNvPr id="400" name="Google Shape;400;g10fb3e24844_1_0:notes">
            <a:extLst>
              <a:ext uri="{FF2B5EF4-FFF2-40B4-BE49-F238E27FC236}">
                <a16:creationId xmlns:a16="http://schemas.microsoft.com/office/drawing/2014/main" id="{28B6DA46-886B-41BB-FB00-348713E147B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688634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4"/>
        <p:cNvGrpSpPr/>
        <p:nvPr/>
      </p:nvGrpSpPr>
      <p:grpSpPr>
        <a:xfrm>
          <a:off x="0" y="0"/>
          <a:ext cx="0" cy="0"/>
          <a:chOff x="0" y="0"/>
          <a:chExt cx="0" cy="0"/>
        </a:xfrm>
      </p:grpSpPr>
      <p:sp>
        <p:nvSpPr>
          <p:cNvPr id="1065" name="Google Shape;1065;g33026603a85_7_2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71450" lvl="0" indent="-82550" algn="l" rtl="0">
              <a:lnSpc>
                <a:spcPct val="100000"/>
              </a:lnSpc>
              <a:spcBef>
                <a:spcPts val="0"/>
              </a:spcBef>
              <a:spcAft>
                <a:spcPts val="0"/>
              </a:spcAft>
              <a:buClr>
                <a:schemeClr val="dk1"/>
              </a:buClr>
              <a:buSzPts val="1400"/>
              <a:buFont typeface="Arial"/>
              <a:buNone/>
            </a:pPr>
            <a:endParaRPr lang="en-US" dirty="0">
              <a:sym typeface="Plus Jakarta Sans"/>
            </a:endParaRPr>
          </a:p>
        </p:txBody>
      </p:sp>
      <p:sp>
        <p:nvSpPr>
          <p:cNvPr id="1066" name="Google Shape;1066;g33026603a85_7_2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581154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4"/>
        <p:cNvGrpSpPr/>
        <p:nvPr/>
      </p:nvGrpSpPr>
      <p:grpSpPr>
        <a:xfrm>
          <a:off x="0" y="0"/>
          <a:ext cx="0" cy="0"/>
          <a:chOff x="0" y="0"/>
          <a:chExt cx="0" cy="0"/>
        </a:xfrm>
      </p:grpSpPr>
      <p:sp>
        <p:nvSpPr>
          <p:cNvPr id="1085" name="Google Shape;1085;g32d70377148_0_6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71450" lvl="0" indent="-82550" algn="l" rtl="0">
              <a:lnSpc>
                <a:spcPct val="100000"/>
              </a:lnSpc>
              <a:spcBef>
                <a:spcPts val="0"/>
              </a:spcBef>
              <a:spcAft>
                <a:spcPts val="0"/>
              </a:spcAft>
              <a:buClr>
                <a:schemeClr val="dk1"/>
              </a:buClr>
              <a:buSzPts val="1400"/>
              <a:buFont typeface="Arial"/>
              <a:buNone/>
            </a:pPr>
            <a:endParaRPr lang="en-US" dirty="0">
              <a:sym typeface="Plus Jakarta Sans"/>
            </a:endParaRPr>
          </a:p>
        </p:txBody>
      </p:sp>
      <p:sp>
        <p:nvSpPr>
          <p:cNvPr id="1086" name="Google Shape;1086;g32d70377148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2987532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a:extLst>
            <a:ext uri="{FF2B5EF4-FFF2-40B4-BE49-F238E27FC236}">
              <a16:creationId xmlns:a16="http://schemas.microsoft.com/office/drawing/2014/main" id="{D92C8664-FA2B-E50B-1F19-89A72C4068A6}"/>
            </a:ext>
          </a:extLst>
        </p:cNvPr>
        <p:cNvGrpSpPr/>
        <p:nvPr/>
      </p:nvGrpSpPr>
      <p:grpSpPr>
        <a:xfrm>
          <a:off x="0" y="0"/>
          <a:ext cx="0" cy="0"/>
          <a:chOff x="0" y="0"/>
          <a:chExt cx="0" cy="0"/>
        </a:xfrm>
      </p:grpSpPr>
      <p:sp>
        <p:nvSpPr>
          <p:cNvPr id="363" name="Google Shape;363;g53bc36993d_0_5:notes">
            <a:extLst>
              <a:ext uri="{FF2B5EF4-FFF2-40B4-BE49-F238E27FC236}">
                <a16:creationId xmlns:a16="http://schemas.microsoft.com/office/drawing/2014/main" id="{835D0634-5F57-B0DF-72C8-B54F02A1E77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4" name="Google Shape;364;g53bc36993d_0_5:notes">
            <a:extLst>
              <a:ext uri="{FF2B5EF4-FFF2-40B4-BE49-F238E27FC236}">
                <a16:creationId xmlns:a16="http://schemas.microsoft.com/office/drawing/2014/main" id="{36354F63-7DEE-7C8D-2818-B6707FF4CD6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994879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a:extLst>
            <a:ext uri="{FF2B5EF4-FFF2-40B4-BE49-F238E27FC236}">
              <a16:creationId xmlns:a16="http://schemas.microsoft.com/office/drawing/2014/main" id="{FDB888B9-D10E-4635-4B9D-CF6117D8BA17}"/>
            </a:ext>
          </a:extLst>
        </p:cNvPr>
        <p:cNvGrpSpPr/>
        <p:nvPr/>
      </p:nvGrpSpPr>
      <p:grpSpPr>
        <a:xfrm>
          <a:off x="0" y="0"/>
          <a:ext cx="0" cy="0"/>
          <a:chOff x="0" y="0"/>
          <a:chExt cx="0" cy="0"/>
        </a:xfrm>
      </p:grpSpPr>
      <p:sp>
        <p:nvSpPr>
          <p:cNvPr id="399" name="Google Shape;399;g10fb3e24844_1_0:notes">
            <a:extLst>
              <a:ext uri="{FF2B5EF4-FFF2-40B4-BE49-F238E27FC236}">
                <a16:creationId xmlns:a16="http://schemas.microsoft.com/office/drawing/2014/main" id="{9D7974D0-BB1C-7B84-AE20-1C79EC871EDF}"/>
              </a:ext>
            </a:extLst>
          </p:cNvPr>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00" name="Google Shape;400;g10fb3e24844_1_0:notes">
            <a:extLst>
              <a:ext uri="{FF2B5EF4-FFF2-40B4-BE49-F238E27FC236}">
                <a16:creationId xmlns:a16="http://schemas.microsoft.com/office/drawing/2014/main" id="{4F54F094-048A-2648-76E4-FD6C075CDAE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56813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0"/>
        <p:cNvGrpSpPr/>
        <p:nvPr/>
      </p:nvGrpSpPr>
      <p:grpSpPr>
        <a:xfrm>
          <a:off x="0" y="0"/>
          <a:ext cx="0" cy="0"/>
          <a:chOff x="0" y="0"/>
          <a:chExt cx="0" cy="0"/>
        </a:xfrm>
      </p:grpSpPr>
      <p:sp>
        <p:nvSpPr>
          <p:cNvPr id="1581" name="Google Shape;1581;g32a5cb181e9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2" name="Google Shape;1582;g32a5cb181e9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63472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a:extLst>
            <a:ext uri="{FF2B5EF4-FFF2-40B4-BE49-F238E27FC236}">
              <a16:creationId xmlns:a16="http://schemas.microsoft.com/office/drawing/2014/main" id="{D92C8664-FA2B-E50B-1F19-89A72C4068A6}"/>
            </a:ext>
          </a:extLst>
        </p:cNvPr>
        <p:cNvGrpSpPr/>
        <p:nvPr/>
      </p:nvGrpSpPr>
      <p:grpSpPr>
        <a:xfrm>
          <a:off x="0" y="0"/>
          <a:ext cx="0" cy="0"/>
          <a:chOff x="0" y="0"/>
          <a:chExt cx="0" cy="0"/>
        </a:xfrm>
      </p:grpSpPr>
      <p:sp>
        <p:nvSpPr>
          <p:cNvPr id="363" name="Google Shape;363;g53bc36993d_0_5:notes">
            <a:extLst>
              <a:ext uri="{FF2B5EF4-FFF2-40B4-BE49-F238E27FC236}">
                <a16:creationId xmlns:a16="http://schemas.microsoft.com/office/drawing/2014/main" id="{835D0634-5F57-B0DF-72C8-B54F02A1E77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4" name="Google Shape;364;g53bc36993d_0_5:notes">
            <a:extLst>
              <a:ext uri="{FF2B5EF4-FFF2-40B4-BE49-F238E27FC236}">
                <a16:creationId xmlns:a16="http://schemas.microsoft.com/office/drawing/2014/main" id="{36354F63-7DEE-7C8D-2818-B6707FF4CD6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1847866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a:extLst>
            <a:ext uri="{FF2B5EF4-FFF2-40B4-BE49-F238E27FC236}">
              <a16:creationId xmlns:a16="http://schemas.microsoft.com/office/drawing/2014/main" id="{F68AFA29-FCC5-4024-1108-994D3C73FD29}"/>
            </a:ext>
          </a:extLst>
        </p:cNvPr>
        <p:cNvGrpSpPr/>
        <p:nvPr/>
      </p:nvGrpSpPr>
      <p:grpSpPr>
        <a:xfrm>
          <a:off x="0" y="0"/>
          <a:ext cx="0" cy="0"/>
          <a:chOff x="0" y="0"/>
          <a:chExt cx="0" cy="0"/>
        </a:xfrm>
      </p:grpSpPr>
      <p:sp>
        <p:nvSpPr>
          <p:cNvPr id="399" name="Google Shape;399;g10fb3e24844_1_0:notes">
            <a:extLst>
              <a:ext uri="{FF2B5EF4-FFF2-40B4-BE49-F238E27FC236}">
                <a16:creationId xmlns:a16="http://schemas.microsoft.com/office/drawing/2014/main" id="{1DEE4636-CDCF-3A30-1B09-E832175B7E02}"/>
              </a:ext>
            </a:extLst>
          </p:cNvPr>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0" name="Google Shape;400;g10fb3e24844_1_0:notes">
            <a:extLst>
              <a:ext uri="{FF2B5EF4-FFF2-40B4-BE49-F238E27FC236}">
                <a16:creationId xmlns:a16="http://schemas.microsoft.com/office/drawing/2014/main" id="{591E04D0-F1F2-5377-DCCE-EF684AD50BD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874692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a:extLst>
            <a:ext uri="{FF2B5EF4-FFF2-40B4-BE49-F238E27FC236}">
              <a16:creationId xmlns:a16="http://schemas.microsoft.com/office/drawing/2014/main" id="{FDB888B9-D10E-4635-4B9D-CF6117D8BA17}"/>
            </a:ext>
          </a:extLst>
        </p:cNvPr>
        <p:cNvGrpSpPr/>
        <p:nvPr/>
      </p:nvGrpSpPr>
      <p:grpSpPr>
        <a:xfrm>
          <a:off x="0" y="0"/>
          <a:ext cx="0" cy="0"/>
          <a:chOff x="0" y="0"/>
          <a:chExt cx="0" cy="0"/>
        </a:xfrm>
      </p:grpSpPr>
      <p:sp>
        <p:nvSpPr>
          <p:cNvPr id="399" name="Google Shape;399;g10fb3e24844_1_0:notes">
            <a:extLst>
              <a:ext uri="{FF2B5EF4-FFF2-40B4-BE49-F238E27FC236}">
                <a16:creationId xmlns:a16="http://schemas.microsoft.com/office/drawing/2014/main" id="{9D7974D0-BB1C-7B84-AE20-1C79EC871EDF}"/>
              </a:ext>
            </a:extLst>
          </p:cNvPr>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00" name="Google Shape;400;g10fb3e24844_1_0:notes">
            <a:extLst>
              <a:ext uri="{FF2B5EF4-FFF2-40B4-BE49-F238E27FC236}">
                <a16:creationId xmlns:a16="http://schemas.microsoft.com/office/drawing/2014/main" id="{4F54F094-048A-2648-76E4-FD6C075CDAE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2215932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a:extLst>
            <a:ext uri="{FF2B5EF4-FFF2-40B4-BE49-F238E27FC236}">
              <a16:creationId xmlns:a16="http://schemas.microsoft.com/office/drawing/2014/main" id="{FDB888B9-D10E-4635-4B9D-CF6117D8BA17}"/>
            </a:ext>
          </a:extLst>
        </p:cNvPr>
        <p:cNvGrpSpPr/>
        <p:nvPr/>
      </p:nvGrpSpPr>
      <p:grpSpPr>
        <a:xfrm>
          <a:off x="0" y="0"/>
          <a:ext cx="0" cy="0"/>
          <a:chOff x="0" y="0"/>
          <a:chExt cx="0" cy="0"/>
        </a:xfrm>
      </p:grpSpPr>
      <p:sp>
        <p:nvSpPr>
          <p:cNvPr id="399" name="Google Shape;399;g10fb3e24844_1_0:notes">
            <a:extLst>
              <a:ext uri="{FF2B5EF4-FFF2-40B4-BE49-F238E27FC236}">
                <a16:creationId xmlns:a16="http://schemas.microsoft.com/office/drawing/2014/main" id="{9D7974D0-BB1C-7B84-AE20-1C79EC871EDF}"/>
              </a:ext>
            </a:extLst>
          </p:cNvPr>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00" name="Google Shape;400;g10fb3e24844_1_0:notes">
            <a:extLst>
              <a:ext uri="{FF2B5EF4-FFF2-40B4-BE49-F238E27FC236}">
                <a16:creationId xmlns:a16="http://schemas.microsoft.com/office/drawing/2014/main" id="{4F54F094-048A-2648-76E4-FD6C075CDAE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894242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a:extLst>
            <a:ext uri="{FF2B5EF4-FFF2-40B4-BE49-F238E27FC236}">
              <a16:creationId xmlns:a16="http://schemas.microsoft.com/office/drawing/2014/main" id="{FDB888B9-D10E-4635-4B9D-CF6117D8BA17}"/>
            </a:ext>
          </a:extLst>
        </p:cNvPr>
        <p:cNvGrpSpPr/>
        <p:nvPr/>
      </p:nvGrpSpPr>
      <p:grpSpPr>
        <a:xfrm>
          <a:off x="0" y="0"/>
          <a:ext cx="0" cy="0"/>
          <a:chOff x="0" y="0"/>
          <a:chExt cx="0" cy="0"/>
        </a:xfrm>
      </p:grpSpPr>
      <p:sp>
        <p:nvSpPr>
          <p:cNvPr id="399" name="Google Shape;399;g10fb3e24844_1_0:notes">
            <a:extLst>
              <a:ext uri="{FF2B5EF4-FFF2-40B4-BE49-F238E27FC236}">
                <a16:creationId xmlns:a16="http://schemas.microsoft.com/office/drawing/2014/main" id="{9D7974D0-BB1C-7B84-AE20-1C79EC871EDF}"/>
              </a:ext>
            </a:extLst>
          </p:cNvPr>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00" name="Google Shape;400;g10fb3e24844_1_0:notes">
            <a:extLst>
              <a:ext uri="{FF2B5EF4-FFF2-40B4-BE49-F238E27FC236}">
                <a16:creationId xmlns:a16="http://schemas.microsoft.com/office/drawing/2014/main" id="{4F54F094-048A-2648-76E4-FD6C075CDAE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9062468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a:extLst>
            <a:ext uri="{FF2B5EF4-FFF2-40B4-BE49-F238E27FC236}">
              <a16:creationId xmlns:a16="http://schemas.microsoft.com/office/drawing/2014/main" id="{C4198525-F07E-5C95-43AE-75AD2135227A}"/>
            </a:ext>
          </a:extLst>
        </p:cNvPr>
        <p:cNvGrpSpPr/>
        <p:nvPr/>
      </p:nvGrpSpPr>
      <p:grpSpPr>
        <a:xfrm>
          <a:off x="0" y="0"/>
          <a:ext cx="0" cy="0"/>
          <a:chOff x="0" y="0"/>
          <a:chExt cx="0" cy="0"/>
        </a:xfrm>
      </p:grpSpPr>
      <p:sp>
        <p:nvSpPr>
          <p:cNvPr id="363" name="Google Shape;363;g53bc36993d_0_5:notes">
            <a:extLst>
              <a:ext uri="{FF2B5EF4-FFF2-40B4-BE49-F238E27FC236}">
                <a16:creationId xmlns:a16="http://schemas.microsoft.com/office/drawing/2014/main" id="{E16BF80B-BA1B-608D-F9D3-4C333FE2AF0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4" name="Google Shape;364;g53bc36993d_0_5:notes">
            <a:extLst>
              <a:ext uri="{FF2B5EF4-FFF2-40B4-BE49-F238E27FC236}">
                <a16:creationId xmlns:a16="http://schemas.microsoft.com/office/drawing/2014/main" id="{99B52299-2255-7EE1-13B5-8405F78CD22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7761181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a:extLst>
            <a:ext uri="{FF2B5EF4-FFF2-40B4-BE49-F238E27FC236}">
              <a16:creationId xmlns:a16="http://schemas.microsoft.com/office/drawing/2014/main" id="{EDAC9C0F-2A0B-C402-090E-C82001474C30}"/>
            </a:ext>
          </a:extLst>
        </p:cNvPr>
        <p:cNvGrpSpPr/>
        <p:nvPr/>
      </p:nvGrpSpPr>
      <p:grpSpPr>
        <a:xfrm>
          <a:off x="0" y="0"/>
          <a:ext cx="0" cy="0"/>
          <a:chOff x="0" y="0"/>
          <a:chExt cx="0" cy="0"/>
        </a:xfrm>
      </p:grpSpPr>
      <p:sp>
        <p:nvSpPr>
          <p:cNvPr id="399" name="Google Shape;399;g10fb3e24844_1_0:notes">
            <a:extLst>
              <a:ext uri="{FF2B5EF4-FFF2-40B4-BE49-F238E27FC236}">
                <a16:creationId xmlns:a16="http://schemas.microsoft.com/office/drawing/2014/main" id="{9C96771F-A836-61E7-2781-8F939DC75867}"/>
              </a:ext>
            </a:extLst>
          </p:cNvPr>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00" name="Google Shape;400;g10fb3e24844_1_0:notes">
            <a:extLst>
              <a:ext uri="{FF2B5EF4-FFF2-40B4-BE49-F238E27FC236}">
                <a16:creationId xmlns:a16="http://schemas.microsoft.com/office/drawing/2014/main" id="{019E87F4-B9D1-FBF9-590F-A58155F42E8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5825854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a:extLst>
            <a:ext uri="{FF2B5EF4-FFF2-40B4-BE49-F238E27FC236}">
              <a16:creationId xmlns:a16="http://schemas.microsoft.com/office/drawing/2014/main" id="{4132BAD2-1378-AB1D-9740-6223A73BD5A1}"/>
            </a:ext>
          </a:extLst>
        </p:cNvPr>
        <p:cNvGrpSpPr/>
        <p:nvPr/>
      </p:nvGrpSpPr>
      <p:grpSpPr>
        <a:xfrm>
          <a:off x="0" y="0"/>
          <a:ext cx="0" cy="0"/>
          <a:chOff x="0" y="0"/>
          <a:chExt cx="0" cy="0"/>
        </a:xfrm>
      </p:grpSpPr>
      <p:sp>
        <p:nvSpPr>
          <p:cNvPr id="399" name="Google Shape;399;g10fb3e24844_1_0:notes">
            <a:extLst>
              <a:ext uri="{FF2B5EF4-FFF2-40B4-BE49-F238E27FC236}">
                <a16:creationId xmlns:a16="http://schemas.microsoft.com/office/drawing/2014/main" id="{5094B1C2-B8F0-EB12-0FF5-B0055A7B618C}"/>
              </a:ext>
            </a:extLst>
          </p:cNvPr>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00" name="Google Shape;400;g10fb3e24844_1_0:notes">
            <a:extLst>
              <a:ext uri="{FF2B5EF4-FFF2-40B4-BE49-F238E27FC236}">
                <a16:creationId xmlns:a16="http://schemas.microsoft.com/office/drawing/2014/main" id="{071999C1-821C-E360-2325-9344992829E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378367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a:extLst>
            <a:ext uri="{FF2B5EF4-FFF2-40B4-BE49-F238E27FC236}">
              <a16:creationId xmlns:a16="http://schemas.microsoft.com/office/drawing/2014/main" id="{8DDDD7CB-C19C-4E53-D8F5-80BA19DFC20F}"/>
            </a:ext>
          </a:extLst>
        </p:cNvPr>
        <p:cNvGrpSpPr/>
        <p:nvPr/>
      </p:nvGrpSpPr>
      <p:grpSpPr>
        <a:xfrm>
          <a:off x="0" y="0"/>
          <a:ext cx="0" cy="0"/>
          <a:chOff x="0" y="0"/>
          <a:chExt cx="0" cy="0"/>
        </a:xfrm>
      </p:grpSpPr>
      <p:sp>
        <p:nvSpPr>
          <p:cNvPr id="363" name="Google Shape;363;g53bc36993d_0_5:notes">
            <a:extLst>
              <a:ext uri="{FF2B5EF4-FFF2-40B4-BE49-F238E27FC236}">
                <a16:creationId xmlns:a16="http://schemas.microsoft.com/office/drawing/2014/main" id="{DFAB582D-647F-EA4D-81B4-DE2D4C8F62E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4" name="Google Shape;364;g53bc36993d_0_5:notes">
            <a:extLst>
              <a:ext uri="{FF2B5EF4-FFF2-40B4-BE49-F238E27FC236}">
                <a16:creationId xmlns:a16="http://schemas.microsoft.com/office/drawing/2014/main" id="{C9FF60C7-1C3A-9D6B-54CE-BA8CA147ED3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47487900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a:extLst>
            <a:ext uri="{FF2B5EF4-FFF2-40B4-BE49-F238E27FC236}">
              <a16:creationId xmlns:a16="http://schemas.microsoft.com/office/drawing/2014/main" id="{B21FF3E1-A82E-D5BE-7B4B-5B61D2E2280F}"/>
            </a:ext>
          </a:extLst>
        </p:cNvPr>
        <p:cNvGrpSpPr/>
        <p:nvPr/>
      </p:nvGrpSpPr>
      <p:grpSpPr>
        <a:xfrm>
          <a:off x="0" y="0"/>
          <a:ext cx="0" cy="0"/>
          <a:chOff x="0" y="0"/>
          <a:chExt cx="0" cy="0"/>
        </a:xfrm>
      </p:grpSpPr>
      <p:sp>
        <p:nvSpPr>
          <p:cNvPr id="399" name="Google Shape;399;g10fb3e24844_1_0:notes">
            <a:extLst>
              <a:ext uri="{FF2B5EF4-FFF2-40B4-BE49-F238E27FC236}">
                <a16:creationId xmlns:a16="http://schemas.microsoft.com/office/drawing/2014/main" id="{8A6F3773-4CEB-CD55-9F89-36ED73E5EBED}"/>
              </a:ext>
            </a:extLst>
          </p:cNvPr>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00" name="Google Shape;400;g10fb3e24844_1_0:notes">
            <a:extLst>
              <a:ext uri="{FF2B5EF4-FFF2-40B4-BE49-F238E27FC236}">
                <a16:creationId xmlns:a16="http://schemas.microsoft.com/office/drawing/2014/main" id="{3AA13581-ADCE-5D85-AEFC-70B8AE9F865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7455568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a:extLst>
            <a:ext uri="{FF2B5EF4-FFF2-40B4-BE49-F238E27FC236}">
              <a16:creationId xmlns:a16="http://schemas.microsoft.com/office/drawing/2014/main" id="{E3A31698-FBF4-6C82-48B7-42D32E6795B3}"/>
            </a:ext>
          </a:extLst>
        </p:cNvPr>
        <p:cNvGrpSpPr/>
        <p:nvPr/>
      </p:nvGrpSpPr>
      <p:grpSpPr>
        <a:xfrm>
          <a:off x="0" y="0"/>
          <a:ext cx="0" cy="0"/>
          <a:chOff x="0" y="0"/>
          <a:chExt cx="0" cy="0"/>
        </a:xfrm>
      </p:grpSpPr>
      <p:sp>
        <p:nvSpPr>
          <p:cNvPr id="399" name="Google Shape;399;g10fb3e24844_1_0:notes">
            <a:extLst>
              <a:ext uri="{FF2B5EF4-FFF2-40B4-BE49-F238E27FC236}">
                <a16:creationId xmlns:a16="http://schemas.microsoft.com/office/drawing/2014/main" id="{22384666-49BF-61C1-168F-FE06E951FE2B}"/>
              </a:ext>
            </a:extLst>
          </p:cNvPr>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00" name="Google Shape;400;g10fb3e24844_1_0:notes">
            <a:extLst>
              <a:ext uri="{FF2B5EF4-FFF2-40B4-BE49-F238E27FC236}">
                <a16:creationId xmlns:a16="http://schemas.microsoft.com/office/drawing/2014/main" id="{182D4F27-DF09-C04C-A505-3A2D19DF2B7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1272657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a:extLst>
            <a:ext uri="{FF2B5EF4-FFF2-40B4-BE49-F238E27FC236}">
              <a16:creationId xmlns:a16="http://schemas.microsoft.com/office/drawing/2014/main" id="{F2DC757B-8F83-C9DA-13EB-5468398530A1}"/>
            </a:ext>
          </a:extLst>
        </p:cNvPr>
        <p:cNvGrpSpPr/>
        <p:nvPr/>
      </p:nvGrpSpPr>
      <p:grpSpPr>
        <a:xfrm>
          <a:off x="0" y="0"/>
          <a:ext cx="0" cy="0"/>
          <a:chOff x="0" y="0"/>
          <a:chExt cx="0" cy="0"/>
        </a:xfrm>
      </p:grpSpPr>
      <p:sp>
        <p:nvSpPr>
          <p:cNvPr id="399" name="Google Shape;399;g10fb3e24844_1_0:notes">
            <a:extLst>
              <a:ext uri="{FF2B5EF4-FFF2-40B4-BE49-F238E27FC236}">
                <a16:creationId xmlns:a16="http://schemas.microsoft.com/office/drawing/2014/main" id="{66205036-6B1A-A3F8-31D6-AEB21291083D}"/>
              </a:ext>
            </a:extLst>
          </p:cNvPr>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00" name="Google Shape;400;g10fb3e24844_1_0:notes">
            <a:extLst>
              <a:ext uri="{FF2B5EF4-FFF2-40B4-BE49-F238E27FC236}">
                <a16:creationId xmlns:a16="http://schemas.microsoft.com/office/drawing/2014/main" id="{67D14D90-A30C-524A-6B0A-E6AFF683D11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4265377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a:extLst>
            <a:ext uri="{FF2B5EF4-FFF2-40B4-BE49-F238E27FC236}">
              <a16:creationId xmlns:a16="http://schemas.microsoft.com/office/drawing/2014/main" id="{752CD383-0EE7-88F0-72DC-97E5199CE489}"/>
            </a:ext>
          </a:extLst>
        </p:cNvPr>
        <p:cNvGrpSpPr/>
        <p:nvPr/>
      </p:nvGrpSpPr>
      <p:grpSpPr>
        <a:xfrm>
          <a:off x="0" y="0"/>
          <a:ext cx="0" cy="0"/>
          <a:chOff x="0" y="0"/>
          <a:chExt cx="0" cy="0"/>
        </a:xfrm>
      </p:grpSpPr>
      <p:sp>
        <p:nvSpPr>
          <p:cNvPr id="363" name="Google Shape;363;g53bc36993d_0_5:notes">
            <a:extLst>
              <a:ext uri="{FF2B5EF4-FFF2-40B4-BE49-F238E27FC236}">
                <a16:creationId xmlns:a16="http://schemas.microsoft.com/office/drawing/2014/main" id="{0BEDD9AE-76E5-84E5-D4FA-A6AC4ABC361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4" name="Google Shape;364;g53bc36993d_0_5:notes">
            <a:extLst>
              <a:ext uri="{FF2B5EF4-FFF2-40B4-BE49-F238E27FC236}">
                <a16:creationId xmlns:a16="http://schemas.microsoft.com/office/drawing/2014/main" id="{8ED5E1E6-9A87-FF4E-0F03-717BD1AFD55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64000260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a:extLst>
            <a:ext uri="{FF2B5EF4-FFF2-40B4-BE49-F238E27FC236}">
              <a16:creationId xmlns:a16="http://schemas.microsoft.com/office/drawing/2014/main" id="{A5DD07A2-3130-54EB-56B8-5DDB26AF5747}"/>
            </a:ext>
          </a:extLst>
        </p:cNvPr>
        <p:cNvGrpSpPr/>
        <p:nvPr/>
      </p:nvGrpSpPr>
      <p:grpSpPr>
        <a:xfrm>
          <a:off x="0" y="0"/>
          <a:ext cx="0" cy="0"/>
          <a:chOff x="0" y="0"/>
          <a:chExt cx="0" cy="0"/>
        </a:xfrm>
      </p:grpSpPr>
      <p:sp>
        <p:nvSpPr>
          <p:cNvPr id="399" name="Google Shape;399;g10fb3e24844_1_0:notes">
            <a:extLst>
              <a:ext uri="{FF2B5EF4-FFF2-40B4-BE49-F238E27FC236}">
                <a16:creationId xmlns:a16="http://schemas.microsoft.com/office/drawing/2014/main" id="{8B99DB20-904B-8C77-DF27-207820576AFE}"/>
              </a:ext>
            </a:extLst>
          </p:cNvPr>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00" name="Google Shape;400;g10fb3e24844_1_0:notes">
            <a:extLst>
              <a:ext uri="{FF2B5EF4-FFF2-40B4-BE49-F238E27FC236}">
                <a16:creationId xmlns:a16="http://schemas.microsoft.com/office/drawing/2014/main" id="{0813EA82-1A4B-863D-B914-46ABABED9D7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0756302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a:extLst>
            <a:ext uri="{FF2B5EF4-FFF2-40B4-BE49-F238E27FC236}">
              <a16:creationId xmlns:a16="http://schemas.microsoft.com/office/drawing/2014/main" id="{4958B24C-F39D-C3C1-90E8-353246EF2E0F}"/>
            </a:ext>
          </a:extLst>
        </p:cNvPr>
        <p:cNvGrpSpPr/>
        <p:nvPr/>
      </p:nvGrpSpPr>
      <p:grpSpPr>
        <a:xfrm>
          <a:off x="0" y="0"/>
          <a:ext cx="0" cy="0"/>
          <a:chOff x="0" y="0"/>
          <a:chExt cx="0" cy="0"/>
        </a:xfrm>
      </p:grpSpPr>
      <p:sp>
        <p:nvSpPr>
          <p:cNvPr id="399" name="Google Shape;399;g10fb3e24844_1_0:notes">
            <a:extLst>
              <a:ext uri="{FF2B5EF4-FFF2-40B4-BE49-F238E27FC236}">
                <a16:creationId xmlns:a16="http://schemas.microsoft.com/office/drawing/2014/main" id="{7E86B5BA-5637-976C-824B-FE5C02858500}"/>
              </a:ext>
            </a:extLst>
          </p:cNvPr>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00" name="Google Shape;400;g10fb3e24844_1_0:notes">
            <a:extLst>
              <a:ext uri="{FF2B5EF4-FFF2-40B4-BE49-F238E27FC236}">
                <a16:creationId xmlns:a16="http://schemas.microsoft.com/office/drawing/2014/main" id="{A7583504-00F5-4D84-0294-A25B827D3A4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6814498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a:extLst>
            <a:ext uri="{FF2B5EF4-FFF2-40B4-BE49-F238E27FC236}">
              <a16:creationId xmlns:a16="http://schemas.microsoft.com/office/drawing/2014/main" id="{8949B771-A3B7-DFC7-6DE0-B73DE9627E20}"/>
            </a:ext>
          </a:extLst>
        </p:cNvPr>
        <p:cNvGrpSpPr/>
        <p:nvPr/>
      </p:nvGrpSpPr>
      <p:grpSpPr>
        <a:xfrm>
          <a:off x="0" y="0"/>
          <a:ext cx="0" cy="0"/>
          <a:chOff x="0" y="0"/>
          <a:chExt cx="0" cy="0"/>
        </a:xfrm>
      </p:grpSpPr>
      <p:sp>
        <p:nvSpPr>
          <p:cNvPr id="399" name="Google Shape;399;g10fb3e24844_1_0:notes">
            <a:extLst>
              <a:ext uri="{FF2B5EF4-FFF2-40B4-BE49-F238E27FC236}">
                <a16:creationId xmlns:a16="http://schemas.microsoft.com/office/drawing/2014/main" id="{4AA720DE-6897-F7AC-FF72-154DFC6E8B7D}"/>
              </a:ext>
            </a:extLst>
          </p:cNvPr>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00" name="Google Shape;400;g10fb3e24844_1_0:notes">
            <a:extLst>
              <a:ext uri="{FF2B5EF4-FFF2-40B4-BE49-F238E27FC236}">
                <a16:creationId xmlns:a16="http://schemas.microsoft.com/office/drawing/2014/main" id="{4FF8BA81-90B3-74A6-3B0F-C48BD2A4F44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6714017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8"/>
        <p:cNvGrpSpPr/>
        <p:nvPr/>
      </p:nvGrpSpPr>
      <p:grpSpPr>
        <a:xfrm>
          <a:off x="0" y="0"/>
          <a:ext cx="0" cy="0"/>
          <a:chOff x="0" y="0"/>
          <a:chExt cx="0" cy="0"/>
        </a:xfrm>
      </p:grpSpPr>
      <p:sp>
        <p:nvSpPr>
          <p:cNvPr id="2269" name="Google Shape;2269;g32dbba6ce4a_0_1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0" name="Google Shape;2270;g32dbba6ce4a_0_1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over Slide | Nodes on the Right | Twilight">
  <p:cSld name="4_Custom Layout">
    <p:bg>
      <p:bgPr>
        <a:solidFill>
          <a:schemeClr val="dk1"/>
        </a:solidFill>
        <a:effectLst/>
      </p:bgPr>
    </p:bg>
    <p:spTree>
      <p:nvGrpSpPr>
        <p:cNvPr id="1" name="Shape 9"/>
        <p:cNvGrpSpPr/>
        <p:nvPr/>
      </p:nvGrpSpPr>
      <p:grpSpPr>
        <a:xfrm>
          <a:off x="0" y="0"/>
          <a:ext cx="0" cy="0"/>
          <a:chOff x="0" y="0"/>
          <a:chExt cx="0" cy="0"/>
        </a:xfrm>
      </p:grpSpPr>
      <p:sp>
        <p:nvSpPr>
          <p:cNvPr id="10" name="Google Shape;10;p2"/>
          <p:cNvSpPr txBox="1">
            <a:spLocks noGrp="1"/>
          </p:cNvSpPr>
          <p:nvPr>
            <p:ph type="body" idx="1"/>
          </p:nvPr>
        </p:nvSpPr>
        <p:spPr>
          <a:xfrm>
            <a:off x="609600" y="4491831"/>
            <a:ext cx="3505200" cy="274500"/>
          </a:xfrm>
          <a:prstGeom prst="rect">
            <a:avLst/>
          </a:prstGeom>
          <a:noFill/>
          <a:ln>
            <a:noFill/>
          </a:ln>
        </p:spPr>
        <p:txBody>
          <a:bodyPr spcFirstLastPara="1" wrap="square" lIns="0" tIns="45700" rIns="91425" bIns="45700" anchor="t" anchorCtr="0">
            <a:noAutofit/>
          </a:bodyPr>
          <a:lstStyle>
            <a:lvl1pPr marL="457200" lvl="0" indent="-228600" algn="l">
              <a:spcBef>
                <a:spcPts val="0"/>
              </a:spcBef>
              <a:spcAft>
                <a:spcPts val="0"/>
              </a:spcAft>
              <a:buClr>
                <a:schemeClr val="lt1"/>
              </a:buClr>
              <a:buSzPts val="1300"/>
              <a:buFont typeface="Plus Jakarta Sans"/>
              <a:buNone/>
              <a:defRPr sz="1300" b="0" i="0">
                <a:solidFill>
                  <a:schemeClr val="lt1"/>
                </a:solidFill>
                <a:latin typeface="Plus Jakarta Sans"/>
                <a:ea typeface="Plus Jakarta Sans"/>
                <a:cs typeface="Plus Jakarta Sans"/>
                <a:sym typeface="Plus Jakarta Sans"/>
              </a:defRPr>
            </a:lvl1pPr>
            <a:lvl2pPr marL="914400" lvl="1" indent="-228600" algn="l">
              <a:lnSpc>
                <a:spcPct val="129090"/>
              </a:lnSpc>
              <a:spcBef>
                <a:spcPts val="500"/>
              </a:spcBef>
              <a:spcAft>
                <a:spcPts val="0"/>
              </a:spcAft>
              <a:buSzPts val="1320"/>
              <a:buFont typeface="Plus Jakarta Sans"/>
              <a:buNone/>
              <a:defRPr>
                <a:solidFill>
                  <a:schemeClr val="lt1"/>
                </a:solidFill>
              </a:defRPr>
            </a:lvl2pPr>
            <a:lvl3pPr marL="1371600" lvl="2" indent="-304800" algn="l">
              <a:spcBef>
                <a:spcPts val="200"/>
              </a:spcBef>
              <a:spcAft>
                <a:spcPts val="0"/>
              </a:spcAft>
              <a:buSzPts val="1200"/>
              <a:buChar char="•"/>
              <a:defRPr>
                <a:solidFill>
                  <a:schemeClr val="lt1"/>
                </a:solidFill>
              </a:defRPr>
            </a:lvl3pPr>
            <a:lvl4pPr marL="1828800" lvl="3" indent="-279400" algn="l">
              <a:spcBef>
                <a:spcPts val="160"/>
              </a:spcBef>
              <a:spcAft>
                <a:spcPts val="0"/>
              </a:spcAft>
              <a:buClr>
                <a:schemeClr val="lt1"/>
              </a:buClr>
              <a:buSzPts val="800"/>
              <a:buChar char="–"/>
              <a:defRPr>
                <a:solidFill>
                  <a:schemeClr val="lt1"/>
                </a:solidFill>
              </a:defRPr>
            </a:lvl4pPr>
            <a:lvl5pPr marL="2286000" lvl="4" indent="-279400" algn="l">
              <a:spcBef>
                <a:spcPts val="160"/>
              </a:spcBef>
              <a:spcAft>
                <a:spcPts val="0"/>
              </a:spcAft>
              <a:buClr>
                <a:schemeClr val="lt1"/>
              </a:buClr>
              <a:buSzPts val="800"/>
              <a:buChar char="»"/>
              <a:defRPr>
                <a:solidFill>
                  <a:schemeClr val="lt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pic>
        <p:nvPicPr>
          <p:cNvPr id="11" name="Google Shape;11;p2"/>
          <p:cNvPicPr preferRelativeResize="0"/>
          <p:nvPr/>
        </p:nvPicPr>
        <p:blipFill rotWithShape="1">
          <a:blip r:embed="rId2">
            <a:alphaModFix/>
          </a:blip>
          <a:srcRect/>
          <a:stretch/>
        </p:blipFill>
        <p:spPr>
          <a:xfrm>
            <a:off x="609600" y="686457"/>
            <a:ext cx="2321469" cy="285093"/>
          </a:xfrm>
          <a:prstGeom prst="rect">
            <a:avLst/>
          </a:prstGeom>
          <a:noFill/>
          <a:ln>
            <a:noFill/>
          </a:ln>
        </p:spPr>
      </p:pic>
      <p:pic>
        <p:nvPicPr>
          <p:cNvPr id="12" name="Google Shape;12;p2"/>
          <p:cNvPicPr preferRelativeResize="0"/>
          <p:nvPr/>
        </p:nvPicPr>
        <p:blipFill rotWithShape="1">
          <a:blip r:embed="rId3">
            <a:alphaModFix/>
          </a:blip>
          <a:srcRect l="36260" t="3129" r="-4650" b="1167"/>
          <a:stretch/>
        </p:blipFill>
        <p:spPr>
          <a:xfrm rot="5400000">
            <a:off x="6285751" y="-113456"/>
            <a:ext cx="2744888" cy="2971799"/>
          </a:xfrm>
          <a:prstGeom prst="rect">
            <a:avLst/>
          </a:prstGeom>
          <a:noFill/>
          <a:ln>
            <a:noFill/>
          </a:ln>
        </p:spPr>
      </p:pic>
      <p:sp>
        <p:nvSpPr>
          <p:cNvPr id="13" name="Google Shape;13;p2"/>
          <p:cNvSpPr txBox="1">
            <a:spLocks noGrp="1"/>
          </p:cNvSpPr>
          <p:nvPr>
            <p:ph type="title"/>
          </p:nvPr>
        </p:nvSpPr>
        <p:spPr>
          <a:xfrm>
            <a:off x="609600" y="1908100"/>
            <a:ext cx="5862600" cy="612900"/>
          </a:xfrm>
          <a:prstGeom prst="rect">
            <a:avLst/>
          </a:prstGeom>
          <a:noFill/>
          <a:ln>
            <a:noFill/>
          </a:ln>
        </p:spPr>
        <p:txBody>
          <a:bodyPr spcFirstLastPara="1" wrap="square" lIns="0" tIns="45700" rIns="91425" bIns="45700" anchor="b" anchorCtr="0">
            <a:noAutofit/>
          </a:bodyPr>
          <a:lstStyle>
            <a:lvl1pPr lvl="0" algn="l">
              <a:spcBef>
                <a:spcPts val="0"/>
              </a:spcBef>
              <a:spcAft>
                <a:spcPts val="0"/>
              </a:spcAft>
              <a:buClr>
                <a:schemeClr val="lt1"/>
              </a:buClr>
              <a:buSzPts val="2100"/>
              <a:buNone/>
              <a:defRPr sz="23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 name="Google Shape;14;p2"/>
          <p:cNvSpPr txBox="1">
            <a:spLocks noGrp="1"/>
          </p:cNvSpPr>
          <p:nvPr>
            <p:ph type="body" idx="2"/>
          </p:nvPr>
        </p:nvSpPr>
        <p:spPr>
          <a:xfrm>
            <a:off x="609600" y="2604200"/>
            <a:ext cx="5862600" cy="570000"/>
          </a:xfrm>
          <a:prstGeom prst="rect">
            <a:avLst/>
          </a:prstGeom>
          <a:noFill/>
          <a:ln>
            <a:noFill/>
          </a:ln>
        </p:spPr>
        <p:txBody>
          <a:bodyPr spcFirstLastPara="1" wrap="square" lIns="0" tIns="45700" rIns="91425" bIns="45700" anchor="t" anchorCtr="0">
            <a:noAutofit/>
          </a:bodyPr>
          <a:lstStyle>
            <a:lvl1pPr marL="457200" lvl="0" indent="-228600" algn="l">
              <a:spcBef>
                <a:spcPts val="0"/>
              </a:spcBef>
              <a:spcAft>
                <a:spcPts val="0"/>
              </a:spcAft>
              <a:buClr>
                <a:schemeClr val="lt1"/>
              </a:buClr>
              <a:buSzPts val="1800"/>
              <a:buFont typeface="Plus Jakarta Sans SemiBold"/>
              <a:buNone/>
              <a:defRPr>
                <a:solidFill>
                  <a:schemeClr val="lt1"/>
                </a:solidFill>
                <a:latin typeface="Plus Jakarta Sans SemiBold"/>
                <a:ea typeface="Plus Jakarta Sans SemiBold"/>
                <a:cs typeface="Plus Jakarta Sans SemiBold"/>
                <a:sym typeface="Plus Jakarta Sans SemiBold"/>
              </a:defRPr>
            </a:lvl1pPr>
            <a:lvl2pPr marL="914400" lvl="1" indent="-228600" algn="l">
              <a:lnSpc>
                <a:spcPct val="78888"/>
              </a:lnSpc>
              <a:spcBef>
                <a:spcPts val="500"/>
              </a:spcBef>
              <a:spcAft>
                <a:spcPts val="0"/>
              </a:spcAft>
              <a:buSzPts val="2160"/>
              <a:buNone/>
              <a:defRPr/>
            </a:lvl2pPr>
            <a:lvl3pPr marL="1371600" lvl="2" indent="-365760" algn="l">
              <a:spcBef>
                <a:spcPts val="360"/>
              </a:spcBef>
              <a:spcAft>
                <a:spcPts val="0"/>
              </a:spcAft>
              <a:buSzPts val="2160"/>
              <a:buChar char="•"/>
              <a:defRPr/>
            </a:lvl3pPr>
            <a:lvl4pPr marL="1828800" lvl="3" indent="-342900" algn="l">
              <a:spcBef>
                <a:spcPts val="360"/>
              </a:spcBef>
              <a:spcAft>
                <a:spcPts val="0"/>
              </a:spcAft>
              <a:buClr>
                <a:srgbClr val="4F22FE"/>
              </a:buClr>
              <a:buSzPts val="1800"/>
              <a:buChar char="–"/>
              <a:defRPr/>
            </a:lvl4pPr>
            <a:lvl5pPr marL="2286000" lvl="4" indent="-342900" algn="l">
              <a:spcBef>
                <a:spcPts val="360"/>
              </a:spcBef>
              <a:spcAft>
                <a:spcPts val="0"/>
              </a:spcAft>
              <a:buClr>
                <a:srgbClr val="4F22FE"/>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5" name="Google Shape;15;p2"/>
          <p:cNvSpPr/>
          <p:nvPr/>
        </p:nvSpPr>
        <p:spPr>
          <a:xfrm>
            <a:off x="331875" y="4801925"/>
            <a:ext cx="2404800" cy="1875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lus Jakarta Sans"/>
              <a:ea typeface="Plus Jakarta Sans"/>
              <a:cs typeface="Plus Jakarta Sans"/>
              <a:sym typeface="Plus Jakarta Sans"/>
            </a:endParaRPr>
          </a:p>
        </p:txBody>
      </p:sp>
    </p:spTree>
  </p:cSld>
  <p:clrMapOvr>
    <a:masterClrMapping/>
  </p:clrMapOvr>
  <p:transition spd="slow">
    <p:push/>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ver Slide | Nodes on the Left | White">
  <p:cSld name="4_Custom Layout_2_1">
    <p:bg>
      <p:bgPr>
        <a:solidFill>
          <a:schemeClr val="lt1"/>
        </a:solidFill>
        <a:effectLst/>
      </p:bgPr>
    </p:bg>
    <p:spTree>
      <p:nvGrpSpPr>
        <p:cNvPr id="1" name="Shape 16"/>
        <p:cNvGrpSpPr/>
        <p:nvPr/>
      </p:nvGrpSpPr>
      <p:grpSpPr>
        <a:xfrm>
          <a:off x="0" y="0"/>
          <a:ext cx="0" cy="0"/>
          <a:chOff x="0" y="0"/>
          <a:chExt cx="0" cy="0"/>
        </a:xfrm>
      </p:grpSpPr>
      <p:sp>
        <p:nvSpPr>
          <p:cNvPr id="17" name="Google Shape;17;p3"/>
          <p:cNvSpPr/>
          <p:nvPr/>
        </p:nvSpPr>
        <p:spPr>
          <a:xfrm>
            <a:off x="261600" y="4630175"/>
            <a:ext cx="2553000" cy="4686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lus Jakarta Sans"/>
              <a:ea typeface="Plus Jakarta Sans"/>
              <a:cs typeface="Plus Jakarta Sans"/>
              <a:sym typeface="Plus Jakarta Sans"/>
            </a:endParaRPr>
          </a:p>
        </p:txBody>
      </p:sp>
      <p:sp>
        <p:nvSpPr>
          <p:cNvPr id="18" name="Google Shape;18;p3"/>
          <p:cNvSpPr txBox="1">
            <a:spLocks noGrp="1"/>
          </p:cNvSpPr>
          <p:nvPr>
            <p:ph type="body" idx="1"/>
          </p:nvPr>
        </p:nvSpPr>
        <p:spPr>
          <a:xfrm>
            <a:off x="3670625" y="4491831"/>
            <a:ext cx="3505200" cy="274500"/>
          </a:xfrm>
          <a:prstGeom prst="rect">
            <a:avLst/>
          </a:prstGeom>
          <a:noFill/>
          <a:ln>
            <a:noFill/>
          </a:ln>
        </p:spPr>
        <p:txBody>
          <a:bodyPr spcFirstLastPara="1" wrap="square" lIns="0" tIns="45700" rIns="91425" bIns="45700" anchor="t" anchorCtr="0">
            <a:noAutofit/>
          </a:bodyPr>
          <a:lstStyle>
            <a:lvl1pPr marL="457200" lvl="0" indent="-228600" algn="l">
              <a:spcBef>
                <a:spcPts val="0"/>
              </a:spcBef>
              <a:spcAft>
                <a:spcPts val="0"/>
              </a:spcAft>
              <a:buClr>
                <a:schemeClr val="dk1"/>
              </a:buClr>
              <a:buSzPts val="1300"/>
              <a:buFont typeface="Plus Jakarta Sans"/>
              <a:buNone/>
              <a:defRPr sz="1300" b="0" i="0">
                <a:solidFill>
                  <a:schemeClr val="dk1"/>
                </a:solidFill>
                <a:latin typeface="Plus Jakarta Sans"/>
                <a:ea typeface="Plus Jakarta Sans"/>
                <a:cs typeface="Plus Jakarta Sans"/>
                <a:sym typeface="Plus Jakarta Sans"/>
              </a:defRPr>
            </a:lvl1pPr>
            <a:lvl2pPr marL="914400" lvl="1" indent="-228600" algn="l">
              <a:lnSpc>
                <a:spcPct val="129090"/>
              </a:lnSpc>
              <a:spcBef>
                <a:spcPts val="500"/>
              </a:spcBef>
              <a:spcAft>
                <a:spcPts val="0"/>
              </a:spcAft>
              <a:buClr>
                <a:srgbClr val="1F2A32"/>
              </a:buClr>
              <a:buSzPts val="1320"/>
              <a:buFont typeface="Plus Jakarta Sans"/>
              <a:buNone/>
              <a:defRPr>
                <a:solidFill>
                  <a:srgbClr val="1F2A32"/>
                </a:solidFill>
              </a:defRPr>
            </a:lvl2pPr>
            <a:lvl3pPr marL="1371600" lvl="2" indent="-304800" algn="l">
              <a:spcBef>
                <a:spcPts val="200"/>
              </a:spcBef>
              <a:spcAft>
                <a:spcPts val="0"/>
              </a:spcAft>
              <a:buClr>
                <a:srgbClr val="4E5661"/>
              </a:buClr>
              <a:buSzPts val="1200"/>
              <a:buChar char="•"/>
              <a:defRPr>
                <a:solidFill>
                  <a:srgbClr val="4E5661"/>
                </a:solidFill>
              </a:defRPr>
            </a:lvl3pPr>
            <a:lvl4pPr marL="1828800" lvl="3" indent="-279400" algn="l">
              <a:spcBef>
                <a:spcPts val="160"/>
              </a:spcBef>
              <a:spcAft>
                <a:spcPts val="0"/>
              </a:spcAft>
              <a:buClr>
                <a:srgbClr val="4E5661"/>
              </a:buClr>
              <a:buSzPts val="800"/>
              <a:buChar char="–"/>
              <a:defRPr>
                <a:solidFill>
                  <a:srgbClr val="4E5661"/>
                </a:solidFill>
              </a:defRPr>
            </a:lvl4pPr>
            <a:lvl5pPr marL="2286000" lvl="4" indent="-279400" algn="l">
              <a:spcBef>
                <a:spcPts val="160"/>
              </a:spcBef>
              <a:spcAft>
                <a:spcPts val="0"/>
              </a:spcAft>
              <a:buClr>
                <a:srgbClr val="4E5661"/>
              </a:buClr>
              <a:buSzPts val="800"/>
              <a:buChar char="»"/>
              <a:defRPr>
                <a:solidFill>
                  <a:srgbClr val="4E5661"/>
                </a:solidFill>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19" name="Google Shape;19;p3"/>
          <p:cNvSpPr/>
          <p:nvPr/>
        </p:nvSpPr>
        <p:spPr>
          <a:xfrm>
            <a:off x="529300" y="991125"/>
            <a:ext cx="1306200" cy="4077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Plus Jakarta Sans"/>
              <a:ea typeface="Plus Jakarta Sans"/>
              <a:cs typeface="Plus Jakarta Sans"/>
              <a:sym typeface="Plus Jakarta Sans"/>
            </a:endParaRPr>
          </a:p>
        </p:txBody>
      </p:sp>
      <p:pic>
        <p:nvPicPr>
          <p:cNvPr id="20" name="Google Shape;20;p3"/>
          <p:cNvPicPr preferRelativeResize="0"/>
          <p:nvPr/>
        </p:nvPicPr>
        <p:blipFill rotWithShape="1">
          <a:blip r:embed="rId2">
            <a:alphaModFix/>
          </a:blip>
          <a:srcRect/>
          <a:stretch/>
        </p:blipFill>
        <p:spPr>
          <a:xfrm>
            <a:off x="3670625" y="1363032"/>
            <a:ext cx="2321469" cy="285093"/>
          </a:xfrm>
          <a:prstGeom prst="rect">
            <a:avLst/>
          </a:prstGeom>
          <a:noFill/>
          <a:ln>
            <a:noFill/>
          </a:ln>
        </p:spPr>
      </p:pic>
      <p:pic>
        <p:nvPicPr>
          <p:cNvPr id="21" name="Google Shape;21;p3"/>
          <p:cNvPicPr preferRelativeResize="0"/>
          <p:nvPr/>
        </p:nvPicPr>
        <p:blipFill rotWithShape="1">
          <a:blip r:embed="rId3">
            <a:alphaModFix/>
          </a:blip>
          <a:srcRect l="49" t="23652" r="28735" b="9228"/>
          <a:stretch/>
        </p:blipFill>
        <p:spPr>
          <a:xfrm rot="10800000">
            <a:off x="4976" y="-4300"/>
            <a:ext cx="3101374" cy="5148975"/>
          </a:xfrm>
          <a:prstGeom prst="rect">
            <a:avLst/>
          </a:prstGeom>
          <a:noFill/>
          <a:ln>
            <a:noFill/>
          </a:ln>
        </p:spPr>
      </p:pic>
      <p:sp>
        <p:nvSpPr>
          <p:cNvPr id="22" name="Google Shape;22;p3"/>
          <p:cNvSpPr txBox="1">
            <a:spLocks noGrp="1"/>
          </p:cNvSpPr>
          <p:nvPr>
            <p:ph type="title"/>
          </p:nvPr>
        </p:nvSpPr>
        <p:spPr>
          <a:xfrm>
            <a:off x="3670625" y="2160475"/>
            <a:ext cx="5862600" cy="612900"/>
          </a:xfrm>
          <a:prstGeom prst="rect">
            <a:avLst/>
          </a:prstGeom>
          <a:noFill/>
          <a:ln>
            <a:noFill/>
          </a:ln>
        </p:spPr>
        <p:txBody>
          <a:bodyPr spcFirstLastPara="1" wrap="square" lIns="0" tIns="45700" rIns="91425" bIns="45700" anchor="b" anchorCtr="0">
            <a:noAutofit/>
          </a:bodyPr>
          <a:lstStyle>
            <a:lvl1pPr lvl="0" algn="l">
              <a:spcBef>
                <a:spcPts val="0"/>
              </a:spcBef>
              <a:spcAft>
                <a:spcPts val="0"/>
              </a:spcAft>
              <a:buClr>
                <a:schemeClr val="dk1"/>
              </a:buClr>
              <a:buSzPts val="2100"/>
              <a:buNone/>
              <a:defRPr sz="2300">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23" name="Google Shape;23;p3"/>
          <p:cNvSpPr txBox="1">
            <a:spLocks noGrp="1"/>
          </p:cNvSpPr>
          <p:nvPr>
            <p:ph type="body" idx="2"/>
          </p:nvPr>
        </p:nvSpPr>
        <p:spPr>
          <a:xfrm>
            <a:off x="3670625" y="2856575"/>
            <a:ext cx="5862600" cy="570000"/>
          </a:xfrm>
          <a:prstGeom prst="rect">
            <a:avLst/>
          </a:prstGeom>
          <a:noFill/>
          <a:ln>
            <a:noFill/>
          </a:ln>
        </p:spPr>
        <p:txBody>
          <a:bodyPr spcFirstLastPara="1" wrap="square" lIns="0" tIns="45700" rIns="91425" bIns="45700" anchor="t" anchorCtr="0">
            <a:noAutofit/>
          </a:bodyPr>
          <a:lstStyle>
            <a:lvl1pPr marL="457200" lvl="0" indent="-228600" algn="l">
              <a:spcBef>
                <a:spcPts val="0"/>
              </a:spcBef>
              <a:spcAft>
                <a:spcPts val="0"/>
              </a:spcAft>
              <a:buClr>
                <a:schemeClr val="accent2"/>
              </a:buClr>
              <a:buSzPts val="1800"/>
              <a:buFont typeface="Plus Jakarta Sans SemiBold"/>
              <a:buNone/>
              <a:defRPr>
                <a:solidFill>
                  <a:schemeClr val="accent2"/>
                </a:solidFill>
                <a:latin typeface="Plus Jakarta Sans SemiBold"/>
                <a:ea typeface="Plus Jakarta Sans SemiBold"/>
                <a:cs typeface="Plus Jakarta Sans SemiBold"/>
                <a:sym typeface="Plus Jakarta Sans SemiBold"/>
              </a:defRPr>
            </a:lvl1pPr>
            <a:lvl2pPr marL="914400" lvl="1" indent="-228600" algn="l">
              <a:lnSpc>
                <a:spcPct val="78888"/>
              </a:lnSpc>
              <a:spcBef>
                <a:spcPts val="500"/>
              </a:spcBef>
              <a:spcAft>
                <a:spcPts val="0"/>
              </a:spcAft>
              <a:buSzPts val="2160"/>
              <a:buNone/>
              <a:defRPr/>
            </a:lvl2pPr>
            <a:lvl3pPr marL="1371600" lvl="2" indent="-365760" algn="l">
              <a:spcBef>
                <a:spcPts val="360"/>
              </a:spcBef>
              <a:spcAft>
                <a:spcPts val="0"/>
              </a:spcAft>
              <a:buSzPts val="2160"/>
              <a:buChar char="•"/>
              <a:defRPr/>
            </a:lvl3pPr>
            <a:lvl4pPr marL="1828800" lvl="3" indent="-342900" algn="l">
              <a:spcBef>
                <a:spcPts val="360"/>
              </a:spcBef>
              <a:spcAft>
                <a:spcPts val="0"/>
              </a:spcAft>
              <a:buClr>
                <a:srgbClr val="4F22FE"/>
              </a:buClr>
              <a:buSzPts val="1800"/>
              <a:buChar char="–"/>
              <a:defRPr/>
            </a:lvl4pPr>
            <a:lvl5pPr marL="2286000" lvl="4" indent="-342900" algn="l">
              <a:spcBef>
                <a:spcPts val="360"/>
              </a:spcBef>
              <a:spcAft>
                <a:spcPts val="0"/>
              </a:spcAft>
              <a:buClr>
                <a:srgbClr val="4F22FE"/>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3"/>
          <p:cNvSpPr txBox="1"/>
          <p:nvPr/>
        </p:nvSpPr>
        <p:spPr>
          <a:xfrm>
            <a:off x="380125" y="4737800"/>
            <a:ext cx="4613700" cy="28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00">
                <a:solidFill>
                  <a:srgbClr val="888892"/>
                </a:solidFill>
                <a:latin typeface="Plus Jakarta Sans"/>
                <a:ea typeface="Plus Jakarta Sans"/>
                <a:cs typeface="Plus Jakarta Sans"/>
                <a:sym typeface="Plus Jakarta Sans"/>
              </a:rPr>
              <a:t>©2025 Cloudera, Inc. All Rights Reserved.</a:t>
            </a:r>
            <a:endParaRPr sz="600">
              <a:solidFill>
                <a:srgbClr val="888892"/>
              </a:solidFill>
              <a:latin typeface="Plus Jakarta Sans"/>
              <a:ea typeface="Plus Jakarta Sans"/>
              <a:cs typeface="Plus Jakarta Sans"/>
              <a:sym typeface="Plus Jakarta Sans"/>
            </a:endParaRPr>
          </a:p>
        </p:txBody>
      </p:sp>
    </p:spTree>
  </p:cSld>
  <p:clrMapOvr>
    <a:masterClrMapping/>
  </p:clrMapOvr>
  <p:transition spd="slow">
    <p:push/>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ver Slide | Nodes on the Left | Twilight">
  <p:cSld name="4_Custom Layout_2_1_1">
    <p:bg>
      <p:bgPr>
        <a:solidFill>
          <a:schemeClr val="dk1"/>
        </a:solidFill>
        <a:effectLst/>
      </p:bgPr>
    </p:bg>
    <p:spTree>
      <p:nvGrpSpPr>
        <p:cNvPr id="1" name="Shape 25"/>
        <p:cNvGrpSpPr/>
        <p:nvPr/>
      </p:nvGrpSpPr>
      <p:grpSpPr>
        <a:xfrm>
          <a:off x="0" y="0"/>
          <a:ext cx="0" cy="0"/>
          <a:chOff x="0" y="0"/>
          <a:chExt cx="0" cy="0"/>
        </a:xfrm>
      </p:grpSpPr>
      <p:sp>
        <p:nvSpPr>
          <p:cNvPr id="26" name="Google Shape;26;p4"/>
          <p:cNvSpPr/>
          <p:nvPr/>
        </p:nvSpPr>
        <p:spPr>
          <a:xfrm>
            <a:off x="261600" y="4630175"/>
            <a:ext cx="2553000" cy="468600"/>
          </a:xfrm>
          <a:prstGeom prst="rect">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lus Jakarta Sans"/>
              <a:ea typeface="Plus Jakarta Sans"/>
              <a:cs typeface="Plus Jakarta Sans"/>
              <a:sym typeface="Plus Jakarta Sans"/>
            </a:endParaRPr>
          </a:p>
        </p:txBody>
      </p:sp>
      <p:sp>
        <p:nvSpPr>
          <p:cNvPr id="27" name="Google Shape;27;p4"/>
          <p:cNvSpPr txBox="1">
            <a:spLocks noGrp="1"/>
          </p:cNvSpPr>
          <p:nvPr>
            <p:ph type="body" idx="1"/>
          </p:nvPr>
        </p:nvSpPr>
        <p:spPr>
          <a:xfrm>
            <a:off x="3670625" y="4491831"/>
            <a:ext cx="3505200" cy="274500"/>
          </a:xfrm>
          <a:prstGeom prst="rect">
            <a:avLst/>
          </a:prstGeom>
          <a:noFill/>
          <a:ln>
            <a:noFill/>
          </a:ln>
        </p:spPr>
        <p:txBody>
          <a:bodyPr spcFirstLastPara="1" wrap="square" lIns="0" tIns="45700" rIns="91425" bIns="45700" anchor="t" anchorCtr="0">
            <a:noAutofit/>
          </a:bodyPr>
          <a:lstStyle>
            <a:lvl1pPr marL="457200" lvl="0" indent="-228600" algn="l">
              <a:spcBef>
                <a:spcPts val="0"/>
              </a:spcBef>
              <a:spcAft>
                <a:spcPts val="0"/>
              </a:spcAft>
              <a:buClr>
                <a:schemeClr val="lt1"/>
              </a:buClr>
              <a:buSzPts val="1300"/>
              <a:buFont typeface="Plus Jakarta Sans"/>
              <a:buNone/>
              <a:defRPr sz="1300" b="0" i="0">
                <a:solidFill>
                  <a:schemeClr val="lt1"/>
                </a:solidFill>
                <a:latin typeface="Plus Jakarta Sans"/>
                <a:ea typeface="Plus Jakarta Sans"/>
                <a:cs typeface="Plus Jakarta Sans"/>
                <a:sym typeface="Plus Jakarta Sans"/>
              </a:defRPr>
            </a:lvl1pPr>
            <a:lvl2pPr marL="914400" lvl="1" indent="-228600" algn="l">
              <a:lnSpc>
                <a:spcPct val="129090"/>
              </a:lnSpc>
              <a:spcBef>
                <a:spcPts val="500"/>
              </a:spcBef>
              <a:spcAft>
                <a:spcPts val="0"/>
              </a:spcAft>
              <a:buSzPts val="1320"/>
              <a:buFont typeface="Plus Jakarta Sans"/>
              <a:buNone/>
              <a:defRPr>
                <a:solidFill>
                  <a:schemeClr val="lt1"/>
                </a:solidFill>
              </a:defRPr>
            </a:lvl2pPr>
            <a:lvl3pPr marL="1371600" lvl="2" indent="-304800" algn="l">
              <a:spcBef>
                <a:spcPts val="200"/>
              </a:spcBef>
              <a:spcAft>
                <a:spcPts val="0"/>
              </a:spcAft>
              <a:buSzPts val="1200"/>
              <a:buChar char="•"/>
              <a:defRPr>
                <a:solidFill>
                  <a:schemeClr val="lt1"/>
                </a:solidFill>
              </a:defRPr>
            </a:lvl3pPr>
            <a:lvl4pPr marL="1828800" lvl="3" indent="-279400" algn="l">
              <a:spcBef>
                <a:spcPts val="160"/>
              </a:spcBef>
              <a:spcAft>
                <a:spcPts val="0"/>
              </a:spcAft>
              <a:buClr>
                <a:schemeClr val="lt1"/>
              </a:buClr>
              <a:buSzPts val="800"/>
              <a:buChar char="–"/>
              <a:defRPr>
                <a:solidFill>
                  <a:schemeClr val="lt1"/>
                </a:solidFill>
              </a:defRPr>
            </a:lvl4pPr>
            <a:lvl5pPr marL="2286000" lvl="4" indent="-279400" algn="l">
              <a:spcBef>
                <a:spcPts val="160"/>
              </a:spcBef>
              <a:spcAft>
                <a:spcPts val="0"/>
              </a:spcAft>
              <a:buClr>
                <a:schemeClr val="lt1"/>
              </a:buClr>
              <a:buSzPts val="800"/>
              <a:buChar char="»"/>
              <a:defRPr>
                <a:solidFill>
                  <a:schemeClr val="lt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8" name="Google Shape;28;p4"/>
          <p:cNvSpPr/>
          <p:nvPr/>
        </p:nvSpPr>
        <p:spPr>
          <a:xfrm>
            <a:off x="529300" y="1027300"/>
            <a:ext cx="1306200" cy="40416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lus Jakarta Sans"/>
              <a:ea typeface="Plus Jakarta Sans"/>
              <a:cs typeface="Plus Jakarta Sans"/>
              <a:sym typeface="Plus Jakarta Sans"/>
            </a:endParaRPr>
          </a:p>
        </p:txBody>
      </p:sp>
      <p:pic>
        <p:nvPicPr>
          <p:cNvPr id="29" name="Google Shape;29;p4"/>
          <p:cNvPicPr preferRelativeResize="0"/>
          <p:nvPr/>
        </p:nvPicPr>
        <p:blipFill rotWithShape="1">
          <a:blip r:embed="rId2">
            <a:alphaModFix/>
          </a:blip>
          <a:srcRect/>
          <a:stretch/>
        </p:blipFill>
        <p:spPr>
          <a:xfrm>
            <a:off x="3670625" y="1363032"/>
            <a:ext cx="2321469" cy="285093"/>
          </a:xfrm>
          <a:prstGeom prst="rect">
            <a:avLst/>
          </a:prstGeom>
          <a:noFill/>
          <a:ln>
            <a:noFill/>
          </a:ln>
        </p:spPr>
      </p:pic>
      <p:pic>
        <p:nvPicPr>
          <p:cNvPr id="30" name="Google Shape;30;p4"/>
          <p:cNvPicPr preferRelativeResize="0"/>
          <p:nvPr/>
        </p:nvPicPr>
        <p:blipFill rotWithShape="1">
          <a:blip r:embed="rId3">
            <a:alphaModFix/>
          </a:blip>
          <a:srcRect l="-42" t="23551" r="28736" b="9175"/>
          <a:stretch/>
        </p:blipFill>
        <p:spPr>
          <a:xfrm rot="10800000">
            <a:off x="4301" y="-4301"/>
            <a:ext cx="3102049" cy="5155101"/>
          </a:xfrm>
          <a:prstGeom prst="rect">
            <a:avLst/>
          </a:prstGeom>
          <a:noFill/>
          <a:ln>
            <a:noFill/>
          </a:ln>
        </p:spPr>
      </p:pic>
      <p:sp>
        <p:nvSpPr>
          <p:cNvPr id="31" name="Google Shape;31;p4"/>
          <p:cNvSpPr txBox="1">
            <a:spLocks noGrp="1"/>
          </p:cNvSpPr>
          <p:nvPr>
            <p:ph type="title"/>
          </p:nvPr>
        </p:nvSpPr>
        <p:spPr>
          <a:xfrm>
            <a:off x="3670625" y="2160475"/>
            <a:ext cx="5862600" cy="612900"/>
          </a:xfrm>
          <a:prstGeom prst="rect">
            <a:avLst/>
          </a:prstGeom>
          <a:noFill/>
          <a:ln>
            <a:noFill/>
          </a:ln>
        </p:spPr>
        <p:txBody>
          <a:bodyPr spcFirstLastPara="1" wrap="square" lIns="0" tIns="45700" rIns="91425" bIns="45700" anchor="b" anchorCtr="0">
            <a:noAutofit/>
          </a:bodyPr>
          <a:lstStyle>
            <a:lvl1pPr lvl="0" algn="l">
              <a:spcBef>
                <a:spcPts val="0"/>
              </a:spcBef>
              <a:spcAft>
                <a:spcPts val="0"/>
              </a:spcAft>
              <a:buClr>
                <a:schemeClr val="lt1"/>
              </a:buClr>
              <a:buSzPts val="2100"/>
              <a:buNone/>
              <a:defRPr sz="23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4"/>
          <p:cNvSpPr txBox="1">
            <a:spLocks noGrp="1"/>
          </p:cNvSpPr>
          <p:nvPr>
            <p:ph type="body" idx="2"/>
          </p:nvPr>
        </p:nvSpPr>
        <p:spPr>
          <a:xfrm>
            <a:off x="3670625" y="2856575"/>
            <a:ext cx="5862600" cy="570000"/>
          </a:xfrm>
          <a:prstGeom prst="rect">
            <a:avLst/>
          </a:prstGeom>
          <a:noFill/>
          <a:ln>
            <a:noFill/>
          </a:ln>
        </p:spPr>
        <p:txBody>
          <a:bodyPr spcFirstLastPara="1" wrap="square" lIns="0" tIns="45700" rIns="91425" bIns="45700" anchor="t" anchorCtr="0">
            <a:noAutofit/>
          </a:bodyPr>
          <a:lstStyle>
            <a:lvl1pPr marL="457200" lvl="0" indent="-228600" algn="l">
              <a:spcBef>
                <a:spcPts val="0"/>
              </a:spcBef>
              <a:spcAft>
                <a:spcPts val="0"/>
              </a:spcAft>
              <a:buClr>
                <a:schemeClr val="lt1"/>
              </a:buClr>
              <a:buSzPts val="1800"/>
              <a:buFont typeface="Plus Jakarta Sans SemiBold"/>
              <a:buNone/>
              <a:defRPr>
                <a:solidFill>
                  <a:schemeClr val="lt1"/>
                </a:solidFill>
                <a:latin typeface="Plus Jakarta Sans SemiBold"/>
                <a:ea typeface="Plus Jakarta Sans SemiBold"/>
                <a:cs typeface="Plus Jakarta Sans SemiBold"/>
                <a:sym typeface="Plus Jakarta Sans SemiBold"/>
              </a:defRPr>
            </a:lvl1pPr>
            <a:lvl2pPr marL="914400" lvl="1" indent="-228600" algn="l">
              <a:lnSpc>
                <a:spcPct val="78888"/>
              </a:lnSpc>
              <a:spcBef>
                <a:spcPts val="500"/>
              </a:spcBef>
              <a:spcAft>
                <a:spcPts val="0"/>
              </a:spcAft>
              <a:buSzPts val="2160"/>
              <a:buNone/>
              <a:defRPr/>
            </a:lvl2pPr>
            <a:lvl3pPr marL="1371600" lvl="2" indent="-365760" algn="l">
              <a:spcBef>
                <a:spcPts val="360"/>
              </a:spcBef>
              <a:spcAft>
                <a:spcPts val="0"/>
              </a:spcAft>
              <a:buSzPts val="2160"/>
              <a:buChar char="•"/>
              <a:defRPr/>
            </a:lvl3pPr>
            <a:lvl4pPr marL="1828800" lvl="3" indent="-342900" algn="l">
              <a:spcBef>
                <a:spcPts val="360"/>
              </a:spcBef>
              <a:spcAft>
                <a:spcPts val="0"/>
              </a:spcAft>
              <a:buClr>
                <a:srgbClr val="4F22FE"/>
              </a:buClr>
              <a:buSzPts val="1800"/>
              <a:buChar char="–"/>
              <a:defRPr/>
            </a:lvl4pPr>
            <a:lvl5pPr marL="2286000" lvl="4" indent="-342900" algn="l">
              <a:spcBef>
                <a:spcPts val="360"/>
              </a:spcBef>
              <a:spcAft>
                <a:spcPts val="0"/>
              </a:spcAft>
              <a:buClr>
                <a:srgbClr val="4F22FE"/>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3" name="Google Shape;33;p4"/>
          <p:cNvSpPr txBox="1"/>
          <p:nvPr/>
        </p:nvSpPr>
        <p:spPr>
          <a:xfrm>
            <a:off x="380125" y="4737800"/>
            <a:ext cx="4613700" cy="28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00">
                <a:solidFill>
                  <a:schemeClr val="lt1"/>
                </a:solidFill>
                <a:latin typeface="Plus Jakarta Sans"/>
                <a:ea typeface="Plus Jakarta Sans"/>
                <a:cs typeface="Plus Jakarta Sans"/>
                <a:sym typeface="Plus Jakarta Sans"/>
              </a:rPr>
              <a:t>©2025 Cloudera, Inc. All Rights Reserved.</a:t>
            </a:r>
            <a:endParaRPr sz="600">
              <a:solidFill>
                <a:schemeClr val="lt1"/>
              </a:solidFill>
              <a:latin typeface="Plus Jakarta Sans"/>
              <a:ea typeface="Plus Jakarta Sans"/>
              <a:cs typeface="Plus Jakarta Sans"/>
              <a:sym typeface="Plus Jakarta Sans"/>
            </a:endParaRPr>
          </a:p>
        </p:txBody>
      </p:sp>
    </p:spTree>
  </p:cSld>
  <p:clrMapOvr>
    <a:masterClrMapping/>
  </p:clrMapOvr>
  <p:transition spd="slow">
    <p:push/>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ransition Slide | Nodes at the Bottom | Orange">
  <p:cSld name="4_Custom Layout_1_1">
    <p:bg>
      <p:bgPr>
        <a:solidFill>
          <a:schemeClr val="accent1"/>
        </a:solidFill>
        <a:effectLst/>
      </p:bgPr>
    </p:bg>
    <p:spTree>
      <p:nvGrpSpPr>
        <p:cNvPr id="1" name="Shape 34"/>
        <p:cNvGrpSpPr/>
        <p:nvPr/>
      </p:nvGrpSpPr>
      <p:grpSpPr>
        <a:xfrm>
          <a:off x="0" y="0"/>
          <a:ext cx="0" cy="0"/>
          <a:chOff x="0" y="0"/>
          <a:chExt cx="0" cy="0"/>
        </a:xfrm>
      </p:grpSpPr>
      <p:sp>
        <p:nvSpPr>
          <p:cNvPr id="35" name="Google Shape;35;p5"/>
          <p:cNvSpPr/>
          <p:nvPr/>
        </p:nvSpPr>
        <p:spPr>
          <a:xfrm>
            <a:off x="261600" y="4630175"/>
            <a:ext cx="2553000" cy="468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lus Jakarta Sans"/>
              <a:ea typeface="Plus Jakarta Sans"/>
              <a:cs typeface="Plus Jakarta Sans"/>
              <a:sym typeface="Plus Jakarta Sans"/>
            </a:endParaRPr>
          </a:p>
        </p:txBody>
      </p:sp>
      <p:pic>
        <p:nvPicPr>
          <p:cNvPr id="36" name="Google Shape;36;p5"/>
          <p:cNvPicPr preferRelativeResize="0"/>
          <p:nvPr/>
        </p:nvPicPr>
        <p:blipFill rotWithShape="1">
          <a:blip r:embed="rId2">
            <a:alphaModFix/>
          </a:blip>
          <a:srcRect l="16421" t="662" r="40903" b="3387"/>
          <a:stretch/>
        </p:blipFill>
        <p:spPr>
          <a:xfrm rot="5400000">
            <a:off x="2756549" y="-1247399"/>
            <a:ext cx="3630903" cy="9150900"/>
          </a:xfrm>
          <a:prstGeom prst="rect">
            <a:avLst/>
          </a:prstGeom>
          <a:noFill/>
          <a:ln>
            <a:noFill/>
          </a:ln>
        </p:spPr>
      </p:pic>
      <p:sp>
        <p:nvSpPr>
          <p:cNvPr id="37" name="Google Shape;37;p5"/>
          <p:cNvSpPr/>
          <p:nvPr/>
        </p:nvSpPr>
        <p:spPr>
          <a:xfrm>
            <a:off x="150" y="1473425"/>
            <a:ext cx="9144000" cy="3630900"/>
          </a:xfrm>
          <a:prstGeom prst="rect">
            <a:avLst/>
          </a:prstGeom>
          <a:gradFill>
            <a:gsLst>
              <a:gs pos="0">
                <a:schemeClr val="accent1"/>
              </a:gs>
              <a:gs pos="25000">
                <a:schemeClr val="accent1"/>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lus Jakarta Sans"/>
              <a:ea typeface="Plus Jakarta Sans"/>
              <a:cs typeface="Plus Jakarta Sans"/>
              <a:sym typeface="Plus Jakarta Sans"/>
            </a:endParaRPr>
          </a:p>
        </p:txBody>
      </p:sp>
      <p:sp>
        <p:nvSpPr>
          <p:cNvPr id="38" name="Google Shape;38;p5"/>
          <p:cNvSpPr txBox="1">
            <a:spLocks noGrp="1"/>
          </p:cNvSpPr>
          <p:nvPr>
            <p:ph type="title"/>
          </p:nvPr>
        </p:nvSpPr>
        <p:spPr>
          <a:xfrm>
            <a:off x="609600" y="1938688"/>
            <a:ext cx="7620000" cy="612900"/>
          </a:xfrm>
          <a:prstGeom prst="rect">
            <a:avLst/>
          </a:prstGeom>
          <a:noFill/>
          <a:ln>
            <a:noFill/>
          </a:ln>
        </p:spPr>
        <p:txBody>
          <a:bodyPr spcFirstLastPara="1" wrap="square" lIns="0" tIns="45700" rIns="91425" bIns="45700" anchor="b" anchorCtr="0">
            <a:noAutofit/>
          </a:bodyPr>
          <a:lstStyle>
            <a:lvl1pPr lvl="0" algn="l">
              <a:spcBef>
                <a:spcPts val="0"/>
              </a:spcBef>
              <a:spcAft>
                <a:spcPts val="0"/>
              </a:spcAft>
              <a:buClr>
                <a:schemeClr val="lt1"/>
              </a:buClr>
              <a:buSzPts val="3300"/>
              <a:buFont typeface="Plus Jakarta Sans"/>
              <a:buNone/>
              <a:defRPr sz="23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5"/>
          <p:cNvSpPr txBox="1">
            <a:spLocks noGrp="1"/>
          </p:cNvSpPr>
          <p:nvPr>
            <p:ph type="body" idx="1"/>
          </p:nvPr>
        </p:nvSpPr>
        <p:spPr>
          <a:xfrm>
            <a:off x="609600" y="2634807"/>
            <a:ext cx="7543800" cy="570000"/>
          </a:xfrm>
          <a:prstGeom prst="rect">
            <a:avLst/>
          </a:prstGeom>
          <a:noFill/>
          <a:ln>
            <a:noFill/>
          </a:ln>
        </p:spPr>
        <p:txBody>
          <a:bodyPr spcFirstLastPara="1" wrap="square" lIns="0" tIns="45700" rIns="91425" bIns="45700" anchor="t" anchorCtr="0">
            <a:noAutofit/>
          </a:bodyPr>
          <a:lstStyle>
            <a:lvl1pPr marL="457200" lvl="0" indent="-228600" algn="l">
              <a:spcBef>
                <a:spcPts val="0"/>
              </a:spcBef>
              <a:spcAft>
                <a:spcPts val="0"/>
              </a:spcAft>
              <a:buSzPts val="1800"/>
              <a:buFont typeface="Plus Jakarta Sans SemiBold"/>
              <a:buNone/>
              <a:defRPr>
                <a:latin typeface="Plus Jakarta Sans SemiBold"/>
                <a:ea typeface="Plus Jakarta Sans SemiBold"/>
                <a:cs typeface="Plus Jakarta Sans SemiBold"/>
                <a:sym typeface="Plus Jakarta Sans SemiBold"/>
              </a:defRPr>
            </a:lvl1pPr>
            <a:lvl2pPr marL="914400" lvl="1" indent="-228600" algn="l">
              <a:lnSpc>
                <a:spcPct val="78888"/>
              </a:lnSpc>
              <a:spcBef>
                <a:spcPts val="500"/>
              </a:spcBef>
              <a:spcAft>
                <a:spcPts val="0"/>
              </a:spcAft>
              <a:buSzPts val="2160"/>
              <a:buNone/>
              <a:defRPr/>
            </a:lvl2pPr>
            <a:lvl3pPr marL="1371600" lvl="2" indent="-365760" algn="l">
              <a:spcBef>
                <a:spcPts val="360"/>
              </a:spcBef>
              <a:spcAft>
                <a:spcPts val="0"/>
              </a:spcAft>
              <a:buSzPts val="2160"/>
              <a:buChar char="•"/>
              <a:defRPr/>
            </a:lvl3pPr>
            <a:lvl4pPr marL="1828800" lvl="3" indent="-342900" algn="l">
              <a:spcBef>
                <a:spcPts val="360"/>
              </a:spcBef>
              <a:spcAft>
                <a:spcPts val="0"/>
              </a:spcAft>
              <a:buClr>
                <a:srgbClr val="4F22FE"/>
              </a:buClr>
              <a:buSzPts val="1800"/>
              <a:buChar char="–"/>
              <a:defRPr/>
            </a:lvl4pPr>
            <a:lvl5pPr marL="2286000" lvl="4" indent="-342900" algn="l">
              <a:spcBef>
                <a:spcPts val="360"/>
              </a:spcBef>
              <a:spcAft>
                <a:spcPts val="0"/>
              </a:spcAft>
              <a:buClr>
                <a:srgbClr val="4F22FE"/>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pic>
        <p:nvPicPr>
          <p:cNvPr id="40" name="Google Shape;40;p5"/>
          <p:cNvPicPr preferRelativeResize="0"/>
          <p:nvPr/>
        </p:nvPicPr>
        <p:blipFill rotWithShape="1">
          <a:blip r:embed="rId3">
            <a:alphaModFix/>
          </a:blip>
          <a:srcRect/>
          <a:stretch/>
        </p:blipFill>
        <p:spPr>
          <a:xfrm>
            <a:off x="609600" y="686457"/>
            <a:ext cx="2321469" cy="285093"/>
          </a:xfrm>
          <a:prstGeom prst="rect">
            <a:avLst/>
          </a:prstGeom>
          <a:noFill/>
          <a:ln>
            <a:noFill/>
          </a:ln>
        </p:spPr>
      </p:pic>
      <p:pic>
        <p:nvPicPr>
          <p:cNvPr id="41" name="Google Shape;41;p5"/>
          <p:cNvPicPr preferRelativeResize="0"/>
          <p:nvPr/>
        </p:nvPicPr>
        <p:blipFill rotWithShape="1">
          <a:blip r:embed="rId4">
            <a:alphaModFix/>
          </a:blip>
          <a:srcRect/>
          <a:stretch/>
        </p:blipFill>
        <p:spPr>
          <a:xfrm>
            <a:off x="609600" y="686452"/>
            <a:ext cx="2321475" cy="285098"/>
          </a:xfrm>
          <a:prstGeom prst="rect">
            <a:avLst/>
          </a:prstGeom>
          <a:noFill/>
          <a:ln>
            <a:noFill/>
          </a:ln>
        </p:spPr>
      </p:pic>
      <p:sp>
        <p:nvSpPr>
          <p:cNvPr id="42" name="Google Shape;42;p5"/>
          <p:cNvSpPr txBox="1"/>
          <p:nvPr/>
        </p:nvSpPr>
        <p:spPr>
          <a:xfrm>
            <a:off x="380125" y="4737800"/>
            <a:ext cx="4613700" cy="28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00">
                <a:solidFill>
                  <a:schemeClr val="lt1"/>
                </a:solidFill>
                <a:latin typeface="Plus Jakarta Sans"/>
                <a:ea typeface="Plus Jakarta Sans"/>
                <a:cs typeface="Plus Jakarta Sans"/>
                <a:sym typeface="Plus Jakarta Sans"/>
              </a:rPr>
              <a:t>©2025 Cloudera, Inc. All Rights Reserved.</a:t>
            </a:r>
            <a:endParaRPr sz="600">
              <a:solidFill>
                <a:schemeClr val="lt1"/>
              </a:solidFill>
              <a:latin typeface="Plus Jakarta Sans"/>
              <a:ea typeface="Plus Jakarta Sans"/>
              <a:cs typeface="Plus Jakarta Sans"/>
              <a:sym typeface="Plus Jakarta Sans"/>
            </a:endParaRPr>
          </a:p>
        </p:txBody>
      </p:sp>
    </p:spTree>
  </p:cSld>
  <p:clrMapOvr>
    <a:masterClrMapping/>
  </p:clrMapOvr>
  <p:transition spd="slow">
    <p:push/>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ver Slide | Blue Nodes on the Right">
  <p:cSld name="3_Custom Layout">
    <p:spTree>
      <p:nvGrpSpPr>
        <p:cNvPr id="1" name="Shape 43"/>
        <p:cNvGrpSpPr/>
        <p:nvPr/>
      </p:nvGrpSpPr>
      <p:grpSpPr>
        <a:xfrm>
          <a:off x="0" y="0"/>
          <a:ext cx="0" cy="0"/>
          <a:chOff x="0" y="0"/>
          <a:chExt cx="0" cy="0"/>
        </a:xfrm>
      </p:grpSpPr>
      <p:sp>
        <p:nvSpPr>
          <p:cNvPr id="44" name="Google Shape;44;p6"/>
          <p:cNvSpPr txBox="1">
            <a:spLocks noGrp="1"/>
          </p:cNvSpPr>
          <p:nvPr>
            <p:ph type="body" idx="1"/>
          </p:nvPr>
        </p:nvSpPr>
        <p:spPr>
          <a:xfrm>
            <a:off x="609600" y="4491831"/>
            <a:ext cx="3505200" cy="274500"/>
          </a:xfrm>
          <a:prstGeom prst="rect">
            <a:avLst/>
          </a:prstGeom>
          <a:noFill/>
          <a:ln>
            <a:noFill/>
          </a:ln>
        </p:spPr>
        <p:txBody>
          <a:bodyPr spcFirstLastPara="1" wrap="square" lIns="0" tIns="45700" rIns="91425" bIns="45700" anchor="t" anchorCtr="0">
            <a:noAutofit/>
          </a:bodyPr>
          <a:lstStyle>
            <a:lvl1pPr marL="457200" lvl="0" indent="-228600" algn="l">
              <a:spcBef>
                <a:spcPts val="0"/>
              </a:spcBef>
              <a:spcAft>
                <a:spcPts val="0"/>
              </a:spcAft>
              <a:buClr>
                <a:schemeClr val="accent3"/>
              </a:buClr>
              <a:buSzPts val="1300"/>
              <a:buFont typeface="Plus Jakarta Sans"/>
              <a:buNone/>
              <a:defRPr sz="1300" b="0" i="0">
                <a:solidFill>
                  <a:schemeClr val="accent3"/>
                </a:solidFill>
                <a:latin typeface="Plus Jakarta Sans"/>
                <a:ea typeface="Plus Jakarta Sans"/>
                <a:cs typeface="Plus Jakarta Sans"/>
                <a:sym typeface="Plus Jakarta Sans"/>
              </a:defRPr>
            </a:lvl1pPr>
            <a:lvl2pPr marL="914400" lvl="1" indent="-228600" algn="l">
              <a:lnSpc>
                <a:spcPct val="78888"/>
              </a:lnSpc>
              <a:spcBef>
                <a:spcPts val="500"/>
              </a:spcBef>
              <a:spcAft>
                <a:spcPts val="0"/>
              </a:spcAft>
              <a:buSzPts val="2160"/>
              <a:buNone/>
              <a:defRPr/>
            </a:lvl2pPr>
            <a:lvl3pPr marL="1371600" lvl="2" indent="-365760" algn="l">
              <a:spcBef>
                <a:spcPts val="360"/>
              </a:spcBef>
              <a:spcAft>
                <a:spcPts val="0"/>
              </a:spcAft>
              <a:buSzPts val="2160"/>
              <a:buChar char="•"/>
              <a:defRPr/>
            </a:lvl3pPr>
            <a:lvl4pPr marL="1828800" lvl="3" indent="-342900" algn="l">
              <a:spcBef>
                <a:spcPts val="360"/>
              </a:spcBef>
              <a:spcAft>
                <a:spcPts val="0"/>
              </a:spcAft>
              <a:buClr>
                <a:srgbClr val="4F22FE"/>
              </a:buClr>
              <a:buSzPts val="1800"/>
              <a:buChar char="–"/>
              <a:defRPr/>
            </a:lvl4pPr>
            <a:lvl5pPr marL="2286000" lvl="4" indent="-342900" algn="l">
              <a:spcBef>
                <a:spcPts val="360"/>
              </a:spcBef>
              <a:spcAft>
                <a:spcPts val="0"/>
              </a:spcAft>
              <a:buClr>
                <a:srgbClr val="4F22FE"/>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pic>
        <p:nvPicPr>
          <p:cNvPr id="45" name="Google Shape;45;p6"/>
          <p:cNvPicPr preferRelativeResize="0"/>
          <p:nvPr/>
        </p:nvPicPr>
        <p:blipFill rotWithShape="1">
          <a:blip r:embed="rId2">
            <a:alphaModFix/>
          </a:blip>
          <a:srcRect/>
          <a:stretch/>
        </p:blipFill>
        <p:spPr>
          <a:xfrm>
            <a:off x="609600" y="686457"/>
            <a:ext cx="2321469" cy="285093"/>
          </a:xfrm>
          <a:prstGeom prst="rect">
            <a:avLst/>
          </a:prstGeom>
          <a:noFill/>
          <a:ln>
            <a:noFill/>
          </a:ln>
        </p:spPr>
      </p:pic>
      <p:sp>
        <p:nvSpPr>
          <p:cNvPr id="46" name="Google Shape;46;p6"/>
          <p:cNvSpPr txBox="1">
            <a:spLocks noGrp="1"/>
          </p:cNvSpPr>
          <p:nvPr>
            <p:ph type="body" idx="2"/>
          </p:nvPr>
        </p:nvSpPr>
        <p:spPr>
          <a:xfrm>
            <a:off x="609600" y="2604207"/>
            <a:ext cx="7543800" cy="570000"/>
          </a:xfrm>
          <a:prstGeom prst="rect">
            <a:avLst/>
          </a:prstGeom>
          <a:noFill/>
          <a:ln>
            <a:noFill/>
          </a:ln>
        </p:spPr>
        <p:txBody>
          <a:bodyPr spcFirstLastPara="1" wrap="square" lIns="0" tIns="45700" rIns="91425" bIns="45700" anchor="t" anchorCtr="0">
            <a:noAutofit/>
          </a:bodyPr>
          <a:lstStyle>
            <a:lvl1pPr marL="457200" lvl="0" indent="-228600" algn="l">
              <a:spcBef>
                <a:spcPts val="0"/>
              </a:spcBef>
              <a:spcAft>
                <a:spcPts val="0"/>
              </a:spcAft>
              <a:buClr>
                <a:schemeClr val="accent2"/>
              </a:buClr>
              <a:buSzPts val="1800"/>
              <a:buFont typeface="Plus Jakarta Sans SemiBold"/>
              <a:buNone/>
              <a:defRPr>
                <a:solidFill>
                  <a:schemeClr val="accent2"/>
                </a:solidFill>
                <a:latin typeface="Plus Jakarta Sans SemiBold"/>
                <a:ea typeface="Plus Jakarta Sans SemiBold"/>
                <a:cs typeface="Plus Jakarta Sans SemiBold"/>
                <a:sym typeface="Plus Jakarta Sans SemiBold"/>
              </a:defRPr>
            </a:lvl1pPr>
            <a:lvl2pPr marL="914400" lvl="1" indent="-228600" algn="l">
              <a:lnSpc>
                <a:spcPct val="78888"/>
              </a:lnSpc>
              <a:spcBef>
                <a:spcPts val="500"/>
              </a:spcBef>
              <a:spcAft>
                <a:spcPts val="0"/>
              </a:spcAft>
              <a:buSzPts val="2160"/>
              <a:buNone/>
              <a:defRPr/>
            </a:lvl2pPr>
            <a:lvl3pPr marL="1371600" lvl="2" indent="-365760" algn="l">
              <a:spcBef>
                <a:spcPts val="360"/>
              </a:spcBef>
              <a:spcAft>
                <a:spcPts val="0"/>
              </a:spcAft>
              <a:buSzPts val="2160"/>
              <a:buChar char="•"/>
              <a:defRPr/>
            </a:lvl3pPr>
            <a:lvl4pPr marL="1828800" lvl="3" indent="-342900" algn="l">
              <a:spcBef>
                <a:spcPts val="360"/>
              </a:spcBef>
              <a:spcAft>
                <a:spcPts val="0"/>
              </a:spcAft>
              <a:buClr>
                <a:srgbClr val="4F22FE"/>
              </a:buClr>
              <a:buSzPts val="1800"/>
              <a:buChar char="–"/>
              <a:defRPr/>
            </a:lvl4pPr>
            <a:lvl5pPr marL="2286000" lvl="4" indent="-342900" algn="l">
              <a:spcBef>
                <a:spcPts val="360"/>
              </a:spcBef>
              <a:spcAft>
                <a:spcPts val="0"/>
              </a:spcAft>
              <a:buClr>
                <a:srgbClr val="4F22FE"/>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pic>
        <p:nvPicPr>
          <p:cNvPr id="47" name="Google Shape;47;p6"/>
          <p:cNvPicPr preferRelativeResize="0"/>
          <p:nvPr/>
        </p:nvPicPr>
        <p:blipFill rotWithShape="1">
          <a:blip r:embed="rId3">
            <a:alphaModFix/>
          </a:blip>
          <a:srcRect l="36260" t="3129" r="-4650" b="1167"/>
          <a:stretch/>
        </p:blipFill>
        <p:spPr>
          <a:xfrm rot="5400000">
            <a:off x="6285751" y="-113456"/>
            <a:ext cx="2744888" cy="2971799"/>
          </a:xfrm>
          <a:prstGeom prst="rect">
            <a:avLst/>
          </a:prstGeom>
          <a:noFill/>
          <a:ln>
            <a:noFill/>
          </a:ln>
        </p:spPr>
      </p:pic>
      <p:sp>
        <p:nvSpPr>
          <p:cNvPr id="48" name="Google Shape;48;p6"/>
          <p:cNvSpPr/>
          <p:nvPr/>
        </p:nvSpPr>
        <p:spPr>
          <a:xfrm>
            <a:off x="347525" y="4749625"/>
            <a:ext cx="1795500" cy="285000"/>
          </a:xfrm>
          <a:prstGeom prst="rect">
            <a:avLst/>
          </a:prstGeom>
          <a:solidFill>
            <a:schemeClr val="l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lus Jakarta Sans"/>
              <a:ea typeface="Plus Jakarta Sans"/>
              <a:cs typeface="Plus Jakarta Sans"/>
              <a:sym typeface="Plus Jakarta Sans"/>
            </a:endParaRPr>
          </a:p>
        </p:txBody>
      </p:sp>
      <p:sp>
        <p:nvSpPr>
          <p:cNvPr id="49" name="Google Shape;49;p6"/>
          <p:cNvSpPr txBox="1">
            <a:spLocks noGrp="1"/>
          </p:cNvSpPr>
          <p:nvPr>
            <p:ph type="title"/>
          </p:nvPr>
        </p:nvSpPr>
        <p:spPr>
          <a:xfrm>
            <a:off x="609600" y="1908088"/>
            <a:ext cx="7620000" cy="612900"/>
          </a:xfrm>
          <a:prstGeom prst="rect">
            <a:avLst/>
          </a:prstGeom>
          <a:noFill/>
          <a:ln>
            <a:noFill/>
          </a:ln>
        </p:spPr>
        <p:txBody>
          <a:bodyPr spcFirstLastPara="1" wrap="square" lIns="0" tIns="45700" rIns="91425" bIns="45700" anchor="b" anchorCtr="0">
            <a:noAutofit/>
          </a:bodyPr>
          <a:lstStyle>
            <a:lvl1pPr lvl="0" algn="l">
              <a:spcBef>
                <a:spcPts val="0"/>
              </a:spcBef>
              <a:spcAft>
                <a:spcPts val="0"/>
              </a:spcAft>
              <a:buClr>
                <a:srgbClr val="120046"/>
              </a:buClr>
              <a:buSzPts val="2100"/>
              <a:buNone/>
              <a:defRPr sz="23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transition spd="slow">
    <p:push/>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ransition Page | Orange">
  <p:cSld name="38_Title and Content">
    <p:bg>
      <p:bgPr>
        <a:solidFill>
          <a:schemeClr val="accent1"/>
        </a:solidFill>
        <a:effectLst/>
      </p:bgPr>
    </p:bg>
    <p:spTree>
      <p:nvGrpSpPr>
        <p:cNvPr id="1" name="Shape 57"/>
        <p:cNvGrpSpPr/>
        <p:nvPr/>
      </p:nvGrpSpPr>
      <p:grpSpPr>
        <a:xfrm>
          <a:off x="0" y="0"/>
          <a:ext cx="0" cy="0"/>
          <a:chOff x="0" y="0"/>
          <a:chExt cx="0" cy="0"/>
        </a:xfrm>
      </p:grpSpPr>
      <p:pic>
        <p:nvPicPr>
          <p:cNvPr id="58" name="Google Shape;58;p8"/>
          <p:cNvPicPr preferRelativeResize="0"/>
          <p:nvPr/>
        </p:nvPicPr>
        <p:blipFill rotWithShape="1">
          <a:blip r:embed="rId2">
            <a:alphaModFix/>
          </a:blip>
          <a:srcRect t="17801" r="31295" b="47334"/>
          <a:stretch/>
        </p:blipFill>
        <p:spPr>
          <a:xfrm rot="-5400000">
            <a:off x="6833599" y="250900"/>
            <a:ext cx="2561301" cy="2059499"/>
          </a:xfrm>
          <a:prstGeom prst="rect">
            <a:avLst/>
          </a:prstGeom>
          <a:noFill/>
          <a:ln>
            <a:noFill/>
          </a:ln>
        </p:spPr>
      </p:pic>
      <p:sp>
        <p:nvSpPr>
          <p:cNvPr id="59" name="Google Shape;59;p8"/>
          <p:cNvSpPr txBox="1">
            <a:spLocks noGrp="1"/>
          </p:cNvSpPr>
          <p:nvPr>
            <p:ph type="body" idx="1"/>
          </p:nvPr>
        </p:nvSpPr>
        <p:spPr>
          <a:xfrm>
            <a:off x="0" y="1533525"/>
            <a:ext cx="9144000" cy="324000"/>
          </a:xfrm>
          <a:prstGeom prst="rect">
            <a:avLst/>
          </a:prstGeom>
          <a:noFill/>
          <a:ln>
            <a:noFill/>
          </a:ln>
        </p:spPr>
        <p:txBody>
          <a:bodyPr spcFirstLastPara="1" wrap="square" lIns="0" tIns="45700" rIns="91425" bIns="45700" anchor="t" anchorCtr="0">
            <a:noAutofit/>
          </a:bodyPr>
          <a:lstStyle>
            <a:lvl1pPr marL="457200" lvl="0" indent="-228600" algn="ctr">
              <a:spcBef>
                <a:spcPts val="0"/>
              </a:spcBef>
              <a:spcAft>
                <a:spcPts val="0"/>
              </a:spcAft>
              <a:buClr>
                <a:schemeClr val="lt1"/>
              </a:buClr>
              <a:buSzPts val="1400"/>
              <a:buFont typeface="Plus Jakarta Sans SemiBold"/>
              <a:buNone/>
              <a:defRPr i="0">
                <a:solidFill>
                  <a:schemeClr val="lt1"/>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500"/>
              </a:spcBef>
              <a:spcAft>
                <a:spcPts val="0"/>
              </a:spcAft>
              <a:buClr>
                <a:schemeClr val="lt1"/>
              </a:buClr>
              <a:buSzPts val="1260"/>
              <a:buFont typeface="Arial"/>
              <a:buNone/>
              <a:defRPr sz="1050">
                <a:solidFill>
                  <a:schemeClr val="lt1"/>
                </a:solidFill>
                <a:latin typeface="Arial"/>
                <a:ea typeface="Arial"/>
                <a:cs typeface="Arial"/>
                <a:sym typeface="Arial"/>
              </a:defRPr>
            </a:lvl2pPr>
            <a:lvl3pPr marL="1371600" lvl="2" indent="-228600" algn="l">
              <a:spcBef>
                <a:spcPts val="210"/>
              </a:spcBef>
              <a:spcAft>
                <a:spcPts val="0"/>
              </a:spcAft>
              <a:buClr>
                <a:schemeClr val="lt1"/>
              </a:buClr>
              <a:buSzPts val="1260"/>
              <a:buFont typeface="Arial"/>
              <a:buNone/>
              <a:defRPr sz="1050">
                <a:solidFill>
                  <a:schemeClr val="lt1"/>
                </a:solidFill>
                <a:latin typeface="Arial"/>
                <a:ea typeface="Arial"/>
                <a:cs typeface="Arial"/>
                <a:sym typeface="Arial"/>
              </a:defRPr>
            </a:lvl3pPr>
            <a:lvl4pPr marL="1828800" lvl="3" indent="-228600" algn="l">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4pPr>
            <a:lvl5pPr marL="2286000" lvl="4" indent="-228600" algn="l">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5pPr>
            <a:lvl6pPr marL="2743200" lvl="5" indent="-342900" algn="l">
              <a:spcBef>
                <a:spcPts val="360"/>
              </a:spcBef>
              <a:spcAft>
                <a:spcPts val="0"/>
              </a:spcAft>
              <a:buClr>
                <a:schemeClr val="lt1"/>
              </a:buClr>
              <a:buSzPts val="1800"/>
              <a:buChar char="•"/>
              <a:defRPr>
                <a:solidFill>
                  <a:schemeClr val="lt1"/>
                </a:solidFill>
              </a:defRPr>
            </a:lvl6pPr>
            <a:lvl7pPr marL="3200400" lvl="6" indent="-342900" algn="l">
              <a:spcBef>
                <a:spcPts val="360"/>
              </a:spcBef>
              <a:spcAft>
                <a:spcPts val="0"/>
              </a:spcAft>
              <a:buClr>
                <a:schemeClr val="lt1"/>
              </a:buClr>
              <a:buSzPts val="1800"/>
              <a:buChar char="•"/>
              <a:defRPr>
                <a:solidFill>
                  <a:schemeClr val="lt1"/>
                </a:solidFill>
              </a:defRPr>
            </a:lvl7pPr>
            <a:lvl8pPr marL="3657600" lvl="7" indent="-342900" algn="l">
              <a:spcBef>
                <a:spcPts val="360"/>
              </a:spcBef>
              <a:spcAft>
                <a:spcPts val="0"/>
              </a:spcAft>
              <a:buClr>
                <a:schemeClr val="lt1"/>
              </a:buClr>
              <a:buSzPts val="1800"/>
              <a:buChar char="•"/>
              <a:defRPr>
                <a:solidFill>
                  <a:schemeClr val="lt1"/>
                </a:solidFill>
              </a:defRPr>
            </a:lvl8pPr>
            <a:lvl9pPr marL="4114800" lvl="8" indent="-342900" algn="l">
              <a:spcBef>
                <a:spcPts val="360"/>
              </a:spcBef>
              <a:spcAft>
                <a:spcPts val="0"/>
              </a:spcAft>
              <a:buClr>
                <a:schemeClr val="lt1"/>
              </a:buClr>
              <a:buSzPts val="1800"/>
              <a:buChar char="•"/>
              <a:defRPr>
                <a:solidFill>
                  <a:schemeClr val="lt1"/>
                </a:solidFill>
              </a:defRPr>
            </a:lvl9pPr>
          </a:lstStyle>
          <a:p>
            <a:endParaRPr/>
          </a:p>
        </p:txBody>
      </p:sp>
      <p:sp>
        <p:nvSpPr>
          <p:cNvPr id="60" name="Google Shape;60;p8"/>
          <p:cNvSpPr txBox="1">
            <a:spLocks noGrp="1"/>
          </p:cNvSpPr>
          <p:nvPr>
            <p:ph type="title"/>
          </p:nvPr>
        </p:nvSpPr>
        <p:spPr>
          <a:xfrm>
            <a:off x="0" y="1809750"/>
            <a:ext cx="9144000" cy="857400"/>
          </a:xfrm>
          <a:prstGeom prst="rect">
            <a:avLst/>
          </a:prstGeom>
          <a:noFill/>
          <a:ln>
            <a:noFill/>
          </a:ln>
        </p:spPr>
        <p:txBody>
          <a:bodyPr spcFirstLastPara="1" wrap="square" lIns="91425" tIns="45700" rIns="91425" bIns="45700" anchor="t" anchorCtr="0">
            <a:normAutofit/>
          </a:bodyPr>
          <a:lstStyle>
            <a:lvl1pPr lvl="0" algn="ctr">
              <a:spcBef>
                <a:spcPts val="0"/>
              </a:spcBef>
              <a:spcAft>
                <a:spcPts val="0"/>
              </a:spcAft>
              <a:buClr>
                <a:schemeClr val="lt1"/>
              </a:buClr>
              <a:buSzPts val="3300"/>
              <a:buFont typeface="Plus Jakarta Sans"/>
              <a:buNone/>
              <a:defRPr sz="2300" b="0" i="0">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a:endParaRPr/>
          </a:p>
        </p:txBody>
      </p:sp>
      <p:pic>
        <p:nvPicPr>
          <p:cNvPr id="61" name="Google Shape;61;p8"/>
          <p:cNvPicPr preferRelativeResize="0"/>
          <p:nvPr/>
        </p:nvPicPr>
        <p:blipFill rotWithShape="1">
          <a:blip r:embed="rId3">
            <a:alphaModFix/>
          </a:blip>
          <a:srcRect/>
          <a:stretch/>
        </p:blipFill>
        <p:spPr>
          <a:xfrm>
            <a:off x="3634350" y="4452250"/>
            <a:ext cx="1875325" cy="230300"/>
          </a:xfrm>
          <a:prstGeom prst="rect">
            <a:avLst/>
          </a:prstGeom>
          <a:noFill/>
          <a:ln>
            <a:noFill/>
          </a:ln>
        </p:spPr>
      </p:pic>
      <p:sp>
        <p:nvSpPr>
          <p:cNvPr id="62" name="Google Shape;62;p8"/>
          <p:cNvSpPr/>
          <p:nvPr/>
        </p:nvSpPr>
        <p:spPr>
          <a:xfrm>
            <a:off x="261600" y="4630175"/>
            <a:ext cx="2553000" cy="468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lus Jakarta Sans"/>
              <a:ea typeface="Plus Jakarta Sans"/>
              <a:cs typeface="Plus Jakarta Sans"/>
              <a:sym typeface="Plus Jakarta Sans"/>
            </a:endParaRPr>
          </a:p>
        </p:txBody>
      </p:sp>
    </p:spTree>
  </p:cSld>
  <p:clrMapOvr>
    <a:masterClrMapping/>
  </p:clrMapOvr>
  <p:transition spd="slow">
    <p:push/>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ransition Page | Twilight">
  <p:cSld name="44_Title and Content">
    <p:bg>
      <p:bgPr>
        <a:solidFill>
          <a:schemeClr val="dk1"/>
        </a:solidFill>
        <a:effectLst/>
      </p:bgPr>
    </p:bg>
    <p:spTree>
      <p:nvGrpSpPr>
        <p:cNvPr id="1" name="Shape 63"/>
        <p:cNvGrpSpPr/>
        <p:nvPr/>
      </p:nvGrpSpPr>
      <p:grpSpPr>
        <a:xfrm>
          <a:off x="0" y="0"/>
          <a:ext cx="0" cy="0"/>
          <a:chOff x="0" y="0"/>
          <a:chExt cx="0" cy="0"/>
        </a:xfrm>
      </p:grpSpPr>
      <p:pic>
        <p:nvPicPr>
          <p:cNvPr id="64" name="Google Shape;64;p9"/>
          <p:cNvPicPr preferRelativeResize="0"/>
          <p:nvPr/>
        </p:nvPicPr>
        <p:blipFill rotWithShape="1">
          <a:blip r:embed="rId2">
            <a:alphaModFix/>
          </a:blip>
          <a:srcRect t="17732" r="31295" b="47182"/>
          <a:stretch/>
        </p:blipFill>
        <p:spPr>
          <a:xfrm rot="-5400000">
            <a:off x="6827075" y="244375"/>
            <a:ext cx="2561301" cy="2072550"/>
          </a:xfrm>
          <a:prstGeom prst="rect">
            <a:avLst/>
          </a:prstGeom>
          <a:noFill/>
          <a:ln>
            <a:noFill/>
          </a:ln>
        </p:spPr>
      </p:pic>
      <p:sp>
        <p:nvSpPr>
          <p:cNvPr id="65" name="Google Shape;65;p9"/>
          <p:cNvSpPr txBox="1">
            <a:spLocks noGrp="1"/>
          </p:cNvSpPr>
          <p:nvPr>
            <p:ph type="body" idx="1"/>
          </p:nvPr>
        </p:nvSpPr>
        <p:spPr>
          <a:xfrm>
            <a:off x="0" y="1533525"/>
            <a:ext cx="9144000" cy="324000"/>
          </a:xfrm>
          <a:prstGeom prst="rect">
            <a:avLst/>
          </a:prstGeom>
          <a:noFill/>
          <a:ln>
            <a:noFill/>
          </a:ln>
        </p:spPr>
        <p:txBody>
          <a:bodyPr spcFirstLastPara="1" wrap="square" lIns="0" tIns="45700" rIns="91425" bIns="45700" anchor="t" anchorCtr="0">
            <a:noAutofit/>
          </a:bodyPr>
          <a:lstStyle>
            <a:lvl1pPr marL="457200" lvl="0" indent="-228600" algn="ctr">
              <a:spcBef>
                <a:spcPts val="0"/>
              </a:spcBef>
              <a:spcAft>
                <a:spcPts val="0"/>
              </a:spcAft>
              <a:buClr>
                <a:schemeClr val="lt1"/>
              </a:buClr>
              <a:buSzPts val="1400"/>
              <a:buFont typeface="Plus Jakarta Sans SemiBold"/>
              <a:buNone/>
              <a:defRPr i="0">
                <a:solidFill>
                  <a:schemeClr val="lt1"/>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500"/>
              </a:spcBef>
              <a:spcAft>
                <a:spcPts val="0"/>
              </a:spcAft>
              <a:buClr>
                <a:schemeClr val="lt1"/>
              </a:buClr>
              <a:buSzPts val="1260"/>
              <a:buFont typeface="Arial"/>
              <a:buNone/>
              <a:defRPr sz="1050">
                <a:solidFill>
                  <a:schemeClr val="lt1"/>
                </a:solidFill>
                <a:latin typeface="Arial"/>
                <a:ea typeface="Arial"/>
                <a:cs typeface="Arial"/>
                <a:sym typeface="Arial"/>
              </a:defRPr>
            </a:lvl2pPr>
            <a:lvl3pPr marL="1371600" lvl="2" indent="-228600" algn="l">
              <a:spcBef>
                <a:spcPts val="210"/>
              </a:spcBef>
              <a:spcAft>
                <a:spcPts val="0"/>
              </a:spcAft>
              <a:buClr>
                <a:schemeClr val="lt1"/>
              </a:buClr>
              <a:buSzPts val="1260"/>
              <a:buFont typeface="Arial"/>
              <a:buNone/>
              <a:defRPr sz="1050">
                <a:solidFill>
                  <a:schemeClr val="lt1"/>
                </a:solidFill>
                <a:latin typeface="Arial"/>
                <a:ea typeface="Arial"/>
                <a:cs typeface="Arial"/>
                <a:sym typeface="Arial"/>
              </a:defRPr>
            </a:lvl3pPr>
            <a:lvl4pPr marL="1828800" lvl="3" indent="-228600" algn="l">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4pPr>
            <a:lvl5pPr marL="2286000" lvl="4" indent="-228600" algn="l">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5pPr>
            <a:lvl6pPr marL="2743200" lvl="5" indent="-342900" algn="l">
              <a:spcBef>
                <a:spcPts val="360"/>
              </a:spcBef>
              <a:spcAft>
                <a:spcPts val="0"/>
              </a:spcAft>
              <a:buClr>
                <a:schemeClr val="lt1"/>
              </a:buClr>
              <a:buSzPts val="1800"/>
              <a:buChar char="•"/>
              <a:defRPr>
                <a:solidFill>
                  <a:schemeClr val="lt1"/>
                </a:solidFill>
              </a:defRPr>
            </a:lvl6pPr>
            <a:lvl7pPr marL="3200400" lvl="6" indent="-342900" algn="l">
              <a:spcBef>
                <a:spcPts val="360"/>
              </a:spcBef>
              <a:spcAft>
                <a:spcPts val="0"/>
              </a:spcAft>
              <a:buClr>
                <a:schemeClr val="lt1"/>
              </a:buClr>
              <a:buSzPts val="1800"/>
              <a:buChar char="•"/>
              <a:defRPr>
                <a:solidFill>
                  <a:schemeClr val="lt1"/>
                </a:solidFill>
              </a:defRPr>
            </a:lvl7pPr>
            <a:lvl8pPr marL="3657600" lvl="7" indent="-342900" algn="l">
              <a:spcBef>
                <a:spcPts val="360"/>
              </a:spcBef>
              <a:spcAft>
                <a:spcPts val="0"/>
              </a:spcAft>
              <a:buClr>
                <a:schemeClr val="lt1"/>
              </a:buClr>
              <a:buSzPts val="1800"/>
              <a:buChar char="•"/>
              <a:defRPr>
                <a:solidFill>
                  <a:schemeClr val="lt1"/>
                </a:solidFill>
              </a:defRPr>
            </a:lvl8pPr>
            <a:lvl9pPr marL="4114800" lvl="8" indent="-342900" algn="l">
              <a:spcBef>
                <a:spcPts val="360"/>
              </a:spcBef>
              <a:spcAft>
                <a:spcPts val="0"/>
              </a:spcAft>
              <a:buClr>
                <a:schemeClr val="lt1"/>
              </a:buClr>
              <a:buSzPts val="1800"/>
              <a:buChar char="•"/>
              <a:defRPr>
                <a:solidFill>
                  <a:schemeClr val="lt1"/>
                </a:solidFill>
              </a:defRPr>
            </a:lvl9pPr>
          </a:lstStyle>
          <a:p>
            <a:endParaRPr/>
          </a:p>
        </p:txBody>
      </p:sp>
      <p:sp>
        <p:nvSpPr>
          <p:cNvPr id="66" name="Google Shape;66;p9"/>
          <p:cNvSpPr txBox="1">
            <a:spLocks noGrp="1"/>
          </p:cNvSpPr>
          <p:nvPr>
            <p:ph type="title"/>
          </p:nvPr>
        </p:nvSpPr>
        <p:spPr>
          <a:xfrm>
            <a:off x="0" y="1809750"/>
            <a:ext cx="9144000" cy="857400"/>
          </a:xfrm>
          <a:prstGeom prst="rect">
            <a:avLst/>
          </a:prstGeom>
          <a:noFill/>
          <a:ln>
            <a:noFill/>
          </a:ln>
        </p:spPr>
        <p:txBody>
          <a:bodyPr spcFirstLastPara="1" wrap="square" lIns="91425" tIns="45700" rIns="91425" bIns="45700" anchor="t" anchorCtr="0">
            <a:normAutofit/>
          </a:bodyPr>
          <a:lstStyle>
            <a:lvl1pPr lvl="0" algn="ctr">
              <a:spcBef>
                <a:spcPts val="0"/>
              </a:spcBef>
              <a:spcAft>
                <a:spcPts val="0"/>
              </a:spcAft>
              <a:buClr>
                <a:schemeClr val="lt1"/>
              </a:buClr>
              <a:buSzPts val="3300"/>
              <a:buFont typeface="Plus Jakarta Sans"/>
              <a:buNone/>
              <a:defRPr sz="2300" b="0" i="0">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a:endParaRPr/>
          </a:p>
        </p:txBody>
      </p:sp>
      <p:pic>
        <p:nvPicPr>
          <p:cNvPr id="67" name="Google Shape;67;p9"/>
          <p:cNvPicPr preferRelativeResize="0"/>
          <p:nvPr/>
        </p:nvPicPr>
        <p:blipFill rotWithShape="1">
          <a:blip r:embed="rId3">
            <a:alphaModFix/>
          </a:blip>
          <a:srcRect/>
          <a:stretch/>
        </p:blipFill>
        <p:spPr>
          <a:xfrm>
            <a:off x="3634355" y="4452254"/>
            <a:ext cx="1875288" cy="230299"/>
          </a:xfrm>
          <a:prstGeom prst="rect">
            <a:avLst/>
          </a:prstGeom>
          <a:noFill/>
          <a:ln>
            <a:noFill/>
          </a:ln>
        </p:spPr>
      </p:pic>
      <p:sp>
        <p:nvSpPr>
          <p:cNvPr id="68" name="Google Shape;68;p9"/>
          <p:cNvSpPr/>
          <p:nvPr/>
        </p:nvSpPr>
        <p:spPr>
          <a:xfrm>
            <a:off x="448975" y="4762900"/>
            <a:ext cx="2303100" cy="195300"/>
          </a:xfrm>
          <a:prstGeom prst="rect">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lus Jakarta Sans"/>
              <a:ea typeface="Plus Jakarta Sans"/>
              <a:cs typeface="Plus Jakarta Sans"/>
              <a:sym typeface="Plus Jakarta Sans"/>
            </a:endParaRPr>
          </a:p>
        </p:txBody>
      </p:sp>
    </p:spTree>
  </p:cSld>
  <p:clrMapOvr>
    <a:masterClrMapping/>
  </p:clrMapOvr>
  <p:transition spd="slow">
    <p:push/>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mp; Body | Twilight">
  <p:cSld name="6_Title Only_3_1_2">
    <p:bg>
      <p:bgPr>
        <a:solidFill>
          <a:schemeClr val="dk1"/>
        </a:solidFill>
        <a:effectLst/>
      </p:bgPr>
    </p:bg>
    <p:spTree>
      <p:nvGrpSpPr>
        <p:cNvPr id="1" name="Shape 75"/>
        <p:cNvGrpSpPr/>
        <p:nvPr/>
      </p:nvGrpSpPr>
      <p:grpSpPr>
        <a:xfrm>
          <a:off x="0" y="0"/>
          <a:ext cx="0" cy="0"/>
          <a:chOff x="0" y="0"/>
          <a:chExt cx="0" cy="0"/>
        </a:xfrm>
      </p:grpSpPr>
      <p:sp>
        <p:nvSpPr>
          <p:cNvPr id="76" name="Google Shape;76;p11"/>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77" name="Google Shape;77;p11"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78" name="Google Shape;78;p11"/>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spcBef>
                <a:spcPts val="0"/>
              </a:spcBef>
              <a:spcAft>
                <a:spcPts val="0"/>
              </a:spcAft>
              <a:buClr>
                <a:schemeClr val="lt1"/>
              </a:buClr>
              <a:buSzPts val="2100"/>
              <a:buNone/>
              <a:defRPr sz="2300">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a:endParaRPr/>
          </a:p>
        </p:txBody>
      </p:sp>
      <p:sp>
        <p:nvSpPr>
          <p:cNvPr id="79" name="Google Shape;79;p11"/>
          <p:cNvSpPr txBox="1">
            <a:spLocks noGrp="1"/>
          </p:cNvSpPr>
          <p:nvPr>
            <p:ph type="body" idx="1"/>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Clr>
                <a:schemeClr val="lt1"/>
              </a:buClr>
              <a:buSzPts val="1100"/>
              <a:buFont typeface="Plus Jakarta Sans SemiBold"/>
              <a:buNone/>
              <a:defRPr sz="1100" i="0">
                <a:solidFill>
                  <a:schemeClr val="lt1"/>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Clr>
                <a:schemeClr val="lt1"/>
              </a:buClr>
              <a:buSzPts val="1260"/>
              <a:buFont typeface="Arial"/>
              <a:buNone/>
              <a:defRPr sz="1050">
                <a:solidFill>
                  <a:schemeClr val="lt1"/>
                </a:solidFill>
                <a:latin typeface="Arial"/>
                <a:ea typeface="Arial"/>
                <a:cs typeface="Arial"/>
                <a:sym typeface="Arial"/>
              </a:defRPr>
            </a:lvl2pPr>
            <a:lvl3pPr marL="1371600" lvl="2" indent="-228600" algn="l">
              <a:spcBef>
                <a:spcPts val="210"/>
              </a:spcBef>
              <a:spcAft>
                <a:spcPts val="0"/>
              </a:spcAft>
              <a:buClr>
                <a:schemeClr val="lt1"/>
              </a:buClr>
              <a:buSzPts val="1260"/>
              <a:buFont typeface="Arial"/>
              <a:buNone/>
              <a:defRPr sz="1050">
                <a:solidFill>
                  <a:schemeClr val="lt1"/>
                </a:solidFill>
                <a:latin typeface="Arial"/>
                <a:ea typeface="Arial"/>
                <a:cs typeface="Arial"/>
                <a:sym typeface="Arial"/>
              </a:defRPr>
            </a:lvl3pPr>
            <a:lvl4pPr marL="1828800" lvl="3" indent="-228600" algn="l">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4pPr>
            <a:lvl5pPr marL="2286000" lvl="4" indent="-228600" algn="l">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5pPr>
            <a:lvl6pPr marL="2743200" lvl="5" indent="-342900" algn="l">
              <a:spcBef>
                <a:spcPts val="360"/>
              </a:spcBef>
              <a:spcAft>
                <a:spcPts val="0"/>
              </a:spcAft>
              <a:buClr>
                <a:schemeClr val="lt1"/>
              </a:buClr>
              <a:buSzPts val="1800"/>
              <a:buChar char="•"/>
              <a:defRPr>
                <a:solidFill>
                  <a:schemeClr val="lt1"/>
                </a:solidFill>
              </a:defRPr>
            </a:lvl6pPr>
            <a:lvl7pPr marL="3200400" lvl="6" indent="-342900" algn="l">
              <a:spcBef>
                <a:spcPts val="360"/>
              </a:spcBef>
              <a:spcAft>
                <a:spcPts val="0"/>
              </a:spcAft>
              <a:buClr>
                <a:schemeClr val="lt1"/>
              </a:buClr>
              <a:buSzPts val="1800"/>
              <a:buChar char="•"/>
              <a:defRPr>
                <a:solidFill>
                  <a:schemeClr val="lt1"/>
                </a:solidFill>
              </a:defRPr>
            </a:lvl7pPr>
            <a:lvl8pPr marL="3657600" lvl="7" indent="-342900" algn="l">
              <a:spcBef>
                <a:spcPts val="360"/>
              </a:spcBef>
              <a:spcAft>
                <a:spcPts val="0"/>
              </a:spcAft>
              <a:buClr>
                <a:schemeClr val="lt1"/>
              </a:buClr>
              <a:buSzPts val="1800"/>
              <a:buChar char="•"/>
              <a:defRPr>
                <a:solidFill>
                  <a:schemeClr val="lt1"/>
                </a:solidFill>
              </a:defRPr>
            </a:lvl8pPr>
            <a:lvl9pPr marL="4114800" lvl="8" indent="-342900" algn="l">
              <a:spcBef>
                <a:spcPts val="360"/>
              </a:spcBef>
              <a:spcAft>
                <a:spcPts val="0"/>
              </a:spcAft>
              <a:buClr>
                <a:schemeClr val="lt1"/>
              </a:buClr>
              <a:buSzPts val="1800"/>
              <a:buChar char="•"/>
              <a:defRPr>
                <a:solidFill>
                  <a:schemeClr val="lt1"/>
                </a:solidFill>
              </a:defRPr>
            </a:lvl9pPr>
          </a:lstStyle>
          <a:p>
            <a:endParaRPr/>
          </a:p>
        </p:txBody>
      </p:sp>
      <p:sp>
        <p:nvSpPr>
          <p:cNvPr id="80" name="Google Shape;80;p11"/>
          <p:cNvSpPr txBox="1">
            <a:spLocks noGrp="1"/>
          </p:cNvSpPr>
          <p:nvPr>
            <p:ph type="body" idx="2"/>
          </p:nvPr>
        </p:nvSpPr>
        <p:spPr>
          <a:xfrm>
            <a:off x="533400" y="1370000"/>
            <a:ext cx="4138200" cy="30825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Clr>
                <a:schemeClr val="lt1"/>
              </a:buClr>
              <a:buSzPts val="1800"/>
              <a:buNone/>
              <a:defRPr>
                <a:solidFill>
                  <a:schemeClr val="lt1"/>
                </a:solidFill>
              </a:defRPr>
            </a:lvl1pPr>
            <a:lvl2pPr marL="914400" lvl="1" indent="-228600" algn="l">
              <a:lnSpc>
                <a:spcPct val="78888"/>
              </a:lnSpc>
              <a:spcBef>
                <a:spcPts val="400"/>
              </a:spcBef>
              <a:spcAft>
                <a:spcPts val="0"/>
              </a:spcAft>
              <a:buClr>
                <a:schemeClr val="lt1"/>
              </a:buClr>
              <a:buSzPts val="2160"/>
              <a:buNone/>
              <a:defRPr>
                <a:solidFill>
                  <a:schemeClr val="lt1"/>
                </a:solidFill>
              </a:defRPr>
            </a:lvl2pPr>
            <a:lvl3pPr marL="1371600" lvl="2" indent="-365760" algn="l">
              <a:spcBef>
                <a:spcPts val="360"/>
              </a:spcBef>
              <a:spcAft>
                <a:spcPts val="0"/>
              </a:spcAft>
              <a:buClr>
                <a:schemeClr val="lt1"/>
              </a:buClr>
              <a:buSzPts val="2160"/>
              <a:buChar char="•"/>
              <a:defRPr>
                <a:solidFill>
                  <a:schemeClr val="lt1"/>
                </a:solidFill>
              </a:defRPr>
            </a:lvl3pPr>
            <a:lvl4pPr marL="1828800" lvl="3" indent="-342900" algn="l">
              <a:spcBef>
                <a:spcPts val="360"/>
              </a:spcBef>
              <a:spcAft>
                <a:spcPts val="0"/>
              </a:spcAft>
              <a:buClr>
                <a:schemeClr val="lt1"/>
              </a:buClr>
              <a:buSzPts val="1800"/>
              <a:buChar char="–"/>
              <a:defRPr>
                <a:solidFill>
                  <a:schemeClr val="lt1"/>
                </a:solidFill>
              </a:defRPr>
            </a:lvl4pPr>
            <a:lvl5pPr marL="2286000" lvl="4" indent="-342900" algn="l">
              <a:spcBef>
                <a:spcPts val="360"/>
              </a:spcBef>
              <a:spcAft>
                <a:spcPts val="0"/>
              </a:spcAft>
              <a:buClr>
                <a:schemeClr val="lt1"/>
              </a:buClr>
              <a:buSzPts val="1800"/>
              <a:buChar char="»"/>
              <a:defRPr>
                <a:solidFill>
                  <a:schemeClr val="lt1"/>
                </a:solidFill>
              </a:defRPr>
            </a:lvl5pPr>
            <a:lvl6pPr marL="2743200" lvl="5" indent="-342900" algn="l">
              <a:spcBef>
                <a:spcPts val="360"/>
              </a:spcBef>
              <a:spcAft>
                <a:spcPts val="0"/>
              </a:spcAft>
              <a:buClr>
                <a:schemeClr val="lt1"/>
              </a:buClr>
              <a:buSzPts val="1800"/>
              <a:buChar char="•"/>
              <a:defRPr>
                <a:solidFill>
                  <a:schemeClr val="lt1"/>
                </a:solidFill>
              </a:defRPr>
            </a:lvl6pPr>
            <a:lvl7pPr marL="3200400" lvl="6" indent="-342900" algn="l">
              <a:spcBef>
                <a:spcPts val="360"/>
              </a:spcBef>
              <a:spcAft>
                <a:spcPts val="0"/>
              </a:spcAft>
              <a:buClr>
                <a:schemeClr val="lt1"/>
              </a:buClr>
              <a:buSzPts val="1800"/>
              <a:buChar char="•"/>
              <a:defRPr>
                <a:solidFill>
                  <a:schemeClr val="lt1"/>
                </a:solidFill>
              </a:defRPr>
            </a:lvl7pPr>
            <a:lvl8pPr marL="3657600" lvl="7" indent="-342900" algn="l">
              <a:spcBef>
                <a:spcPts val="360"/>
              </a:spcBef>
              <a:spcAft>
                <a:spcPts val="0"/>
              </a:spcAft>
              <a:buClr>
                <a:schemeClr val="lt1"/>
              </a:buClr>
              <a:buSzPts val="1800"/>
              <a:buChar char="•"/>
              <a:defRPr>
                <a:solidFill>
                  <a:schemeClr val="lt1"/>
                </a:solidFill>
              </a:defRPr>
            </a:lvl8pPr>
            <a:lvl9pPr marL="4114800" lvl="8" indent="-342900" algn="l">
              <a:spcBef>
                <a:spcPts val="360"/>
              </a:spcBef>
              <a:spcAft>
                <a:spcPts val="0"/>
              </a:spcAft>
              <a:buClr>
                <a:schemeClr val="lt1"/>
              </a:buClr>
              <a:buSzPts val="1800"/>
              <a:buChar char="•"/>
              <a:defRPr>
                <a:solidFill>
                  <a:schemeClr val="lt1"/>
                </a:solidFill>
              </a:defRPr>
            </a:lvl9pPr>
          </a:lstStyle>
          <a:p>
            <a:endParaRPr/>
          </a:p>
        </p:txBody>
      </p:sp>
    </p:spTree>
  </p:cSld>
  <p:clrMapOvr>
    <a:masterClrMapping/>
  </p:clrMapOvr>
  <p:transition spd="slow">
    <p:push/>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2 Column Text">
  <p:cSld name="6_Title Only_3_1_1">
    <p:spTree>
      <p:nvGrpSpPr>
        <p:cNvPr id="1" name="Shape 81"/>
        <p:cNvGrpSpPr/>
        <p:nvPr/>
      </p:nvGrpSpPr>
      <p:grpSpPr>
        <a:xfrm>
          <a:off x="0" y="0"/>
          <a:ext cx="0" cy="0"/>
          <a:chOff x="0" y="0"/>
          <a:chExt cx="0" cy="0"/>
        </a:xfrm>
      </p:grpSpPr>
      <p:sp>
        <p:nvSpPr>
          <p:cNvPr id="82" name="Google Shape;82;p12"/>
          <p:cNvSpPr txBox="1">
            <a:spLocks noGrp="1"/>
          </p:cNvSpPr>
          <p:nvPr>
            <p:ph type="body" idx="1"/>
          </p:nvPr>
        </p:nvSpPr>
        <p:spPr>
          <a:xfrm>
            <a:off x="533400" y="1370000"/>
            <a:ext cx="3760200" cy="30825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SzPts val="1800"/>
              <a:buNone/>
              <a:defRPr/>
            </a:lvl1pPr>
            <a:lvl2pPr marL="914400" lvl="1" indent="-228600" algn="l">
              <a:lnSpc>
                <a:spcPct val="78888"/>
              </a:lnSpc>
              <a:spcBef>
                <a:spcPts val="400"/>
              </a:spcBef>
              <a:spcAft>
                <a:spcPts val="0"/>
              </a:spcAft>
              <a:buClr>
                <a:srgbClr val="000000"/>
              </a:buClr>
              <a:buSzPts val="2160"/>
              <a:buNone/>
              <a:defRPr/>
            </a:lvl2pPr>
            <a:lvl3pPr marL="1371600" lvl="2" indent="-365760" algn="l">
              <a:spcBef>
                <a:spcPts val="360"/>
              </a:spcBef>
              <a:spcAft>
                <a:spcPts val="0"/>
              </a:spcAft>
              <a:buClr>
                <a:srgbClr val="000000"/>
              </a:buClr>
              <a:buSzPts val="2160"/>
              <a:buChar char="•"/>
              <a:defRPr>
                <a:solidFill>
                  <a:srgbClr val="000000"/>
                </a:solidFill>
              </a:defRPr>
            </a:lvl3pPr>
            <a:lvl4pPr marL="1828800" lvl="3" indent="-342900" algn="l">
              <a:spcBef>
                <a:spcPts val="360"/>
              </a:spcBef>
              <a:spcAft>
                <a:spcPts val="0"/>
              </a:spcAft>
              <a:buClr>
                <a:srgbClr val="000000"/>
              </a:buClr>
              <a:buSzPts val="1800"/>
              <a:buChar char="–"/>
              <a:defRPr>
                <a:solidFill>
                  <a:srgbClr val="000000"/>
                </a:solidFill>
              </a:defRPr>
            </a:lvl4pPr>
            <a:lvl5pPr marL="2286000" lvl="4" indent="-342900" algn="l">
              <a:spcBef>
                <a:spcPts val="360"/>
              </a:spcBef>
              <a:spcAft>
                <a:spcPts val="0"/>
              </a:spcAft>
              <a:buClr>
                <a:srgbClr val="000000"/>
              </a:buClr>
              <a:buSzPts val="1800"/>
              <a:buChar char="»"/>
              <a:defRPr>
                <a:solidFill>
                  <a:srgbClr val="000000"/>
                </a:solidFill>
              </a:defRPr>
            </a:lvl5pPr>
            <a:lvl6pPr marL="2743200" lvl="5" indent="-342900" algn="l">
              <a:spcBef>
                <a:spcPts val="360"/>
              </a:spcBef>
              <a:spcAft>
                <a:spcPts val="0"/>
              </a:spcAft>
              <a:buClr>
                <a:srgbClr val="000000"/>
              </a:buClr>
              <a:buSzPts val="1800"/>
              <a:buChar char="•"/>
              <a:defRPr>
                <a:solidFill>
                  <a:srgbClr val="000000"/>
                </a:solidFill>
              </a:defRPr>
            </a:lvl6pPr>
            <a:lvl7pPr marL="3200400" lvl="6" indent="-342900" algn="l">
              <a:spcBef>
                <a:spcPts val="360"/>
              </a:spcBef>
              <a:spcAft>
                <a:spcPts val="0"/>
              </a:spcAft>
              <a:buClr>
                <a:srgbClr val="000000"/>
              </a:buClr>
              <a:buSzPts val="1800"/>
              <a:buChar char="•"/>
              <a:defRPr>
                <a:solidFill>
                  <a:srgbClr val="000000"/>
                </a:solidFill>
              </a:defRPr>
            </a:lvl7pPr>
            <a:lvl8pPr marL="3657600" lvl="7" indent="-342900" algn="l">
              <a:spcBef>
                <a:spcPts val="360"/>
              </a:spcBef>
              <a:spcAft>
                <a:spcPts val="0"/>
              </a:spcAft>
              <a:buClr>
                <a:srgbClr val="000000"/>
              </a:buClr>
              <a:buSzPts val="1800"/>
              <a:buChar char="•"/>
              <a:defRPr>
                <a:solidFill>
                  <a:srgbClr val="000000"/>
                </a:solidFill>
              </a:defRPr>
            </a:lvl8pPr>
            <a:lvl9pPr marL="4114800" lvl="8" indent="-342900" algn="l">
              <a:spcBef>
                <a:spcPts val="360"/>
              </a:spcBef>
              <a:spcAft>
                <a:spcPts val="0"/>
              </a:spcAft>
              <a:buClr>
                <a:srgbClr val="000000"/>
              </a:buClr>
              <a:buSzPts val="1800"/>
              <a:buChar char="•"/>
              <a:defRPr>
                <a:solidFill>
                  <a:srgbClr val="000000"/>
                </a:solidFill>
              </a:defRPr>
            </a:lvl9pPr>
          </a:lstStyle>
          <a:p>
            <a:endParaRPr/>
          </a:p>
        </p:txBody>
      </p:sp>
      <p:sp>
        <p:nvSpPr>
          <p:cNvPr id="83" name="Google Shape;83;p12"/>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84" name="Google Shape;84;p12"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85" name="Google Shape;85;p12"/>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spcBef>
                <a:spcPts val="0"/>
              </a:spcBef>
              <a:spcAft>
                <a:spcPts val="0"/>
              </a:spcAft>
              <a:buClr>
                <a:srgbClr val="120046"/>
              </a:buClr>
              <a:buSzPts val="2100"/>
              <a:buNone/>
              <a:defRPr sz="23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6" name="Google Shape;86;p12"/>
          <p:cNvSpPr txBox="1">
            <a:spLocks noGrp="1"/>
          </p:cNvSpPr>
          <p:nvPr>
            <p:ph type="body" idx="2"/>
          </p:nvPr>
        </p:nvSpPr>
        <p:spPr>
          <a:xfrm>
            <a:off x="533400" y="1370000"/>
            <a:ext cx="3760200" cy="30825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SzPts val="1800"/>
              <a:buNone/>
              <a:defRPr/>
            </a:lvl1pPr>
            <a:lvl2pPr marL="914400" lvl="1" indent="-228600" algn="l">
              <a:lnSpc>
                <a:spcPct val="78888"/>
              </a:lnSpc>
              <a:spcBef>
                <a:spcPts val="400"/>
              </a:spcBef>
              <a:spcAft>
                <a:spcPts val="0"/>
              </a:spcAft>
              <a:buClr>
                <a:srgbClr val="000000"/>
              </a:buClr>
              <a:buSzPts val="2160"/>
              <a:buNone/>
              <a:defRPr/>
            </a:lvl2pPr>
            <a:lvl3pPr marL="1371600" lvl="2" indent="-365760" algn="l">
              <a:spcBef>
                <a:spcPts val="360"/>
              </a:spcBef>
              <a:spcAft>
                <a:spcPts val="0"/>
              </a:spcAft>
              <a:buClr>
                <a:srgbClr val="000000"/>
              </a:buClr>
              <a:buSzPts val="2160"/>
              <a:buChar char="•"/>
              <a:defRPr>
                <a:solidFill>
                  <a:srgbClr val="000000"/>
                </a:solidFill>
              </a:defRPr>
            </a:lvl3pPr>
            <a:lvl4pPr marL="1828800" lvl="3" indent="-342900" algn="l">
              <a:spcBef>
                <a:spcPts val="360"/>
              </a:spcBef>
              <a:spcAft>
                <a:spcPts val="0"/>
              </a:spcAft>
              <a:buClr>
                <a:srgbClr val="000000"/>
              </a:buClr>
              <a:buSzPts val="1800"/>
              <a:buChar char="–"/>
              <a:defRPr>
                <a:solidFill>
                  <a:srgbClr val="000000"/>
                </a:solidFill>
              </a:defRPr>
            </a:lvl4pPr>
            <a:lvl5pPr marL="2286000" lvl="4" indent="-342900" algn="l">
              <a:spcBef>
                <a:spcPts val="360"/>
              </a:spcBef>
              <a:spcAft>
                <a:spcPts val="0"/>
              </a:spcAft>
              <a:buClr>
                <a:srgbClr val="000000"/>
              </a:buClr>
              <a:buSzPts val="1800"/>
              <a:buChar char="»"/>
              <a:defRPr>
                <a:solidFill>
                  <a:srgbClr val="000000"/>
                </a:solidFill>
              </a:defRPr>
            </a:lvl5pPr>
            <a:lvl6pPr marL="2743200" lvl="5" indent="-342900" algn="l">
              <a:spcBef>
                <a:spcPts val="360"/>
              </a:spcBef>
              <a:spcAft>
                <a:spcPts val="0"/>
              </a:spcAft>
              <a:buClr>
                <a:srgbClr val="000000"/>
              </a:buClr>
              <a:buSzPts val="1800"/>
              <a:buChar char="•"/>
              <a:defRPr>
                <a:solidFill>
                  <a:srgbClr val="000000"/>
                </a:solidFill>
              </a:defRPr>
            </a:lvl6pPr>
            <a:lvl7pPr marL="3200400" lvl="6" indent="-342900" algn="l">
              <a:spcBef>
                <a:spcPts val="360"/>
              </a:spcBef>
              <a:spcAft>
                <a:spcPts val="0"/>
              </a:spcAft>
              <a:buClr>
                <a:srgbClr val="000000"/>
              </a:buClr>
              <a:buSzPts val="1800"/>
              <a:buChar char="•"/>
              <a:defRPr>
                <a:solidFill>
                  <a:srgbClr val="000000"/>
                </a:solidFill>
              </a:defRPr>
            </a:lvl7pPr>
            <a:lvl8pPr marL="3657600" lvl="7" indent="-342900" algn="l">
              <a:spcBef>
                <a:spcPts val="360"/>
              </a:spcBef>
              <a:spcAft>
                <a:spcPts val="0"/>
              </a:spcAft>
              <a:buClr>
                <a:srgbClr val="000000"/>
              </a:buClr>
              <a:buSzPts val="1800"/>
              <a:buChar char="•"/>
              <a:defRPr>
                <a:solidFill>
                  <a:srgbClr val="000000"/>
                </a:solidFill>
              </a:defRPr>
            </a:lvl8pPr>
            <a:lvl9pPr marL="4114800" lvl="8" indent="-342900" algn="l">
              <a:spcBef>
                <a:spcPts val="360"/>
              </a:spcBef>
              <a:spcAft>
                <a:spcPts val="0"/>
              </a:spcAft>
              <a:buClr>
                <a:srgbClr val="000000"/>
              </a:buClr>
              <a:buSzPts val="1800"/>
              <a:buChar char="•"/>
              <a:defRPr>
                <a:solidFill>
                  <a:srgbClr val="000000"/>
                </a:solidFill>
              </a:defRPr>
            </a:lvl9pPr>
          </a:lstStyle>
          <a:p>
            <a:endParaRPr/>
          </a:p>
        </p:txBody>
      </p:sp>
      <p:sp>
        <p:nvSpPr>
          <p:cNvPr id="87" name="Google Shape;87;p12"/>
          <p:cNvSpPr txBox="1">
            <a:spLocks noGrp="1"/>
          </p:cNvSpPr>
          <p:nvPr>
            <p:ph type="body" idx="3"/>
          </p:nvPr>
        </p:nvSpPr>
        <p:spPr>
          <a:xfrm>
            <a:off x="4755900" y="1370000"/>
            <a:ext cx="3760200" cy="3082500"/>
          </a:xfrm>
          <a:prstGeom prst="rect">
            <a:avLst/>
          </a:prstGeom>
          <a:noFill/>
          <a:ln>
            <a:noFill/>
          </a:ln>
        </p:spPr>
        <p:txBody>
          <a:bodyPr spcFirstLastPara="1" wrap="square" lIns="91425" tIns="45700" rIns="91425" bIns="45700" anchor="t" anchorCtr="0">
            <a:noAutofit/>
          </a:bodyPr>
          <a:lstStyle>
            <a:lvl1pPr marL="457200" lvl="0" indent="-228600" algn="l" rtl="0">
              <a:spcBef>
                <a:spcPts val="0"/>
              </a:spcBef>
              <a:spcAft>
                <a:spcPts val="0"/>
              </a:spcAft>
              <a:buSzPts val="1800"/>
              <a:buNone/>
              <a:defRPr/>
            </a:lvl1pPr>
            <a:lvl2pPr marL="914400" lvl="1" indent="-228600" algn="l" rtl="0">
              <a:lnSpc>
                <a:spcPct val="78888"/>
              </a:lnSpc>
              <a:spcBef>
                <a:spcPts val="400"/>
              </a:spcBef>
              <a:spcAft>
                <a:spcPts val="0"/>
              </a:spcAft>
              <a:buClr>
                <a:srgbClr val="000000"/>
              </a:buClr>
              <a:buSzPts val="2160"/>
              <a:buNone/>
              <a:defRPr/>
            </a:lvl2pPr>
            <a:lvl3pPr marL="1371600" lvl="2" indent="-365760" algn="l" rtl="0">
              <a:spcBef>
                <a:spcPts val="360"/>
              </a:spcBef>
              <a:spcAft>
                <a:spcPts val="0"/>
              </a:spcAft>
              <a:buClr>
                <a:srgbClr val="000000"/>
              </a:buClr>
              <a:buSzPts val="2160"/>
              <a:buChar char="•"/>
              <a:defRPr>
                <a:solidFill>
                  <a:srgbClr val="000000"/>
                </a:solidFill>
              </a:defRPr>
            </a:lvl3pPr>
            <a:lvl4pPr marL="1828800" lvl="3" indent="-342900" algn="l" rtl="0">
              <a:spcBef>
                <a:spcPts val="360"/>
              </a:spcBef>
              <a:spcAft>
                <a:spcPts val="0"/>
              </a:spcAft>
              <a:buClr>
                <a:srgbClr val="000000"/>
              </a:buClr>
              <a:buSzPts val="1800"/>
              <a:buChar char="–"/>
              <a:defRPr>
                <a:solidFill>
                  <a:srgbClr val="000000"/>
                </a:solidFill>
              </a:defRPr>
            </a:lvl4pPr>
            <a:lvl5pPr marL="2286000" lvl="4" indent="-342900" algn="l" rtl="0">
              <a:spcBef>
                <a:spcPts val="360"/>
              </a:spcBef>
              <a:spcAft>
                <a:spcPts val="0"/>
              </a:spcAft>
              <a:buClr>
                <a:srgbClr val="000000"/>
              </a:buClr>
              <a:buSzPts val="1800"/>
              <a:buChar char="»"/>
              <a:defRPr>
                <a:solidFill>
                  <a:srgbClr val="000000"/>
                </a:solidFill>
              </a:defRPr>
            </a:lvl5pPr>
            <a:lvl6pPr marL="2743200" lvl="5" indent="-342900" algn="l" rtl="0">
              <a:spcBef>
                <a:spcPts val="360"/>
              </a:spcBef>
              <a:spcAft>
                <a:spcPts val="0"/>
              </a:spcAft>
              <a:buClr>
                <a:srgbClr val="000000"/>
              </a:buClr>
              <a:buSzPts val="1800"/>
              <a:buChar char="•"/>
              <a:defRPr>
                <a:solidFill>
                  <a:srgbClr val="000000"/>
                </a:solidFill>
              </a:defRPr>
            </a:lvl6pPr>
            <a:lvl7pPr marL="3200400" lvl="6" indent="-342900" algn="l" rtl="0">
              <a:spcBef>
                <a:spcPts val="360"/>
              </a:spcBef>
              <a:spcAft>
                <a:spcPts val="0"/>
              </a:spcAft>
              <a:buClr>
                <a:srgbClr val="000000"/>
              </a:buClr>
              <a:buSzPts val="1800"/>
              <a:buChar char="•"/>
              <a:defRPr>
                <a:solidFill>
                  <a:srgbClr val="000000"/>
                </a:solidFill>
              </a:defRPr>
            </a:lvl7pPr>
            <a:lvl8pPr marL="3657600" lvl="7" indent="-342900" algn="l" rtl="0">
              <a:spcBef>
                <a:spcPts val="360"/>
              </a:spcBef>
              <a:spcAft>
                <a:spcPts val="0"/>
              </a:spcAft>
              <a:buClr>
                <a:srgbClr val="000000"/>
              </a:buClr>
              <a:buSzPts val="1800"/>
              <a:buChar char="•"/>
              <a:defRPr>
                <a:solidFill>
                  <a:srgbClr val="000000"/>
                </a:solidFill>
              </a:defRPr>
            </a:lvl8pPr>
            <a:lvl9pPr marL="4114800" lvl="8" indent="-342900" algn="l" rtl="0">
              <a:spcBef>
                <a:spcPts val="360"/>
              </a:spcBef>
              <a:spcAft>
                <a:spcPts val="0"/>
              </a:spcAft>
              <a:buClr>
                <a:srgbClr val="000000"/>
              </a:buClr>
              <a:buSzPts val="1800"/>
              <a:buChar char="•"/>
              <a:defRPr>
                <a:solidFill>
                  <a:srgbClr val="000000"/>
                </a:solidFill>
              </a:defRPr>
            </a:lvl9pPr>
          </a:lstStyle>
          <a:p>
            <a:endParaRPr/>
          </a:p>
        </p:txBody>
      </p:sp>
      <p:sp>
        <p:nvSpPr>
          <p:cNvPr id="88" name="Google Shape;88;p12"/>
          <p:cNvSpPr txBox="1">
            <a:spLocks noGrp="1"/>
          </p:cNvSpPr>
          <p:nvPr>
            <p:ph type="body" idx="4"/>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Clr>
                <a:schemeClr val="accent4"/>
              </a:buClr>
              <a:buSzPts val="1100"/>
              <a:buFont typeface="Plus Jakarta Sans SemiBold"/>
              <a:buNone/>
              <a:defRPr sz="1100" i="0">
                <a:solidFill>
                  <a:schemeClr val="accent4"/>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SzPts val="1260"/>
              <a:buFont typeface="Arial"/>
              <a:buNone/>
              <a:defRPr sz="1050">
                <a:latin typeface="Arial"/>
                <a:ea typeface="Arial"/>
                <a:cs typeface="Arial"/>
                <a:sym typeface="Arial"/>
              </a:defRPr>
            </a:lvl2pPr>
            <a:lvl3pPr marL="1371600" lvl="2" indent="-228600" algn="l">
              <a:spcBef>
                <a:spcPts val="210"/>
              </a:spcBef>
              <a:spcAft>
                <a:spcPts val="0"/>
              </a:spcAft>
              <a:buSzPts val="1260"/>
              <a:buFont typeface="Arial"/>
              <a:buNone/>
              <a:defRPr sz="1050">
                <a:latin typeface="Arial"/>
                <a:ea typeface="Arial"/>
                <a:cs typeface="Arial"/>
                <a:sym typeface="Arial"/>
              </a:defRPr>
            </a:lvl3pPr>
            <a:lvl4pPr marL="1828800" lvl="3" indent="-228600" algn="l">
              <a:spcBef>
                <a:spcPts val="210"/>
              </a:spcBef>
              <a:spcAft>
                <a:spcPts val="0"/>
              </a:spcAft>
              <a:buClr>
                <a:srgbClr val="4E5661"/>
              </a:buClr>
              <a:buSzPts val="1050"/>
              <a:buFont typeface="Arial"/>
              <a:buNone/>
              <a:defRPr sz="1050">
                <a:latin typeface="Arial"/>
                <a:ea typeface="Arial"/>
                <a:cs typeface="Arial"/>
                <a:sym typeface="Arial"/>
              </a:defRPr>
            </a:lvl4pPr>
            <a:lvl5pPr marL="2286000" lvl="4" indent="-228600" algn="l">
              <a:spcBef>
                <a:spcPts val="210"/>
              </a:spcBef>
              <a:spcAft>
                <a:spcPts val="0"/>
              </a:spcAft>
              <a:buClr>
                <a:srgbClr val="4E5661"/>
              </a:buClr>
              <a:buSzPts val="1050"/>
              <a:buFont typeface="Arial"/>
              <a:buNone/>
              <a:defRPr sz="1050">
                <a:latin typeface="Arial"/>
                <a:ea typeface="Arial"/>
                <a:cs typeface="Arial"/>
                <a:sym typeface="Aria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transition spd="slow">
    <p:push/>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2 Column Text | Twilight">
  <p:cSld name="6_Title Only_3_1_1_1">
    <p:bg>
      <p:bgPr>
        <a:solidFill>
          <a:schemeClr val="dk1"/>
        </a:solidFill>
        <a:effectLst/>
      </p:bgPr>
    </p:bg>
    <p:spTree>
      <p:nvGrpSpPr>
        <p:cNvPr id="1" name="Shape 89"/>
        <p:cNvGrpSpPr/>
        <p:nvPr/>
      </p:nvGrpSpPr>
      <p:grpSpPr>
        <a:xfrm>
          <a:off x="0" y="0"/>
          <a:ext cx="0" cy="0"/>
          <a:chOff x="0" y="0"/>
          <a:chExt cx="0" cy="0"/>
        </a:xfrm>
      </p:grpSpPr>
      <p:sp>
        <p:nvSpPr>
          <p:cNvPr id="90" name="Google Shape;90;p13"/>
          <p:cNvSpPr txBox="1">
            <a:spLocks noGrp="1"/>
          </p:cNvSpPr>
          <p:nvPr>
            <p:ph type="body" idx="1"/>
          </p:nvPr>
        </p:nvSpPr>
        <p:spPr>
          <a:xfrm>
            <a:off x="533400" y="1370000"/>
            <a:ext cx="3760200" cy="30825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Clr>
                <a:schemeClr val="lt1"/>
              </a:buClr>
              <a:buSzPts val="1800"/>
              <a:buNone/>
              <a:defRPr>
                <a:solidFill>
                  <a:schemeClr val="lt1"/>
                </a:solidFill>
              </a:defRPr>
            </a:lvl1pPr>
            <a:lvl2pPr marL="914400" lvl="1" indent="-228600" algn="l">
              <a:lnSpc>
                <a:spcPct val="78888"/>
              </a:lnSpc>
              <a:spcBef>
                <a:spcPts val="400"/>
              </a:spcBef>
              <a:spcAft>
                <a:spcPts val="0"/>
              </a:spcAft>
              <a:buClr>
                <a:schemeClr val="lt1"/>
              </a:buClr>
              <a:buSzPts val="2160"/>
              <a:buNone/>
              <a:defRPr>
                <a:solidFill>
                  <a:schemeClr val="lt1"/>
                </a:solidFill>
              </a:defRPr>
            </a:lvl2pPr>
            <a:lvl3pPr marL="1371600" lvl="2" indent="-365760" algn="l">
              <a:spcBef>
                <a:spcPts val="360"/>
              </a:spcBef>
              <a:spcAft>
                <a:spcPts val="0"/>
              </a:spcAft>
              <a:buClr>
                <a:schemeClr val="lt1"/>
              </a:buClr>
              <a:buSzPts val="2160"/>
              <a:buChar char="•"/>
              <a:defRPr>
                <a:solidFill>
                  <a:schemeClr val="lt1"/>
                </a:solidFill>
              </a:defRPr>
            </a:lvl3pPr>
            <a:lvl4pPr marL="1828800" lvl="3" indent="-342900" algn="l">
              <a:spcBef>
                <a:spcPts val="360"/>
              </a:spcBef>
              <a:spcAft>
                <a:spcPts val="0"/>
              </a:spcAft>
              <a:buClr>
                <a:schemeClr val="lt1"/>
              </a:buClr>
              <a:buSzPts val="1800"/>
              <a:buChar char="–"/>
              <a:defRPr>
                <a:solidFill>
                  <a:schemeClr val="lt1"/>
                </a:solidFill>
              </a:defRPr>
            </a:lvl4pPr>
            <a:lvl5pPr marL="2286000" lvl="4" indent="-342900" algn="l">
              <a:spcBef>
                <a:spcPts val="360"/>
              </a:spcBef>
              <a:spcAft>
                <a:spcPts val="0"/>
              </a:spcAft>
              <a:buClr>
                <a:schemeClr val="lt1"/>
              </a:buClr>
              <a:buSzPts val="1800"/>
              <a:buChar char="»"/>
              <a:defRPr>
                <a:solidFill>
                  <a:schemeClr val="lt1"/>
                </a:solidFill>
              </a:defRPr>
            </a:lvl5pPr>
            <a:lvl6pPr marL="2743200" lvl="5" indent="-342900" algn="l">
              <a:spcBef>
                <a:spcPts val="360"/>
              </a:spcBef>
              <a:spcAft>
                <a:spcPts val="0"/>
              </a:spcAft>
              <a:buClr>
                <a:schemeClr val="lt1"/>
              </a:buClr>
              <a:buSzPts val="1800"/>
              <a:buChar char="•"/>
              <a:defRPr>
                <a:solidFill>
                  <a:schemeClr val="lt1"/>
                </a:solidFill>
              </a:defRPr>
            </a:lvl6pPr>
            <a:lvl7pPr marL="3200400" lvl="6" indent="-342900" algn="l">
              <a:spcBef>
                <a:spcPts val="360"/>
              </a:spcBef>
              <a:spcAft>
                <a:spcPts val="0"/>
              </a:spcAft>
              <a:buClr>
                <a:schemeClr val="lt1"/>
              </a:buClr>
              <a:buSzPts val="1800"/>
              <a:buChar char="•"/>
              <a:defRPr>
                <a:solidFill>
                  <a:schemeClr val="lt1"/>
                </a:solidFill>
              </a:defRPr>
            </a:lvl7pPr>
            <a:lvl8pPr marL="3657600" lvl="7" indent="-342900" algn="l">
              <a:spcBef>
                <a:spcPts val="360"/>
              </a:spcBef>
              <a:spcAft>
                <a:spcPts val="0"/>
              </a:spcAft>
              <a:buClr>
                <a:schemeClr val="lt1"/>
              </a:buClr>
              <a:buSzPts val="1800"/>
              <a:buChar char="•"/>
              <a:defRPr>
                <a:solidFill>
                  <a:schemeClr val="lt1"/>
                </a:solidFill>
              </a:defRPr>
            </a:lvl8pPr>
            <a:lvl9pPr marL="4114800" lvl="8" indent="-342900" algn="l">
              <a:spcBef>
                <a:spcPts val="360"/>
              </a:spcBef>
              <a:spcAft>
                <a:spcPts val="0"/>
              </a:spcAft>
              <a:buClr>
                <a:schemeClr val="lt1"/>
              </a:buClr>
              <a:buSzPts val="1800"/>
              <a:buChar char="•"/>
              <a:defRPr>
                <a:solidFill>
                  <a:schemeClr val="lt1"/>
                </a:solidFill>
              </a:defRPr>
            </a:lvl9pPr>
          </a:lstStyle>
          <a:p>
            <a:endParaRPr/>
          </a:p>
        </p:txBody>
      </p:sp>
      <p:sp>
        <p:nvSpPr>
          <p:cNvPr id="91" name="Google Shape;91;p13"/>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92" name="Google Shape;92;p13"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93" name="Google Shape;93;p13"/>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spcBef>
                <a:spcPts val="0"/>
              </a:spcBef>
              <a:spcAft>
                <a:spcPts val="0"/>
              </a:spcAft>
              <a:buClr>
                <a:schemeClr val="lt1"/>
              </a:buClr>
              <a:buSzPts val="2100"/>
              <a:buNone/>
              <a:defRPr sz="2300">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a:endParaRPr/>
          </a:p>
        </p:txBody>
      </p:sp>
      <p:sp>
        <p:nvSpPr>
          <p:cNvPr id="94" name="Google Shape;94;p13"/>
          <p:cNvSpPr txBox="1">
            <a:spLocks noGrp="1"/>
          </p:cNvSpPr>
          <p:nvPr>
            <p:ph type="body" idx="2"/>
          </p:nvPr>
        </p:nvSpPr>
        <p:spPr>
          <a:xfrm>
            <a:off x="533400" y="1370000"/>
            <a:ext cx="3760200" cy="30825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Clr>
                <a:schemeClr val="lt1"/>
              </a:buClr>
              <a:buSzPts val="1800"/>
              <a:buNone/>
              <a:defRPr>
                <a:solidFill>
                  <a:schemeClr val="lt1"/>
                </a:solidFill>
              </a:defRPr>
            </a:lvl1pPr>
            <a:lvl2pPr marL="914400" lvl="1" indent="-228600" algn="l">
              <a:lnSpc>
                <a:spcPct val="78888"/>
              </a:lnSpc>
              <a:spcBef>
                <a:spcPts val="400"/>
              </a:spcBef>
              <a:spcAft>
                <a:spcPts val="0"/>
              </a:spcAft>
              <a:buClr>
                <a:schemeClr val="lt1"/>
              </a:buClr>
              <a:buSzPts val="2160"/>
              <a:buNone/>
              <a:defRPr>
                <a:solidFill>
                  <a:schemeClr val="lt1"/>
                </a:solidFill>
              </a:defRPr>
            </a:lvl2pPr>
            <a:lvl3pPr marL="1371600" lvl="2" indent="-365760" algn="l">
              <a:spcBef>
                <a:spcPts val="360"/>
              </a:spcBef>
              <a:spcAft>
                <a:spcPts val="0"/>
              </a:spcAft>
              <a:buClr>
                <a:schemeClr val="lt1"/>
              </a:buClr>
              <a:buSzPts val="2160"/>
              <a:buChar char="•"/>
              <a:defRPr>
                <a:solidFill>
                  <a:schemeClr val="lt1"/>
                </a:solidFill>
              </a:defRPr>
            </a:lvl3pPr>
            <a:lvl4pPr marL="1828800" lvl="3" indent="-342900" algn="l">
              <a:spcBef>
                <a:spcPts val="360"/>
              </a:spcBef>
              <a:spcAft>
                <a:spcPts val="0"/>
              </a:spcAft>
              <a:buClr>
                <a:schemeClr val="lt1"/>
              </a:buClr>
              <a:buSzPts val="1800"/>
              <a:buChar char="–"/>
              <a:defRPr>
                <a:solidFill>
                  <a:schemeClr val="lt1"/>
                </a:solidFill>
              </a:defRPr>
            </a:lvl4pPr>
            <a:lvl5pPr marL="2286000" lvl="4" indent="-342900" algn="l">
              <a:spcBef>
                <a:spcPts val="360"/>
              </a:spcBef>
              <a:spcAft>
                <a:spcPts val="0"/>
              </a:spcAft>
              <a:buClr>
                <a:schemeClr val="lt1"/>
              </a:buClr>
              <a:buSzPts val="1800"/>
              <a:buChar char="»"/>
              <a:defRPr>
                <a:solidFill>
                  <a:schemeClr val="lt1"/>
                </a:solidFill>
              </a:defRPr>
            </a:lvl5pPr>
            <a:lvl6pPr marL="2743200" lvl="5" indent="-342900" algn="l">
              <a:spcBef>
                <a:spcPts val="360"/>
              </a:spcBef>
              <a:spcAft>
                <a:spcPts val="0"/>
              </a:spcAft>
              <a:buClr>
                <a:schemeClr val="lt1"/>
              </a:buClr>
              <a:buSzPts val="1800"/>
              <a:buChar char="•"/>
              <a:defRPr>
                <a:solidFill>
                  <a:schemeClr val="lt1"/>
                </a:solidFill>
              </a:defRPr>
            </a:lvl6pPr>
            <a:lvl7pPr marL="3200400" lvl="6" indent="-342900" algn="l">
              <a:spcBef>
                <a:spcPts val="360"/>
              </a:spcBef>
              <a:spcAft>
                <a:spcPts val="0"/>
              </a:spcAft>
              <a:buClr>
                <a:schemeClr val="lt1"/>
              </a:buClr>
              <a:buSzPts val="1800"/>
              <a:buChar char="•"/>
              <a:defRPr>
                <a:solidFill>
                  <a:schemeClr val="lt1"/>
                </a:solidFill>
              </a:defRPr>
            </a:lvl7pPr>
            <a:lvl8pPr marL="3657600" lvl="7" indent="-342900" algn="l">
              <a:spcBef>
                <a:spcPts val="360"/>
              </a:spcBef>
              <a:spcAft>
                <a:spcPts val="0"/>
              </a:spcAft>
              <a:buClr>
                <a:schemeClr val="lt1"/>
              </a:buClr>
              <a:buSzPts val="1800"/>
              <a:buChar char="•"/>
              <a:defRPr>
                <a:solidFill>
                  <a:schemeClr val="lt1"/>
                </a:solidFill>
              </a:defRPr>
            </a:lvl8pPr>
            <a:lvl9pPr marL="4114800" lvl="8" indent="-342900" algn="l">
              <a:spcBef>
                <a:spcPts val="360"/>
              </a:spcBef>
              <a:spcAft>
                <a:spcPts val="0"/>
              </a:spcAft>
              <a:buClr>
                <a:schemeClr val="lt1"/>
              </a:buClr>
              <a:buSzPts val="1800"/>
              <a:buChar char="•"/>
              <a:defRPr>
                <a:solidFill>
                  <a:schemeClr val="lt1"/>
                </a:solidFill>
              </a:defRPr>
            </a:lvl9pPr>
          </a:lstStyle>
          <a:p>
            <a:endParaRPr/>
          </a:p>
        </p:txBody>
      </p:sp>
      <p:sp>
        <p:nvSpPr>
          <p:cNvPr id="95" name="Google Shape;95;p13"/>
          <p:cNvSpPr txBox="1">
            <a:spLocks noGrp="1"/>
          </p:cNvSpPr>
          <p:nvPr>
            <p:ph type="body" idx="3"/>
          </p:nvPr>
        </p:nvSpPr>
        <p:spPr>
          <a:xfrm>
            <a:off x="4755900" y="1370000"/>
            <a:ext cx="3760200" cy="30825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Clr>
                <a:schemeClr val="lt1"/>
              </a:buClr>
              <a:buSzPts val="1800"/>
              <a:buNone/>
              <a:defRPr>
                <a:solidFill>
                  <a:schemeClr val="lt1"/>
                </a:solidFill>
              </a:defRPr>
            </a:lvl1pPr>
            <a:lvl2pPr marL="914400" lvl="1" indent="-228600" algn="l">
              <a:lnSpc>
                <a:spcPct val="78888"/>
              </a:lnSpc>
              <a:spcBef>
                <a:spcPts val="400"/>
              </a:spcBef>
              <a:spcAft>
                <a:spcPts val="0"/>
              </a:spcAft>
              <a:buClr>
                <a:schemeClr val="lt1"/>
              </a:buClr>
              <a:buSzPts val="2160"/>
              <a:buNone/>
              <a:defRPr>
                <a:solidFill>
                  <a:schemeClr val="lt1"/>
                </a:solidFill>
              </a:defRPr>
            </a:lvl2pPr>
            <a:lvl3pPr marL="1371600" lvl="2" indent="-365760" algn="l">
              <a:spcBef>
                <a:spcPts val="360"/>
              </a:spcBef>
              <a:spcAft>
                <a:spcPts val="0"/>
              </a:spcAft>
              <a:buClr>
                <a:schemeClr val="lt1"/>
              </a:buClr>
              <a:buSzPts val="2160"/>
              <a:buChar char="•"/>
              <a:defRPr>
                <a:solidFill>
                  <a:schemeClr val="lt1"/>
                </a:solidFill>
              </a:defRPr>
            </a:lvl3pPr>
            <a:lvl4pPr marL="1828800" lvl="3" indent="-342900" algn="l">
              <a:spcBef>
                <a:spcPts val="360"/>
              </a:spcBef>
              <a:spcAft>
                <a:spcPts val="0"/>
              </a:spcAft>
              <a:buClr>
                <a:schemeClr val="lt1"/>
              </a:buClr>
              <a:buSzPts val="1800"/>
              <a:buChar char="–"/>
              <a:defRPr>
                <a:solidFill>
                  <a:schemeClr val="lt1"/>
                </a:solidFill>
              </a:defRPr>
            </a:lvl4pPr>
            <a:lvl5pPr marL="2286000" lvl="4" indent="-342900" algn="l">
              <a:spcBef>
                <a:spcPts val="360"/>
              </a:spcBef>
              <a:spcAft>
                <a:spcPts val="0"/>
              </a:spcAft>
              <a:buClr>
                <a:schemeClr val="lt1"/>
              </a:buClr>
              <a:buSzPts val="1800"/>
              <a:buChar char="»"/>
              <a:defRPr>
                <a:solidFill>
                  <a:schemeClr val="lt1"/>
                </a:solidFill>
              </a:defRPr>
            </a:lvl5pPr>
            <a:lvl6pPr marL="2743200" lvl="5" indent="-342900" algn="l">
              <a:spcBef>
                <a:spcPts val="360"/>
              </a:spcBef>
              <a:spcAft>
                <a:spcPts val="0"/>
              </a:spcAft>
              <a:buClr>
                <a:schemeClr val="lt1"/>
              </a:buClr>
              <a:buSzPts val="1800"/>
              <a:buChar char="•"/>
              <a:defRPr>
                <a:solidFill>
                  <a:schemeClr val="lt1"/>
                </a:solidFill>
              </a:defRPr>
            </a:lvl6pPr>
            <a:lvl7pPr marL="3200400" lvl="6" indent="-342900" algn="l">
              <a:spcBef>
                <a:spcPts val="360"/>
              </a:spcBef>
              <a:spcAft>
                <a:spcPts val="0"/>
              </a:spcAft>
              <a:buClr>
                <a:schemeClr val="lt1"/>
              </a:buClr>
              <a:buSzPts val="1800"/>
              <a:buChar char="•"/>
              <a:defRPr>
                <a:solidFill>
                  <a:schemeClr val="lt1"/>
                </a:solidFill>
              </a:defRPr>
            </a:lvl7pPr>
            <a:lvl8pPr marL="3657600" lvl="7" indent="-342900" algn="l">
              <a:spcBef>
                <a:spcPts val="360"/>
              </a:spcBef>
              <a:spcAft>
                <a:spcPts val="0"/>
              </a:spcAft>
              <a:buClr>
                <a:schemeClr val="lt1"/>
              </a:buClr>
              <a:buSzPts val="1800"/>
              <a:buChar char="•"/>
              <a:defRPr>
                <a:solidFill>
                  <a:schemeClr val="lt1"/>
                </a:solidFill>
              </a:defRPr>
            </a:lvl8pPr>
            <a:lvl9pPr marL="4114800" lvl="8" indent="-342900" algn="l">
              <a:spcBef>
                <a:spcPts val="360"/>
              </a:spcBef>
              <a:spcAft>
                <a:spcPts val="0"/>
              </a:spcAft>
              <a:buClr>
                <a:schemeClr val="lt1"/>
              </a:buClr>
              <a:buSzPts val="1800"/>
              <a:buChar char="•"/>
              <a:defRPr>
                <a:solidFill>
                  <a:schemeClr val="lt1"/>
                </a:solidFill>
              </a:defRPr>
            </a:lvl9pPr>
          </a:lstStyle>
          <a:p>
            <a:endParaRPr/>
          </a:p>
        </p:txBody>
      </p:sp>
      <p:sp>
        <p:nvSpPr>
          <p:cNvPr id="96" name="Google Shape;96;p13"/>
          <p:cNvSpPr txBox="1">
            <a:spLocks noGrp="1"/>
          </p:cNvSpPr>
          <p:nvPr>
            <p:ph type="body" idx="4"/>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Clr>
                <a:schemeClr val="lt1"/>
              </a:buClr>
              <a:buSzPts val="1100"/>
              <a:buFont typeface="Plus Jakarta Sans SemiBold"/>
              <a:buNone/>
              <a:defRPr sz="1100" i="0">
                <a:solidFill>
                  <a:schemeClr val="lt1"/>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Clr>
                <a:schemeClr val="lt1"/>
              </a:buClr>
              <a:buSzPts val="1260"/>
              <a:buFont typeface="Arial"/>
              <a:buNone/>
              <a:defRPr sz="1050">
                <a:solidFill>
                  <a:schemeClr val="lt1"/>
                </a:solidFill>
                <a:latin typeface="Arial"/>
                <a:ea typeface="Arial"/>
                <a:cs typeface="Arial"/>
                <a:sym typeface="Arial"/>
              </a:defRPr>
            </a:lvl2pPr>
            <a:lvl3pPr marL="1371600" lvl="2" indent="-228600" algn="l">
              <a:spcBef>
                <a:spcPts val="210"/>
              </a:spcBef>
              <a:spcAft>
                <a:spcPts val="0"/>
              </a:spcAft>
              <a:buClr>
                <a:schemeClr val="lt1"/>
              </a:buClr>
              <a:buSzPts val="1260"/>
              <a:buFont typeface="Arial"/>
              <a:buNone/>
              <a:defRPr sz="1050">
                <a:solidFill>
                  <a:schemeClr val="lt1"/>
                </a:solidFill>
                <a:latin typeface="Arial"/>
                <a:ea typeface="Arial"/>
                <a:cs typeface="Arial"/>
                <a:sym typeface="Arial"/>
              </a:defRPr>
            </a:lvl3pPr>
            <a:lvl4pPr marL="1828800" lvl="3" indent="-228600" algn="l">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4pPr>
            <a:lvl5pPr marL="2286000" lvl="4" indent="-228600" algn="l">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5pPr>
            <a:lvl6pPr marL="2743200" lvl="5" indent="-342900" algn="l">
              <a:spcBef>
                <a:spcPts val="360"/>
              </a:spcBef>
              <a:spcAft>
                <a:spcPts val="0"/>
              </a:spcAft>
              <a:buClr>
                <a:schemeClr val="lt1"/>
              </a:buClr>
              <a:buSzPts val="1800"/>
              <a:buChar char="•"/>
              <a:defRPr>
                <a:solidFill>
                  <a:schemeClr val="lt1"/>
                </a:solidFill>
              </a:defRPr>
            </a:lvl6pPr>
            <a:lvl7pPr marL="3200400" lvl="6" indent="-342900" algn="l">
              <a:spcBef>
                <a:spcPts val="360"/>
              </a:spcBef>
              <a:spcAft>
                <a:spcPts val="0"/>
              </a:spcAft>
              <a:buClr>
                <a:schemeClr val="lt1"/>
              </a:buClr>
              <a:buSzPts val="1800"/>
              <a:buChar char="•"/>
              <a:defRPr>
                <a:solidFill>
                  <a:schemeClr val="lt1"/>
                </a:solidFill>
              </a:defRPr>
            </a:lvl7pPr>
            <a:lvl8pPr marL="3657600" lvl="7" indent="-342900" algn="l">
              <a:spcBef>
                <a:spcPts val="360"/>
              </a:spcBef>
              <a:spcAft>
                <a:spcPts val="0"/>
              </a:spcAft>
              <a:buClr>
                <a:schemeClr val="lt1"/>
              </a:buClr>
              <a:buSzPts val="1800"/>
              <a:buChar char="•"/>
              <a:defRPr>
                <a:solidFill>
                  <a:schemeClr val="lt1"/>
                </a:solidFill>
              </a:defRPr>
            </a:lvl8pPr>
            <a:lvl9pPr marL="4114800" lvl="8" indent="-342900" algn="l">
              <a:spcBef>
                <a:spcPts val="360"/>
              </a:spcBef>
              <a:spcAft>
                <a:spcPts val="0"/>
              </a:spcAft>
              <a:buClr>
                <a:schemeClr val="lt1"/>
              </a:buClr>
              <a:buSzPts val="1800"/>
              <a:buChar char="•"/>
              <a:defRPr>
                <a:solidFill>
                  <a:schemeClr val="lt1"/>
                </a:solidFill>
              </a:defRPr>
            </a:lvl9pPr>
          </a:lstStyle>
          <a:p>
            <a:endParaRPr/>
          </a:p>
        </p:txBody>
      </p:sp>
    </p:spTree>
  </p:cSld>
  <p:clrMapOvr>
    <a:masterClrMapping/>
  </p:clrMapOvr>
  <p:transition spd="slow">
    <p:push/>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Grey Nodes Top Right">
  <p:cSld name="6_Title Only_2">
    <p:spTree>
      <p:nvGrpSpPr>
        <p:cNvPr id="1" name="Shape 97"/>
        <p:cNvGrpSpPr/>
        <p:nvPr/>
      </p:nvGrpSpPr>
      <p:grpSpPr>
        <a:xfrm>
          <a:off x="0" y="0"/>
          <a:ext cx="0" cy="0"/>
          <a:chOff x="0" y="0"/>
          <a:chExt cx="0" cy="0"/>
        </a:xfrm>
      </p:grpSpPr>
      <p:sp>
        <p:nvSpPr>
          <p:cNvPr id="98" name="Google Shape;98;p14"/>
          <p:cNvSpPr txBox="1">
            <a:spLocks noGrp="1"/>
          </p:cNvSpPr>
          <p:nvPr>
            <p:ph type="body" idx="1"/>
          </p:nvPr>
        </p:nvSpPr>
        <p:spPr>
          <a:xfrm>
            <a:off x="533400" y="1370008"/>
            <a:ext cx="8001000" cy="4593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Clr>
                <a:srgbClr val="000000"/>
              </a:buClr>
              <a:buSzPts val="1800"/>
              <a:buNone/>
              <a:defRPr/>
            </a:lvl1pPr>
            <a:lvl2pPr marL="914400" lvl="1" indent="-228600" algn="l">
              <a:lnSpc>
                <a:spcPct val="78888"/>
              </a:lnSpc>
              <a:spcBef>
                <a:spcPts val="400"/>
              </a:spcBef>
              <a:spcAft>
                <a:spcPts val="0"/>
              </a:spcAft>
              <a:buSzPts val="2160"/>
              <a:buNone/>
              <a:defRPr/>
            </a:lvl2pPr>
            <a:lvl3pPr marL="1371600" lvl="2" indent="-365760" algn="l">
              <a:spcBef>
                <a:spcPts val="360"/>
              </a:spcBef>
              <a:spcAft>
                <a:spcPts val="0"/>
              </a:spcAft>
              <a:buSzPts val="2160"/>
              <a:buChar char="•"/>
              <a:defRPr/>
            </a:lvl3pPr>
            <a:lvl4pPr marL="1828800" lvl="3" indent="-342900" algn="l">
              <a:spcBef>
                <a:spcPts val="360"/>
              </a:spcBef>
              <a:spcAft>
                <a:spcPts val="0"/>
              </a:spcAft>
              <a:buClr>
                <a:srgbClr val="4E5661"/>
              </a:buClr>
              <a:buSzPts val="1800"/>
              <a:buChar char="–"/>
              <a:defRPr/>
            </a:lvl4pPr>
            <a:lvl5pPr marL="2286000" lvl="4" indent="-342900" algn="l">
              <a:spcBef>
                <a:spcPts val="360"/>
              </a:spcBef>
              <a:spcAft>
                <a:spcPts val="0"/>
              </a:spcAft>
              <a:buClr>
                <a:srgbClr val="4E566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99" name="Google Shape;99;p14"/>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100" name="Google Shape;100;p14"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101" name="Google Shape;101;p14"/>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spcBef>
                <a:spcPts val="0"/>
              </a:spcBef>
              <a:spcAft>
                <a:spcPts val="0"/>
              </a:spcAft>
              <a:buClr>
                <a:srgbClr val="120046"/>
              </a:buClr>
              <a:buSzPts val="2100"/>
              <a:buNone/>
              <a:defRPr sz="23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14"/>
          <p:cNvSpPr txBox="1">
            <a:spLocks noGrp="1"/>
          </p:cNvSpPr>
          <p:nvPr>
            <p:ph type="body" idx="2"/>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Clr>
                <a:schemeClr val="accent4"/>
              </a:buClr>
              <a:buSzPts val="1100"/>
              <a:buFont typeface="Plus Jakarta Sans SemiBold"/>
              <a:buNone/>
              <a:defRPr sz="1100" i="0">
                <a:solidFill>
                  <a:schemeClr val="accent4"/>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SzPts val="1260"/>
              <a:buFont typeface="Arial"/>
              <a:buNone/>
              <a:defRPr sz="1050">
                <a:latin typeface="Arial"/>
                <a:ea typeface="Arial"/>
                <a:cs typeface="Arial"/>
                <a:sym typeface="Arial"/>
              </a:defRPr>
            </a:lvl2pPr>
            <a:lvl3pPr marL="1371600" lvl="2" indent="-228600" algn="l">
              <a:spcBef>
                <a:spcPts val="210"/>
              </a:spcBef>
              <a:spcAft>
                <a:spcPts val="0"/>
              </a:spcAft>
              <a:buSzPts val="1260"/>
              <a:buFont typeface="Arial"/>
              <a:buNone/>
              <a:defRPr sz="1050">
                <a:latin typeface="Arial"/>
                <a:ea typeface="Arial"/>
                <a:cs typeface="Arial"/>
                <a:sym typeface="Arial"/>
              </a:defRPr>
            </a:lvl3pPr>
            <a:lvl4pPr marL="1828800" lvl="3" indent="-228600" algn="l">
              <a:spcBef>
                <a:spcPts val="210"/>
              </a:spcBef>
              <a:spcAft>
                <a:spcPts val="0"/>
              </a:spcAft>
              <a:buClr>
                <a:srgbClr val="4E5661"/>
              </a:buClr>
              <a:buSzPts val="1050"/>
              <a:buFont typeface="Arial"/>
              <a:buNone/>
              <a:defRPr sz="1050">
                <a:latin typeface="Arial"/>
                <a:ea typeface="Arial"/>
                <a:cs typeface="Arial"/>
                <a:sym typeface="Arial"/>
              </a:defRPr>
            </a:lvl4pPr>
            <a:lvl5pPr marL="2286000" lvl="4" indent="-228600" algn="l">
              <a:spcBef>
                <a:spcPts val="210"/>
              </a:spcBef>
              <a:spcAft>
                <a:spcPts val="0"/>
              </a:spcAft>
              <a:buClr>
                <a:srgbClr val="4E5661"/>
              </a:buClr>
              <a:buSzPts val="1050"/>
              <a:buFont typeface="Arial"/>
              <a:buNone/>
              <a:defRPr sz="1050">
                <a:latin typeface="Arial"/>
                <a:ea typeface="Arial"/>
                <a:cs typeface="Arial"/>
                <a:sym typeface="Aria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pic>
        <p:nvPicPr>
          <p:cNvPr id="103" name="Google Shape;103;p14"/>
          <p:cNvPicPr preferRelativeResize="0"/>
          <p:nvPr/>
        </p:nvPicPr>
        <p:blipFill rotWithShape="1">
          <a:blip r:embed="rId3">
            <a:alphaModFix/>
          </a:blip>
          <a:srcRect/>
          <a:stretch/>
        </p:blipFill>
        <p:spPr>
          <a:xfrm>
            <a:off x="7625075" y="0"/>
            <a:ext cx="1532425" cy="3244899"/>
          </a:xfrm>
          <a:prstGeom prst="rect">
            <a:avLst/>
          </a:prstGeom>
          <a:noFill/>
          <a:ln>
            <a:noFill/>
          </a:ln>
        </p:spPr>
      </p:pic>
    </p:spTree>
  </p:cSld>
  <p:clrMapOvr>
    <a:masterClrMapping/>
  </p:clrMapOvr>
  <p:transition spd="slow">
    <p:push/>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 Twilight">
  <p:cSld name="6_Title Only_2_3">
    <p:bg>
      <p:bgPr>
        <a:solidFill>
          <a:schemeClr val="accent3"/>
        </a:solidFill>
        <a:effectLst/>
      </p:bgPr>
    </p:bg>
    <p:spTree>
      <p:nvGrpSpPr>
        <p:cNvPr id="1" name="Shape 104"/>
        <p:cNvGrpSpPr/>
        <p:nvPr/>
      </p:nvGrpSpPr>
      <p:grpSpPr>
        <a:xfrm>
          <a:off x="0" y="0"/>
          <a:ext cx="0" cy="0"/>
          <a:chOff x="0" y="0"/>
          <a:chExt cx="0" cy="0"/>
        </a:xfrm>
      </p:grpSpPr>
      <p:sp>
        <p:nvSpPr>
          <p:cNvPr id="105" name="Google Shape;105;p15"/>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106" name="Google Shape;106;p15"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107" name="Google Shape;107;p15"/>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spcBef>
                <a:spcPts val="0"/>
              </a:spcBef>
              <a:spcAft>
                <a:spcPts val="0"/>
              </a:spcAft>
              <a:buClr>
                <a:schemeClr val="lt1"/>
              </a:buClr>
              <a:buSzPts val="2100"/>
              <a:buNone/>
              <a:defRPr sz="23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8" name="Google Shape;108;p15"/>
          <p:cNvSpPr txBox="1">
            <a:spLocks noGrp="1"/>
          </p:cNvSpPr>
          <p:nvPr>
            <p:ph type="body" idx="1"/>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Clr>
                <a:schemeClr val="lt1"/>
              </a:buClr>
              <a:buSzPts val="1100"/>
              <a:buFont typeface="Plus Jakarta Sans SemiBold"/>
              <a:buNone/>
              <a:defRPr sz="1100" i="0">
                <a:solidFill>
                  <a:schemeClr val="lt1"/>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SzPts val="1260"/>
              <a:buFont typeface="Arial"/>
              <a:buNone/>
              <a:defRPr sz="1050">
                <a:latin typeface="Arial"/>
                <a:ea typeface="Arial"/>
                <a:cs typeface="Arial"/>
                <a:sym typeface="Arial"/>
              </a:defRPr>
            </a:lvl2pPr>
            <a:lvl3pPr marL="1371600" lvl="2" indent="-228600" algn="l">
              <a:spcBef>
                <a:spcPts val="210"/>
              </a:spcBef>
              <a:spcAft>
                <a:spcPts val="0"/>
              </a:spcAft>
              <a:buSzPts val="1260"/>
              <a:buFont typeface="Arial"/>
              <a:buNone/>
              <a:defRPr sz="1050">
                <a:latin typeface="Arial"/>
                <a:ea typeface="Arial"/>
                <a:cs typeface="Arial"/>
                <a:sym typeface="Arial"/>
              </a:defRPr>
            </a:lvl3pPr>
            <a:lvl4pPr marL="1828800" lvl="3" indent="-228600" algn="l">
              <a:spcBef>
                <a:spcPts val="210"/>
              </a:spcBef>
              <a:spcAft>
                <a:spcPts val="0"/>
              </a:spcAft>
              <a:buClr>
                <a:srgbClr val="4E5661"/>
              </a:buClr>
              <a:buSzPts val="1050"/>
              <a:buFont typeface="Arial"/>
              <a:buNone/>
              <a:defRPr sz="1050">
                <a:latin typeface="Arial"/>
                <a:ea typeface="Arial"/>
                <a:cs typeface="Arial"/>
                <a:sym typeface="Arial"/>
              </a:defRPr>
            </a:lvl4pPr>
            <a:lvl5pPr marL="2286000" lvl="4" indent="-228600" algn="l">
              <a:spcBef>
                <a:spcPts val="210"/>
              </a:spcBef>
              <a:spcAft>
                <a:spcPts val="0"/>
              </a:spcAft>
              <a:buClr>
                <a:srgbClr val="4E5661"/>
              </a:buClr>
              <a:buSzPts val="1050"/>
              <a:buFont typeface="Arial"/>
              <a:buNone/>
              <a:defRPr sz="1050">
                <a:latin typeface="Arial"/>
                <a:ea typeface="Arial"/>
                <a:cs typeface="Arial"/>
                <a:sym typeface="Aria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transition spd="slow">
    <p:push/>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 White">
  <p:cSld name="6_Title Only_2_3_1">
    <p:spTree>
      <p:nvGrpSpPr>
        <p:cNvPr id="1" name="Shape 109"/>
        <p:cNvGrpSpPr/>
        <p:nvPr/>
      </p:nvGrpSpPr>
      <p:grpSpPr>
        <a:xfrm>
          <a:off x="0" y="0"/>
          <a:ext cx="0" cy="0"/>
          <a:chOff x="0" y="0"/>
          <a:chExt cx="0" cy="0"/>
        </a:xfrm>
      </p:grpSpPr>
      <p:sp>
        <p:nvSpPr>
          <p:cNvPr id="110" name="Google Shape;110;p16"/>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111" name="Google Shape;111;p16"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112" name="Google Shape;112;p16"/>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spcBef>
                <a:spcPts val="0"/>
              </a:spcBef>
              <a:spcAft>
                <a:spcPts val="0"/>
              </a:spcAft>
              <a:buClr>
                <a:srgbClr val="120046"/>
              </a:buClr>
              <a:buSzPts val="2100"/>
              <a:buNone/>
              <a:defRPr sz="23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3" name="Google Shape;113;p16"/>
          <p:cNvSpPr txBox="1">
            <a:spLocks noGrp="1"/>
          </p:cNvSpPr>
          <p:nvPr>
            <p:ph type="body" idx="1"/>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Clr>
                <a:schemeClr val="accent4"/>
              </a:buClr>
              <a:buSzPts val="1100"/>
              <a:buFont typeface="Plus Jakarta Sans SemiBold"/>
              <a:buNone/>
              <a:defRPr sz="1100" i="0">
                <a:solidFill>
                  <a:schemeClr val="accent4"/>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SzPts val="1260"/>
              <a:buFont typeface="Arial"/>
              <a:buNone/>
              <a:defRPr sz="1050">
                <a:latin typeface="Arial"/>
                <a:ea typeface="Arial"/>
                <a:cs typeface="Arial"/>
                <a:sym typeface="Arial"/>
              </a:defRPr>
            </a:lvl2pPr>
            <a:lvl3pPr marL="1371600" lvl="2" indent="-228600" algn="l">
              <a:spcBef>
                <a:spcPts val="210"/>
              </a:spcBef>
              <a:spcAft>
                <a:spcPts val="0"/>
              </a:spcAft>
              <a:buSzPts val="1260"/>
              <a:buFont typeface="Arial"/>
              <a:buNone/>
              <a:defRPr sz="1050">
                <a:latin typeface="Arial"/>
                <a:ea typeface="Arial"/>
                <a:cs typeface="Arial"/>
                <a:sym typeface="Arial"/>
              </a:defRPr>
            </a:lvl3pPr>
            <a:lvl4pPr marL="1828800" lvl="3" indent="-228600" algn="l">
              <a:spcBef>
                <a:spcPts val="210"/>
              </a:spcBef>
              <a:spcAft>
                <a:spcPts val="0"/>
              </a:spcAft>
              <a:buClr>
                <a:srgbClr val="4E5661"/>
              </a:buClr>
              <a:buSzPts val="1050"/>
              <a:buFont typeface="Arial"/>
              <a:buNone/>
              <a:defRPr sz="1050">
                <a:latin typeface="Arial"/>
                <a:ea typeface="Arial"/>
                <a:cs typeface="Arial"/>
                <a:sym typeface="Arial"/>
              </a:defRPr>
            </a:lvl4pPr>
            <a:lvl5pPr marL="2286000" lvl="4" indent="-228600" algn="l">
              <a:spcBef>
                <a:spcPts val="210"/>
              </a:spcBef>
              <a:spcAft>
                <a:spcPts val="0"/>
              </a:spcAft>
              <a:buClr>
                <a:srgbClr val="4E5661"/>
              </a:buClr>
              <a:buSzPts val="1050"/>
              <a:buFont typeface="Arial"/>
              <a:buNone/>
              <a:defRPr sz="1050">
                <a:latin typeface="Arial"/>
                <a:ea typeface="Arial"/>
                <a:cs typeface="Arial"/>
                <a:sym typeface="Aria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transition spd="slow">
    <p:push/>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Inline Image on the Right | Twilight">
  <p:cSld name="6_Title Only_1_2">
    <p:bg>
      <p:bgPr>
        <a:solidFill>
          <a:schemeClr val="dk1"/>
        </a:solidFill>
        <a:effectLst/>
      </p:bgPr>
    </p:bg>
    <p:spTree>
      <p:nvGrpSpPr>
        <p:cNvPr id="1" name="Shape 128"/>
        <p:cNvGrpSpPr/>
        <p:nvPr/>
      </p:nvGrpSpPr>
      <p:grpSpPr>
        <a:xfrm>
          <a:off x="0" y="0"/>
          <a:ext cx="0" cy="0"/>
          <a:chOff x="0" y="0"/>
          <a:chExt cx="0" cy="0"/>
        </a:xfrm>
      </p:grpSpPr>
      <p:sp>
        <p:nvSpPr>
          <p:cNvPr id="129" name="Google Shape;129;p19"/>
          <p:cNvSpPr txBox="1">
            <a:spLocks noGrp="1"/>
          </p:cNvSpPr>
          <p:nvPr>
            <p:ph type="body" idx="1"/>
          </p:nvPr>
        </p:nvSpPr>
        <p:spPr>
          <a:xfrm>
            <a:off x="533400" y="1370000"/>
            <a:ext cx="3893100" cy="15066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Clr>
                <a:schemeClr val="lt1"/>
              </a:buClr>
              <a:buSzPts val="1800"/>
              <a:buNone/>
              <a:defRPr>
                <a:solidFill>
                  <a:schemeClr val="lt1"/>
                </a:solidFill>
              </a:defRPr>
            </a:lvl1pPr>
            <a:lvl2pPr marL="914400" lvl="1" indent="-228600" algn="l">
              <a:lnSpc>
                <a:spcPct val="78888"/>
              </a:lnSpc>
              <a:spcBef>
                <a:spcPts val="400"/>
              </a:spcBef>
              <a:spcAft>
                <a:spcPts val="0"/>
              </a:spcAft>
              <a:buClr>
                <a:schemeClr val="lt1"/>
              </a:buClr>
              <a:buSzPts val="2160"/>
              <a:buNone/>
              <a:defRPr>
                <a:solidFill>
                  <a:schemeClr val="lt1"/>
                </a:solidFill>
              </a:defRPr>
            </a:lvl2pPr>
            <a:lvl3pPr marL="1371600" lvl="2" indent="-365760" algn="l">
              <a:spcBef>
                <a:spcPts val="360"/>
              </a:spcBef>
              <a:spcAft>
                <a:spcPts val="0"/>
              </a:spcAft>
              <a:buClr>
                <a:schemeClr val="lt1"/>
              </a:buClr>
              <a:buSzPts val="2160"/>
              <a:buChar char="•"/>
              <a:defRPr>
                <a:solidFill>
                  <a:schemeClr val="lt1"/>
                </a:solidFill>
              </a:defRPr>
            </a:lvl3pPr>
            <a:lvl4pPr marL="1828800" lvl="3" indent="-342900" algn="l">
              <a:spcBef>
                <a:spcPts val="360"/>
              </a:spcBef>
              <a:spcAft>
                <a:spcPts val="0"/>
              </a:spcAft>
              <a:buClr>
                <a:schemeClr val="lt1"/>
              </a:buClr>
              <a:buSzPts val="1800"/>
              <a:buChar char="–"/>
              <a:defRPr>
                <a:solidFill>
                  <a:schemeClr val="lt1"/>
                </a:solidFill>
              </a:defRPr>
            </a:lvl4pPr>
            <a:lvl5pPr marL="2286000" lvl="4" indent="-342900" algn="l">
              <a:spcBef>
                <a:spcPts val="360"/>
              </a:spcBef>
              <a:spcAft>
                <a:spcPts val="0"/>
              </a:spcAft>
              <a:buClr>
                <a:schemeClr val="lt1"/>
              </a:buClr>
              <a:buSzPts val="1800"/>
              <a:buChar char="»"/>
              <a:defRPr>
                <a:solidFill>
                  <a:schemeClr val="lt1"/>
                </a:solidFill>
              </a:defRPr>
            </a:lvl5pPr>
            <a:lvl6pPr marL="2743200" lvl="5" indent="-342900" algn="l">
              <a:spcBef>
                <a:spcPts val="360"/>
              </a:spcBef>
              <a:spcAft>
                <a:spcPts val="0"/>
              </a:spcAft>
              <a:buClr>
                <a:schemeClr val="lt1"/>
              </a:buClr>
              <a:buSzPts val="1800"/>
              <a:buChar char="•"/>
              <a:defRPr>
                <a:solidFill>
                  <a:schemeClr val="lt1"/>
                </a:solidFill>
              </a:defRPr>
            </a:lvl6pPr>
            <a:lvl7pPr marL="3200400" lvl="6" indent="-342900" algn="l">
              <a:spcBef>
                <a:spcPts val="360"/>
              </a:spcBef>
              <a:spcAft>
                <a:spcPts val="0"/>
              </a:spcAft>
              <a:buClr>
                <a:schemeClr val="lt1"/>
              </a:buClr>
              <a:buSzPts val="1800"/>
              <a:buChar char="•"/>
              <a:defRPr>
                <a:solidFill>
                  <a:schemeClr val="lt1"/>
                </a:solidFill>
              </a:defRPr>
            </a:lvl7pPr>
            <a:lvl8pPr marL="3657600" lvl="7" indent="-342900" algn="l">
              <a:spcBef>
                <a:spcPts val="360"/>
              </a:spcBef>
              <a:spcAft>
                <a:spcPts val="0"/>
              </a:spcAft>
              <a:buClr>
                <a:schemeClr val="lt1"/>
              </a:buClr>
              <a:buSzPts val="1800"/>
              <a:buChar char="•"/>
              <a:defRPr>
                <a:solidFill>
                  <a:schemeClr val="lt1"/>
                </a:solidFill>
              </a:defRPr>
            </a:lvl8pPr>
            <a:lvl9pPr marL="4114800" lvl="8" indent="-342900" algn="l">
              <a:spcBef>
                <a:spcPts val="360"/>
              </a:spcBef>
              <a:spcAft>
                <a:spcPts val="0"/>
              </a:spcAft>
              <a:buClr>
                <a:schemeClr val="lt1"/>
              </a:buClr>
              <a:buSzPts val="1800"/>
              <a:buChar char="•"/>
              <a:defRPr>
                <a:solidFill>
                  <a:schemeClr val="lt1"/>
                </a:solidFill>
              </a:defRPr>
            </a:lvl9pPr>
          </a:lstStyle>
          <a:p>
            <a:endParaRPr/>
          </a:p>
        </p:txBody>
      </p:sp>
      <p:sp>
        <p:nvSpPr>
          <p:cNvPr id="130" name="Google Shape;130;p19"/>
          <p:cNvSpPr>
            <a:spLocks noGrp="1"/>
          </p:cNvSpPr>
          <p:nvPr>
            <p:ph type="pic" idx="2"/>
          </p:nvPr>
        </p:nvSpPr>
        <p:spPr>
          <a:xfrm>
            <a:off x="4600100" y="1283925"/>
            <a:ext cx="4064100" cy="3261600"/>
          </a:xfrm>
          <a:prstGeom prst="roundRect">
            <a:avLst>
              <a:gd name="adj" fmla="val 6744"/>
            </a:avLst>
          </a:prstGeom>
          <a:noFill/>
          <a:ln>
            <a:noFill/>
          </a:ln>
        </p:spPr>
      </p:sp>
      <p:sp>
        <p:nvSpPr>
          <p:cNvPr id="131" name="Google Shape;131;p19"/>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132" name="Google Shape;132;p19"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133" name="Google Shape;133;p19"/>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spcBef>
                <a:spcPts val="0"/>
              </a:spcBef>
              <a:spcAft>
                <a:spcPts val="0"/>
              </a:spcAft>
              <a:buClr>
                <a:schemeClr val="lt1"/>
              </a:buClr>
              <a:buSzPts val="2100"/>
              <a:buNone/>
              <a:defRPr sz="2300">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a:endParaRPr/>
          </a:p>
        </p:txBody>
      </p:sp>
      <p:sp>
        <p:nvSpPr>
          <p:cNvPr id="134" name="Google Shape;134;p19"/>
          <p:cNvSpPr txBox="1">
            <a:spLocks noGrp="1"/>
          </p:cNvSpPr>
          <p:nvPr>
            <p:ph type="body" idx="3"/>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Clr>
                <a:schemeClr val="lt1"/>
              </a:buClr>
              <a:buSzPts val="1100"/>
              <a:buFont typeface="Plus Jakarta Sans SemiBold"/>
              <a:buNone/>
              <a:defRPr sz="1100" i="0">
                <a:solidFill>
                  <a:schemeClr val="lt1"/>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Clr>
                <a:schemeClr val="lt1"/>
              </a:buClr>
              <a:buSzPts val="1260"/>
              <a:buFont typeface="Arial"/>
              <a:buNone/>
              <a:defRPr sz="1050">
                <a:solidFill>
                  <a:schemeClr val="lt1"/>
                </a:solidFill>
                <a:latin typeface="Arial"/>
                <a:ea typeface="Arial"/>
                <a:cs typeface="Arial"/>
                <a:sym typeface="Arial"/>
              </a:defRPr>
            </a:lvl2pPr>
            <a:lvl3pPr marL="1371600" lvl="2" indent="-228600" algn="l">
              <a:spcBef>
                <a:spcPts val="210"/>
              </a:spcBef>
              <a:spcAft>
                <a:spcPts val="0"/>
              </a:spcAft>
              <a:buClr>
                <a:schemeClr val="lt1"/>
              </a:buClr>
              <a:buSzPts val="1260"/>
              <a:buFont typeface="Arial"/>
              <a:buNone/>
              <a:defRPr sz="1050">
                <a:solidFill>
                  <a:schemeClr val="lt1"/>
                </a:solidFill>
                <a:latin typeface="Arial"/>
                <a:ea typeface="Arial"/>
                <a:cs typeface="Arial"/>
                <a:sym typeface="Arial"/>
              </a:defRPr>
            </a:lvl3pPr>
            <a:lvl4pPr marL="1828800" lvl="3" indent="-228600" algn="l">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4pPr>
            <a:lvl5pPr marL="2286000" lvl="4" indent="-228600" algn="l">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5pPr>
            <a:lvl6pPr marL="2743200" lvl="5" indent="-342900" algn="l">
              <a:spcBef>
                <a:spcPts val="360"/>
              </a:spcBef>
              <a:spcAft>
                <a:spcPts val="0"/>
              </a:spcAft>
              <a:buClr>
                <a:schemeClr val="lt1"/>
              </a:buClr>
              <a:buSzPts val="1800"/>
              <a:buChar char="•"/>
              <a:defRPr>
                <a:solidFill>
                  <a:schemeClr val="lt1"/>
                </a:solidFill>
              </a:defRPr>
            </a:lvl6pPr>
            <a:lvl7pPr marL="3200400" lvl="6" indent="-342900" algn="l">
              <a:spcBef>
                <a:spcPts val="360"/>
              </a:spcBef>
              <a:spcAft>
                <a:spcPts val="0"/>
              </a:spcAft>
              <a:buClr>
                <a:schemeClr val="lt1"/>
              </a:buClr>
              <a:buSzPts val="1800"/>
              <a:buChar char="•"/>
              <a:defRPr>
                <a:solidFill>
                  <a:schemeClr val="lt1"/>
                </a:solidFill>
              </a:defRPr>
            </a:lvl7pPr>
            <a:lvl8pPr marL="3657600" lvl="7" indent="-342900" algn="l">
              <a:spcBef>
                <a:spcPts val="360"/>
              </a:spcBef>
              <a:spcAft>
                <a:spcPts val="0"/>
              </a:spcAft>
              <a:buClr>
                <a:schemeClr val="lt1"/>
              </a:buClr>
              <a:buSzPts val="1800"/>
              <a:buChar char="•"/>
              <a:defRPr>
                <a:solidFill>
                  <a:schemeClr val="lt1"/>
                </a:solidFill>
              </a:defRPr>
            </a:lvl8pPr>
            <a:lvl9pPr marL="4114800" lvl="8" indent="-342900" algn="l">
              <a:spcBef>
                <a:spcPts val="360"/>
              </a:spcBef>
              <a:spcAft>
                <a:spcPts val="0"/>
              </a:spcAft>
              <a:buClr>
                <a:schemeClr val="lt1"/>
              </a:buClr>
              <a:buSzPts val="1800"/>
              <a:buChar char="•"/>
              <a:defRPr>
                <a:solidFill>
                  <a:schemeClr val="lt1"/>
                </a:solidFill>
              </a:defRPr>
            </a:lvl9pPr>
          </a:lstStyle>
          <a:p>
            <a:endParaRPr/>
          </a:p>
        </p:txBody>
      </p:sp>
    </p:spTree>
  </p:cSld>
  <p:clrMapOvr>
    <a:masterClrMapping/>
  </p:clrMapOvr>
  <p:transition spd="slow">
    <p:push/>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Inline Image on the Left">
  <p:cSld name="6_Title Only_1_1">
    <p:spTree>
      <p:nvGrpSpPr>
        <p:cNvPr id="1" name="Shape 135"/>
        <p:cNvGrpSpPr/>
        <p:nvPr/>
      </p:nvGrpSpPr>
      <p:grpSpPr>
        <a:xfrm>
          <a:off x="0" y="0"/>
          <a:ext cx="0" cy="0"/>
          <a:chOff x="0" y="0"/>
          <a:chExt cx="0" cy="0"/>
        </a:xfrm>
      </p:grpSpPr>
      <p:sp>
        <p:nvSpPr>
          <p:cNvPr id="136" name="Google Shape;136;p20"/>
          <p:cNvSpPr txBox="1">
            <a:spLocks noGrp="1"/>
          </p:cNvSpPr>
          <p:nvPr>
            <p:ph type="body" idx="1"/>
          </p:nvPr>
        </p:nvSpPr>
        <p:spPr>
          <a:xfrm>
            <a:off x="4923250" y="1370000"/>
            <a:ext cx="3766500" cy="15066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Clr>
                <a:srgbClr val="000000"/>
              </a:buClr>
              <a:buSzPts val="1800"/>
              <a:buNone/>
              <a:defRPr/>
            </a:lvl1pPr>
            <a:lvl2pPr marL="914400" lvl="1" indent="-228600" algn="l">
              <a:lnSpc>
                <a:spcPct val="78888"/>
              </a:lnSpc>
              <a:spcBef>
                <a:spcPts val="400"/>
              </a:spcBef>
              <a:spcAft>
                <a:spcPts val="0"/>
              </a:spcAft>
              <a:buSzPts val="2160"/>
              <a:buNone/>
              <a:defRPr/>
            </a:lvl2pPr>
            <a:lvl3pPr marL="1371600" lvl="2" indent="-365760" algn="l">
              <a:spcBef>
                <a:spcPts val="360"/>
              </a:spcBef>
              <a:spcAft>
                <a:spcPts val="0"/>
              </a:spcAft>
              <a:buSzPts val="2160"/>
              <a:buChar char="•"/>
              <a:defRPr/>
            </a:lvl3pPr>
            <a:lvl4pPr marL="1828800" lvl="3" indent="-342900" algn="l">
              <a:spcBef>
                <a:spcPts val="360"/>
              </a:spcBef>
              <a:spcAft>
                <a:spcPts val="0"/>
              </a:spcAft>
              <a:buClr>
                <a:srgbClr val="4E5661"/>
              </a:buClr>
              <a:buSzPts val="1800"/>
              <a:buChar char="–"/>
              <a:defRPr/>
            </a:lvl4pPr>
            <a:lvl5pPr marL="2286000" lvl="4" indent="-342900" algn="l">
              <a:spcBef>
                <a:spcPts val="360"/>
              </a:spcBef>
              <a:spcAft>
                <a:spcPts val="0"/>
              </a:spcAft>
              <a:buClr>
                <a:srgbClr val="4E566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37" name="Google Shape;137;p20"/>
          <p:cNvSpPr>
            <a:spLocks noGrp="1"/>
          </p:cNvSpPr>
          <p:nvPr>
            <p:ph type="pic" idx="2"/>
          </p:nvPr>
        </p:nvSpPr>
        <p:spPr>
          <a:xfrm>
            <a:off x="625675" y="1283925"/>
            <a:ext cx="4064100" cy="3261600"/>
          </a:xfrm>
          <a:prstGeom prst="roundRect">
            <a:avLst>
              <a:gd name="adj" fmla="val 6744"/>
            </a:avLst>
          </a:prstGeom>
          <a:noFill/>
          <a:ln>
            <a:noFill/>
          </a:ln>
        </p:spPr>
      </p:sp>
      <p:sp>
        <p:nvSpPr>
          <p:cNvPr id="138" name="Google Shape;138;p20"/>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139" name="Google Shape;139;p20"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140" name="Google Shape;140;p20"/>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spcBef>
                <a:spcPts val="0"/>
              </a:spcBef>
              <a:spcAft>
                <a:spcPts val="0"/>
              </a:spcAft>
              <a:buClr>
                <a:srgbClr val="120046"/>
              </a:buClr>
              <a:buSzPts val="2100"/>
              <a:buNone/>
              <a:defRPr sz="23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1" name="Google Shape;141;p20"/>
          <p:cNvSpPr txBox="1">
            <a:spLocks noGrp="1"/>
          </p:cNvSpPr>
          <p:nvPr>
            <p:ph type="body" idx="3"/>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Clr>
                <a:schemeClr val="accent4"/>
              </a:buClr>
              <a:buSzPts val="1100"/>
              <a:buFont typeface="Plus Jakarta Sans SemiBold"/>
              <a:buNone/>
              <a:defRPr sz="1100" i="0">
                <a:solidFill>
                  <a:schemeClr val="accent4"/>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SzPts val="1260"/>
              <a:buFont typeface="Arial"/>
              <a:buNone/>
              <a:defRPr sz="1050">
                <a:latin typeface="Arial"/>
                <a:ea typeface="Arial"/>
                <a:cs typeface="Arial"/>
                <a:sym typeface="Arial"/>
              </a:defRPr>
            </a:lvl2pPr>
            <a:lvl3pPr marL="1371600" lvl="2" indent="-228600" algn="l">
              <a:spcBef>
                <a:spcPts val="210"/>
              </a:spcBef>
              <a:spcAft>
                <a:spcPts val="0"/>
              </a:spcAft>
              <a:buSzPts val="1260"/>
              <a:buFont typeface="Arial"/>
              <a:buNone/>
              <a:defRPr sz="1050">
                <a:latin typeface="Arial"/>
                <a:ea typeface="Arial"/>
                <a:cs typeface="Arial"/>
                <a:sym typeface="Arial"/>
              </a:defRPr>
            </a:lvl3pPr>
            <a:lvl4pPr marL="1828800" lvl="3" indent="-228600" algn="l">
              <a:spcBef>
                <a:spcPts val="210"/>
              </a:spcBef>
              <a:spcAft>
                <a:spcPts val="0"/>
              </a:spcAft>
              <a:buClr>
                <a:srgbClr val="4E5661"/>
              </a:buClr>
              <a:buSzPts val="1050"/>
              <a:buFont typeface="Arial"/>
              <a:buNone/>
              <a:defRPr sz="1050">
                <a:latin typeface="Arial"/>
                <a:ea typeface="Arial"/>
                <a:cs typeface="Arial"/>
                <a:sym typeface="Arial"/>
              </a:defRPr>
            </a:lvl4pPr>
            <a:lvl5pPr marL="2286000" lvl="4" indent="-228600" algn="l">
              <a:spcBef>
                <a:spcPts val="210"/>
              </a:spcBef>
              <a:spcAft>
                <a:spcPts val="0"/>
              </a:spcAft>
              <a:buClr>
                <a:srgbClr val="4E5661"/>
              </a:buClr>
              <a:buSzPts val="1050"/>
              <a:buFont typeface="Arial"/>
              <a:buNone/>
              <a:defRPr sz="1050">
                <a:latin typeface="Arial"/>
                <a:ea typeface="Arial"/>
                <a:cs typeface="Arial"/>
                <a:sym typeface="Aria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transition spd="slow">
    <p:push/>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Body | Twilight">
  <p:cSld name="9_Title Only_2">
    <p:bg>
      <p:bgPr>
        <a:solidFill>
          <a:schemeClr val="dk1"/>
        </a:solidFill>
        <a:effectLst/>
      </p:bgPr>
    </p:bg>
    <p:spTree>
      <p:nvGrpSpPr>
        <p:cNvPr id="1" name="Shape 142"/>
        <p:cNvGrpSpPr/>
        <p:nvPr/>
      </p:nvGrpSpPr>
      <p:grpSpPr>
        <a:xfrm>
          <a:off x="0" y="0"/>
          <a:ext cx="0" cy="0"/>
          <a:chOff x="0" y="0"/>
          <a:chExt cx="0" cy="0"/>
        </a:xfrm>
      </p:grpSpPr>
      <p:sp>
        <p:nvSpPr>
          <p:cNvPr id="143" name="Google Shape;143;p21"/>
          <p:cNvSpPr txBox="1">
            <a:spLocks noGrp="1"/>
          </p:cNvSpPr>
          <p:nvPr>
            <p:ph type="body" idx="1"/>
          </p:nvPr>
        </p:nvSpPr>
        <p:spPr>
          <a:xfrm>
            <a:off x="533400" y="1370009"/>
            <a:ext cx="2895600" cy="3240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Clr>
                <a:schemeClr val="lt1"/>
              </a:buClr>
              <a:buSzPts val="1600"/>
              <a:buNone/>
              <a:defRPr sz="1200">
                <a:solidFill>
                  <a:schemeClr val="lt1"/>
                </a:solidFill>
              </a:defRPr>
            </a:lvl1pPr>
            <a:lvl2pPr marL="914400" lvl="1" indent="-228600" algn="l">
              <a:lnSpc>
                <a:spcPct val="78888"/>
              </a:lnSpc>
              <a:spcBef>
                <a:spcPts val="400"/>
              </a:spcBef>
              <a:spcAft>
                <a:spcPts val="0"/>
              </a:spcAft>
              <a:buSzPts val="2160"/>
              <a:buNone/>
              <a:defRPr/>
            </a:lvl2pPr>
            <a:lvl3pPr marL="1371600" lvl="2" indent="-365760" algn="l">
              <a:spcBef>
                <a:spcPts val="360"/>
              </a:spcBef>
              <a:spcAft>
                <a:spcPts val="0"/>
              </a:spcAft>
              <a:buSzPts val="2160"/>
              <a:buChar char="•"/>
              <a:defRPr/>
            </a:lvl3pPr>
            <a:lvl4pPr marL="1828800" lvl="3" indent="-342900" algn="l">
              <a:spcBef>
                <a:spcPts val="360"/>
              </a:spcBef>
              <a:spcAft>
                <a:spcPts val="0"/>
              </a:spcAft>
              <a:buClr>
                <a:srgbClr val="4E5661"/>
              </a:buClr>
              <a:buSzPts val="1800"/>
              <a:buChar char="–"/>
              <a:defRPr/>
            </a:lvl4pPr>
            <a:lvl5pPr marL="2286000" lvl="4" indent="-342900" algn="l">
              <a:spcBef>
                <a:spcPts val="360"/>
              </a:spcBef>
              <a:spcAft>
                <a:spcPts val="0"/>
              </a:spcAft>
              <a:buClr>
                <a:srgbClr val="4E566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44" name="Google Shape;144;p21"/>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145" name="Google Shape;145;p21"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146" name="Google Shape;146;p21"/>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spcBef>
                <a:spcPts val="0"/>
              </a:spcBef>
              <a:spcAft>
                <a:spcPts val="0"/>
              </a:spcAft>
              <a:buClr>
                <a:schemeClr val="lt1"/>
              </a:buClr>
              <a:buSzPts val="2100"/>
              <a:buNone/>
              <a:defRPr sz="23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7" name="Google Shape;147;p21"/>
          <p:cNvSpPr txBox="1">
            <a:spLocks noGrp="1"/>
          </p:cNvSpPr>
          <p:nvPr>
            <p:ph type="body" idx="2"/>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Clr>
                <a:schemeClr val="lt1"/>
              </a:buClr>
              <a:buSzPts val="1100"/>
              <a:buFont typeface="Plus Jakarta Sans SemiBold"/>
              <a:buNone/>
              <a:defRPr sz="1100" i="0">
                <a:solidFill>
                  <a:schemeClr val="lt1"/>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SzPts val="1260"/>
              <a:buFont typeface="Arial"/>
              <a:buNone/>
              <a:defRPr sz="1050">
                <a:latin typeface="Arial"/>
                <a:ea typeface="Arial"/>
                <a:cs typeface="Arial"/>
                <a:sym typeface="Arial"/>
              </a:defRPr>
            </a:lvl2pPr>
            <a:lvl3pPr marL="1371600" lvl="2" indent="-228600" algn="l">
              <a:spcBef>
                <a:spcPts val="210"/>
              </a:spcBef>
              <a:spcAft>
                <a:spcPts val="0"/>
              </a:spcAft>
              <a:buSzPts val="1260"/>
              <a:buFont typeface="Arial"/>
              <a:buNone/>
              <a:defRPr sz="1050">
                <a:latin typeface="Arial"/>
                <a:ea typeface="Arial"/>
                <a:cs typeface="Arial"/>
                <a:sym typeface="Arial"/>
              </a:defRPr>
            </a:lvl3pPr>
            <a:lvl4pPr marL="1828800" lvl="3" indent="-228600" algn="l">
              <a:spcBef>
                <a:spcPts val="210"/>
              </a:spcBef>
              <a:spcAft>
                <a:spcPts val="0"/>
              </a:spcAft>
              <a:buClr>
                <a:srgbClr val="4E5661"/>
              </a:buClr>
              <a:buSzPts val="1050"/>
              <a:buFont typeface="Arial"/>
              <a:buNone/>
              <a:defRPr sz="1050">
                <a:latin typeface="Arial"/>
                <a:ea typeface="Arial"/>
                <a:cs typeface="Arial"/>
                <a:sym typeface="Arial"/>
              </a:defRPr>
            </a:lvl4pPr>
            <a:lvl5pPr marL="2286000" lvl="4" indent="-228600" algn="l">
              <a:spcBef>
                <a:spcPts val="210"/>
              </a:spcBef>
              <a:spcAft>
                <a:spcPts val="0"/>
              </a:spcAft>
              <a:buClr>
                <a:srgbClr val="4E5661"/>
              </a:buClr>
              <a:buSzPts val="1050"/>
              <a:buFont typeface="Arial"/>
              <a:buNone/>
              <a:defRPr sz="1050">
                <a:latin typeface="Arial"/>
                <a:ea typeface="Arial"/>
                <a:cs typeface="Arial"/>
                <a:sym typeface="Aria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transition spd="slow">
    <p:push/>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3 Column Layout">
  <p:cSld name="10_Title Only">
    <p:spTree>
      <p:nvGrpSpPr>
        <p:cNvPr id="1" name="Shape 148"/>
        <p:cNvGrpSpPr/>
        <p:nvPr/>
      </p:nvGrpSpPr>
      <p:grpSpPr>
        <a:xfrm>
          <a:off x="0" y="0"/>
          <a:ext cx="0" cy="0"/>
          <a:chOff x="0" y="0"/>
          <a:chExt cx="0" cy="0"/>
        </a:xfrm>
      </p:grpSpPr>
      <p:sp>
        <p:nvSpPr>
          <p:cNvPr id="149" name="Google Shape;149;p22"/>
          <p:cNvSpPr txBox="1">
            <a:spLocks noGrp="1"/>
          </p:cNvSpPr>
          <p:nvPr>
            <p:ph type="body" idx="1"/>
          </p:nvPr>
        </p:nvSpPr>
        <p:spPr>
          <a:xfrm>
            <a:off x="533400" y="1370012"/>
            <a:ext cx="2362200" cy="15066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Clr>
                <a:srgbClr val="000000"/>
              </a:buClr>
              <a:buSzPts val="1800"/>
              <a:buNone/>
              <a:defRPr/>
            </a:lvl1pPr>
            <a:lvl2pPr marL="914400" lvl="1" indent="-228600" algn="l">
              <a:lnSpc>
                <a:spcPct val="78888"/>
              </a:lnSpc>
              <a:spcBef>
                <a:spcPts val="400"/>
              </a:spcBef>
              <a:spcAft>
                <a:spcPts val="0"/>
              </a:spcAft>
              <a:buSzPts val="2160"/>
              <a:buNone/>
              <a:defRPr/>
            </a:lvl2pPr>
            <a:lvl3pPr marL="1371600" lvl="2" indent="-365760" algn="l">
              <a:spcBef>
                <a:spcPts val="360"/>
              </a:spcBef>
              <a:spcAft>
                <a:spcPts val="0"/>
              </a:spcAft>
              <a:buSzPts val="2160"/>
              <a:buChar char="•"/>
              <a:defRPr/>
            </a:lvl3pPr>
            <a:lvl4pPr marL="1828800" lvl="3" indent="-342900" algn="l">
              <a:spcBef>
                <a:spcPts val="360"/>
              </a:spcBef>
              <a:spcAft>
                <a:spcPts val="0"/>
              </a:spcAft>
              <a:buClr>
                <a:srgbClr val="4E5661"/>
              </a:buClr>
              <a:buSzPts val="1800"/>
              <a:buChar char="–"/>
              <a:defRPr/>
            </a:lvl4pPr>
            <a:lvl5pPr marL="2286000" lvl="4" indent="-342900" algn="l">
              <a:spcBef>
                <a:spcPts val="360"/>
              </a:spcBef>
              <a:spcAft>
                <a:spcPts val="0"/>
              </a:spcAft>
              <a:buClr>
                <a:srgbClr val="4E566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50" name="Google Shape;150;p22"/>
          <p:cNvSpPr txBox="1">
            <a:spLocks noGrp="1"/>
          </p:cNvSpPr>
          <p:nvPr>
            <p:ph type="body" idx="2"/>
          </p:nvPr>
        </p:nvSpPr>
        <p:spPr>
          <a:xfrm>
            <a:off x="3165987" y="1370012"/>
            <a:ext cx="2362200" cy="15066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Clr>
                <a:srgbClr val="000000"/>
              </a:buClr>
              <a:buSzPts val="1800"/>
              <a:buNone/>
              <a:defRPr/>
            </a:lvl1pPr>
            <a:lvl2pPr marL="914400" lvl="1" indent="-228600" algn="l">
              <a:lnSpc>
                <a:spcPct val="78888"/>
              </a:lnSpc>
              <a:spcBef>
                <a:spcPts val="400"/>
              </a:spcBef>
              <a:spcAft>
                <a:spcPts val="0"/>
              </a:spcAft>
              <a:buSzPts val="2160"/>
              <a:buNone/>
              <a:defRPr/>
            </a:lvl2pPr>
            <a:lvl3pPr marL="1371600" lvl="2" indent="-365760" algn="l">
              <a:spcBef>
                <a:spcPts val="360"/>
              </a:spcBef>
              <a:spcAft>
                <a:spcPts val="0"/>
              </a:spcAft>
              <a:buSzPts val="2160"/>
              <a:buChar char="•"/>
              <a:defRPr/>
            </a:lvl3pPr>
            <a:lvl4pPr marL="1828800" lvl="3" indent="-342900" algn="l">
              <a:spcBef>
                <a:spcPts val="360"/>
              </a:spcBef>
              <a:spcAft>
                <a:spcPts val="0"/>
              </a:spcAft>
              <a:buClr>
                <a:srgbClr val="4E5661"/>
              </a:buClr>
              <a:buSzPts val="1800"/>
              <a:buChar char="–"/>
              <a:defRPr/>
            </a:lvl4pPr>
            <a:lvl5pPr marL="2286000" lvl="4" indent="-342900" algn="l">
              <a:spcBef>
                <a:spcPts val="360"/>
              </a:spcBef>
              <a:spcAft>
                <a:spcPts val="0"/>
              </a:spcAft>
              <a:buClr>
                <a:srgbClr val="4E566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51" name="Google Shape;151;p22"/>
          <p:cNvSpPr txBox="1">
            <a:spLocks noGrp="1"/>
          </p:cNvSpPr>
          <p:nvPr>
            <p:ph type="body" idx="3"/>
          </p:nvPr>
        </p:nvSpPr>
        <p:spPr>
          <a:xfrm>
            <a:off x="5798575" y="1370012"/>
            <a:ext cx="2362200" cy="15066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Clr>
                <a:srgbClr val="000000"/>
              </a:buClr>
              <a:buSzPts val="1800"/>
              <a:buNone/>
              <a:defRPr/>
            </a:lvl1pPr>
            <a:lvl2pPr marL="914400" lvl="1" indent="-228600" algn="l">
              <a:lnSpc>
                <a:spcPct val="78888"/>
              </a:lnSpc>
              <a:spcBef>
                <a:spcPts val="400"/>
              </a:spcBef>
              <a:spcAft>
                <a:spcPts val="0"/>
              </a:spcAft>
              <a:buSzPts val="2160"/>
              <a:buNone/>
              <a:defRPr/>
            </a:lvl2pPr>
            <a:lvl3pPr marL="1371600" lvl="2" indent="-365760" algn="l">
              <a:spcBef>
                <a:spcPts val="360"/>
              </a:spcBef>
              <a:spcAft>
                <a:spcPts val="0"/>
              </a:spcAft>
              <a:buSzPts val="2160"/>
              <a:buChar char="•"/>
              <a:defRPr/>
            </a:lvl3pPr>
            <a:lvl4pPr marL="1828800" lvl="3" indent="-342900" algn="l">
              <a:spcBef>
                <a:spcPts val="360"/>
              </a:spcBef>
              <a:spcAft>
                <a:spcPts val="0"/>
              </a:spcAft>
              <a:buClr>
                <a:srgbClr val="4E5661"/>
              </a:buClr>
              <a:buSzPts val="1800"/>
              <a:buChar char="–"/>
              <a:defRPr/>
            </a:lvl4pPr>
            <a:lvl5pPr marL="2286000" lvl="4" indent="-342900" algn="l">
              <a:spcBef>
                <a:spcPts val="360"/>
              </a:spcBef>
              <a:spcAft>
                <a:spcPts val="0"/>
              </a:spcAft>
              <a:buClr>
                <a:srgbClr val="4E566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52" name="Google Shape;152;p22"/>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153" name="Google Shape;153;p22"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154" name="Google Shape;154;p22"/>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spcBef>
                <a:spcPts val="0"/>
              </a:spcBef>
              <a:spcAft>
                <a:spcPts val="0"/>
              </a:spcAft>
              <a:buClr>
                <a:srgbClr val="120046"/>
              </a:buClr>
              <a:buSzPts val="2100"/>
              <a:buNone/>
              <a:defRPr sz="23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5" name="Google Shape;155;p22"/>
          <p:cNvSpPr txBox="1">
            <a:spLocks noGrp="1"/>
          </p:cNvSpPr>
          <p:nvPr>
            <p:ph type="body" idx="4"/>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Clr>
                <a:schemeClr val="accent4"/>
              </a:buClr>
              <a:buSzPts val="1100"/>
              <a:buFont typeface="Plus Jakarta Sans SemiBold"/>
              <a:buNone/>
              <a:defRPr sz="1100" i="0">
                <a:solidFill>
                  <a:schemeClr val="accent4"/>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SzPts val="1260"/>
              <a:buFont typeface="Arial"/>
              <a:buNone/>
              <a:defRPr sz="1050">
                <a:latin typeface="Arial"/>
                <a:ea typeface="Arial"/>
                <a:cs typeface="Arial"/>
                <a:sym typeface="Arial"/>
              </a:defRPr>
            </a:lvl2pPr>
            <a:lvl3pPr marL="1371600" lvl="2" indent="-228600" algn="l">
              <a:spcBef>
                <a:spcPts val="210"/>
              </a:spcBef>
              <a:spcAft>
                <a:spcPts val="0"/>
              </a:spcAft>
              <a:buSzPts val="1260"/>
              <a:buFont typeface="Arial"/>
              <a:buNone/>
              <a:defRPr sz="1050">
                <a:latin typeface="Arial"/>
                <a:ea typeface="Arial"/>
                <a:cs typeface="Arial"/>
                <a:sym typeface="Arial"/>
              </a:defRPr>
            </a:lvl3pPr>
            <a:lvl4pPr marL="1828800" lvl="3" indent="-228600" algn="l">
              <a:spcBef>
                <a:spcPts val="210"/>
              </a:spcBef>
              <a:spcAft>
                <a:spcPts val="0"/>
              </a:spcAft>
              <a:buClr>
                <a:srgbClr val="4E5661"/>
              </a:buClr>
              <a:buSzPts val="1050"/>
              <a:buFont typeface="Arial"/>
              <a:buNone/>
              <a:defRPr sz="1050">
                <a:latin typeface="Arial"/>
                <a:ea typeface="Arial"/>
                <a:cs typeface="Arial"/>
                <a:sym typeface="Arial"/>
              </a:defRPr>
            </a:lvl4pPr>
            <a:lvl5pPr marL="2286000" lvl="4" indent="-228600" algn="l">
              <a:spcBef>
                <a:spcPts val="210"/>
              </a:spcBef>
              <a:spcAft>
                <a:spcPts val="0"/>
              </a:spcAft>
              <a:buClr>
                <a:srgbClr val="4E5661"/>
              </a:buClr>
              <a:buSzPts val="1050"/>
              <a:buFont typeface="Arial"/>
              <a:buNone/>
              <a:defRPr sz="1050">
                <a:latin typeface="Arial"/>
                <a:ea typeface="Arial"/>
                <a:cs typeface="Arial"/>
                <a:sym typeface="Aria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transition spd="slow">
    <p:push/>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3 Column Layout | Twilight">
  <p:cSld name="10_Title Only_1">
    <p:bg>
      <p:bgPr>
        <a:solidFill>
          <a:schemeClr val="dk1"/>
        </a:solidFill>
        <a:effectLst/>
      </p:bgPr>
    </p:bg>
    <p:spTree>
      <p:nvGrpSpPr>
        <p:cNvPr id="1" name="Shape 156"/>
        <p:cNvGrpSpPr/>
        <p:nvPr/>
      </p:nvGrpSpPr>
      <p:grpSpPr>
        <a:xfrm>
          <a:off x="0" y="0"/>
          <a:ext cx="0" cy="0"/>
          <a:chOff x="0" y="0"/>
          <a:chExt cx="0" cy="0"/>
        </a:xfrm>
      </p:grpSpPr>
      <p:sp>
        <p:nvSpPr>
          <p:cNvPr id="157" name="Google Shape;157;p23"/>
          <p:cNvSpPr txBox="1">
            <a:spLocks noGrp="1"/>
          </p:cNvSpPr>
          <p:nvPr>
            <p:ph type="body" idx="1"/>
          </p:nvPr>
        </p:nvSpPr>
        <p:spPr>
          <a:xfrm>
            <a:off x="533400" y="1370012"/>
            <a:ext cx="2362200" cy="15066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Clr>
                <a:schemeClr val="lt1"/>
              </a:buClr>
              <a:buSzPts val="1800"/>
              <a:buNone/>
              <a:defRPr>
                <a:solidFill>
                  <a:schemeClr val="lt1"/>
                </a:solidFill>
              </a:defRPr>
            </a:lvl1pPr>
            <a:lvl2pPr marL="914400" lvl="1" indent="-228600" algn="l">
              <a:lnSpc>
                <a:spcPct val="78888"/>
              </a:lnSpc>
              <a:spcBef>
                <a:spcPts val="400"/>
              </a:spcBef>
              <a:spcAft>
                <a:spcPts val="0"/>
              </a:spcAft>
              <a:buClr>
                <a:schemeClr val="lt1"/>
              </a:buClr>
              <a:buSzPts val="2160"/>
              <a:buNone/>
              <a:defRPr>
                <a:solidFill>
                  <a:schemeClr val="lt1"/>
                </a:solidFill>
              </a:defRPr>
            </a:lvl2pPr>
            <a:lvl3pPr marL="1371600" lvl="2" indent="-365760" algn="l">
              <a:spcBef>
                <a:spcPts val="360"/>
              </a:spcBef>
              <a:spcAft>
                <a:spcPts val="0"/>
              </a:spcAft>
              <a:buClr>
                <a:schemeClr val="lt1"/>
              </a:buClr>
              <a:buSzPts val="2160"/>
              <a:buChar char="•"/>
              <a:defRPr>
                <a:solidFill>
                  <a:schemeClr val="lt1"/>
                </a:solidFill>
              </a:defRPr>
            </a:lvl3pPr>
            <a:lvl4pPr marL="1828800" lvl="3" indent="-342900" algn="l">
              <a:spcBef>
                <a:spcPts val="360"/>
              </a:spcBef>
              <a:spcAft>
                <a:spcPts val="0"/>
              </a:spcAft>
              <a:buClr>
                <a:schemeClr val="lt1"/>
              </a:buClr>
              <a:buSzPts val="1800"/>
              <a:buChar char="–"/>
              <a:defRPr>
                <a:solidFill>
                  <a:schemeClr val="lt1"/>
                </a:solidFill>
              </a:defRPr>
            </a:lvl4pPr>
            <a:lvl5pPr marL="2286000" lvl="4" indent="-342900" algn="l">
              <a:spcBef>
                <a:spcPts val="360"/>
              </a:spcBef>
              <a:spcAft>
                <a:spcPts val="0"/>
              </a:spcAft>
              <a:buClr>
                <a:schemeClr val="lt1"/>
              </a:buClr>
              <a:buSzPts val="1800"/>
              <a:buChar char="»"/>
              <a:defRPr>
                <a:solidFill>
                  <a:schemeClr val="lt1"/>
                </a:solidFill>
              </a:defRPr>
            </a:lvl5pPr>
            <a:lvl6pPr marL="2743200" lvl="5" indent="-342900" algn="l">
              <a:spcBef>
                <a:spcPts val="360"/>
              </a:spcBef>
              <a:spcAft>
                <a:spcPts val="0"/>
              </a:spcAft>
              <a:buClr>
                <a:schemeClr val="lt1"/>
              </a:buClr>
              <a:buSzPts val="1800"/>
              <a:buChar char="•"/>
              <a:defRPr>
                <a:solidFill>
                  <a:schemeClr val="lt1"/>
                </a:solidFill>
              </a:defRPr>
            </a:lvl6pPr>
            <a:lvl7pPr marL="3200400" lvl="6" indent="-342900" algn="l">
              <a:spcBef>
                <a:spcPts val="360"/>
              </a:spcBef>
              <a:spcAft>
                <a:spcPts val="0"/>
              </a:spcAft>
              <a:buClr>
                <a:schemeClr val="lt1"/>
              </a:buClr>
              <a:buSzPts val="1800"/>
              <a:buChar char="•"/>
              <a:defRPr>
                <a:solidFill>
                  <a:schemeClr val="lt1"/>
                </a:solidFill>
              </a:defRPr>
            </a:lvl7pPr>
            <a:lvl8pPr marL="3657600" lvl="7" indent="-342900" algn="l">
              <a:spcBef>
                <a:spcPts val="360"/>
              </a:spcBef>
              <a:spcAft>
                <a:spcPts val="0"/>
              </a:spcAft>
              <a:buClr>
                <a:schemeClr val="lt1"/>
              </a:buClr>
              <a:buSzPts val="1800"/>
              <a:buChar char="•"/>
              <a:defRPr>
                <a:solidFill>
                  <a:schemeClr val="lt1"/>
                </a:solidFill>
              </a:defRPr>
            </a:lvl8pPr>
            <a:lvl9pPr marL="4114800" lvl="8" indent="-342900" algn="l">
              <a:spcBef>
                <a:spcPts val="360"/>
              </a:spcBef>
              <a:spcAft>
                <a:spcPts val="0"/>
              </a:spcAft>
              <a:buClr>
                <a:schemeClr val="lt1"/>
              </a:buClr>
              <a:buSzPts val="1800"/>
              <a:buChar char="•"/>
              <a:defRPr>
                <a:solidFill>
                  <a:schemeClr val="lt1"/>
                </a:solidFill>
              </a:defRPr>
            </a:lvl9pPr>
          </a:lstStyle>
          <a:p>
            <a:endParaRPr/>
          </a:p>
        </p:txBody>
      </p:sp>
      <p:sp>
        <p:nvSpPr>
          <p:cNvPr id="158" name="Google Shape;158;p23"/>
          <p:cNvSpPr txBox="1">
            <a:spLocks noGrp="1"/>
          </p:cNvSpPr>
          <p:nvPr>
            <p:ph type="body" idx="2"/>
          </p:nvPr>
        </p:nvSpPr>
        <p:spPr>
          <a:xfrm>
            <a:off x="3165987" y="1370012"/>
            <a:ext cx="2362200" cy="15066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Clr>
                <a:schemeClr val="lt1"/>
              </a:buClr>
              <a:buSzPts val="1800"/>
              <a:buNone/>
              <a:defRPr>
                <a:solidFill>
                  <a:schemeClr val="lt1"/>
                </a:solidFill>
              </a:defRPr>
            </a:lvl1pPr>
            <a:lvl2pPr marL="914400" lvl="1" indent="-228600" algn="l">
              <a:lnSpc>
                <a:spcPct val="78888"/>
              </a:lnSpc>
              <a:spcBef>
                <a:spcPts val="400"/>
              </a:spcBef>
              <a:spcAft>
                <a:spcPts val="0"/>
              </a:spcAft>
              <a:buClr>
                <a:schemeClr val="lt1"/>
              </a:buClr>
              <a:buSzPts val="2160"/>
              <a:buNone/>
              <a:defRPr>
                <a:solidFill>
                  <a:schemeClr val="lt1"/>
                </a:solidFill>
              </a:defRPr>
            </a:lvl2pPr>
            <a:lvl3pPr marL="1371600" lvl="2" indent="-365760" algn="l">
              <a:spcBef>
                <a:spcPts val="360"/>
              </a:spcBef>
              <a:spcAft>
                <a:spcPts val="0"/>
              </a:spcAft>
              <a:buClr>
                <a:schemeClr val="lt1"/>
              </a:buClr>
              <a:buSzPts val="2160"/>
              <a:buChar char="•"/>
              <a:defRPr>
                <a:solidFill>
                  <a:schemeClr val="lt1"/>
                </a:solidFill>
              </a:defRPr>
            </a:lvl3pPr>
            <a:lvl4pPr marL="1828800" lvl="3" indent="-342900" algn="l">
              <a:spcBef>
                <a:spcPts val="360"/>
              </a:spcBef>
              <a:spcAft>
                <a:spcPts val="0"/>
              </a:spcAft>
              <a:buClr>
                <a:schemeClr val="lt1"/>
              </a:buClr>
              <a:buSzPts val="1800"/>
              <a:buChar char="–"/>
              <a:defRPr>
                <a:solidFill>
                  <a:schemeClr val="lt1"/>
                </a:solidFill>
              </a:defRPr>
            </a:lvl4pPr>
            <a:lvl5pPr marL="2286000" lvl="4" indent="-342900" algn="l">
              <a:spcBef>
                <a:spcPts val="360"/>
              </a:spcBef>
              <a:spcAft>
                <a:spcPts val="0"/>
              </a:spcAft>
              <a:buClr>
                <a:schemeClr val="lt1"/>
              </a:buClr>
              <a:buSzPts val="1800"/>
              <a:buChar char="»"/>
              <a:defRPr>
                <a:solidFill>
                  <a:schemeClr val="lt1"/>
                </a:solidFill>
              </a:defRPr>
            </a:lvl5pPr>
            <a:lvl6pPr marL="2743200" lvl="5" indent="-342900" algn="l">
              <a:spcBef>
                <a:spcPts val="360"/>
              </a:spcBef>
              <a:spcAft>
                <a:spcPts val="0"/>
              </a:spcAft>
              <a:buClr>
                <a:schemeClr val="lt1"/>
              </a:buClr>
              <a:buSzPts val="1800"/>
              <a:buChar char="•"/>
              <a:defRPr>
                <a:solidFill>
                  <a:schemeClr val="lt1"/>
                </a:solidFill>
              </a:defRPr>
            </a:lvl6pPr>
            <a:lvl7pPr marL="3200400" lvl="6" indent="-342900" algn="l">
              <a:spcBef>
                <a:spcPts val="360"/>
              </a:spcBef>
              <a:spcAft>
                <a:spcPts val="0"/>
              </a:spcAft>
              <a:buClr>
                <a:schemeClr val="lt1"/>
              </a:buClr>
              <a:buSzPts val="1800"/>
              <a:buChar char="•"/>
              <a:defRPr>
                <a:solidFill>
                  <a:schemeClr val="lt1"/>
                </a:solidFill>
              </a:defRPr>
            </a:lvl7pPr>
            <a:lvl8pPr marL="3657600" lvl="7" indent="-342900" algn="l">
              <a:spcBef>
                <a:spcPts val="360"/>
              </a:spcBef>
              <a:spcAft>
                <a:spcPts val="0"/>
              </a:spcAft>
              <a:buClr>
                <a:schemeClr val="lt1"/>
              </a:buClr>
              <a:buSzPts val="1800"/>
              <a:buChar char="•"/>
              <a:defRPr>
                <a:solidFill>
                  <a:schemeClr val="lt1"/>
                </a:solidFill>
              </a:defRPr>
            </a:lvl8pPr>
            <a:lvl9pPr marL="4114800" lvl="8" indent="-342900" algn="l">
              <a:spcBef>
                <a:spcPts val="360"/>
              </a:spcBef>
              <a:spcAft>
                <a:spcPts val="0"/>
              </a:spcAft>
              <a:buClr>
                <a:schemeClr val="lt1"/>
              </a:buClr>
              <a:buSzPts val="1800"/>
              <a:buChar char="•"/>
              <a:defRPr>
                <a:solidFill>
                  <a:schemeClr val="lt1"/>
                </a:solidFill>
              </a:defRPr>
            </a:lvl9pPr>
          </a:lstStyle>
          <a:p>
            <a:endParaRPr/>
          </a:p>
        </p:txBody>
      </p:sp>
      <p:sp>
        <p:nvSpPr>
          <p:cNvPr id="159" name="Google Shape;159;p23"/>
          <p:cNvSpPr txBox="1">
            <a:spLocks noGrp="1"/>
          </p:cNvSpPr>
          <p:nvPr>
            <p:ph type="body" idx="3"/>
          </p:nvPr>
        </p:nvSpPr>
        <p:spPr>
          <a:xfrm>
            <a:off x="5798575" y="1370012"/>
            <a:ext cx="2362200" cy="15066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Clr>
                <a:schemeClr val="lt1"/>
              </a:buClr>
              <a:buSzPts val="1800"/>
              <a:buNone/>
              <a:defRPr>
                <a:solidFill>
                  <a:schemeClr val="lt1"/>
                </a:solidFill>
              </a:defRPr>
            </a:lvl1pPr>
            <a:lvl2pPr marL="914400" lvl="1" indent="-228600" algn="l">
              <a:lnSpc>
                <a:spcPct val="78888"/>
              </a:lnSpc>
              <a:spcBef>
                <a:spcPts val="400"/>
              </a:spcBef>
              <a:spcAft>
                <a:spcPts val="0"/>
              </a:spcAft>
              <a:buClr>
                <a:schemeClr val="lt1"/>
              </a:buClr>
              <a:buSzPts val="2160"/>
              <a:buNone/>
              <a:defRPr>
                <a:solidFill>
                  <a:schemeClr val="lt1"/>
                </a:solidFill>
              </a:defRPr>
            </a:lvl2pPr>
            <a:lvl3pPr marL="1371600" lvl="2" indent="-365760" algn="l">
              <a:spcBef>
                <a:spcPts val="360"/>
              </a:spcBef>
              <a:spcAft>
                <a:spcPts val="0"/>
              </a:spcAft>
              <a:buClr>
                <a:schemeClr val="lt1"/>
              </a:buClr>
              <a:buSzPts val="2160"/>
              <a:buChar char="•"/>
              <a:defRPr>
                <a:solidFill>
                  <a:schemeClr val="lt1"/>
                </a:solidFill>
              </a:defRPr>
            </a:lvl3pPr>
            <a:lvl4pPr marL="1828800" lvl="3" indent="-342900" algn="l">
              <a:spcBef>
                <a:spcPts val="360"/>
              </a:spcBef>
              <a:spcAft>
                <a:spcPts val="0"/>
              </a:spcAft>
              <a:buClr>
                <a:schemeClr val="lt1"/>
              </a:buClr>
              <a:buSzPts val="1800"/>
              <a:buChar char="–"/>
              <a:defRPr>
                <a:solidFill>
                  <a:schemeClr val="lt1"/>
                </a:solidFill>
              </a:defRPr>
            </a:lvl4pPr>
            <a:lvl5pPr marL="2286000" lvl="4" indent="-342900" algn="l">
              <a:spcBef>
                <a:spcPts val="360"/>
              </a:spcBef>
              <a:spcAft>
                <a:spcPts val="0"/>
              </a:spcAft>
              <a:buClr>
                <a:schemeClr val="lt1"/>
              </a:buClr>
              <a:buSzPts val="1800"/>
              <a:buChar char="»"/>
              <a:defRPr>
                <a:solidFill>
                  <a:schemeClr val="lt1"/>
                </a:solidFill>
              </a:defRPr>
            </a:lvl5pPr>
            <a:lvl6pPr marL="2743200" lvl="5" indent="-342900" algn="l">
              <a:spcBef>
                <a:spcPts val="360"/>
              </a:spcBef>
              <a:spcAft>
                <a:spcPts val="0"/>
              </a:spcAft>
              <a:buClr>
                <a:schemeClr val="lt1"/>
              </a:buClr>
              <a:buSzPts val="1800"/>
              <a:buChar char="•"/>
              <a:defRPr>
                <a:solidFill>
                  <a:schemeClr val="lt1"/>
                </a:solidFill>
              </a:defRPr>
            </a:lvl6pPr>
            <a:lvl7pPr marL="3200400" lvl="6" indent="-342900" algn="l">
              <a:spcBef>
                <a:spcPts val="360"/>
              </a:spcBef>
              <a:spcAft>
                <a:spcPts val="0"/>
              </a:spcAft>
              <a:buClr>
                <a:schemeClr val="lt1"/>
              </a:buClr>
              <a:buSzPts val="1800"/>
              <a:buChar char="•"/>
              <a:defRPr>
                <a:solidFill>
                  <a:schemeClr val="lt1"/>
                </a:solidFill>
              </a:defRPr>
            </a:lvl7pPr>
            <a:lvl8pPr marL="3657600" lvl="7" indent="-342900" algn="l">
              <a:spcBef>
                <a:spcPts val="360"/>
              </a:spcBef>
              <a:spcAft>
                <a:spcPts val="0"/>
              </a:spcAft>
              <a:buClr>
                <a:schemeClr val="lt1"/>
              </a:buClr>
              <a:buSzPts val="1800"/>
              <a:buChar char="•"/>
              <a:defRPr>
                <a:solidFill>
                  <a:schemeClr val="lt1"/>
                </a:solidFill>
              </a:defRPr>
            </a:lvl8pPr>
            <a:lvl9pPr marL="4114800" lvl="8" indent="-342900" algn="l">
              <a:spcBef>
                <a:spcPts val="360"/>
              </a:spcBef>
              <a:spcAft>
                <a:spcPts val="0"/>
              </a:spcAft>
              <a:buClr>
                <a:schemeClr val="lt1"/>
              </a:buClr>
              <a:buSzPts val="1800"/>
              <a:buChar char="•"/>
              <a:defRPr>
                <a:solidFill>
                  <a:schemeClr val="lt1"/>
                </a:solidFill>
              </a:defRPr>
            </a:lvl9pPr>
          </a:lstStyle>
          <a:p>
            <a:endParaRPr/>
          </a:p>
        </p:txBody>
      </p:sp>
      <p:sp>
        <p:nvSpPr>
          <p:cNvPr id="160" name="Google Shape;160;p23"/>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161" name="Google Shape;161;p23"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162" name="Google Shape;162;p23"/>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spcBef>
                <a:spcPts val="0"/>
              </a:spcBef>
              <a:spcAft>
                <a:spcPts val="0"/>
              </a:spcAft>
              <a:buClr>
                <a:schemeClr val="lt1"/>
              </a:buClr>
              <a:buSzPts val="2100"/>
              <a:buNone/>
              <a:defRPr sz="2300">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a:endParaRPr/>
          </a:p>
        </p:txBody>
      </p:sp>
      <p:sp>
        <p:nvSpPr>
          <p:cNvPr id="163" name="Google Shape;163;p23"/>
          <p:cNvSpPr txBox="1">
            <a:spLocks noGrp="1"/>
          </p:cNvSpPr>
          <p:nvPr>
            <p:ph type="body" idx="4"/>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Clr>
                <a:schemeClr val="lt1"/>
              </a:buClr>
              <a:buSzPts val="1100"/>
              <a:buFont typeface="Plus Jakarta Sans SemiBold"/>
              <a:buNone/>
              <a:defRPr sz="1100" i="0">
                <a:solidFill>
                  <a:schemeClr val="lt1"/>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Clr>
                <a:schemeClr val="lt1"/>
              </a:buClr>
              <a:buSzPts val="1260"/>
              <a:buFont typeface="Arial"/>
              <a:buNone/>
              <a:defRPr sz="1050">
                <a:solidFill>
                  <a:schemeClr val="lt1"/>
                </a:solidFill>
                <a:latin typeface="Arial"/>
                <a:ea typeface="Arial"/>
                <a:cs typeface="Arial"/>
                <a:sym typeface="Arial"/>
              </a:defRPr>
            </a:lvl2pPr>
            <a:lvl3pPr marL="1371600" lvl="2" indent="-228600" algn="l">
              <a:spcBef>
                <a:spcPts val="210"/>
              </a:spcBef>
              <a:spcAft>
                <a:spcPts val="0"/>
              </a:spcAft>
              <a:buClr>
                <a:schemeClr val="lt1"/>
              </a:buClr>
              <a:buSzPts val="1260"/>
              <a:buFont typeface="Arial"/>
              <a:buNone/>
              <a:defRPr sz="1050">
                <a:solidFill>
                  <a:schemeClr val="lt1"/>
                </a:solidFill>
                <a:latin typeface="Arial"/>
                <a:ea typeface="Arial"/>
                <a:cs typeface="Arial"/>
                <a:sym typeface="Arial"/>
              </a:defRPr>
            </a:lvl3pPr>
            <a:lvl4pPr marL="1828800" lvl="3" indent="-228600" algn="l">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4pPr>
            <a:lvl5pPr marL="2286000" lvl="4" indent="-228600" algn="l">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5pPr>
            <a:lvl6pPr marL="2743200" lvl="5" indent="-342900" algn="l">
              <a:spcBef>
                <a:spcPts val="360"/>
              </a:spcBef>
              <a:spcAft>
                <a:spcPts val="0"/>
              </a:spcAft>
              <a:buClr>
                <a:schemeClr val="lt1"/>
              </a:buClr>
              <a:buSzPts val="1800"/>
              <a:buChar char="•"/>
              <a:defRPr>
                <a:solidFill>
                  <a:schemeClr val="lt1"/>
                </a:solidFill>
              </a:defRPr>
            </a:lvl6pPr>
            <a:lvl7pPr marL="3200400" lvl="6" indent="-342900" algn="l">
              <a:spcBef>
                <a:spcPts val="360"/>
              </a:spcBef>
              <a:spcAft>
                <a:spcPts val="0"/>
              </a:spcAft>
              <a:buClr>
                <a:schemeClr val="lt1"/>
              </a:buClr>
              <a:buSzPts val="1800"/>
              <a:buChar char="•"/>
              <a:defRPr>
                <a:solidFill>
                  <a:schemeClr val="lt1"/>
                </a:solidFill>
              </a:defRPr>
            </a:lvl7pPr>
            <a:lvl8pPr marL="3657600" lvl="7" indent="-342900" algn="l">
              <a:spcBef>
                <a:spcPts val="360"/>
              </a:spcBef>
              <a:spcAft>
                <a:spcPts val="0"/>
              </a:spcAft>
              <a:buClr>
                <a:schemeClr val="lt1"/>
              </a:buClr>
              <a:buSzPts val="1800"/>
              <a:buChar char="•"/>
              <a:defRPr>
                <a:solidFill>
                  <a:schemeClr val="lt1"/>
                </a:solidFill>
              </a:defRPr>
            </a:lvl8pPr>
            <a:lvl9pPr marL="4114800" lvl="8" indent="-342900" algn="l">
              <a:spcBef>
                <a:spcPts val="360"/>
              </a:spcBef>
              <a:spcAft>
                <a:spcPts val="0"/>
              </a:spcAft>
              <a:buClr>
                <a:schemeClr val="lt1"/>
              </a:buClr>
              <a:buSzPts val="1800"/>
              <a:buChar char="•"/>
              <a:defRPr>
                <a:solidFill>
                  <a:schemeClr val="lt1"/>
                </a:solidFill>
              </a:defRPr>
            </a:lvl9pPr>
          </a:lstStyle>
          <a:p>
            <a:endParaRPr/>
          </a:p>
        </p:txBody>
      </p:sp>
    </p:spTree>
  </p:cSld>
  <p:clrMapOvr>
    <a:masterClrMapping/>
  </p:clrMapOvr>
  <p:transition spd="slow">
    <p:push/>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mp; Body on the Right 2">
  <p:cSld name="7_Title Only">
    <p:spTree>
      <p:nvGrpSpPr>
        <p:cNvPr id="1" name="Shape 164"/>
        <p:cNvGrpSpPr/>
        <p:nvPr/>
      </p:nvGrpSpPr>
      <p:grpSpPr>
        <a:xfrm>
          <a:off x="0" y="0"/>
          <a:ext cx="0" cy="0"/>
          <a:chOff x="0" y="0"/>
          <a:chExt cx="0" cy="0"/>
        </a:xfrm>
      </p:grpSpPr>
      <p:sp>
        <p:nvSpPr>
          <p:cNvPr id="165" name="Google Shape;165;p24"/>
          <p:cNvSpPr txBox="1">
            <a:spLocks noGrp="1"/>
          </p:cNvSpPr>
          <p:nvPr>
            <p:ph type="title"/>
          </p:nvPr>
        </p:nvSpPr>
        <p:spPr>
          <a:xfrm>
            <a:off x="4267200" y="284250"/>
            <a:ext cx="4558200" cy="612900"/>
          </a:xfrm>
          <a:prstGeom prst="rect">
            <a:avLst/>
          </a:prstGeom>
          <a:noFill/>
          <a:ln>
            <a:noFill/>
          </a:ln>
        </p:spPr>
        <p:txBody>
          <a:bodyPr spcFirstLastPara="1" wrap="square" lIns="91425" tIns="0" rIns="91425" bIns="45700" anchor="t" anchorCtr="0">
            <a:noAutofit/>
          </a:bodyPr>
          <a:lstStyle>
            <a:lvl1pPr lvl="0" algn="l">
              <a:spcBef>
                <a:spcPts val="0"/>
              </a:spcBef>
              <a:spcAft>
                <a:spcPts val="0"/>
              </a:spcAft>
              <a:buClr>
                <a:srgbClr val="120046"/>
              </a:buClr>
              <a:buSzPts val="2100"/>
              <a:buNone/>
              <a:defRPr sz="23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6" name="Google Shape;166;p24"/>
          <p:cNvSpPr txBox="1">
            <a:spLocks noGrp="1"/>
          </p:cNvSpPr>
          <p:nvPr>
            <p:ph type="body" idx="1"/>
          </p:nvPr>
        </p:nvSpPr>
        <p:spPr>
          <a:xfrm>
            <a:off x="4267200" y="1370012"/>
            <a:ext cx="3962400" cy="15066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Clr>
                <a:srgbClr val="000000"/>
              </a:buClr>
              <a:buSzPts val="1800"/>
              <a:buNone/>
              <a:defRPr/>
            </a:lvl1pPr>
            <a:lvl2pPr marL="914400" lvl="1" indent="-228600" algn="l">
              <a:lnSpc>
                <a:spcPct val="78888"/>
              </a:lnSpc>
              <a:spcBef>
                <a:spcPts val="400"/>
              </a:spcBef>
              <a:spcAft>
                <a:spcPts val="0"/>
              </a:spcAft>
              <a:buSzPts val="2160"/>
              <a:buNone/>
              <a:defRPr/>
            </a:lvl2pPr>
            <a:lvl3pPr marL="1371600" lvl="2" indent="-365760" algn="l">
              <a:spcBef>
                <a:spcPts val="360"/>
              </a:spcBef>
              <a:spcAft>
                <a:spcPts val="0"/>
              </a:spcAft>
              <a:buSzPts val="2160"/>
              <a:buChar char="•"/>
              <a:defRPr/>
            </a:lvl3pPr>
            <a:lvl4pPr marL="1828800" lvl="3" indent="-342900" algn="l">
              <a:spcBef>
                <a:spcPts val="360"/>
              </a:spcBef>
              <a:spcAft>
                <a:spcPts val="0"/>
              </a:spcAft>
              <a:buClr>
                <a:srgbClr val="4E5661"/>
              </a:buClr>
              <a:buSzPts val="1800"/>
              <a:buChar char="–"/>
              <a:defRPr/>
            </a:lvl4pPr>
            <a:lvl5pPr marL="2286000" lvl="4" indent="-342900" algn="l">
              <a:spcBef>
                <a:spcPts val="360"/>
              </a:spcBef>
              <a:spcAft>
                <a:spcPts val="0"/>
              </a:spcAft>
              <a:buClr>
                <a:srgbClr val="4E566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67" name="Google Shape;167;p24"/>
          <p:cNvSpPr/>
          <p:nvPr/>
        </p:nvSpPr>
        <p:spPr>
          <a:xfrm>
            <a:off x="381000" y="897026"/>
            <a:ext cx="762000" cy="226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8" name="Google Shape;168;p24"/>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169" name="Google Shape;169;p24"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170" name="Google Shape;170;p24"/>
          <p:cNvSpPr txBox="1">
            <a:spLocks noGrp="1"/>
          </p:cNvSpPr>
          <p:nvPr>
            <p:ph type="body" idx="2"/>
          </p:nvPr>
        </p:nvSpPr>
        <p:spPr>
          <a:xfrm>
            <a:off x="4267200" y="734275"/>
            <a:ext cx="4425000" cy="3240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Clr>
                <a:schemeClr val="accent4"/>
              </a:buClr>
              <a:buSzPts val="1100"/>
              <a:buFont typeface="Plus Jakarta Sans SemiBold"/>
              <a:buNone/>
              <a:defRPr sz="1100" i="0">
                <a:solidFill>
                  <a:schemeClr val="accent4"/>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SzPts val="1260"/>
              <a:buFont typeface="Arial"/>
              <a:buNone/>
              <a:defRPr sz="1050">
                <a:latin typeface="Arial"/>
                <a:ea typeface="Arial"/>
                <a:cs typeface="Arial"/>
                <a:sym typeface="Arial"/>
              </a:defRPr>
            </a:lvl2pPr>
            <a:lvl3pPr marL="1371600" lvl="2" indent="-228600" algn="l">
              <a:spcBef>
                <a:spcPts val="210"/>
              </a:spcBef>
              <a:spcAft>
                <a:spcPts val="0"/>
              </a:spcAft>
              <a:buSzPts val="1260"/>
              <a:buFont typeface="Arial"/>
              <a:buNone/>
              <a:defRPr sz="1050">
                <a:latin typeface="Arial"/>
                <a:ea typeface="Arial"/>
                <a:cs typeface="Arial"/>
                <a:sym typeface="Arial"/>
              </a:defRPr>
            </a:lvl3pPr>
            <a:lvl4pPr marL="1828800" lvl="3" indent="-228600" algn="l">
              <a:spcBef>
                <a:spcPts val="210"/>
              </a:spcBef>
              <a:spcAft>
                <a:spcPts val="0"/>
              </a:spcAft>
              <a:buClr>
                <a:srgbClr val="4E5661"/>
              </a:buClr>
              <a:buSzPts val="1050"/>
              <a:buFont typeface="Arial"/>
              <a:buNone/>
              <a:defRPr sz="1050">
                <a:latin typeface="Arial"/>
                <a:ea typeface="Arial"/>
                <a:cs typeface="Arial"/>
                <a:sym typeface="Arial"/>
              </a:defRPr>
            </a:lvl4pPr>
            <a:lvl5pPr marL="2286000" lvl="4" indent="-228600" algn="l">
              <a:spcBef>
                <a:spcPts val="210"/>
              </a:spcBef>
              <a:spcAft>
                <a:spcPts val="0"/>
              </a:spcAft>
              <a:buClr>
                <a:srgbClr val="4E5661"/>
              </a:buClr>
              <a:buSzPts val="1050"/>
              <a:buFont typeface="Arial"/>
              <a:buNone/>
              <a:defRPr sz="1050">
                <a:latin typeface="Arial"/>
                <a:ea typeface="Arial"/>
                <a:cs typeface="Arial"/>
                <a:sym typeface="Aria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transition spd="slow">
    <p:push/>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mp; Body on the Right 2 1">
  <p:cSld name="7_Title Only_2">
    <p:bg>
      <p:bgPr>
        <a:solidFill>
          <a:schemeClr val="dk1"/>
        </a:solidFill>
        <a:effectLst/>
      </p:bgPr>
    </p:bg>
    <p:spTree>
      <p:nvGrpSpPr>
        <p:cNvPr id="1" name="Shape 171"/>
        <p:cNvGrpSpPr/>
        <p:nvPr/>
      </p:nvGrpSpPr>
      <p:grpSpPr>
        <a:xfrm>
          <a:off x="0" y="0"/>
          <a:ext cx="0" cy="0"/>
          <a:chOff x="0" y="0"/>
          <a:chExt cx="0" cy="0"/>
        </a:xfrm>
      </p:grpSpPr>
      <p:sp>
        <p:nvSpPr>
          <p:cNvPr id="172" name="Google Shape;172;p25"/>
          <p:cNvSpPr txBox="1">
            <a:spLocks noGrp="1"/>
          </p:cNvSpPr>
          <p:nvPr>
            <p:ph type="title"/>
          </p:nvPr>
        </p:nvSpPr>
        <p:spPr>
          <a:xfrm>
            <a:off x="4267200" y="284250"/>
            <a:ext cx="4558200" cy="612900"/>
          </a:xfrm>
          <a:prstGeom prst="rect">
            <a:avLst/>
          </a:prstGeom>
          <a:noFill/>
          <a:ln>
            <a:noFill/>
          </a:ln>
        </p:spPr>
        <p:txBody>
          <a:bodyPr spcFirstLastPara="1" wrap="square" lIns="91425" tIns="0" rIns="91425" bIns="45700" anchor="t" anchorCtr="0">
            <a:noAutofit/>
          </a:bodyPr>
          <a:lstStyle>
            <a:lvl1pPr lvl="0" algn="l">
              <a:spcBef>
                <a:spcPts val="0"/>
              </a:spcBef>
              <a:spcAft>
                <a:spcPts val="0"/>
              </a:spcAft>
              <a:buClr>
                <a:schemeClr val="lt1"/>
              </a:buClr>
              <a:buSzPts val="2100"/>
              <a:buNone/>
              <a:defRPr sz="2300">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a:endParaRPr/>
          </a:p>
        </p:txBody>
      </p:sp>
      <p:sp>
        <p:nvSpPr>
          <p:cNvPr id="173" name="Google Shape;173;p25"/>
          <p:cNvSpPr txBox="1">
            <a:spLocks noGrp="1"/>
          </p:cNvSpPr>
          <p:nvPr>
            <p:ph type="body" idx="1"/>
          </p:nvPr>
        </p:nvSpPr>
        <p:spPr>
          <a:xfrm>
            <a:off x="4267200" y="1370012"/>
            <a:ext cx="3962400" cy="15066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Clr>
                <a:schemeClr val="lt1"/>
              </a:buClr>
              <a:buSzPts val="1800"/>
              <a:buNone/>
              <a:defRPr>
                <a:solidFill>
                  <a:schemeClr val="lt1"/>
                </a:solidFill>
              </a:defRPr>
            </a:lvl1pPr>
            <a:lvl2pPr marL="914400" lvl="1" indent="-228600" algn="l">
              <a:lnSpc>
                <a:spcPct val="78888"/>
              </a:lnSpc>
              <a:spcBef>
                <a:spcPts val="400"/>
              </a:spcBef>
              <a:spcAft>
                <a:spcPts val="0"/>
              </a:spcAft>
              <a:buClr>
                <a:schemeClr val="lt1"/>
              </a:buClr>
              <a:buSzPts val="2160"/>
              <a:buNone/>
              <a:defRPr>
                <a:solidFill>
                  <a:schemeClr val="lt1"/>
                </a:solidFill>
              </a:defRPr>
            </a:lvl2pPr>
            <a:lvl3pPr marL="1371600" lvl="2" indent="-365760" algn="l">
              <a:spcBef>
                <a:spcPts val="360"/>
              </a:spcBef>
              <a:spcAft>
                <a:spcPts val="0"/>
              </a:spcAft>
              <a:buClr>
                <a:schemeClr val="lt1"/>
              </a:buClr>
              <a:buSzPts val="2160"/>
              <a:buChar char="•"/>
              <a:defRPr>
                <a:solidFill>
                  <a:schemeClr val="lt1"/>
                </a:solidFill>
              </a:defRPr>
            </a:lvl3pPr>
            <a:lvl4pPr marL="1828800" lvl="3" indent="-342900" algn="l">
              <a:spcBef>
                <a:spcPts val="360"/>
              </a:spcBef>
              <a:spcAft>
                <a:spcPts val="0"/>
              </a:spcAft>
              <a:buClr>
                <a:schemeClr val="lt1"/>
              </a:buClr>
              <a:buSzPts val="1800"/>
              <a:buChar char="–"/>
              <a:defRPr>
                <a:solidFill>
                  <a:schemeClr val="lt1"/>
                </a:solidFill>
              </a:defRPr>
            </a:lvl4pPr>
            <a:lvl5pPr marL="2286000" lvl="4" indent="-342900" algn="l">
              <a:spcBef>
                <a:spcPts val="360"/>
              </a:spcBef>
              <a:spcAft>
                <a:spcPts val="0"/>
              </a:spcAft>
              <a:buClr>
                <a:schemeClr val="lt1"/>
              </a:buClr>
              <a:buSzPts val="1800"/>
              <a:buChar char="»"/>
              <a:defRPr>
                <a:solidFill>
                  <a:schemeClr val="lt1"/>
                </a:solidFill>
              </a:defRPr>
            </a:lvl5pPr>
            <a:lvl6pPr marL="2743200" lvl="5" indent="-342900" algn="l">
              <a:spcBef>
                <a:spcPts val="360"/>
              </a:spcBef>
              <a:spcAft>
                <a:spcPts val="0"/>
              </a:spcAft>
              <a:buClr>
                <a:schemeClr val="lt1"/>
              </a:buClr>
              <a:buSzPts val="1800"/>
              <a:buChar char="•"/>
              <a:defRPr>
                <a:solidFill>
                  <a:schemeClr val="lt1"/>
                </a:solidFill>
              </a:defRPr>
            </a:lvl6pPr>
            <a:lvl7pPr marL="3200400" lvl="6" indent="-342900" algn="l">
              <a:spcBef>
                <a:spcPts val="360"/>
              </a:spcBef>
              <a:spcAft>
                <a:spcPts val="0"/>
              </a:spcAft>
              <a:buClr>
                <a:schemeClr val="lt1"/>
              </a:buClr>
              <a:buSzPts val="1800"/>
              <a:buChar char="•"/>
              <a:defRPr>
                <a:solidFill>
                  <a:schemeClr val="lt1"/>
                </a:solidFill>
              </a:defRPr>
            </a:lvl7pPr>
            <a:lvl8pPr marL="3657600" lvl="7" indent="-342900" algn="l">
              <a:spcBef>
                <a:spcPts val="360"/>
              </a:spcBef>
              <a:spcAft>
                <a:spcPts val="0"/>
              </a:spcAft>
              <a:buClr>
                <a:schemeClr val="lt1"/>
              </a:buClr>
              <a:buSzPts val="1800"/>
              <a:buChar char="•"/>
              <a:defRPr>
                <a:solidFill>
                  <a:schemeClr val="lt1"/>
                </a:solidFill>
              </a:defRPr>
            </a:lvl8pPr>
            <a:lvl9pPr marL="4114800" lvl="8" indent="-342900" algn="l">
              <a:spcBef>
                <a:spcPts val="360"/>
              </a:spcBef>
              <a:spcAft>
                <a:spcPts val="0"/>
              </a:spcAft>
              <a:buClr>
                <a:schemeClr val="lt1"/>
              </a:buClr>
              <a:buSzPts val="1800"/>
              <a:buChar char="•"/>
              <a:defRPr>
                <a:solidFill>
                  <a:schemeClr val="lt1"/>
                </a:solidFill>
              </a:defRPr>
            </a:lvl9pPr>
          </a:lstStyle>
          <a:p>
            <a:endParaRPr/>
          </a:p>
        </p:txBody>
      </p:sp>
      <p:sp>
        <p:nvSpPr>
          <p:cNvPr id="174" name="Google Shape;174;p25"/>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175" name="Google Shape;175;p25"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176" name="Google Shape;176;p25"/>
          <p:cNvSpPr txBox="1">
            <a:spLocks noGrp="1"/>
          </p:cNvSpPr>
          <p:nvPr>
            <p:ph type="body" idx="2"/>
          </p:nvPr>
        </p:nvSpPr>
        <p:spPr>
          <a:xfrm>
            <a:off x="4267200" y="734275"/>
            <a:ext cx="4425000" cy="3240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Clr>
                <a:schemeClr val="lt1"/>
              </a:buClr>
              <a:buSzPts val="1100"/>
              <a:buFont typeface="Plus Jakarta Sans SemiBold"/>
              <a:buNone/>
              <a:defRPr sz="1100" i="0">
                <a:solidFill>
                  <a:schemeClr val="lt1"/>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Clr>
                <a:schemeClr val="lt1"/>
              </a:buClr>
              <a:buSzPts val="1260"/>
              <a:buFont typeface="Arial"/>
              <a:buNone/>
              <a:defRPr sz="1050">
                <a:solidFill>
                  <a:schemeClr val="lt1"/>
                </a:solidFill>
                <a:latin typeface="Arial"/>
                <a:ea typeface="Arial"/>
                <a:cs typeface="Arial"/>
                <a:sym typeface="Arial"/>
              </a:defRPr>
            </a:lvl2pPr>
            <a:lvl3pPr marL="1371600" lvl="2" indent="-228600" algn="l">
              <a:spcBef>
                <a:spcPts val="210"/>
              </a:spcBef>
              <a:spcAft>
                <a:spcPts val="0"/>
              </a:spcAft>
              <a:buClr>
                <a:schemeClr val="lt1"/>
              </a:buClr>
              <a:buSzPts val="1260"/>
              <a:buFont typeface="Arial"/>
              <a:buNone/>
              <a:defRPr sz="1050">
                <a:solidFill>
                  <a:schemeClr val="lt1"/>
                </a:solidFill>
                <a:latin typeface="Arial"/>
                <a:ea typeface="Arial"/>
                <a:cs typeface="Arial"/>
                <a:sym typeface="Arial"/>
              </a:defRPr>
            </a:lvl3pPr>
            <a:lvl4pPr marL="1828800" lvl="3" indent="-228600" algn="l">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4pPr>
            <a:lvl5pPr marL="2286000" lvl="4" indent="-228600" algn="l">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5pPr>
            <a:lvl6pPr marL="2743200" lvl="5" indent="-342900" algn="l">
              <a:spcBef>
                <a:spcPts val="360"/>
              </a:spcBef>
              <a:spcAft>
                <a:spcPts val="0"/>
              </a:spcAft>
              <a:buClr>
                <a:schemeClr val="lt1"/>
              </a:buClr>
              <a:buSzPts val="1800"/>
              <a:buChar char="•"/>
              <a:defRPr>
                <a:solidFill>
                  <a:schemeClr val="lt1"/>
                </a:solidFill>
              </a:defRPr>
            </a:lvl6pPr>
            <a:lvl7pPr marL="3200400" lvl="6" indent="-342900" algn="l">
              <a:spcBef>
                <a:spcPts val="360"/>
              </a:spcBef>
              <a:spcAft>
                <a:spcPts val="0"/>
              </a:spcAft>
              <a:buClr>
                <a:schemeClr val="lt1"/>
              </a:buClr>
              <a:buSzPts val="1800"/>
              <a:buChar char="•"/>
              <a:defRPr>
                <a:solidFill>
                  <a:schemeClr val="lt1"/>
                </a:solidFill>
              </a:defRPr>
            </a:lvl7pPr>
            <a:lvl8pPr marL="3657600" lvl="7" indent="-342900" algn="l">
              <a:spcBef>
                <a:spcPts val="360"/>
              </a:spcBef>
              <a:spcAft>
                <a:spcPts val="0"/>
              </a:spcAft>
              <a:buClr>
                <a:schemeClr val="lt1"/>
              </a:buClr>
              <a:buSzPts val="1800"/>
              <a:buChar char="•"/>
              <a:defRPr>
                <a:solidFill>
                  <a:schemeClr val="lt1"/>
                </a:solidFill>
              </a:defRPr>
            </a:lvl8pPr>
            <a:lvl9pPr marL="4114800" lvl="8" indent="-342900" algn="l">
              <a:spcBef>
                <a:spcPts val="360"/>
              </a:spcBef>
              <a:spcAft>
                <a:spcPts val="0"/>
              </a:spcAft>
              <a:buClr>
                <a:schemeClr val="lt1"/>
              </a:buClr>
              <a:buSzPts val="1800"/>
              <a:buChar char="•"/>
              <a:defRPr>
                <a:solidFill>
                  <a:schemeClr val="lt1"/>
                </a:solidFill>
              </a:defRPr>
            </a:lvl9pPr>
          </a:lstStyle>
          <a:p>
            <a:endParaRPr/>
          </a:p>
        </p:txBody>
      </p:sp>
    </p:spTree>
  </p:cSld>
  <p:clrMapOvr>
    <a:masterClrMapping/>
  </p:clrMapOvr>
  <p:transition spd="slow">
    <p:push/>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Headline Left Side Image Right">
  <p:cSld name="7_Title Only_1">
    <p:spTree>
      <p:nvGrpSpPr>
        <p:cNvPr id="1" name="Shape 177"/>
        <p:cNvGrpSpPr/>
        <p:nvPr/>
      </p:nvGrpSpPr>
      <p:grpSpPr>
        <a:xfrm>
          <a:off x="0" y="0"/>
          <a:ext cx="0" cy="0"/>
          <a:chOff x="0" y="0"/>
          <a:chExt cx="0" cy="0"/>
        </a:xfrm>
      </p:grpSpPr>
      <p:sp>
        <p:nvSpPr>
          <p:cNvPr id="178" name="Google Shape;178;p26"/>
          <p:cNvSpPr>
            <a:spLocks noGrp="1"/>
          </p:cNvSpPr>
          <p:nvPr>
            <p:ph type="pic" idx="2"/>
          </p:nvPr>
        </p:nvSpPr>
        <p:spPr>
          <a:xfrm>
            <a:off x="5350350" y="-20975"/>
            <a:ext cx="3793800" cy="5102100"/>
          </a:xfrm>
          <a:prstGeom prst="rect">
            <a:avLst/>
          </a:prstGeom>
          <a:noFill/>
          <a:ln>
            <a:noFill/>
          </a:ln>
        </p:spPr>
      </p:sp>
      <p:sp>
        <p:nvSpPr>
          <p:cNvPr id="179" name="Google Shape;179;p26"/>
          <p:cNvSpPr txBox="1">
            <a:spLocks noGrp="1"/>
          </p:cNvSpPr>
          <p:nvPr>
            <p:ph type="body" idx="1"/>
          </p:nvPr>
        </p:nvSpPr>
        <p:spPr>
          <a:xfrm>
            <a:off x="520600" y="1370012"/>
            <a:ext cx="3962400" cy="15066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Clr>
                <a:srgbClr val="000000"/>
              </a:buClr>
              <a:buSzPts val="1800"/>
              <a:buNone/>
              <a:defRPr/>
            </a:lvl1pPr>
            <a:lvl2pPr marL="914400" lvl="1" indent="-228600" algn="l">
              <a:lnSpc>
                <a:spcPct val="78888"/>
              </a:lnSpc>
              <a:spcBef>
                <a:spcPts val="400"/>
              </a:spcBef>
              <a:spcAft>
                <a:spcPts val="0"/>
              </a:spcAft>
              <a:buSzPts val="2160"/>
              <a:buNone/>
              <a:defRPr/>
            </a:lvl2pPr>
            <a:lvl3pPr marL="1371600" lvl="2" indent="-365760" algn="l">
              <a:spcBef>
                <a:spcPts val="360"/>
              </a:spcBef>
              <a:spcAft>
                <a:spcPts val="0"/>
              </a:spcAft>
              <a:buSzPts val="2160"/>
              <a:buChar char="•"/>
              <a:defRPr/>
            </a:lvl3pPr>
            <a:lvl4pPr marL="1828800" lvl="3" indent="-342900" algn="l">
              <a:spcBef>
                <a:spcPts val="360"/>
              </a:spcBef>
              <a:spcAft>
                <a:spcPts val="0"/>
              </a:spcAft>
              <a:buClr>
                <a:srgbClr val="4E5661"/>
              </a:buClr>
              <a:buSzPts val="1800"/>
              <a:buChar char="–"/>
              <a:defRPr/>
            </a:lvl4pPr>
            <a:lvl5pPr marL="2286000" lvl="4" indent="-342900" algn="l">
              <a:spcBef>
                <a:spcPts val="360"/>
              </a:spcBef>
              <a:spcAft>
                <a:spcPts val="0"/>
              </a:spcAft>
              <a:buClr>
                <a:srgbClr val="4E566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80" name="Google Shape;180;p26"/>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181" name="Google Shape;181;p26"/>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spcBef>
                <a:spcPts val="0"/>
              </a:spcBef>
              <a:spcAft>
                <a:spcPts val="0"/>
              </a:spcAft>
              <a:buClr>
                <a:srgbClr val="120046"/>
              </a:buClr>
              <a:buSzPts val="2100"/>
              <a:buNone/>
              <a:defRPr sz="23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2" name="Google Shape;182;p26"/>
          <p:cNvSpPr txBox="1">
            <a:spLocks noGrp="1"/>
          </p:cNvSpPr>
          <p:nvPr>
            <p:ph type="body" idx="3"/>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Clr>
                <a:schemeClr val="accent4"/>
              </a:buClr>
              <a:buSzPts val="1100"/>
              <a:buFont typeface="Plus Jakarta Sans SemiBold"/>
              <a:buNone/>
              <a:defRPr sz="1100" i="0">
                <a:solidFill>
                  <a:schemeClr val="accent4"/>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SzPts val="1260"/>
              <a:buFont typeface="Arial"/>
              <a:buNone/>
              <a:defRPr sz="1050">
                <a:latin typeface="Arial"/>
                <a:ea typeface="Arial"/>
                <a:cs typeface="Arial"/>
                <a:sym typeface="Arial"/>
              </a:defRPr>
            </a:lvl2pPr>
            <a:lvl3pPr marL="1371600" lvl="2" indent="-228600" algn="l">
              <a:spcBef>
                <a:spcPts val="210"/>
              </a:spcBef>
              <a:spcAft>
                <a:spcPts val="0"/>
              </a:spcAft>
              <a:buSzPts val="1260"/>
              <a:buFont typeface="Arial"/>
              <a:buNone/>
              <a:defRPr sz="1050">
                <a:latin typeface="Arial"/>
                <a:ea typeface="Arial"/>
                <a:cs typeface="Arial"/>
                <a:sym typeface="Arial"/>
              </a:defRPr>
            </a:lvl3pPr>
            <a:lvl4pPr marL="1828800" lvl="3" indent="-228600" algn="l">
              <a:spcBef>
                <a:spcPts val="210"/>
              </a:spcBef>
              <a:spcAft>
                <a:spcPts val="0"/>
              </a:spcAft>
              <a:buClr>
                <a:srgbClr val="4E5661"/>
              </a:buClr>
              <a:buSzPts val="1050"/>
              <a:buFont typeface="Arial"/>
              <a:buNone/>
              <a:defRPr sz="1050">
                <a:latin typeface="Arial"/>
                <a:ea typeface="Arial"/>
                <a:cs typeface="Arial"/>
                <a:sym typeface="Arial"/>
              </a:defRPr>
            </a:lvl4pPr>
            <a:lvl5pPr marL="2286000" lvl="4" indent="-228600" algn="l">
              <a:spcBef>
                <a:spcPts val="210"/>
              </a:spcBef>
              <a:spcAft>
                <a:spcPts val="0"/>
              </a:spcAft>
              <a:buClr>
                <a:srgbClr val="4E5661"/>
              </a:buClr>
              <a:buSzPts val="1050"/>
              <a:buFont typeface="Arial"/>
              <a:buNone/>
              <a:defRPr sz="1050">
                <a:latin typeface="Arial"/>
                <a:ea typeface="Arial"/>
                <a:cs typeface="Arial"/>
                <a:sym typeface="Aria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transition spd="slow">
    <p:push/>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Headline Left Side Image Right | Twilight">
  <p:cSld name="7_Title Only_1_3">
    <p:bg>
      <p:bgPr>
        <a:solidFill>
          <a:schemeClr val="dk1"/>
        </a:solidFill>
        <a:effectLst/>
      </p:bgPr>
    </p:bg>
    <p:spTree>
      <p:nvGrpSpPr>
        <p:cNvPr id="1" name="Shape 183"/>
        <p:cNvGrpSpPr/>
        <p:nvPr/>
      </p:nvGrpSpPr>
      <p:grpSpPr>
        <a:xfrm>
          <a:off x="0" y="0"/>
          <a:ext cx="0" cy="0"/>
          <a:chOff x="0" y="0"/>
          <a:chExt cx="0" cy="0"/>
        </a:xfrm>
      </p:grpSpPr>
      <p:sp>
        <p:nvSpPr>
          <p:cNvPr id="184" name="Google Shape;184;p27"/>
          <p:cNvSpPr>
            <a:spLocks noGrp="1"/>
          </p:cNvSpPr>
          <p:nvPr>
            <p:ph type="pic" idx="2"/>
          </p:nvPr>
        </p:nvSpPr>
        <p:spPr>
          <a:xfrm>
            <a:off x="5350350" y="-20975"/>
            <a:ext cx="3793800" cy="5102100"/>
          </a:xfrm>
          <a:prstGeom prst="rect">
            <a:avLst/>
          </a:prstGeom>
          <a:noFill/>
          <a:ln>
            <a:noFill/>
          </a:ln>
        </p:spPr>
      </p:sp>
      <p:sp>
        <p:nvSpPr>
          <p:cNvPr id="185" name="Google Shape;185;p27"/>
          <p:cNvSpPr txBox="1">
            <a:spLocks noGrp="1"/>
          </p:cNvSpPr>
          <p:nvPr>
            <p:ph type="body" idx="1"/>
          </p:nvPr>
        </p:nvSpPr>
        <p:spPr>
          <a:xfrm>
            <a:off x="520600" y="1370012"/>
            <a:ext cx="3962400" cy="15066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Clr>
                <a:schemeClr val="lt1"/>
              </a:buClr>
              <a:buSzPts val="1800"/>
              <a:buNone/>
              <a:defRPr>
                <a:solidFill>
                  <a:schemeClr val="lt1"/>
                </a:solidFill>
              </a:defRPr>
            </a:lvl1pPr>
            <a:lvl2pPr marL="914400" lvl="1" indent="-228600" algn="l">
              <a:lnSpc>
                <a:spcPct val="78888"/>
              </a:lnSpc>
              <a:spcBef>
                <a:spcPts val="400"/>
              </a:spcBef>
              <a:spcAft>
                <a:spcPts val="0"/>
              </a:spcAft>
              <a:buClr>
                <a:schemeClr val="lt1"/>
              </a:buClr>
              <a:buSzPts val="2160"/>
              <a:buNone/>
              <a:defRPr>
                <a:solidFill>
                  <a:schemeClr val="lt1"/>
                </a:solidFill>
              </a:defRPr>
            </a:lvl2pPr>
            <a:lvl3pPr marL="1371600" lvl="2" indent="-365760" algn="l">
              <a:spcBef>
                <a:spcPts val="360"/>
              </a:spcBef>
              <a:spcAft>
                <a:spcPts val="0"/>
              </a:spcAft>
              <a:buClr>
                <a:schemeClr val="lt1"/>
              </a:buClr>
              <a:buSzPts val="2160"/>
              <a:buChar char="•"/>
              <a:defRPr>
                <a:solidFill>
                  <a:schemeClr val="lt1"/>
                </a:solidFill>
              </a:defRPr>
            </a:lvl3pPr>
            <a:lvl4pPr marL="1828800" lvl="3" indent="-342900" algn="l">
              <a:spcBef>
                <a:spcPts val="360"/>
              </a:spcBef>
              <a:spcAft>
                <a:spcPts val="0"/>
              </a:spcAft>
              <a:buClr>
                <a:schemeClr val="lt1"/>
              </a:buClr>
              <a:buSzPts val="1800"/>
              <a:buChar char="–"/>
              <a:defRPr>
                <a:solidFill>
                  <a:schemeClr val="lt1"/>
                </a:solidFill>
              </a:defRPr>
            </a:lvl4pPr>
            <a:lvl5pPr marL="2286000" lvl="4" indent="-342900" algn="l">
              <a:spcBef>
                <a:spcPts val="360"/>
              </a:spcBef>
              <a:spcAft>
                <a:spcPts val="0"/>
              </a:spcAft>
              <a:buClr>
                <a:schemeClr val="lt1"/>
              </a:buClr>
              <a:buSzPts val="1800"/>
              <a:buChar char="»"/>
              <a:defRPr>
                <a:solidFill>
                  <a:schemeClr val="lt1"/>
                </a:solidFill>
              </a:defRPr>
            </a:lvl5pPr>
            <a:lvl6pPr marL="2743200" lvl="5" indent="-342900" algn="l">
              <a:spcBef>
                <a:spcPts val="360"/>
              </a:spcBef>
              <a:spcAft>
                <a:spcPts val="0"/>
              </a:spcAft>
              <a:buClr>
                <a:schemeClr val="lt1"/>
              </a:buClr>
              <a:buSzPts val="1800"/>
              <a:buChar char="•"/>
              <a:defRPr>
                <a:solidFill>
                  <a:schemeClr val="lt1"/>
                </a:solidFill>
              </a:defRPr>
            </a:lvl6pPr>
            <a:lvl7pPr marL="3200400" lvl="6" indent="-342900" algn="l">
              <a:spcBef>
                <a:spcPts val="360"/>
              </a:spcBef>
              <a:spcAft>
                <a:spcPts val="0"/>
              </a:spcAft>
              <a:buClr>
                <a:schemeClr val="lt1"/>
              </a:buClr>
              <a:buSzPts val="1800"/>
              <a:buChar char="•"/>
              <a:defRPr>
                <a:solidFill>
                  <a:schemeClr val="lt1"/>
                </a:solidFill>
              </a:defRPr>
            </a:lvl7pPr>
            <a:lvl8pPr marL="3657600" lvl="7" indent="-342900" algn="l">
              <a:spcBef>
                <a:spcPts val="360"/>
              </a:spcBef>
              <a:spcAft>
                <a:spcPts val="0"/>
              </a:spcAft>
              <a:buClr>
                <a:schemeClr val="lt1"/>
              </a:buClr>
              <a:buSzPts val="1800"/>
              <a:buChar char="•"/>
              <a:defRPr>
                <a:solidFill>
                  <a:schemeClr val="lt1"/>
                </a:solidFill>
              </a:defRPr>
            </a:lvl8pPr>
            <a:lvl9pPr marL="4114800" lvl="8" indent="-342900" algn="l">
              <a:spcBef>
                <a:spcPts val="360"/>
              </a:spcBef>
              <a:spcAft>
                <a:spcPts val="0"/>
              </a:spcAft>
              <a:buClr>
                <a:schemeClr val="lt1"/>
              </a:buClr>
              <a:buSzPts val="1800"/>
              <a:buChar char="•"/>
              <a:defRPr>
                <a:solidFill>
                  <a:schemeClr val="lt1"/>
                </a:solidFill>
              </a:defRPr>
            </a:lvl9pPr>
          </a:lstStyle>
          <a:p>
            <a:endParaRPr/>
          </a:p>
        </p:txBody>
      </p:sp>
      <p:sp>
        <p:nvSpPr>
          <p:cNvPr id="186" name="Google Shape;186;p27"/>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187" name="Google Shape;187;p27"/>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spcBef>
                <a:spcPts val="0"/>
              </a:spcBef>
              <a:spcAft>
                <a:spcPts val="0"/>
              </a:spcAft>
              <a:buClr>
                <a:schemeClr val="lt1"/>
              </a:buClr>
              <a:buSzPts val="2100"/>
              <a:buNone/>
              <a:defRPr sz="2300">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a:endParaRPr/>
          </a:p>
        </p:txBody>
      </p:sp>
      <p:sp>
        <p:nvSpPr>
          <p:cNvPr id="188" name="Google Shape;188;p27"/>
          <p:cNvSpPr txBox="1">
            <a:spLocks noGrp="1"/>
          </p:cNvSpPr>
          <p:nvPr>
            <p:ph type="body" idx="3"/>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Clr>
                <a:schemeClr val="lt1"/>
              </a:buClr>
              <a:buSzPts val="1100"/>
              <a:buFont typeface="Plus Jakarta Sans SemiBold"/>
              <a:buNone/>
              <a:defRPr sz="1100" i="0">
                <a:solidFill>
                  <a:schemeClr val="lt1"/>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Clr>
                <a:schemeClr val="lt1"/>
              </a:buClr>
              <a:buSzPts val="1260"/>
              <a:buFont typeface="Arial"/>
              <a:buNone/>
              <a:defRPr sz="1050">
                <a:solidFill>
                  <a:schemeClr val="lt1"/>
                </a:solidFill>
                <a:latin typeface="Arial"/>
                <a:ea typeface="Arial"/>
                <a:cs typeface="Arial"/>
                <a:sym typeface="Arial"/>
              </a:defRPr>
            </a:lvl2pPr>
            <a:lvl3pPr marL="1371600" lvl="2" indent="-228600" algn="l">
              <a:spcBef>
                <a:spcPts val="210"/>
              </a:spcBef>
              <a:spcAft>
                <a:spcPts val="0"/>
              </a:spcAft>
              <a:buClr>
                <a:schemeClr val="lt1"/>
              </a:buClr>
              <a:buSzPts val="1260"/>
              <a:buFont typeface="Arial"/>
              <a:buNone/>
              <a:defRPr sz="1050">
                <a:solidFill>
                  <a:schemeClr val="lt1"/>
                </a:solidFill>
                <a:latin typeface="Arial"/>
                <a:ea typeface="Arial"/>
                <a:cs typeface="Arial"/>
                <a:sym typeface="Arial"/>
              </a:defRPr>
            </a:lvl3pPr>
            <a:lvl4pPr marL="1828800" lvl="3" indent="-228600" algn="l">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4pPr>
            <a:lvl5pPr marL="2286000" lvl="4" indent="-228600" algn="l">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5pPr>
            <a:lvl6pPr marL="2743200" lvl="5" indent="-342900" algn="l">
              <a:spcBef>
                <a:spcPts val="360"/>
              </a:spcBef>
              <a:spcAft>
                <a:spcPts val="0"/>
              </a:spcAft>
              <a:buClr>
                <a:schemeClr val="lt1"/>
              </a:buClr>
              <a:buSzPts val="1800"/>
              <a:buChar char="•"/>
              <a:defRPr>
                <a:solidFill>
                  <a:schemeClr val="lt1"/>
                </a:solidFill>
              </a:defRPr>
            </a:lvl6pPr>
            <a:lvl7pPr marL="3200400" lvl="6" indent="-342900" algn="l">
              <a:spcBef>
                <a:spcPts val="360"/>
              </a:spcBef>
              <a:spcAft>
                <a:spcPts val="0"/>
              </a:spcAft>
              <a:buClr>
                <a:schemeClr val="lt1"/>
              </a:buClr>
              <a:buSzPts val="1800"/>
              <a:buChar char="•"/>
              <a:defRPr>
                <a:solidFill>
                  <a:schemeClr val="lt1"/>
                </a:solidFill>
              </a:defRPr>
            </a:lvl7pPr>
            <a:lvl8pPr marL="3657600" lvl="7" indent="-342900" algn="l">
              <a:spcBef>
                <a:spcPts val="360"/>
              </a:spcBef>
              <a:spcAft>
                <a:spcPts val="0"/>
              </a:spcAft>
              <a:buClr>
                <a:schemeClr val="lt1"/>
              </a:buClr>
              <a:buSzPts val="1800"/>
              <a:buChar char="•"/>
              <a:defRPr>
                <a:solidFill>
                  <a:schemeClr val="lt1"/>
                </a:solidFill>
              </a:defRPr>
            </a:lvl8pPr>
            <a:lvl9pPr marL="4114800" lvl="8" indent="-342900" algn="l">
              <a:spcBef>
                <a:spcPts val="360"/>
              </a:spcBef>
              <a:spcAft>
                <a:spcPts val="0"/>
              </a:spcAft>
              <a:buClr>
                <a:schemeClr val="lt1"/>
              </a:buClr>
              <a:buSzPts val="1800"/>
              <a:buChar char="•"/>
              <a:defRPr>
                <a:solidFill>
                  <a:schemeClr val="lt1"/>
                </a:solidFill>
              </a:defRPr>
            </a:lvl9pPr>
          </a:lstStyle>
          <a:p>
            <a:endParaRPr/>
          </a:p>
        </p:txBody>
      </p:sp>
    </p:spTree>
  </p:cSld>
  <p:clrMapOvr>
    <a:masterClrMapping/>
  </p:clrMapOvr>
  <p:transition spd="slow">
    <p:push/>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Headline Right Side Image Left">
  <p:cSld name="7_Title Only_1_2">
    <p:spTree>
      <p:nvGrpSpPr>
        <p:cNvPr id="1" name="Shape 189"/>
        <p:cNvGrpSpPr/>
        <p:nvPr/>
      </p:nvGrpSpPr>
      <p:grpSpPr>
        <a:xfrm>
          <a:off x="0" y="0"/>
          <a:ext cx="0" cy="0"/>
          <a:chOff x="0" y="0"/>
          <a:chExt cx="0" cy="0"/>
        </a:xfrm>
      </p:grpSpPr>
      <p:sp>
        <p:nvSpPr>
          <p:cNvPr id="190" name="Google Shape;190;p28"/>
          <p:cNvSpPr txBox="1">
            <a:spLocks noGrp="1"/>
          </p:cNvSpPr>
          <p:nvPr>
            <p:ph type="title"/>
          </p:nvPr>
        </p:nvSpPr>
        <p:spPr>
          <a:xfrm>
            <a:off x="4135300" y="284250"/>
            <a:ext cx="4464900" cy="612900"/>
          </a:xfrm>
          <a:prstGeom prst="rect">
            <a:avLst/>
          </a:prstGeom>
          <a:noFill/>
          <a:ln>
            <a:noFill/>
          </a:ln>
        </p:spPr>
        <p:txBody>
          <a:bodyPr spcFirstLastPara="1" wrap="square" lIns="91425" tIns="0" rIns="91425" bIns="45700" anchor="t" anchorCtr="0">
            <a:noAutofit/>
          </a:bodyPr>
          <a:lstStyle>
            <a:lvl1pPr lvl="0" algn="l">
              <a:spcBef>
                <a:spcPts val="0"/>
              </a:spcBef>
              <a:spcAft>
                <a:spcPts val="0"/>
              </a:spcAft>
              <a:buClr>
                <a:srgbClr val="120046"/>
              </a:buClr>
              <a:buSzPts val="2100"/>
              <a:buNone/>
              <a:defRPr sz="23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1" name="Google Shape;191;p28"/>
          <p:cNvSpPr txBox="1">
            <a:spLocks noGrp="1"/>
          </p:cNvSpPr>
          <p:nvPr>
            <p:ph type="body" idx="1"/>
          </p:nvPr>
        </p:nvSpPr>
        <p:spPr>
          <a:xfrm>
            <a:off x="4135300" y="1370000"/>
            <a:ext cx="4464900" cy="15066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Clr>
                <a:srgbClr val="000000"/>
              </a:buClr>
              <a:buSzPts val="1800"/>
              <a:buNone/>
              <a:defRPr/>
            </a:lvl1pPr>
            <a:lvl2pPr marL="914400" lvl="1" indent="-228600" algn="l">
              <a:lnSpc>
                <a:spcPct val="78888"/>
              </a:lnSpc>
              <a:spcBef>
                <a:spcPts val="400"/>
              </a:spcBef>
              <a:spcAft>
                <a:spcPts val="0"/>
              </a:spcAft>
              <a:buSzPts val="2160"/>
              <a:buNone/>
              <a:defRPr/>
            </a:lvl2pPr>
            <a:lvl3pPr marL="1371600" lvl="2" indent="-365760" algn="l">
              <a:spcBef>
                <a:spcPts val="360"/>
              </a:spcBef>
              <a:spcAft>
                <a:spcPts val="0"/>
              </a:spcAft>
              <a:buSzPts val="2160"/>
              <a:buChar char="•"/>
              <a:defRPr/>
            </a:lvl3pPr>
            <a:lvl4pPr marL="1828800" lvl="3" indent="-342900" algn="l">
              <a:spcBef>
                <a:spcPts val="360"/>
              </a:spcBef>
              <a:spcAft>
                <a:spcPts val="0"/>
              </a:spcAft>
              <a:buClr>
                <a:srgbClr val="4E5661"/>
              </a:buClr>
              <a:buSzPts val="1800"/>
              <a:buChar char="–"/>
              <a:defRPr/>
            </a:lvl4pPr>
            <a:lvl5pPr marL="2286000" lvl="4" indent="-342900" algn="l">
              <a:spcBef>
                <a:spcPts val="360"/>
              </a:spcBef>
              <a:spcAft>
                <a:spcPts val="0"/>
              </a:spcAft>
              <a:buClr>
                <a:srgbClr val="4E566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92" name="Google Shape;192;p28"/>
          <p:cNvSpPr/>
          <p:nvPr/>
        </p:nvSpPr>
        <p:spPr>
          <a:xfrm>
            <a:off x="3879400" y="897026"/>
            <a:ext cx="762000" cy="226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3" name="Google Shape;193;p28"/>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194" name="Google Shape;194;p28"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195" name="Google Shape;195;p28"/>
          <p:cNvSpPr>
            <a:spLocks noGrp="1"/>
          </p:cNvSpPr>
          <p:nvPr>
            <p:ph type="pic" idx="2"/>
          </p:nvPr>
        </p:nvSpPr>
        <p:spPr>
          <a:xfrm>
            <a:off x="0" y="-20975"/>
            <a:ext cx="3793800" cy="5102100"/>
          </a:xfrm>
          <a:prstGeom prst="rect">
            <a:avLst/>
          </a:prstGeom>
          <a:noFill/>
          <a:ln>
            <a:noFill/>
          </a:ln>
        </p:spPr>
      </p:sp>
      <p:sp>
        <p:nvSpPr>
          <p:cNvPr id="196" name="Google Shape;196;p28"/>
          <p:cNvSpPr txBox="1">
            <a:spLocks noGrp="1"/>
          </p:cNvSpPr>
          <p:nvPr>
            <p:ph type="body" idx="3"/>
          </p:nvPr>
        </p:nvSpPr>
        <p:spPr>
          <a:xfrm>
            <a:off x="41353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Clr>
                <a:schemeClr val="accent4"/>
              </a:buClr>
              <a:buSzPts val="1100"/>
              <a:buFont typeface="Plus Jakarta Sans SemiBold"/>
              <a:buNone/>
              <a:defRPr sz="1100" i="0">
                <a:solidFill>
                  <a:schemeClr val="accent4"/>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SzPts val="1260"/>
              <a:buFont typeface="Arial"/>
              <a:buNone/>
              <a:defRPr sz="1050">
                <a:latin typeface="Arial"/>
                <a:ea typeface="Arial"/>
                <a:cs typeface="Arial"/>
                <a:sym typeface="Arial"/>
              </a:defRPr>
            </a:lvl2pPr>
            <a:lvl3pPr marL="1371600" lvl="2" indent="-228600" algn="l">
              <a:spcBef>
                <a:spcPts val="210"/>
              </a:spcBef>
              <a:spcAft>
                <a:spcPts val="0"/>
              </a:spcAft>
              <a:buSzPts val="1260"/>
              <a:buFont typeface="Arial"/>
              <a:buNone/>
              <a:defRPr sz="1050">
                <a:latin typeface="Arial"/>
                <a:ea typeface="Arial"/>
                <a:cs typeface="Arial"/>
                <a:sym typeface="Arial"/>
              </a:defRPr>
            </a:lvl3pPr>
            <a:lvl4pPr marL="1828800" lvl="3" indent="-228600" algn="l">
              <a:spcBef>
                <a:spcPts val="210"/>
              </a:spcBef>
              <a:spcAft>
                <a:spcPts val="0"/>
              </a:spcAft>
              <a:buClr>
                <a:srgbClr val="4E5661"/>
              </a:buClr>
              <a:buSzPts val="1050"/>
              <a:buFont typeface="Arial"/>
              <a:buNone/>
              <a:defRPr sz="1050">
                <a:latin typeface="Arial"/>
                <a:ea typeface="Arial"/>
                <a:cs typeface="Arial"/>
                <a:sym typeface="Arial"/>
              </a:defRPr>
            </a:lvl4pPr>
            <a:lvl5pPr marL="2286000" lvl="4" indent="-228600" algn="l">
              <a:spcBef>
                <a:spcPts val="210"/>
              </a:spcBef>
              <a:spcAft>
                <a:spcPts val="0"/>
              </a:spcAft>
              <a:buClr>
                <a:srgbClr val="4E5661"/>
              </a:buClr>
              <a:buSzPts val="1050"/>
              <a:buFont typeface="Arial"/>
              <a:buNone/>
              <a:defRPr sz="1050">
                <a:latin typeface="Arial"/>
                <a:ea typeface="Arial"/>
                <a:cs typeface="Arial"/>
                <a:sym typeface="Aria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transition spd="slow">
    <p:push/>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Headline Right Side Image Left | Twilight">
  <p:cSld name="7_Title Only_1_2_1">
    <p:bg>
      <p:bgPr>
        <a:solidFill>
          <a:schemeClr val="dk1"/>
        </a:solidFill>
        <a:effectLst/>
      </p:bgPr>
    </p:bg>
    <p:spTree>
      <p:nvGrpSpPr>
        <p:cNvPr id="1" name="Shape 197"/>
        <p:cNvGrpSpPr/>
        <p:nvPr/>
      </p:nvGrpSpPr>
      <p:grpSpPr>
        <a:xfrm>
          <a:off x="0" y="0"/>
          <a:ext cx="0" cy="0"/>
          <a:chOff x="0" y="0"/>
          <a:chExt cx="0" cy="0"/>
        </a:xfrm>
      </p:grpSpPr>
      <p:sp>
        <p:nvSpPr>
          <p:cNvPr id="198" name="Google Shape;198;p29"/>
          <p:cNvSpPr txBox="1">
            <a:spLocks noGrp="1"/>
          </p:cNvSpPr>
          <p:nvPr>
            <p:ph type="title"/>
          </p:nvPr>
        </p:nvSpPr>
        <p:spPr>
          <a:xfrm>
            <a:off x="4135300" y="284250"/>
            <a:ext cx="4464900" cy="612900"/>
          </a:xfrm>
          <a:prstGeom prst="rect">
            <a:avLst/>
          </a:prstGeom>
          <a:noFill/>
          <a:ln>
            <a:noFill/>
          </a:ln>
        </p:spPr>
        <p:txBody>
          <a:bodyPr spcFirstLastPara="1" wrap="square" lIns="91425" tIns="0" rIns="91425" bIns="45700" anchor="t" anchorCtr="0">
            <a:noAutofit/>
          </a:bodyPr>
          <a:lstStyle>
            <a:lvl1pPr lvl="0" algn="l">
              <a:spcBef>
                <a:spcPts val="0"/>
              </a:spcBef>
              <a:spcAft>
                <a:spcPts val="0"/>
              </a:spcAft>
              <a:buClr>
                <a:schemeClr val="lt1"/>
              </a:buClr>
              <a:buSzPts val="2100"/>
              <a:buNone/>
              <a:defRPr sz="2300">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a:endParaRPr/>
          </a:p>
        </p:txBody>
      </p:sp>
      <p:sp>
        <p:nvSpPr>
          <p:cNvPr id="199" name="Google Shape;199;p29"/>
          <p:cNvSpPr txBox="1">
            <a:spLocks noGrp="1"/>
          </p:cNvSpPr>
          <p:nvPr>
            <p:ph type="body" idx="1"/>
          </p:nvPr>
        </p:nvSpPr>
        <p:spPr>
          <a:xfrm>
            <a:off x="4135300" y="1370000"/>
            <a:ext cx="4464900" cy="15066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Clr>
                <a:schemeClr val="lt1"/>
              </a:buClr>
              <a:buSzPts val="1800"/>
              <a:buNone/>
              <a:defRPr>
                <a:solidFill>
                  <a:schemeClr val="lt1"/>
                </a:solidFill>
              </a:defRPr>
            </a:lvl1pPr>
            <a:lvl2pPr marL="914400" lvl="1" indent="-228600" algn="l">
              <a:lnSpc>
                <a:spcPct val="78888"/>
              </a:lnSpc>
              <a:spcBef>
                <a:spcPts val="400"/>
              </a:spcBef>
              <a:spcAft>
                <a:spcPts val="0"/>
              </a:spcAft>
              <a:buClr>
                <a:schemeClr val="lt1"/>
              </a:buClr>
              <a:buSzPts val="2160"/>
              <a:buNone/>
              <a:defRPr>
                <a:solidFill>
                  <a:schemeClr val="lt1"/>
                </a:solidFill>
              </a:defRPr>
            </a:lvl2pPr>
            <a:lvl3pPr marL="1371600" lvl="2" indent="-365760" algn="l">
              <a:spcBef>
                <a:spcPts val="360"/>
              </a:spcBef>
              <a:spcAft>
                <a:spcPts val="0"/>
              </a:spcAft>
              <a:buClr>
                <a:schemeClr val="lt1"/>
              </a:buClr>
              <a:buSzPts val="2160"/>
              <a:buChar char="•"/>
              <a:defRPr>
                <a:solidFill>
                  <a:schemeClr val="lt1"/>
                </a:solidFill>
              </a:defRPr>
            </a:lvl3pPr>
            <a:lvl4pPr marL="1828800" lvl="3" indent="-342900" algn="l">
              <a:spcBef>
                <a:spcPts val="360"/>
              </a:spcBef>
              <a:spcAft>
                <a:spcPts val="0"/>
              </a:spcAft>
              <a:buClr>
                <a:schemeClr val="lt1"/>
              </a:buClr>
              <a:buSzPts val="1800"/>
              <a:buChar char="–"/>
              <a:defRPr>
                <a:solidFill>
                  <a:schemeClr val="lt1"/>
                </a:solidFill>
              </a:defRPr>
            </a:lvl4pPr>
            <a:lvl5pPr marL="2286000" lvl="4" indent="-342900" algn="l">
              <a:spcBef>
                <a:spcPts val="360"/>
              </a:spcBef>
              <a:spcAft>
                <a:spcPts val="0"/>
              </a:spcAft>
              <a:buClr>
                <a:schemeClr val="lt1"/>
              </a:buClr>
              <a:buSzPts val="1800"/>
              <a:buChar char="»"/>
              <a:defRPr>
                <a:solidFill>
                  <a:schemeClr val="lt1"/>
                </a:solidFill>
              </a:defRPr>
            </a:lvl5pPr>
            <a:lvl6pPr marL="2743200" lvl="5" indent="-342900" algn="l">
              <a:spcBef>
                <a:spcPts val="360"/>
              </a:spcBef>
              <a:spcAft>
                <a:spcPts val="0"/>
              </a:spcAft>
              <a:buClr>
                <a:schemeClr val="lt1"/>
              </a:buClr>
              <a:buSzPts val="1800"/>
              <a:buChar char="•"/>
              <a:defRPr>
                <a:solidFill>
                  <a:schemeClr val="lt1"/>
                </a:solidFill>
              </a:defRPr>
            </a:lvl6pPr>
            <a:lvl7pPr marL="3200400" lvl="6" indent="-342900" algn="l">
              <a:spcBef>
                <a:spcPts val="360"/>
              </a:spcBef>
              <a:spcAft>
                <a:spcPts val="0"/>
              </a:spcAft>
              <a:buClr>
                <a:schemeClr val="lt1"/>
              </a:buClr>
              <a:buSzPts val="1800"/>
              <a:buChar char="•"/>
              <a:defRPr>
                <a:solidFill>
                  <a:schemeClr val="lt1"/>
                </a:solidFill>
              </a:defRPr>
            </a:lvl7pPr>
            <a:lvl8pPr marL="3657600" lvl="7" indent="-342900" algn="l">
              <a:spcBef>
                <a:spcPts val="360"/>
              </a:spcBef>
              <a:spcAft>
                <a:spcPts val="0"/>
              </a:spcAft>
              <a:buClr>
                <a:schemeClr val="lt1"/>
              </a:buClr>
              <a:buSzPts val="1800"/>
              <a:buChar char="•"/>
              <a:defRPr>
                <a:solidFill>
                  <a:schemeClr val="lt1"/>
                </a:solidFill>
              </a:defRPr>
            </a:lvl8pPr>
            <a:lvl9pPr marL="4114800" lvl="8" indent="-342900" algn="l">
              <a:spcBef>
                <a:spcPts val="360"/>
              </a:spcBef>
              <a:spcAft>
                <a:spcPts val="0"/>
              </a:spcAft>
              <a:buClr>
                <a:schemeClr val="lt1"/>
              </a:buClr>
              <a:buSzPts val="1800"/>
              <a:buChar char="•"/>
              <a:defRPr>
                <a:solidFill>
                  <a:schemeClr val="lt1"/>
                </a:solidFill>
              </a:defRPr>
            </a:lvl9pPr>
          </a:lstStyle>
          <a:p>
            <a:endParaRPr/>
          </a:p>
        </p:txBody>
      </p:sp>
      <p:sp>
        <p:nvSpPr>
          <p:cNvPr id="200" name="Google Shape;200;p29"/>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201" name="Google Shape;201;p29"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202" name="Google Shape;202;p29"/>
          <p:cNvSpPr>
            <a:spLocks noGrp="1"/>
          </p:cNvSpPr>
          <p:nvPr>
            <p:ph type="pic" idx="2"/>
          </p:nvPr>
        </p:nvSpPr>
        <p:spPr>
          <a:xfrm>
            <a:off x="0" y="-20975"/>
            <a:ext cx="3793800" cy="5102100"/>
          </a:xfrm>
          <a:prstGeom prst="rect">
            <a:avLst/>
          </a:prstGeom>
          <a:noFill/>
          <a:ln>
            <a:noFill/>
          </a:ln>
        </p:spPr>
      </p:sp>
      <p:sp>
        <p:nvSpPr>
          <p:cNvPr id="203" name="Google Shape;203;p29"/>
          <p:cNvSpPr txBox="1">
            <a:spLocks noGrp="1"/>
          </p:cNvSpPr>
          <p:nvPr>
            <p:ph type="body" idx="3"/>
          </p:nvPr>
        </p:nvSpPr>
        <p:spPr>
          <a:xfrm>
            <a:off x="41353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Clr>
                <a:schemeClr val="lt1"/>
              </a:buClr>
              <a:buSzPts val="1100"/>
              <a:buFont typeface="Plus Jakarta Sans SemiBold"/>
              <a:buNone/>
              <a:defRPr sz="1100" i="0">
                <a:solidFill>
                  <a:schemeClr val="lt1"/>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Clr>
                <a:schemeClr val="lt1"/>
              </a:buClr>
              <a:buSzPts val="1260"/>
              <a:buFont typeface="Arial"/>
              <a:buNone/>
              <a:defRPr sz="1050">
                <a:solidFill>
                  <a:schemeClr val="lt1"/>
                </a:solidFill>
                <a:latin typeface="Arial"/>
                <a:ea typeface="Arial"/>
                <a:cs typeface="Arial"/>
                <a:sym typeface="Arial"/>
              </a:defRPr>
            </a:lvl2pPr>
            <a:lvl3pPr marL="1371600" lvl="2" indent="-228600" algn="l">
              <a:spcBef>
                <a:spcPts val="210"/>
              </a:spcBef>
              <a:spcAft>
                <a:spcPts val="0"/>
              </a:spcAft>
              <a:buClr>
                <a:schemeClr val="lt1"/>
              </a:buClr>
              <a:buSzPts val="1260"/>
              <a:buFont typeface="Arial"/>
              <a:buNone/>
              <a:defRPr sz="1050">
                <a:solidFill>
                  <a:schemeClr val="lt1"/>
                </a:solidFill>
                <a:latin typeface="Arial"/>
                <a:ea typeface="Arial"/>
                <a:cs typeface="Arial"/>
                <a:sym typeface="Arial"/>
              </a:defRPr>
            </a:lvl3pPr>
            <a:lvl4pPr marL="1828800" lvl="3" indent="-228600" algn="l">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4pPr>
            <a:lvl5pPr marL="2286000" lvl="4" indent="-228600" algn="l">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5pPr>
            <a:lvl6pPr marL="2743200" lvl="5" indent="-342900" algn="l">
              <a:spcBef>
                <a:spcPts val="360"/>
              </a:spcBef>
              <a:spcAft>
                <a:spcPts val="0"/>
              </a:spcAft>
              <a:buClr>
                <a:schemeClr val="lt1"/>
              </a:buClr>
              <a:buSzPts val="1800"/>
              <a:buChar char="•"/>
              <a:defRPr>
                <a:solidFill>
                  <a:schemeClr val="lt1"/>
                </a:solidFill>
              </a:defRPr>
            </a:lvl6pPr>
            <a:lvl7pPr marL="3200400" lvl="6" indent="-342900" algn="l">
              <a:spcBef>
                <a:spcPts val="360"/>
              </a:spcBef>
              <a:spcAft>
                <a:spcPts val="0"/>
              </a:spcAft>
              <a:buClr>
                <a:schemeClr val="lt1"/>
              </a:buClr>
              <a:buSzPts val="1800"/>
              <a:buChar char="•"/>
              <a:defRPr>
                <a:solidFill>
                  <a:schemeClr val="lt1"/>
                </a:solidFill>
              </a:defRPr>
            </a:lvl7pPr>
            <a:lvl8pPr marL="3657600" lvl="7" indent="-342900" algn="l">
              <a:spcBef>
                <a:spcPts val="360"/>
              </a:spcBef>
              <a:spcAft>
                <a:spcPts val="0"/>
              </a:spcAft>
              <a:buClr>
                <a:schemeClr val="lt1"/>
              </a:buClr>
              <a:buSzPts val="1800"/>
              <a:buChar char="•"/>
              <a:defRPr>
                <a:solidFill>
                  <a:schemeClr val="lt1"/>
                </a:solidFill>
              </a:defRPr>
            </a:lvl8pPr>
            <a:lvl9pPr marL="4114800" lvl="8" indent="-342900" algn="l">
              <a:spcBef>
                <a:spcPts val="360"/>
              </a:spcBef>
              <a:spcAft>
                <a:spcPts val="0"/>
              </a:spcAft>
              <a:buClr>
                <a:schemeClr val="lt1"/>
              </a:buClr>
              <a:buSzPts val="1800"/>
              <a:buChar char="•"/>
              <a:defRPr>
                <a:solidFill>
                  <a:schemeClr val="lt1"/>
                </a:solidFill>
              </a:defRPr>
            </a:lvl9pPr>
          </a:lstStyle>
          <a:p>
            <a:endParaRPr/>
          </a:p>
        </p:txBody>
      </p:sp>
    </p:spTree>
  </p:cSld>
  <p:clrMapOvr>
    <a:masterClrMapping/>
  </p:clrMapOvr>
  <p:transition spd="slow">
    <p:push/>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Quote with Image | White">
  <p:cSld name="7_Title Only_1_1">
    <p:spTree>
      <p:nvGrpSpPr>
        <p:cNvPr id="1" name="Shape 204"/>
        <p:cNvGrpSpPr/>
        <p:nvPr/>
      </p:nvGrpSpPr>
      <p:grpSpPr>
        <a:xfrm>
          <a:off x="0" y="0"/>
          <a:ext cx="0" cy="0"/>
          <a:chOff x="0" y="0"/>
          <a:chExt cx="0" cy="0"/>
        </a:xfrm>
      </p:grpSpPr>
      <p:sp>
        <p:nvSpPr>
          <p:cNvPr id="205" name="Google Shape;205;p30"/>
          <p:cNvSpPr/>
          <p:nvPr/>
        </p:nvSpPr>
        <p:spPr>
          <a:xfrm>
            <a:off x="297925" y="3329814"/>
            <a:ext cx="762000" cy="226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cxnSp>
        <p:nvCxnSpPr>
          <p:cNvPr id="206" name="Google Shape;206;p30"/>
          <p:cNvCxnSpPr/>
          <p:nvPr/>
        </p:nvCxnSpPr>
        <p:spPr>
          <a:xfrm rot="10800000">
            <a:off x="630145" y="3480538"/>
            <a:ext cx="502800" cy="0"/>
          </a:xfrm>
          <a:prstGeom prst="straightConnector1">
            <a:avLst/>
          </a:prstGeom>
          <a:noFill/>
          <a:ln w="19050" cap="flat" cmpd="sng">
            <a:solidFill>
              <a:srgbClr val="FF550C"/>
            </a:solidFill>
            <a:prstDash val="solid"/>
            <a:round/>
            <a:headEnd type="none" w="sm" len="sm"/>
            <a:tailEnd type="none" w="sm" len="sm"/>
          </a:ln>
        </p:spPr>
      </p:cxnSp>
      <p:sp>
        <p:nvSpPr>
          <p:cNvPr id="207" name="Google Shape;207;p30"/>
          <p:cNvSpPr txBox="1">
            <a:spLocks noGrp="1"/>
          </p:cNvSpPr>
          <p:nvPr>
            <p:ph type="body" idx="1"/>
          </p:nvPr>
        </p:nvSpPr>
        <p:spPr>
          <a:xfrm>
            <a:off x="553825" y="3652682"/>
            <a:ext cx="3962400" cy="687000"/>
          </a:xfrm>
          <a:prstGeom prst="rect">
            <a:avLst/>
          </a:prstGeom>
          <a:noFill/>
          <a:ln>
            <a:noFill/>
          </a:ln>
        </p:spPr>
        <p:txBody>
          <a:bodyPr spcFirstLastPara="1" wrap="square" lIns="91425" tIns="45700" rIns="91425" bIns="45700" anchor="t" anchorCtr="0">
            <a:noAutofit/>
          </a:bodyPr>
          <a:lstStyle>
            <a:lvl1pPr marL="457200" lvl="0" indent="-228600" algn="l" rtl="0">
              <a:spcBef>
                <a:spcPts val="0"/>
              </a:spcBef>
              <a:spcAft>
                <a:spcPts val="0"/>
              </a:spcAft>
              <a:buClr>
                <a:schemeClr val="accent2"/>
              </a:buClr>
              <a:buSzPts val="2000"/>
              <a:buFont typeface="Plus Jakarta Sans SemiBold"/>
              <a:buNone/>
              <a:defRPr sz="1600">
                <a:solidFill>
                  <a:schemeClr val="accent2"/>
                </a:solidFill>
                <a:latin typeface="Plus Jakarta Sans SemiBold"/>
                <a:ea typeface="Plus Jakarta Sans SemiBold"/>
                <a:cs typeface="Plus Jakarta Sans SemiBold"/>
                <a:sym typeface="Plus Jakarta Sans SemiBold"/>
              </a:defRPr>
            </a:lvl1pPr>
            <a:lvl2pPr marL="914400" lvl="1" indent="-228600" algn="l" rtl="0">
              <a:lnSpc>
                <a:spcPct val="78888"/>
              </a:lnSpc>
              <a:spcBef>
                <a:spcPts val="400"/>
              </a:spcBef>
              <a:spcAft>
                <a:spcPts val="0"/>
              </a:spcAft>
              <a:buClr>
                <a:schemeClr val="accent2"/>
              </a:buClr>
              <a:buSzPts val="2160"/>
              <a:buNone/>
              <a:defRPr>
                <a:solidFill>
                  <a:schemeClr val="accent2"/>
                </a:solidFill>
              </a:defRPr>
            </a:lvl2pPr>
            <a:lvl3pPr marL="1371600" lvl="2" indent="-365760" algn="l" rtl="0">
              <a:spcBef>
                <a:spcPts val="360"/>
              </a:spcBef>
              <a:spcAft>
                <a:spcPts val="0"/>
              </a:spcAft>
              <a:buSzPts val="2160"/>
              <a:buChar char="•"/>
              <a:defRPr/>
            </a:lvl3pPr>
            <a:lvl4pPr marL="1828800" lvl="3" indent="-342900" algn="l" rtl="0">
              <a:spcBef>
                <a:spcPts val="360"/>
              </a:spcBef>
              <a:spcAft>
                <a:spcPts val="0"/>
              </a:spcAft>
              <a:buClr>
                <a:srgbClr val="4E5661"/>
              </a:buClr>
              <a:buSzPts val="1800"/>
              <a:buChar char="–"/>
              <a:defRPr/>
            </a:lvl4pPr>
            <a:lvl5pPr marL="2286000" lvl="4" indent="-342900" algn="l" rtl="0">
              <a:spcBef>
                <a:spcPts val="360"/>
              </a:spcBef>
              <a:spcAft>
                <a:spcPts val="0"/>
              </a:spcAft>
              <a:buClr>
                <a:srgbClr val="4E566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08" name="Google Shape;208;p30"/>
          <p:cNvSpPr txBox="1">
            <a:spLocks noGrp="1"/>
          </p:cNvSpPr>
          <p:nvPr>
            <p:ph type="body" idx="2"/>
          </p:nvPr>
        </p:nvSpPr>
        <p:spPr>
          <a:xfrm>
            <a:off x="553825" y="3978509"/>
            <a:ext cx="3962400" cy="324000"/>
          </a:xfrm>
          <a:prstGeom prst="rect">
            <a:avLst/>
          </a:prstGeom>
          <a:noFill/>
          <a:ln>
            <a:noFill/>
          </a:ln>
        </p:spPr>
        <p:txBody>
          <a:bodyPr spcFirstLastPara="1" wrap="square" lIns="91425" tIns="45700" rIns="91425" bIns="45700" anchor="t" anchorCtr="0">
            <a:noAutofit/>
          </a:bodyPr>
          <a:lstStyle>
            <a:lvl1pPr marL="457200" lvl="0" indent="-228600" algn="l" rtl="0">
              <a:spcBef>
                <a:spcPts val="0"/>
              </a:spcBef>
              <a:spcAft>
                <a:spcPts val="0"/>
              </a:spcAft>
              <a:buClr>
                <a:schemeClr val="accent2"/>
              </a:buClr>
              <a:buSzPts val="1400"/>
              <a:buNone/>
              <a:defRPr sz="1000">
                <a:solidFill>
                  <a:schemeClr val="accent2"/>
                </a:solidFill>
              </a:defRPr>
            </a:lvl1pPr>
            <a:lvl2pPr marL="914400" lvl="1" indent="-228600" algn="l" rtl="0">
              <a:lnSpc>
                <a:spcPct val="78888"/>
              </a:lnSpc>
              <a:spcBef>
                <a:spcPts val="400"/>
              </a:spcBef>
              <a:spcAft>
                <a:spcPts val="0"/>
              </a:spcAft>
              <a:buClr>
                <a:schemeClr val="accent2"/>
              </a:buClr>
              <a:buSzPts val="2160"/>
              <a:buNone/>
              <a:defRPr>
                <a:solidFill>
                  <a:schemeClr val="accent2"/>
                </a:solidFill>
              </a:defRPr>
            </a:lvl2pPr>
            <a:lvl3pPr marL="1371600" lvl="2" indent="-365760" algn="l" rtl="0">
              <a:spcBef>
                <a:spcPts val="360"/>
              </a:spcBef>
              <a:spcAft>
                <a:spcPts val="0"/>
              </a:spcAft>
              <a:buSzPts val="2160"/>
              <a:buChar char="•"/>
              <a:defRPr/>
            </a:lvl3pPr>
            <a:lvl4pPr marL="1828800" lvl="3" indent="-342900" algn="l" rtl="0">
              <a:spcBef>
                <a:spcPts val="360"/>
              </a:spcBef>
              <a:spcAft>
                <a:spcPts val="0"/>
              </a:spcAft>
              <a:buClr>
                <a:srgbClr val="4E5661"/>
              </a:buClr>
              <a:buSzPts val="1800"/>
              <a:buChar char="–"/>
              <a:defRPr/>
            </a:lvl4pPr>
            <a:lvl5pPr marL="2286000" lvl="4" indent="-342900" algn="l" rtl="0">
              <a:spcBef>
                <a:spcPts val="360"/>
              </a:spcBef>
              <a:spcAft>
                <a:spcPts val="0"/>
              </a:spcAft>
              <a:buClr>
                <a:srgbClr val="4E566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09" name="Google Shape;209;p30"/>
          <p:cNvSpPr txBox="1">
            <a:spLocks noGrp="1"/>
          </p:cNvSpPr>
          <p:nvPr>
            <p:ph type="body" idx="3"/>
          </p:nvPr>
        </p:nvSpPr>
        <p:spPr>
          <a:xfrm>
            <a:off x="553825" y="1595988"/>
            <a:ext cx="3725400" cy="1506600"/>
          </a:xfrm>
          <a:prstGeom prst="rect">
            <a:avLst/>
          </a:prstGeom>
          <a:noFill/>
          <a:ln>
            <a:noFill/>
          </a:ln>
        </p:spPr>
        <p:txBody>
          <a:bodyPr spcFirstLastPara="1" wrap="square" lIns="91425" tIns="45700" rIns="91425" bIns="45700" anchor="t" anchorCtr="0">
            <a:noAutofit/>
          </a:bodyPr>
          <a:lstStyle>
            <a:lvl1pPr marL="457200" lvl="0" indent="-228600" algn="l">
              <a:lnSpc>
                <a:spcPct val="115000"/>
              </a:lnSpc>
              <a:spcBef>
                <a:spcPts val="0"/>
              </a:spcBef>
              <a:spcAft>
                <a:spcPts val="0"/>
              </a:spcAft>
              <a:buClr>
                <a:srgbClr val="000000"/>
              </a:buClr>
              <a:buSzPts val="2200"/>
              <a:buNone/>
              <a:defRPr sz="1800"/>
            </a:lvl1pPr>
            <a:lvl2pPr marL="914400" lvl="1" indent="-228600" algn="l">
              <a:lnSpc>
                <a:spcPct val="150000"/>
              </a:lnSpc>
              <a:spcBef>
                <a:spcPts val="400"/>
              </a:spcBef>
              <a:spcAft>
                <a:spcPts val="0"/>
              </a:spcAft>
              <a:buSzPts val="2160"/>
              <a:buNone/>
              <a:defRPr/>
            </a:lvl2pPr>
            <a:lvl3pPr marL="1371600" lvl="2" indent="-365760" algn="l">
              <a:lnSpc>
                <a:spcPct val="150000"/>
              </a:lnSpc>
              <a:spcBef>
                <a:spcPts val="360"/>
              </a:spcBef>
              <a:spcAft>
                <a:spcPts val="0"/>
              </a:spcAft>
              <a:buSzPts val="2160"/>
              <a:buChar char="•"/>
              <a:defRPr/>
            </a:lvl3pPr>
            <a:lvl4pPr marL="1828800" lvl="3" indent="-342900" algn="l">
              <a:lnSpc>
                <a:spcPct val="150000"/>
              </a:lnSpc>
              <a:spcBef>
                <a:spcPts val="360"/>
              </a:spcBef>
              <a:spcAft>
                <a:spcPts val="0"/>
              </a:spcAft>
              <a:buClr>
                <a:srgbClr val="4E5661"/>
              </a:buClr>
              <a:buSzPts val="1800"/>
              <a:buChar char="–"/>
              <a:defRPr/>
            </a:lvl4pPr>
            <a:lvl5pPr marL="2286000" lvl="4" indent="-342900" algn="l">
              <a:lnSpc>
                <a:spcPct val="150000"/>
              </a:lnSpc>
              <a:spcBef>
                <a:spcPts val="360"/>
              </a:spcBef>
              <a:spcAft>
                <a:spcPts val="0"/>
              </a:spcAft>
              <a:buClr>
                <a:srgbClr val="4E5661"/>
              </a:buClr>
              <a:buSzPts val="1800"/>
              <a:buChar char="»"/>
              <a:defRPr/>
            </a:lvl5pPr>
            <a:lvl6pPr marL="2743200" lvl="5" indent="-342900" algn="l">
              <a:lnSpc>
                <a:spcPct val="150000"/>
              </a:lnSpc>
              <a:spcBef>
                <a:spcPts val="360"/>
              </a:spcBef>
              <a:spcAft>
                <a:spcPts val="0"/>
              </a:spcAft>
              <a:buClr>
                <a:schemeClr val="dk1"/>
              </a:buClr>
              <a:buSzPts val="1800"/>
              <a:buChar char="•"/>
              <a:defRPr/>
            </a:lvl6pPr>
            <a:lvl7pPr marL="3200400" lvl="6" indent="-342900" algn="l">
              <a:lnSpc>
                <a:spcPct val="150000"/>
              </a:lnSpc>
              <a:spcBef>
                <a:spcPts val="360"/>
              </a:spcBef>
              <a:spcAft>
                <a:spcPts val="0"/>
              </a:spcAft>
              <a:buClr>
                <a:schemeClr val="dk1"/>
              </a:buClr>
              <a:buSzPts val="1800"/>
              <a:buChar char="•"/>
              <a:defRPr/>
            </a:lvl7pPr>
            <a:lvl8pPr marL="3657600" lvl="7" indent="-342900" algn="l">
              <a:lnSpc>
                <a:spcPct val="150000"/>
              </a:lnSpc>
              <a:spcBef>
                <a:spcPts val="360"/>
              </a:spcBef>
              <a:spcAft>
                <a:spcPts val="0"/>
              </a:spcAft>
              <a:buClr>
                <a:schemeClr val="dk1"/>
              </a:buClr>
              <a:buSzPts val="1800"/>
              <a:buChar char="•"/>
              <a:defRPr/>
            </a:lvl8pPr>
            <a:lvl9pPr marL="4114800" lvl="8" indent="-342900" algn="l">
              <a:lnSpc>
                <a:spcPct val="150000"/>
              </a:lnSpc>
              <a:spcBef>
                <a:spcPts val="360"/>
              </a:spcBef>
              <a:spcAft>
                <a:spcPts val="0"/>
              </a:spcAft>
              <a:buClr>
                <a:schemeClr val="dk1"/>
              </a:buClr>
              <a:buSzPts val="1800"/>
              <a:buChar char="•"/>
              <a:defRPr/>
            </a:lvl9pPr>
          </a:lstStyle>
          <a:p>
            <a:endParaRPr/>
          </a:p>
        </p:txBody>
      </p:sp>
      <p:sp>
        <p:nvSpPr>
          <p:cNvPr id="210" name="Google Shape;210;p30"/>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211" name="Google Shape;211;p30"/>
          <p:cNvSpPr>
            <a:spLocks noGrp="1"/>
          </p:cNvSpPr>
          <p:nvPr>
            <p:ph type="pic" idx="4"/>
          </p:nvPr>
        </p:nvSpPr>
        <p:spPr>
          <a:xfrm>
            <a:off x="5350350" y="-20975"/>
            <a:ext cx="3793800" cy="5102100"/>
          </a:xfrm>
          <a:prstGeom prst="rect">
            <a:avLst/>
          </a:prstGeom>
          <a:noFill/>
          <a:ln>
            <a:noFill/>
          </a:ln>
        </p:spPr>
      </p:sp>
      <p:sp>
        <p:nvSpPr>
          <p:cNvPr id="212" name="Google Shape;212;p30"/>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spcBef>
                <a:spcPts val="0"/>
              </a:spcBef>
              <a:spcAft>
                <a:spcPts val="0"/>
              </a:spcAft>
              <a:buClr>
                <a:srgbClr val="120046"/>
              </a:buClr>
              <a:buSzPts val="2100"/>
              <a:buNone/>
              <a:defRPr sz="23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3" name="Google Shape;213;p30"/>
          <p:cNvSpPr txBox="1">
            <a:spLocks noGrp="1"/>
          </p:cNvSpPr>
          <p:nvPr>
            <p:ph type="body" idx="5"/>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Clr>
                <a:schemeClr val="accent4"/>
              </a:buClr>
              <a:buSzPts val="1100"/>
              <a:buFont typeface="Plus Jakarta Sans SemiBold"/>
              <a:buNone/>
              <a:defRPr sz="1100" i="0">
                <a:solidFill>
                  <a:schemeClr val="accent4"/>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SzPts val="1260"/>
              <a:buFont typeface="Arial"/>
              <a:buNone/>
              <a:defRPr sz="1050">
                <a:latin typeface="Arial"/>
                <a:ea typeface="Arial"/>
                <a:cs typeface="Arial"/>
                <a:sym typeface="Arial"/>
              </a:defRPr>
            </a:lvl2pPr>
            <a:lvl3pPr marL="1371600" lvl="2" indent="-228600" algn="l">
              <a:spcBef>
                <a:spcPts val="210"/>
              </a:spcBef>
              <a:spcAft>
                <a:spcPts val="0"/>
              </a:spcAft>
              <a:buSzPts val="1260"/>
              <a:buFont typeface="Arial"/>
              <a:buNone/>
              <a:defRPr sz="1050">
                <a:latin typeface="Arial"/>
                <a:ea typeface="Arial"/>
                <a:cs typeface="Arial"/>
                <a:sym typeface="Arial"/>
              </a:defRPr>
            </a:lvl3pPr>
            <a:lvl4pPr marL="1828800" lvl="3" indent="-228600" algn="l">
              <a:spcBef>
                <a:spcPts val="210"/>
              </a:spcBef>
              <a:spcAft>
                <a:spcPts val="0"/>
              </a:spcAft>
              <a:buClr>
                <a:srgbClr val="4E5661"/>
              </a:buClr>
              <a:buSzPts val="1050"/>
              <a:buFont typeface="Arial"/>
              <a:buNone/>
              <a:defRPr sz="1050">
                <a:latin typeface="Arial"/>
                <a:ea typeface="Arial"/>
                <a:cs typeface="Arial"/>
                <a:sym typeface="Arial"/>
              </a:defRPr>
            </a:lvl4pPr>
            <a:lvl5pPr marL="2286000" lvl="4" indent="-228600" algn="l">
              <a:spcBef>
                <a:spcPts val="210"/>
              </a:spcBef>
              <a:spcAft>
                <a:spcPts val="0"/>
              </a:spcAft>
              <a:buClr>
                <a:srgbClr val="4E5661"/>
              </a:buClr>
              <a:buSzPts val="1050"/>
              <a:buFont typeface="Arial"/>
              <a:buNone/>
              <a:defRPr sz="1050">
                <a:latin typeface="Arial"/>
                <a:ea typeface="Arial"/>
                <a:cs typeface="Arial"/>
                <a:sym typeface="Aria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transition spd="slow">
    <p:push/>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Quote with Image | Twilight">
  <p:cSld name="7_Title Only_1_1_2">
    <p:bg>
      <p:bgPr>
        <a:solidFill>
          <a:schemeClr val="dk1"/>
        </a:solidFill>
        <a:effectLst/>
      </p:bgPr>
    </p:bg>
    <p:spTree>
      <p:nvGrpSpPr>
        <p:cNvPr id="1" name="Shape 214"/>
        <p:cNvGrpSpPr/>
        <p:nvPr/>
      </p:nvGrpSpPr>
      <p:grpSpPr>
        <a:xfrm>
          <a:off x="0" y="0"/>
          <a:ext cx="0" cy="0"/>
          <a:chOff x="0" y="0"/>
          <a:chExt cx="0" cy="0"/>
        </a:xfrm>
      </p:grpSpPr>
      <p:cxnSp>
        <p:nvCxnSpPr>
          <p:cNvPr id="215" name="Google Shape;215;p31"/>
          <p:cNvCxnSpPr/>
          <p:nvPr/>
        </p:nvCxnSpPr>
        <p:spPr>
          <a:xfrm rot="10800000">
            <a:off x="630145" y="3480538"/>
            <a:ext cx="502800" cy="0"/>
          </a:xfrm>
          <a:prstGeom prst="straightConnector1">
            <a:avLst/>
          </a:prstGeom>
          <a:noFill/>
          <a:ln w="19050" cap="flat" cmpd="sng">
            <a:solidFill>
              <a:srgbClr val="FF550C"/>
            </a:solidFill>
            <a:prstDash val="solid"/>
            <a:round/>
            <a:headEnd type="none" w="sm" len="sm"/>
            <a:tailEnd type="none" w="sm" len="sm"/>
          </a:ln>
        </p:spPr>
      </p:cxnSp>
      <p:sp>
        <p:nvSpPr>
          <p:cNvPr id="216" name="Google Shape;216;p31"/>
          <p:cNvSpPr txBox="1">
            <a:spLocks noGrp="1"/>
          </p:cNvSpPr>
          <p:nvPr>
            <p:ph type="body" idx="1"/>
          </p:nvPr>
        </p:nvSpPr>
        <p:spPr>
          <a:xfrm>
            <a:off x="553825" y="3652682"/>
            <a:ext cx="3962400" cy="6870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Clr>
                <a:schemeClr val="lt1"/>
              </a:buClr>
              <a:buSzPts val="2000"/>
              <a:buFont typeface="Plus Jakarta Sans SemiBold"/>
              <a:buNone/>
              <a:defRPr sz="1600">
                <a:solidFill>
                  <a:schemeClr val="lt1"/>
                </a:solidFill>
                <a:latin typeface="Plus Jakarta Sans SemiBold"/>
                <a:ea typeface="Plus Jakarta Sans SemiBold"/>
                <a:cs typeface="Plus Jakarta Sans SemiBold"/>
                <a:sym typeface="Plus Jakarta Sans SemiBold"/>
              </a:defRPr>
            </a:lvl1pPr>
            <a:lvl2pPr marL="914400" lvl="1" indent="-228600" algn="l">
              <a:lnSpc>
                <a:spcPct val="78888"/>
              </a:lnSpc>
              <a:spcBef>
                <a:spcPts val="400"/>
              </a:spcBef>
              <a:spcAft>
                <a:spcPts val="0"/>
              </a:spcAft>
              <a:buClr>
                <a:schemeClr val="lt1"/>
              </a:buClr>
              <a:buSzPts val="2160"/>
              <a:buNone/>
              <a:defRPr>
                <a:solidFill>
                  <a:schemeClr val="lt1"/>
                </a:solidFill>
              </a:defRPr>
            </a:lvl2pPr>
            <a:lvl3pPr marL="1371600" lvl="2" indent="-365760" algn="l">
              <a:spcBef>
                <a:spcPts val="360"/>
              </a:spcBef>
              <a:spcAft>
                <a:spcPts val="0"/>
              </a:spcAft>
              <a:buClr>
                <a:schemeClr val="lt1"/>
              </a:buClr>
              <a:buSzPts val="2160"/>
              <a:buChar char="•"/>
              <a:defRPr>
                <a:solidFill>
                  <a:schemeClr val="lt1"/>
                </a:solidFill>
              </a:defRPr>
            </a:lvl3pPr>
            <a:lvl4pPr marL="1828800" lvl="3" indent="-342900" algn="l">
              <a:spcBef>
                <a:spcPts val="360"/>
              </a:spcBef>
              <a:spcAft>
                <a:spcPts val="0"/>
              </a:spcAft>
              <a:buClr>
                <a:schemeClr val="lt1"/>
              </a:buClr>
              <a:buSzPts val="1800"/>
              <a:buChar char="–"/>
              <a:defRPr>
                <a:solidFill>
                  <a:schemeClr val="lt1"/>
                </a:solidFill>
              </a:defRPr>
            </a:lvl4pPr>
            <a:lvl5pPr marL="2286000" lvl="4" indent="-342900" algn="l">
              <a:spcBef>
                <a:spcPts val="360"/>
              </a:spcBef>
              <a:spcAft>
                <a:spcPts val="0"/>
              </a:spcAft>
              <a:buClr>
                <a:schemeClr val="lt1"/>
              </a:buClr>
              <a:buSzPts val="1800"/>
              <a:buChar char="»"/>
              <a:defRPr>
                <a:solidFill>
                  <a:schemeClr val="lt1"/>
                </a:solidFill>
              </a:defRPr>
            </a:lvl5pPr>
            <a:lvl6pPr marL="2743200" lvl="5" indent="-342900" algn="l">
              <a:spcBef>
                <a:spcPts val="360"/>
              </a:spcBef>
              <a:spcAft>
                <a:spcPts val="0"/>
              </a:spcAft>
              <a:buClr>
                <a:schemeClr val="lt1"/>
              </a:buClr>
              <a:buSzPts val="1800"/>
              <a:buChar char="•"/>
              <a:defRPr>
                <a:solidFill>
                  <a:schemeClr val="lt1"/>
                </a:solidFill>
              </a:defRPr>
            </a:lvl6pPr>
            <a:lvl7pPr marL="3200400" lvl="6" indent="-342900" algn="l">
              <a:spcBef>
                <a:spcPts val="360"/>
              </a:spcBef>
              <a:spcAft>
                <a:spcPts val="0"/>
              </a:spcAft>
              <a:buClr>
                <a:schemeClr val="lt1"/>
              </a:buClr>
              <a:buSzPts val="1800"/>
              <a:buChar char="•"/>
              <a:defRPr>
                <a:solidFill>
                  <a:schemeClr val="lt1"/>
                </a:solidFill>
              </a:defRPr>
            </a:lvl7pPr>
            <a:lvl8pPr marL="3657600" lvl="7" indent="-342900" algn="l">
              <a:spcBef>
                <a:spcPts val="360"/>
              </a:spcBef>
              <a:spcAft>
                <a:spcPts val="0"/>
              </a:spcAft>
              <a:buClr>
                <a:schemeClr val="lt1"/>
              </a:buClr>
              <a:buSzPts val="1800"/>
              <a:buChar char="•"/>
              <a:defRPr>
                <a:solidFill>
                  <a:schemeClr val="lt1"/>
                </a:solidFill>
              </a:defRPr>
            </a:lvl8pPr>
            <a:lvl9pPr marL="4114800" lvl="8" indent="-342900" algn="l">
              <a:spcBef>
                <a:spcPts val="360"/>
              </a:spcBef>
              <a:spcAft>
                <a:spcPts val="0"/>
              </a:spcAft>
              <a:buClr>
                <a:schemeClr val="lt1"/>
              </a:buClr>
              <a:buSzPts val="1800"/>
              <a:buChar char="•"/>
              <a:defRPr>
                <a:solidFill>
                  <a:schemeClr val="lt1"/>
                </a:solidFill>
              </a:defRPr>
            </a:lvl9pPr>
          </a:lstStyle>
          <a:p>
            <a:endParaRPr/>
          </a:p>
        </p:txBody>
      </p:sp>
      <p:sp>
        <p:nvSpPr>
          <p:cNvPr id="217" name="Google Shape;217;p31"/>
          <p:cNvSpPr txBox="1">
            <a:spLocks noGrp="1"/>
          </p:cNvSpPr>
          <p:nvPr>
            <p:ph type="body" idx="2"/>
          </p:nvPr>
        </p:nvSpPr>
        <p:spPr>
          <a:xfrm>
            <a:off x="553825" y="3978509"/>
            <a:ext cx="3962400" cy="3240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Clr>
                <a:schemeClr val="accent2"/>
              </a:buClr>
              <a:buSzPts val="1400"/>
              <a:buNone/>
              <a:defRPr sz="1000">
                <a:solidFill>
                  <a:schemeClr val="accent2"/>
                </a:solidFill>
              </a:defRPr>
            </a:lvl1pPr>
            <a:lvl2pPr marL="914400" lvl="1" indent="-228600" algn="l">
              <a:lnSpc>
                <a:spcPct val="78888"/>
              </a:lnSpc>
              <a:spcBef>
                <a:spcPts val="400"/>
              </a:spcBef>
              <a:spcAft>
                <a:spcPts val="0"/>
              </a:spcAft>
              <a:buClr>
                <a:schemeClr val="accent2"/>
              </a:buClr>
              <a:buSzPts val="2160"/>
              <a:buNone/>
              <a:defRPr>
                <a:solidFill>
                  <a:schemeClr val="accent2"/>
                </a:solidFill>
              </a:defRPr>
            </a:lvl2pPr>
            <a:lvl3pPr marL="1371600" lvl="2" indent="-365760" algn="l">
              <a:spcBef>
                <a:spcPts val="360"/>
              </a:spcBef>
              <a:spcAft>
                <a:spcPts val="0"/>
              </a:spcAft>
              <a:buSzPts val="2160"/>
              <a:buChar char="•"/>
              <a:defRPr/>
            </a:lvl3pPr>
            <a:lvl4pPr marL="1828800" lvl="3" indent="-342900" algn="l">
              <a:spcBef>
                <a:spcPts val="360"/>
              </a:spcBef>
              <a:spcAft>
                <a:spcPts val="0"/>
              </a:spcAft>
              <a:buClr>
                <a:srgbClr val="4E5661"/>
              </a:buClr>
              <a:buSzPts val="1800"/>
              <a:buChar char="–"/>
              <a:defRPr/>
            </a:lvl4pPr>
            <a:lvl5pPr marL="2286000" lvl="4" indent="-342900" algn="l">
              <a:spcBef>
                <a:spcPts val="360"/>
              </a:spcBef>
              <a:spcAft>
                <a:spcPts val="0"/>
              </a:spcAft>
              <a:buClr>
                <a:srgbClr val="4E566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8" name="Google Shape;218;p31"/>
          <p:cNvSpPr txBox="1">
            <a:spLocks noGrp="1"/>
          </p:cNvSpPr>
          <p:nvPr>
            <p:ph type="body" idx="3"/>
          </p:nvPr>
        </p:nvSpPr>
        <p:spPr>
          <a:xfrm>
            <a:off x="553825" y="1595988"/>
            <a:ext cx="3725400" cy="1506600"/>
          </a:xfrm>
          <a:prstGeom prst="rect">
            <a:avLst/>
          </a:prstGeom>
          <a:noFill/>
          <a:ln>
            <a:noFill/>
          </a:ln>
        </p:spPr>
        <p:txBody>
          <a:bodyPr spcFirstLastPara="1" wrap="square" lIns="91425" tIns="45700" rIns="91425" bIns="45700" anchor="t" anchorCtr="0">
            <a:noAutofit/>
          </a:bodyPr>
          <a:lstStyle>
            <a:lvl1pPr marL="457200" lvl="0" indent="-228600" algn="l">
              <a:lnSpc>
                <a:spcPct val="115000"/>
              </a:lnSpc>
              <a:spcBef>
                <a:spcPts val="0"/>
              </a:spcBef>
              <a:spcAft>
                <a:spcPts val="0"/>
              </a:spcAft>
              <a:buClr>
                <a:schemeClr val="lt1"/>
              </a:buClr>
              <a:buSzPts val="2200"/>
              <a:buNone/>
              <a:defRPr sz="1800">
                <a:solidFill>
                  <a:schemeClr val="lt1"/>
                </a:solidFill>
              </a:defRPr>
            </a:lvl1pPr>
            <a:lvl2pPr marL="914400" lvl="1" indent="-228600" algn="l">
              <a:lnSpc>
                <a:spcPct val="150000"/>
              </a:lnSpc>
              <a:spcBef>
                <a:spcPts val="400"/>
              </a:spcBef>
              <a:spcAft>
                <a:spcPts val="0"/>
              </a:spcAft>
              <a:buClr>
                <a:schemeClr val="lt1"/>
              </a:buClr>
              <a:buSzPts val="2160"/>
              <a:buNone/>
              <a:defRPr>
                <a:solidFill>
                  <a:schemeClr val="lt1"/>
                </a:solidFill>
              </a:defRPr>
            </a:lvl2pPr>
            <a:lvl3pPr marL="1371600" lvl="2" indent="-365760" algn="l">
              <a:lnSpc>
                <a:spcPct val="150000"/>
              </a:lnSpc>
              <a:spcBef>
                <a:spcPts val="360"/>
              </a:spcBef>
              <a:spcAft>
                <a:spcPts val="0"/>
              </a:spcAft>
              <a:buClr>
                <a:schemeClr val="lt1"/>
              </a:buClr>
              <a:buSzPts val="2160"/>
              <a:buChar char="•"/>
              <a:defRPr>
                <a:solidFill>
                  <a:schemeClr val="lt1"/>
                </a:solidFill>
              </a:defRPr>
            </a:lvl3pPr>
            <a:lvl4pPr marL="1828800" lvl="3" indent="-342900" algn="l">
              <a:lnSpc>
                <a:spcPct val="150000"/>
              </a:lnSpc>
              <a:spcBef>
                <a:spcPts val="360"/>
              </a:spcBef>
              <a:spcAft>
                <a:spcPts val="0"/>
              </a:spcAft>
              <a:buClr>
                <a:schemeClr val="lt1"/>
              </a:buClr>
              <a:buSzPts val="1800"/>
              <a:buChar char="–"/>
              <a:defRPr>
                <a:solidFill>
                  <a:schemeClr val="lt1"/>
                </a:solidFill>
              </a:defRPr>
            </a:lvl4pPr>
            <a:lvl5pPr marL="2286000" lvl="4" indent="-342900" algn="l">
              <a:lnSpc>
                <a:spcPct val="150000"/>
              </a:lnSpc>
              <a:spcBef>
                <a:spcPts val="360"/>
              </a:spcBef>
              <a:spcAft>
                <a:spcPts val="0"/>
              </a:spcAft>
              <a:buClr>
                <a:schemeClr val="lt1"/>
              </a:buClr>
              <a:buSzPts val="1800"/>
              <a:buChar char="»"/>
              <a:defRPr>
                <a:solidFill>
                  <a:schemeClr val="lt1"/>
                </a:solidFill>
              </a:defRPr>
            </a:lvl5pPr>
            <a:lvl6pPr marL="2743200" lvl="5" indent="-342900" algn="l">
              <a:lnSpc>
                <a:spcPct val="150000"/>
              </a:lnSpc>
              <a:spcBef>
                <a:spcPts val="360"/>
              </a:spcBef>
              <a:spcAft>
                <a:spcPts val="0"/>
              </a:spcAft>
              <a:buClr>
                <a:schemeClr val="lt1"/>
              </a:buClr>
              <a:buSzPts val="1800"/>
              <a:buChar char="•"/>
              <a:defRPr>
                <a:solidFill>
                  <a:schemeClr val="lt1"/>
                </a:solidFill>
              </a:defRPr>
            </a:lvl6pPr>
            <a:lvl7pPr marL="3200400" lvl="6" indent="-342900" algn="l">
              <a:lnSpc>
                <a:spcPct val="150000"/>
              </a:lnSpc>
              <a:spcBef>
                <a:spcPts val="360"/>
              </a:spcBef>
              <a:spcAft>
                <a:spcPts val="0"/>
              </a:spcAft>
              <a:buClr>
                <a:schemeClr val="lt1"/>
              </a:buClr>
              <a:buSzPts val="1800"/>
              <a:buChar char="•"/>
              <a:defRPr>
                <a:solidFill>
                  <a:schemeClr val="lt1"/>
                </a:solidFill>
              </a:defRPr>
            </a:lvl7pPr>
            <a:lvl8pPr marL="3657600" lvl="7" indent="-342900" algn="l">
              <a:lnSpc>
                <a:spcPct val="150000"/>
              </a:lnSpc>
              <a:spcBef>
                <a:spcPts val="360"/>
              </a:spcBef>
              <a:spcAft>
                <a:spcPts val="0"/>
              </a:spcAft>
              <a:buClr>
                <a:schemeClr val="lt1"/>
              </a:buClr>
              <a:buSzPts val="1800"/>
              <a:buChar char="•"/>
              <a:defRPr>
                <a:solidFill>
                  <a:schemeClr val="lt1"/>
                </a:solidFill>
              </a:defRPr>
            </a:lvl8pPr>
            <a:lvl9pPr marL="4114800" lvl="8" indent="-342900" algn="l">
              <a:lnSpc>
                <a:spcPct val="150000"/>
              </a:lnSpc>
              <a:spcBef>
                <a:spcPts val="360"/>
              </a:spcBef>
              <a:spcAft>
                <a:spcPts val="0"/>
              </a:spcAft>
              <a:buClr>
                <a:schemeClr val="lt1"/>
              </a:buClr>
              <a:buSzPts val="1800"/>
              <a:buChar char="•"/>
              <a:defRPr>
                <a:solidFill>
                  <a:schemeClr val="lt1"/>
                </a:solidFill>
              </a:defRPr>
            </a:lvl9pPr>
          </a:lstStyle>
          <a:p>
            <a:endParaRPr/>
          </a:p>
        </p:txBody>
      </p:sp>
      <p:sp>
        <p:nvSpPr>
          <p:cNvPr id="219" name="Google Shape;219;p31"/>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220" name="Google Shape;220;p31"/>
          <p:cNvSpPr>
            <a:spLocks noGrp="1"/>
          </p:cNvSpPr>
          <p:nvPr>
            <p:ph type="pic" idx="4"/>
          </p:nvPr>
        </p:nvSpPr>
        <p:spPr>
          <a:xfrm>
            <a:off x="5350350" y="-20975"/>
            <a:ext cx="3793800" cy="5102100"/>
          </a:xfrm>
          <a:prstGeom prst="rect">
            <a:avLst/>
          </a:prstGeom>
          <a:noFill/>
          <a:ln>
            <a:noFill/>
          </a:ln>
        </p:spPr>
      </p:sp>
      <p:sp>
        <p:nvSpPr>
          <p:cNvPr id="221" name="Google Shape;221;p31"/>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spcBef>
                <a:spcPts val="0"/>
              </a:spcBef>
              <a:spcAft>
                <a:spcPts val="0"/>
              </a:spcAft>
              <a:buClr>
                <a:srgbClr val="120046"/>
              </a:buClr>
              <a:buSzPts val="2100"/>
              <a:buNone/>
              <a:defRPr sz="23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2" name="Google Shape;222;p31"/>
          <p:cNvSpPr txBox="1">
            <a:spLocks noGrp="1"/>
          </p:cNvSpPr>
          <p:nvPr>
            <p:ph type="body" idx="5"/>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Clr>
                <a:schemeClr val="lt1"/>
              </a:buClr>
              <a:buSzPts val="1100"/>
              <a:buFont typeface="Plus Jakarta Sans SemiBold"/>
              <a:buNone/>
              <a:defRPr sz="1100" i="0">
                <a:solidFill>
                  <a:schemeClr val="lt1"/>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Clr>
                <a:schemeClr val="lt1"/>
              </a:buClr>
              <a:buSzPts val="1260"/>
              <a:buFont typeface="Arial"/>
              <a:buNone/>
              <a:defRPr sz="1050">
                <a:solidFill>
                  <a:schemeClr val="lt1"/>
                </a:solidFill>
                <a:latin typeface="Arial"/>
                <a:ea typeface="Arial"/>
                <a:cs typeface="Arial"/>
                <a:sym typeface="Arial"/>
              </a:defRPr>
            </a:lvl2pPr>
            <a:lvl3pPr marL="1371600" lvl="2" indent="-228600" algn="l">
              <a:spcBef>
                <a:spcPts val="210"/>
              </a:spcBef>
              <a:spcAft>
                <a:spcPts val="0"/>
              </a:spcAft>
              <a:buClr>
                <a:schemeClr val="lt1"/>
              </a:buClr>
              <a:buSzPts val="1260"/>
              <a:buFont typeface="Arial"/>
              <a:buNone/>
              <a:defRPr sz="1050">
                <a:solidFill>
                  <a:schemeClr val="lt1"/>
                </a:solidFill>
                <a:latin typeface="Arial"/>
                <a:ea typeface="Arial"/>
                <a:cs typeface="Arial"/>
                <a:sym typeface="Arial"/>
              </a:defRPr>
            </a:lvl3pPr>
            <a:lvl4pPr marL="1828800" lvl="3" indent="-228600" algn="l">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4pPr>
            <a:lvl5pPr marL="2286000" lvl="4" indent="-228600" algn="l">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5pPr>
            <a:lvl6pPr marL="2743200" lvl="5" indent="-342900" algn="l">
              <a:spcBef>
                <a:spcPts val="360"/>
              </a:spcBef>
              <a:spcAft>
                <a:spcPts val="0"/>
              </a:spcAft>
              <a:buClr>
                <a:schemeClr val="lt1"/>
              </a:buClr>
              <a:buSzPts val="1800"/>
              <a:buChar char="•"/>
              <a:defRPr>
                <a:solidFill>
                  <a:schemeClr val="lt1"/>
                </a:solidFill>
              </a:defRPr>
            </a:lvl6pPr>
            <a:lvl7pPr marL="3200400" lvl="6" indent="-342900" algn="l">
              <a:spcBef>
                <a:spcPts val="360"/>
              </a:spcBef>
              <a:spcAft>
                <a:spcPts val="0"/>
              </a:spcAft>
              <a:buClr>
                <a:schemeClr val="lt1"/>
              </a:buClr>
              <a:buSzPts val="1800"/>
              <a:buChar char="•"/>
              <a:defRPr>
                <a:solidFill>
                  <a:schemeClr val="lt1"/>
                </a:solidFill>
              </a:defRPr>
            </a:lvl7pPr>
            <a:lvl8pPr marL="3657600" lvl="7" indent="-342900" algn="l">
              <a:spcBef>
                <a:spcPts val="360"/>
              </a:spcBef>
              <a:spcAft>
                <a:spcPts val="0"/>
              </a:spcAft>
              <a:buClr>
                <a:schemeClr val="lt1"/>
              </a:buClr>
              <a:buSzPts val="1800"/>
              <a:buChar char="•"/>
              <a:defRPr>
                <a:solidFill>
                  <a:schemeClr val="lt1"/>
                </a:solidFill>
              </a:defRPr>
            </a:lvl8pPr>
            <a:lvl9pPr marL="4114800" lvl="8" indent="-342900" algn="l">
              <a:spcBef>
                <a:spcPts val="360"/>
              </a:spcBef>
              <a:spcAft>
                <a:spcPts val="0"/>
              </a:spcAft>
              <a:buClr>
                <a:schemeClr val="lt1"/>
              </a:buClr>
              <a:buSzPts val="1800"/>
              <a:buChar char="•"/>
              <a:defRPr>
                <a:solidFill>
                  <a:schemeClr val="lt1"/>
                </a:solidFill>
              </a:defRPr>
            </a:lvl9pPr>
          </a:lstStyle>
          <a:p>
            <a:endParaRPr/>
          </a:p>
        </p:txBody>
      </p:sp>
    </p:spTree>
  </p:cSld>
  <p:clrMapOvr>
    <a:masterClrMapping/>
  </p:clrMapOvr>
  <p:transition spd="slow">
    <p:push/>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Quote | Twilight">
  <p:cSld name="7_Title Only_1_1_1">
    <p:bg>
      <p:bgPr>
        <a:solidFill>
          <a:schemeClr val="dk1"/>
        </a:solidFill>
        <a:effectLst/>
      </p:bgPr>
    </p:bg>
    <p:spTree>
      <p:nvGrpSpPr>
        <p:cNvPr id="1" name="Shape 223"/>
        <p:cNvGrpSpPr/>
        <p:nvPr/>
      </p:nvGrpSpPr>
      <p:grpSpPr>
        <a:xfrm>
          <a:off x="0" y="0"/>
          <a:ext cx="0" cy="0"/>
          <a:chOff x="0" y="0"/>
          <a:chExt cx="0" cy="0"/>
        </a:xfrm>
      </p:grpSpPr>
      <p:pic>
        <p:nvPicPr>
          <p:cNvPr id="224" name="Google Shape;224;p32"/>
          <p:cNvPicPr preferRelativeResize="0"/>
          <p:nvPr/>
        </p:nvPicPr>
        <p:blipFill rotWithShape="1">
          <a:blip r:embed="rId2">
            <a:alphaModFix/>
          </a:blip>
          <a:srcRect b="7629"/>
          <a:stretch/>
        </p:blipFill>
        <p:spPr>
          <a:xfrm>
            <a:off x="0" y="4326801"/>
            <a:ext cx="9144000" cy="754400"/>
          </a:xfrm>
          <a:prstGeom prst="rect">
            <a:avLst/>
          </a:prstGeom>
          <a:noFill/>
          <a:ln>
            <a:noFill/>
          </a:ln>
        </p:spPr>
      </p:pic>
      <p:cxnSp>
        <p:nvCxnSpPr>
          <p:cNvPr id="225" name="Google Shape;225;p32"/>
          <p:cNvCxnSpPr/>
          <p:nvPr/>
        </p:nvCxnSpPr>
        <p:spPr>
          <a:xfrm rot="10800000">
            <a:off x="713220" y="1047750"/>
            <a:ext cx="502800" cy="0"/>
          </a:xfrm>
          <a:prstGeom prst="straightConnector1">
            <a:avLst/>
          </a:prstGeom>
          <a:noFill/>
          <a:ln w="19050" cap="flat" cmpd="sng">
            <a:solidFill>
              <a:srgbClr val="FF550C"/>
            </a:solidFill>
            <a:prstDash val="solid"/>
            <a:round/>
            <a:headEnd type="none" w="sm" len="sm"/>
            <a:tailEnd type="none" w="sm" len="sm"/>
          </a:ln>
        </p:spPr>
      </p:cxnSp>
      <p:sp>
        <p:nvSpPr>
          <p:cNvPr id="226" name="Google Shape;226;p32"/>
          <p:cNvSpPr/>
          <p:nvPr/>
        </p:nvSpPr>
        <p:spPr>
          <a:xfrm>
            <a:off x="600100" y="943775"/>
            <a:ext cx="675000" cy="193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Plus Jakarta Sans"/>
              <a:ea typeface="Plus Jakarta Sans"/>
              <a:cs typeface="Plus Jakarta Sans"/>
              <a:sym typeface="Plus Jakarta Sans"/>
            </a:endParaRPr>
          </a:p>
        </p:txBody>
      </p:sp>
      <p:pic>
        <p:nvPicPr>
          <p:cNvPr id="227" name="Google Shape;227;p32"/>
          <p:cNvPicPr preferRelativeResize="0"/>
          <p:nvPr/>
        </p:nvPicPr>
        <p:blipFill rotWithShape="1">
          <a:blip r:embed="rId3">
            <a:alphaModFix/>
          </a:blip>
          <a:srcRect/>
          <a:stretch/>
        </p:blipFill>
        <p:spPr>
          <a:xfrm>
            <a:off x="400525" y="572375"/>
            <a:ext cx="753875" cy="608450"/>
          </a:xfrm>
          <a:prstGeom prst="rect">
            <a:avLst/>
          </a:prstGeom>
          <a:noFill/>
          <a:ln>
            <a:noFill/>
          </a:ln>
        </p:spPr>
      </p:pic>
      <p:cxnSp>
        <p:nvCxnSpPr>
          <p:cNvPr id="228" name="Google Shape;228;p32"/>
          <p:cNvCxnSpPr/>
          <p:nvPr/>
        </p:nvCxnSpPr>
        <p:spPr>
          <a:xfrm rot="10800000">
            <a:off x="1818095" y="3384463"/>
            <a:ext cx="502800" cy="0"/>
          </a:xfrm>
          <a:prstGeom prst="straightConnector1">
            <a:avLst/>
          </a:prstGeom>
          <a:noFill/>
          <a:ln w="19050" cap="flat" cmpd="sng">
            <a:solidFill>
              <a:schemeClr val="accent1"/>
            </a:solidFill>
            <a:prstDash val="solid"/>
            <a:round/>
            <a:headEnd type="none" w="sm" len="sm"/>
            <a:tailEnd type="none" w="sm" len="sm"/>
          </a:ln>
        </p:spPr>
      </p:cxnSp>
      <p:sp>
        <p:nvSpPr>
          <p:cNvPr id="229" name="Google Shape;229;p32"/>
          <p:cNvSpPr txBox="1">
            <a:spLocks noGrp="1"/>
          </p:cNvSpPr>
          <p:nvPr>
            <p:ph type="body" idx="1"/>
          </p:nvPr>
        </p:nvSpPr>
        <p:spPr>
          <a:xfrm>
            <a:off x="1741775" y="3556607"/>
            <a:ext cx="3962400" cy="6870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Clr>
                <a:schemeClr val="accent2"/>
              </a:buClr>
              <a:buSzPts val="2000"/>
              <a:buFont typeface="Plus Jakarta Sans SemiBold"/>
              <a:buNone/>
              <a:defRPr sz="1600">
                <a:solidFill>
                  <a:schemeClr val="accent2"/>
                </a:solidFill>
                <a:latin typeface="Plus Jakarta Sans SemiBold"/>
                <a:ea typeface="Plus Jakarta Sans SemiBold"/>
                <a:cs typeface="Plus Jakarta Sans SemiBold"/>
                <a:sym typeface="Plus Jakarta Sans SemiBold"/>
              </a:defRPr>
            </a:lvl1pPr>
            <a:lvl2pPr marL="914400" lvl="1" indent="-228600" algn="l">
              <a:lnSpc>
                <a:spcPct val="78888"/>
              </a:lnSpc>
              <a:spcBef>
                <a:spcPts val="400"/>
              </a:spcBef>
              <a:spcAft>
                <a:spcPts val="0"/>
              </a:spcAft>
              <a:buClr>
                <a:schemeClr val="accent2"/>
              </a:buClr>
              <a:buSzPts val="2160"/>
              <a:buNone/>
              <a:defRPr>
                <a:solidFill>
                  <a:schemeClr val="accent2"/>
                </a:solidFill>
              </a:defRPr>
            </a:lvl2pPr>
            <a:lvl3pPr marL="1371600" lvl="2" indent="-365760" algn="l">
              <a:spcBef>
                <a:spcPts val="360"/>
              </a:spcBef>
              <a:spcAft>
                <a:spcPts val="0"/>
              </a:spcAft>
              <a:buClr>
                <a:schemeClr val="accent2"/>
              </a:buClr>
              <a:buSzPts val="2160"/>
              <a:buChar char="•"/>
              <a:defRPr>
                <a:solidFill>
                  <a:schemeClr val="accent2"/>
                </a:solidFill>
              </a:defRPr>
            </a:lvl3pPr>
            <a:lvl4pPr marL="1828800" lvl="3" indent="-342900" algn="l">
              <a:spcBef>
                <a:spcPts val="360"/>
              </a:spcBef>
              <a:spcAft>
                <a:spcPts val="0"/>
              </a:spcAft>
              <a:buClr>
                <a:schemeClr val="accent2"/>
              </a:buClr>
              <a:buSzPts val="1800"/>
              <a:buChar char="–"/>
              <a:defRPr>
                <a:solidFill>
                  <a:schemeClr val="accent2"/>
                </a:solidFill>
              </a:defRPr>
            </a:lvl4pPr>
            <a:lvl5pPr marL="2286000" lvl="4" indent="-342900" algn="l">
              <a:spcBef>
                <a:spcPts val="360"/>
              </a:spcBef>
              <a:spcAft>
                <a:spcPts val="0"/>
              </a:spcAft>
              <a:buClr>
                <a:schemeClr val="accent2"/>
              </a:buClr>
              <a:buSzPts val="1800"/>
              <a:buChar char="»"/>
              <a:defRPr>
                <a:solidFill>
                  <a:schemeClr val="accent2"/>
                </a:solidFill>
              </a:defRPr>
            </a:lvl5pPr>
            <a:lvl6pPr marL="2743200" lvl="5" indent="-342900" algn="l">
              <a:spcBef>
                <a:spcPts val="360"/>
              </a:spcBef>
              <a:spcAft>
                <a:spcPts val="0"/>
              </a:spcAft>
              <a:buClr>
                <a:schemeClr val="accent2"/>
              </a:buClr>
              <a:buSzPts val="1800"/>
              <a:buChar char="•"/>
              <a:defRPr>
                <a:solidFill>
                  <a:schemeClr val="accent2"/>
                </a:solidFill>
              </a:defRPr>
            </a:lvl6pPr>
            <a:lvl7pPr marL="3200400" lvl="6" indent="-342900" algn="l">
              <a:spcBef>
                <a:spcPts val="360"/>
              </a:spcBef>
              <a:spcAft>
                <a:spcPts val="0"/>
              </a:spcAft>
              <a:buClr>
                <a:schemeClr val="accent2"/>
              </a:buClr>
              <a:buSzPts val="1800"/>
              <a:buChar char="•"/>
              <a:defRPr>
                <a:solidFill>
                  <a:schemeClr val="accent2"/>
                </a:solidFill>
              </a:defRPr>
            </a:lvl7pPr>
            <a:lvl8pPr marL="3657600" lvl="7" indent="-342900" algn="l">
              <a:spcBef>
                <a:spcPts val="360"/>
              </a:spcBef>
              <a:spcAft>
                <a:spcPts val="0"/>
              </a:spcAft>
              <a:buClr>
                <a:schemeClr val="accent2"/>
              </a:buClr>
              <a:buSzPts val="1800"/>
              <a:buChar char="•"/>
              <a:defRPr>
                <a:solidFill>
                  <a:schemeClr val="accent2"/>
                </a:solidFill>
              </a:defRPr>
            </a:lvl8pPr>
            <a:lvl9pPr marL="4114800" lvl="8" indent="-342900" algn="l">
              <a:spcBef>
                <a:spcPts val="360"/>
              </a:spcBef>
              <a:spcAft>
                <a:spcPts val="0"/>
              </a:spcAft>
              <a:buClr>
                <a:schemeClr val="accent2"/>
              </a:buClr>
              <a:buSzPts val="1800"/>
              <a:buChar char="•"/>
              <a:defRPr>
                <a:solidFill>
                  <a:schemeClr val="accent2"/>
                </a:solidFill>
              </a:defRPr>
            </a:lvl9pPr>
          </a:lstStyle>
          <a:p>
            <a:endParaRPr/>
          </a:p>
        </p:txBody>
      </p:sp>
      <p:sp>
        <p:nvSpPr>
          <p:cNvPr id="230" name="Google Shape;230;p32"/>
          <p:cNvSpPr txBox="1">
            <a:spLocks noGrp="1"/>
          </p:cNvSpPr>
          <p:nvPr>
            <p:ph type="body" idx="2"/>
          </p:nvPr>
        </p:nvSpPr>
        <p:spPr>
          <a:xfrm>
            <a:off x="1741775" y="3882434"/>
            <a:ext cx="3962400" cy="3240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Clr>
                <a:schemeClr val="accent2"/>
              </a:buClr>
              <a:buSzPts val="1400"/>
              <a:buNone/>
              <a:defRPr sz="1000">
                <a:solidFill>
                  <a:schemeClr val="accent2"/>
                </a:solidFill>
              </a:defRPr>
            </a:lvl1pPr>
            <a:lvl2pPr marL="914400" lvl="1" indent="-228600" algn="l">
              <a:lnSpc>
                <a:spcPct val="78888"/>
              </a:lnSpc>
              <a:spcBef>
                <a:spcPts val="400"/>
              </a:spcBef>
              <a:spcAft>
                <a:spcPts val="0"/>
              </a:spcAft>
              <a:buClr>
                <a:schemeClr val="accent2"/>
              </a:buClr>
              <a:buSzPts val="2160"/>
              <a:buNone/>
              <a:defRPr>
                <a:solidFill>
                  <a:schemeClr val="accent2"/>
                </a:solidFill>
              </a:defRPr>
            </a:lvl2pPr>
            <a:lvl3pPr marL="1371600" lvl="2" indent="-365760" algn="l">
              <a:spcBef>
                <a:spcPts val="360"/>
              </a:spcBef>
              <a:spcAft>
                <a:spcPts val="0"/>
              </a:spcAft>
              <a:buClr>
                <a:schemeClr val="accent2"/>
              </a:buClr>
              <a:buSzPts val="2160"/>
              <a:buChar char="•"/>
              <a:defRPr>
                <a:solidFill>
                  <a:schemeClr val="accent2"/>
                </a:solidFill>
              </a:defRPr>
            </a:lvl3pPr>
            <a:lvl4pPr marL="1828800" lvl="3" indent="-342900" algn="l">
              <a:spcBef>
                <a:spcPts val="360"/>
              </a:spcBef>
              <a:spcAft>
                <a:spcPts val="0"/>
              </a:spcAft>
              <a:buClr>
                <a:schemeClr val="accent2"/>
              </a:buClr>
              <a:buSzPts val="1800"/>
              <a:buChar char="–"/>
              <a:defRPr>
                <a:solidFill>
                  <a:schemeClr val="accent2"/>
                </a:solidFill>
              </a:defRPr>
            </a:lvl4pPr>
            <a:lvl5pPr marL="2286000" lvl="4" indent="-342900" algn="l">
              <a:spcBef>
                <a:spcPts val="360"/>
              </a:spcBef>
              <a:spcAft>
                <a:spcPts val="0"/>
              </a:spcAft>
              <a:buClr>
                <a:schemeClr val="accent2"/>
              </a:buClr>
              <a:buSzPts val="1800"/>
              <a:buChar char="»"/>
              <a:defRPr>
                <a:solidFill>
                  <a:schemeClr val="accent2"/>
                </a:solidFill>
              </a:defRPr>
            </a:lvl5pPr>
            <a:lvl6pPr marL="2743200" lvl="5" indent="-342900" algn="l">
              <a:spcBef>
                <a:spcPts val="360"/>
              </a:spcBef>
              <a:spcAft>
                <a:spcPts val="0"/>
              </a:spcAft>
              <a:buClr>
                <a:schemeClr val="accent2"/>
              </a:buClr>
              <a:buSzPts val="1800"/>
              <a:buChar char="•"/>
              <a:defRPr>
                <a:solidFill>
                  <a:schemeClr val="accent2"/>
                </a:solidFill>
              </a:defRPr>
            </a:lvl6pPr>
            <a:lvl7pPr marL="3200400" lvl="6" indent="-342900" algn="l">
              <a:spcBef>
                <a:spcPts val="360"/>
              </a:spcBef>
              <a:spcAft>
                <a:spcPts val="0"/>
              </a:spcAft>
              <a:buClr>
                <a:schemeClr val="accent2"/>
              </a:buClr>
              <a:buSzPts val="1800"/>
              <a:buChar char="•"/>
              <a:defRPr>
                <a:solidFill>
                  <a:schemeClr val="accent2"/>
                </a:solidFill>
              </a:defRPr>
            </a:lvl7pPr>
            <a:lvl8pPr marL="3657600" lvl="7" indent="-342900" algn="l">
              <a:spcBef>
                <a:spcPts val="360"/>
              </a:spcBef>
              <a:spcAft>
                <a:spcPts val="0"/>
              </a:spcAft>
              <a:buClr>
                <a:schemeClr val="accent2"/>
              </a:buClr>
              <a:buSzPts val="1800"/>
              <a:buChar char="•"/>
              <a:defRPr>
                <a:solidFill>
                  <a:schemeClr val="accent2"/>
                </a:solidFill>
              </a:defRPr>
            </a:lvl8pPr>
            <a:lvl9pPr marL="4114800" lvl="8" indent="-342900" algn="l">
              <a:spcBef>
                <a:spcPts val="360"/>
              </a:spcBef>
              <a:spcAft>
                <a:spcPts val="0"/>
              </a:spcAft>
              <a:buClr>
                <a:schemeClr val="accent2"/>
              </a:buClr>
              <a:buSzPts val="1800"/>
              <a:buChar char="•"/>
              <a:defRPr>
                <a:solidFill>
                  <a:schemeClr val="accent2"/>
                </a:solidFill>
              </a:defRPr>
            </a:lvl9pPr>
          </a:lstStyle>
          <a:p>
            <a:endParaRPr/>
          </a:p>
        </p:txBody>
      </p:sp>
      <p:sp>
        <p:nvSpPr>
          <p:cNvPr id="231" name="Google Shape;231;p32"/>
          <p:cNvSpPr txBox="1">
            <a:spLocks noGrp="1"/>
          </p:cNvSpPr>
          <p:nvPr>
            <p:ph type="body" idx="3"/>
          </p:nvPr>
        </p:nvSpPr>
        <p:spPr>
          <a:xfrm>
            <a:off x="1741775" y="961075"/>
            <a:ext cx="5686800" cy="2324400"/>
          </a:xfrm>
          <a:prstGeom prst="rect">
            <a:avLst/>
          </a:prstGeom>
          <a:noFill/>
          <a:ln>
            <a:noFill/>
          </a:ln>
        </p:spPr>
        <p:txBody>
          <a:bodyPr spcFirstLastPara="1" wrap="square" lIns="91425" tIns="45700" rIns="91425" bIns="45700" anchor="t" anchorCtr="0">
            <a:noAutofit/>
          </a:bodyPr>
          <a:lstStyle>
            <a:lvl1pPr marL="457200" lvl="0" indent="-228600" algn="l">
              <a:lnSpc>
                <a:spcPct val="115000"/>
              </a:lnSpc>
              <a:spcBef>
                <a:spcPts val="0"/>
              </a:spcBef>
              <a:spcAft>
                <a:spcPts val="0"/>
              </a:spcAft>
              <a:buClr>
                <a:schemeClr val="lt1"/>
              </a:buClr>
              <a:buSzPts val="2900"/>
              <a:buFont typeface="Plus Jakarta Sans SemiBold"/>
              <a:buNone/>
              <a:defRPr sz="2500">
                <a:solidFill>
                  <a:schemeClr val="lt1"/>
                </a:solidFill>
                <a:latin typeface="Plus Jakarta Sans SemiBold"/>
                <a:ea typeface="Plus Jakarta Sans SemiBold"/>
                <a:cs typeface="Plus Jakarta Sans SemiBold"/>
                <a:sym typeface="Plus Jakarta Sans SemiBold"/>
              </a:defRPr>
            </a:lvl1pPr>
            <a:lvl2pPr marL="914400" lvl="1" indent="-228600" algn="l">
              <a:lnSpc>
                <a:spcPct val="150000"/>
              </a:lnSpc>
              <a:spcBef>
                <a:spcPts val="400"/>
              </a:spcBef>
              <a:spcAft>
                <a:spcPts val="0"/>
              </a:spcAft>
              <a:buSzPts val="2160"/>
              <a:buNone/>
              <a:defRPr/>
            </a:lvl2pPr>
            <a:lvl3pPr marL="1371600" lvl="2" indent="-365760" algn="l">
              <a:lnSpc>
                <a:spcPct val="150000"/>
              </a:lnSpc>
              <a:spcBef>
                <a:spcPts val="360"/>
              </a:spcBef>
              <a:spcAft>
                <a:spcPts val="0"/>
              </a:spcAft>
              <a:buSzPts val="2160"/>
              <a:buChar char="•"/>
              <a:defRPr/>
            </a:lvl3pPr>
            <a:lvl4pPr marL="1828800" lvl="3" indent="-342900" algn="l">
              <a:lnSpc>
                <a:spcPct val="150000"/>
              </a:lnSpc>
              <a:spcBef>
                <a:spcPts val="360"/>
              </a:spcBef>
              <a:spcAft>
                <a:spcPts val="0"/>
              </a:spcAft>
              <a:buClr>
                <a:srgbClr val="4E5661"/>
              </a:buClr>
              <a:buSzPts val="1800"/>
              <a:buChar char="–"/>
              <a:defRPr/>
            </a:lvl4pPr>
            <a:lvl5pPr marL="2286000" lvl="4" indent="-342900" algn="l">
              <a:lnSpc>
                <a:spcPct val="150000"/>
              </a:lnSpc>
              <a:spcBef>
                <a:spcPts val="360"/>
              </a:spcBef>
              <a:spcAft>
                <a:spcPts val="0"/>
              </a:spcAft>
              <a:buClr>
                <a:srgbClr val="4E5661"/>
              </a:buClr>
              <a:buSzPts val="1800"/>
              <a:buChar char="»"/>
              <a:defRPr/>
            </a:lvl5pPr>
            <a:lvl6pPr marL="2743200" lvl="5" indent="-342900" algn="l">
              <a:lnSpc>
                <a:spcPct val="150000"/>
              </a:lnSpc>
              <a:spcBef>
                <a:spcPts val="360"/>
              </a:spcBef>
              <a:spcAft>
                <a:spcPts val="0"/>
              </a:spcAft>
              <a:buClr>
                <a:schemeClr val="dk1"/>
              </a:buClr>
              <a:buSzPts val="1800"/>
              <a:buChar char="•"/>
              <a:defRPr/>
            </a:lvl6pPr>
            <a:lvl7pPr marL="3200400" lvl="6" indent="-342900" algn="l">
              <a:lnSpc>
                <a:spcPct val="150000"/>
              </a:lnSpc>
              <a:spcBef>
                <a:spcPts val="360"/>
              </a:spcBef>
              <a:spcAft>
                <a:spcPts val="0"/>
              </a:spcAft>
              <a:buClr>
                <a:schemeClr val="dk1"/>
              </a:buClr>
              <a:buSzPts val="1800"/>
              <a:buChar char="•"/>
              <a:defRPr/>
            </a:lvl7pPr>
            <a:lvl8pPr marL="3657600" lvl="7" indent="-342900" algn="l">
              <a:lnSpc>
                <a:spcPct val="150000"/>
              </a:lnSpc>
              <a:spcBef>
                <a:spcPts val="360"/>
              </a:spcBef>
              <a:spcAft>
                <a:spcPts val="0"/>
              </a:spcAft>
              <a:buClr>
                <a:schemeClr val="dk1"/>
              </a:buClr>
              <a:buSzPts val="1800"/>
              <a:buChar char="•"/>
              <a:defRPr/>
            </a:lvl8pPr>
            <a:lvl9pPr marL="4114800" lvl="8" indent="-342900" algn="l">
              <a:lnSpc>
                <a:spcPct val="150000"/>
              </a:lnSpc>
              <a:spcBef>
                <a:spcPts val="360"/>
              </a:spcBef>
              <a:spcAft>
                <a:spcPts val="0"/>
              </a:spcAft>
              <a:buClr>
                <a:schemeClr val="dk1"/>
              </a:buClr>
              <a:buSzPts val="1800"/>
              <a:buChar char="•"/>
              <a:defRPr/>
            </a:lvl9pPr>
          </a:lstStyle>
          <a:p>
            <a:endParaRPr/>
          </a:p>
        </p:txBody>
      </p:sp>
      <p:sp>
        <p:nvSpPr>
          <p:cNvPr id="232" name="Google Shape;232;p32"/>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233" name="Google Shape;233;p32" descr=" "/>
          <p:cNvPicPr preferRelativeResize="0"/>
          <p:nvPr/>
        </p:nvPicPr>
        <p:blipFill rotWithShape="1">
          <a:blip r:embed="rId4">
            <a:alphaModFix/>
          </a:blip>
          <a:srcRect/>
          <a:stretch/>
        </p:blipFill>
        <p:spPr>
          <a:xfrm>
            <a:off x="7382610" y="4766314"/>
            <a:ext cx="1133484" cy="142859"/>
          </a:xfrm>
          <a:prstGeom prst="rect">
            <a:avLst/>
          </a:prstGeom>
          <a:noFill/>
          <a:ln>
            <a:noFill/>
          </a:ln>
        </p:spPr>
      </p:pic>
      <p:sp>
        <p:nvSpPr>
          <p:cNvPr id="234" name="Google Shape;234;p32"/>
          <p:cNvSpPr txBox="1"/>
          <p:nvPr/>
        </p:nvSpPr>
        <p:spPr>
          <a:xfrm>
            <a:off x="380125" y="4737800"/>
            <a:ext cx="4613700" cy="28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00">
                <a:solidFill>
                  <a:schemeClr val="lt1"/>
                </a:solidFill>
                <a:latin typeface="Plus Jakarta Sans"/>
                <a:ea typeface="Plus Jakarta Sans"/>
                <a:cs typeface="Plus Jakarta Sans"/>
                <a:sym typeface="Plus Jakarta Sans"/>
              </a:rPr>
              <a:t>©2025 Cloudera, Inc. All Rights Reserved. </a:t>
            </a:r>
            <a:endParaRPr sz="600">
              <a:solidFill>
                <a:schemeClr val="lt1"/>
              </a:solidFill>
              <a:latin typeface="Plus Jakarta Sans"/>
              <a:ea typeface="Plus Jakarta Sans"/>
              <a:cs typeface="Plus Jakarta Sans"/>
              <a:sym typeface="Plus Jakarta Sans"/>
            </a:endParaRPr>
          </a:p>
        </p:txBody>
      </p:sp>
    </p:spTree>
  </p:cSld>
  <p:clrMapOvr>
    <a:masterClrMapping/>
  </p:clrMapOvr>
  <p:transition spd="slow">
    <p:push/>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Quote | White">
  <p:cSld name="7_Title Only_1_1_1_1_1">
    <p:bg>
      <p:bgPr>
        <a:solidFill>
          <a:schemeClr val="lt1"/>
        </a:solidFill>
        <a:effectLst/>
      </p:bgPr>
    </p:bg>
    <p:spTree>
      <p:nvGrpSpPr>
        <p:cNvPr id="1" name="Shape 247"/>
        <p:cNvGrpSpPr/>
        <p:nvPr/>
      </p:nvGrpSpPr>
      <p:grpSpPr>
        <a:xfrm>
          <a:off x="0" y="0"/>
          <a:ext cx="0" cy="0"/>
          <a:chOff x="0" y="0"/>
          <a:chExt cx="0" cy="0"/>
        </a:xfrm>
      </p:grpSpPr>
      <p:pic>
        <p:nvPicPr>
          <p:cNvPr id="248" name="Google Shape;248;p34"/>
          <p:cNvPicPr preferRelativeResize="0"/>
          <p:nvPr/>
        </p:nvPicPr>
        <p:blipFill rotWithShape="1">
          <a:blip r:embed="rId2">
            <a:alphaModFix/>
          </a:blip>
          <a:srcRect t="426" b="416"/>
          <a:stretch/>
        </p:blipFill>
        <p:spPr>
          <a:xfrm>
            <a:off x="0" y="4326811"/>
            <a:ext cx="9144000" cy="816678"/>
          </a:xfrm>
          <a:prstGeom prst="rect">
            <a:avLst/>
          </a:prstGeom>
          <a:noFill/>
          <a:ln>
            <a:noFill/>
          </a:ln>
        </p:spPr>
      </p:pic>
      <p:cxnSp>
        <p:nvCxnSpPr>
          <p:cNvPr id="249" name="Google Shape;249;p34"/>
          <p:cNvCxnSpPr/>
          <p:nvPr/>
        </p:nvCxnSpPr>
        <p:spPr>
          <a:xfrm rot="10800000">
            <a:off x="713220" y="1047750"/>
            <a:ext cx="502800" cy="0"/>
          </a:xfrm>
          <a:prstGeom prst="straightConnector1">
            <a:avLst/>
          </a:prstGeom>
          <a:noFill/>
          <a:ln w="19050" cap="flat" cmpd="sng">
            <a:solidFill>
              <a:srgbClr val="FF550C"/>
            </a:solidFill>
            <a:prstDash val="solid"/>
            <a:round/>
            <a:headEnd type="none" w="sm" len="sm"/>
            <a:tailEnd type="none" w="sm" len="sm"/>
          </a:ln>
        </p:spPr>
      </p:cxnSp>
      <p:sp>
        <p:nvSpPr>
          <p:cNvPr id="250" name="Google Shape;250;p34"/>
          <p:cNvSpPr/>
          <p:nvPr/>
        </p:nvSpPr>
        <p:spPr>
          <a:xfrm>
            <a:off x="600100" y="943775"/>
            <a:ext cx="675000" cy="1938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accent1"/>
              </a:solidFill>
              <a:latin typeface="Plus Jakarta Sans"/>
              <a:ea typeface="Plus Jakarta Sans"/>
              <a:cs typeface="Plus Jakarta Sans"/>
              <a:sym typeface="Plus Jakarta Sans"/>
            </a:endParaRPr>
          </a:p>
        </p:txBody>
      </p:sp>
      <p:pic>
        <p:nvPicPr>
          <p:cNvPr id="251" name="Google Shape;251;p34"/>
          <p:cNvPicPr preferRelativeResize="0"/>
          <p:nvPr/>
        </p:nvPicPr>
        <p:blipFill rotWithShape="1">
          <a:blip r:embed="rId3">
            <a:alphaModFix/>
          </a:blip>
          <a:srcRect/>
          <a:stretch/>
        </p:blipFill>
        <p:spPr>
          <a:xfrm>
            <a:off x="400525" y="572375"/>
            <a:ext cx="753875" cy="608450"/>
          </a:xfrm>
          <a:prstGeom prst="rect">
            <a:avLst/>
          </a:prstGeom>
          <a:noFill/>
          <a:ln>
            <a:noFill/>
          </a:ln>
        </p:spPr>
      </p:pic>
      <p:cxnSp>
        <p:nvCxnSpPr>
          <p:cNvPr id="252" name="Google Shape;252;p34"/>
          <p:cNvCxnSpPr/>
          <p:nvPr/>
        </p:nvCxnSpPr>
        <p:spPr>
          <a:xfrm rot="10800000">
            <a:off x="1818095" y="3384463"/>
            <a:ext cx="502800" cy="0"/>
          </a:xfrm>
          <a:prstGeom prst="straightConnector1">
            <a:avLst/>
          </a:prstGeom>
          <a:noFill/>
          <a:ln w="19050" cap="flat" cmpd="sng">
            <a:solidFill>
              <a:schemeClr val="accent1"/>
            </a:solidFill>
            <a:prstDash val="solid"/>
            <a:round/>
            <a:headEnd type="none" w="sm" len="sm"/>
            <a:tailEnd type="none" w="sm" len="sm"/>
          </a:ln>
        </p:spPr>
      </p:cxnSp>
      <p:sp>
        <p:nvSpPr>
          <p:cNvPr id="253" name="Google Shape;253;p34"/>
          <p:cNvSpPr txBox="1">
            <a:spLocks noGrp="1"/>
          </p:cNvSpPr>
          <p:nvPr>
            <p:ph type="body" idx="1"/>
          </p:nvPr>
        </p:nvSpPr>
        <p:spPr>
          <a:xfrm>
            <a:off x="1741775" y="961075"/>
            <a:ext cx="5692800" cy="2324400"/>
          </a:xfrm>
          <a:prstGeom prst="rect">
            <a:avLst/>
          </a:prstGeom>
          <a:noFill/>
          <a:ln>
            <a:noFill/>
          </a:ln>
        </p:spPr>
        <p:txBody>
          <a:bodyPr spcFirstLastPara="1" wrap="square" lIns="91425" tIns="45700" rIns="91425" bIns="45700" anchor="t" anchorCtr="0">
            <a:noAutofit/>
          </a:bodyPr>
          <a:lstStyle>
            <a:lvl1pPr marL="457200" lvl="0" indent="-228600" algn="l">
              <a:lnSpc>
                <a:spcPct val="115000"/>
              </a:lnSpc>
              <a:spcBef>
                <a:spcPts val="0"/>
              </a:spcBef>
              <a:spcAft>
                <a:spcPts val="0"/>
              </a:spcAft>
              <a:buSzPts val="2900"/>
              <a:buFont typeface="Plus Jakarta Sans SemiBold"/>
              <a:buNone/>
              <a:defRPr sz="2500">
                <a:latin typeface="Plus Jakarta Sans SemiBold"/>
                <a:ea typeface="Plus Jakarta Sans SemiBold"/>
                <a:cs typeface="Plus Jakarta Sans SemiBold"/>
                <a:sym typeface="Plus Jakarta Sans SemiBold"/>
              </a:defRPr>
            </a:lvl1pPr>
            <a:lvl2pPr marL="914400" lvl="1" indent="-228600" algn="l">
              <a:lnSpc>
                <a:spcPct val="150000"/>
              </a:lnSpc>
              <a:spcBef>
                <a:spcPts val="400"/>
              </a:spcBef>
              <a:spcAft>
                <a:spcPts val="0"/>
              </a:spcAft>
              <a:buSzPts val="2160"/>
              <a:buNone/>
              <a:defRPr/>
            </a:lvl2pPr>
            <a:lvl3pPr marL="1371600" lvl="2" indent="-365760" algn="l">
              <a:lnSpc>
                <a:spcPct val="150000"/>
              </a:lnSpc>
              <a:spcBef>
                <a:spcPts val="360"/>
              </a:spcBef>
              <a:spcAft>
                <a:spcPts val="0"/>
              </a:spcAft>
              <a:buSzPts val="2160"/>
              <a:buChar char="•"/>
              <a:defRPr/>
            </a:lvl3pPr>
            <a:lvl4pPr marL="1828800" lvl="3" indent="-342900" algn="l">
              <a:lnSpc>
                <a:spcPct val="150000"/>
              </a:lnSpc>
              <a:spcBef>
                <a:spcPts val="360"/>
              </a:spcBef>
              <a:spcAft>
                <a:spcPts val="0"/>
              </a:spcAft>
              <a:buClr>
                <a:srgbClr val="4E5661"/>
              </a:buClr>
              <a:buSzPts val="1800"/>
              <a:buChar char="–"/>
              <a:defRPr/>
            </a:lvl4pPr>
            <a:lvl5pPr marL="2286000" lvl="4" indent="-342900" algn="l">
              <a:lnSpc>
                <a:spcPct val="150000"/>
              </a:lnSpc>
              <a:spcBef>
                <a:spcPts val="360"/>
              </a:spcBef>
              <a:spcAft>
                <a:spcPts val="0"/>
              </a:spcAft>
              <a:buClr>
                <a:srgbClr val="4E5661"/>
              </a:buClr>
              <a:buSzPts val="1800"/>
              <a:buChar char="»"/>
              <a:defRPr/>
            </a:lvl5pPr>
            <a:lvl6pPr marL="2743200" lvl="5" indent="-342900" algn="l">
              <a:lnSpc>
                <a:spcPct val="150000"/>
              </a:lnSpc>
              <a:spcBef>
                <a:spcPts val="360"/>
              </a:spcBef>
              <a:spcAft>
                <a:spcPts val="0"/>
              </a:spcAft>
              <a:buClr>
                <a:schemeClr val="dk1"/>
              </a:buClr>
              <a:buSzPts val="1800"/>
              <a:buChar char="•"/>
              <a:defRPr/>
            </a:lvl6pPr>
            <a:lvl7pPr marL="3200400" lvl="6" indent="-342900" algn="l">
              <a:lnSpc>
                <a:spcPct val="150000"/>
              </a:lnSpc>
              <a:spcBef>
                <a:spcPts val="360"/>
              </a:spcBef>
              <a:spcAft>
                <a:spcPts val="0"/>
              </a:spcAft>
              <a:buClr>
                <a:schemeClr val="dk1"/>
              </a:buClr>
              <a:buSzPts val="1800"/>
              <a:buChar char="•"/>
              <a:defRPr/>
            </a:lvl7pPr>
            <a:lvl8pPr marL="3657600" lvl="7" indent="-342900" algn="l">
              <a:lnSpc>
                <a:spcPct val="150000"/>
              </a:lnSpc>
              <a:spcBef>
                <a:spcPts val="360"/>
              </a:spcBef>
              <a:spcAft>
                <a:spcPts val="0"/>
              </a:spcAft>
              <a:buClr>
                <a:schemeClr val="dk1"/>
              </a:buClr>
              <a:buSzPts val="1800"/>
              <a:buChar char="•"/>
              <a:defRPr/>
            </a:lvl8pPr>
            <a:lvl9pPr marL="4114800" lvl="8" indent="-342900" algn="l">
              <a:lnSpc>
                <a:spcPct val="150000"/>
              </a:lnSpc>
              <a:spcBef>
                <a:spcPts val="360"/>
              </a:spcBef>
              <a:spcAft>
                <a:spcPts val="0"/>
              </a:spcAft>
              <a:buClr>
                <a:schemeClr val="dk1"/>
              </a:buClr>
              <a:buSzPts val="1800"/>
              <a:buChar char="•"/>
              <a:defRPr/>
            </a:lvl9pPr>
          </a:lstStyle>
          <a:p>
            <a:endParaRPr/>
          </a:p>
        </p:txBody>
      </p:sp>
      <p:sp>
        <p:nvSpPr>
          <p:cNvPr id="254" name="Google Shape;254;p34"/>
          <p:cNvSpPr txBox="1">
            <a:spLocks noGrp="1"/>
          </p:cNvSpPr>
          <p:nvPr>
            <p:ph type="body" idx="2"/>
          </p:nvPr>
        </p:nvSpPr>
        <p:spPr>
          <a:xfrm>
            <a:off x="1741775" y="3556607"/>
            <a:ext cx="3962400" cy="6870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Clr>
                <a:schemeClr val="accent2"/>
              </a:buClr>
              <a:buSzPts val="2000"/>
              <a:buFont typeface="Plus Jakarta Sans SemiBold"/>
              <a:buNone/>
              <a:defRPr sz="1600">
                <a:solidFill>
                  <a:schemeClr val="accent2"/>
                </a:solidFill>
                <a:latin typeface="Plus Jakarta Sans SemiBold"/>
                <a:ea typeface="Plus Jakarta Sans SemiBold"/>
                <a:cs typeface="Plus Jakarta Sans SemiBold"/>
                <a:sym typeface="Plus Jakarta Sans SemiBold"/>
              </a:defRPr>
            </a:lvl1pPr>
            <a:lvl2pPr marL="914400" lvl="1" indent="-228600" algn="l">
              <a:lnSpc>
                <a:spcPct val="78888"/>
              </a:lnSpc>
              <a:spcBef>
                <a:spcPts val="400"/>
              </a:spcBef>
              <a:spcAft>
                <a:spcPts val="0"/>
              </a:spcAft>
              <a:buClr>
                <a:schemeClr val="accent2"/>
              </a:buClr>
              <a:buSzPts val="2160"/>
              <a:buNone/>
              <a:defRPr>
                <a:solidFill>
                  <a:schemeClr val="accent2"/>
                </a:solidFill>
              </a:defRPr>
            </a:lvl2pPr>
            <a:lvl3pPr marL="1371600" lvl="2" indent="-365760" algn="l">
              <a:spcBef>
                <a:spcPts val="360"/>
              </a:spcBef>
              <a:spcAft>
                <a:spcPts val="0"/>
              </a:spcAft>
              <a:buClr>
                <a:schemeClr val="accent2"/>
              </a:buClr>
              <a:buSzPts val="2160"/>
              <a:buChar char="•"/>
              <a:defRPr>
                <a:solidFill>
                  <a:schemeClr val="accent2"/>
                </a:solidFill>
              </a:defRPr>
            </a:lvl3pPr>
            <a:lvl4pPr marL="1828800" lvl="3" indent="-342900" algn="l">
              <a:spcBef>
                <a:spcPts val="360"/>
              </a:spcBef>
              <a:spcAft>
                <a:spcPts val="0"/>
              </a:spcAft>
              <a:buClr>
                <a:schemeClr val="accent2"/>
              </a:buClr>
              <a:buSzPts val="1800"/>
              <a:buChar char="–"/>
              <a:defRPr>
                <a:solidFill>
                  <a:schemeClr val="accent2"/>
                </a:solidFill>
              </a:defRPr>
            </a:lvl4pPr>
            <a:lvl5pPr marL="2286000" lvl="4" indent="-342900" algn="l">
              <a:spcBef>
                <a:spcPts val="360"/>
              </a:spcBef>
              <a:spcAft>
                <a:spcPts val="0"/>
              </a:spcAft>
              <a:buClr>
                <a:schemeClr val="accent2"/>
              </a:buClr>
              <a:buSzPts val="1800"/>
              <a:buChar char="»"/>
              <a:defRPr>
                <a:solidFill>
                  <a:schemeClr val="accent2"/>
                </a:solidFill>
              </a:defRPr>
            </a:lvl5pPr>
            <a:lvl6pPr marL="2743200" lvl="5" indent="-342900" algn="l">
              <a:spcBef>
                <a:spcPts val="360"/>
              </a:spcBef>
              <a:spcAft>
                <a:spcPts val="0"/>
              </a:spcAft>
              <a:buClr>
                <a:schemeClr val="accent2"/>
              </a:buClr>
              <a:buSzPts val="1800"/>
              <a:buChar char="•"/>
              <a:defRPr>
                <a:solidFill>
                  <a:schemeClr val="accent2"/>
                </a:solidFill>
              </a:defRPr>
            </a:lvl6pPr>
            <a:lvl7pPr marL="3200400" lvl="6" indent="-342900" algn="l">
              <a:spcBef>
                <a:spcPts val="360"/>
              </a:spcBef>
              <a:spcAft>
                <a:spcPts val="0"/>
              </a:spcAft>
              <a:buClr>
                <a:schemeClr val="accent2"/>
              </a:buClr>
              <a:buSzPts val="1800"/>
              <a:buChar char="•"/>
              <a:defRPr>
                <a:solidFill>
                  <a:schemeClr val="accent2"/>
                </a:solidFill>
              </a:defRPr>
            </a:lvl7pPr>
            <a:lvl8pPr marL="3657600" lvl="7" indent="-342900" algn="l">
              <a:spcBef>
                <a:spcPts val="360"/>
              </a:spcBef>
              <a:spcAft>
                <a:spcPts val="0"/>
              </a:spcAft>
              <a:buClr>
                <a:schemeClr val="accent2"/>
              </a:buClr>
              <a:buSzPts val="1800"/>
              <a:buChar char="•"/>
              <a:defRPr>
                <a:solidFill>
                  <a:schemeClr val="accent2"/>
                </a:solidFill>
              </a:defRPr>
            </a:lvl8pPr>
            <a:lvl9pPr marL="4114800" lvl="8" indent="-342900" algn="l">
              <a:spcBef>
                <a:spcPts val="360"/>
              </a:spcBef>
              <a:spcAft>
                <a:spcPts val="0"/>
              </a:spcAft>
              <a:buClr>
                <a:schemeClr val="accent2"/>
              </a:buClr>
              <a:buSzPts val="1800"/>
              <a:buChar char="•"/>
              <a:defRPr>
                <a:solidFill>
                  <a:schemeClr val="accent2"/>
                </a:solidFill>
              </a:defRPr>
            </a:lvl9pPr>
          </a:lstStyle>
          <a:p>
            <a:endParaRPr/>
          </a:p>
        </p:txBody>
      </p:sp>
      <p:sp>
        <p:nvSpPr>
          <p:cNvPr id="255" name="Google Shape;255;p34"/>
          <p:cNvSpPr txBox="1">
            <a:spLocks noGrp="1"/>
          </p:cNvSpPr>
          <p:nvPr>
            <p:ph type="body" idx="3"/>
          </p:nvPr>
        </p:nvSpPr>
        <p:spPr>
          <a:xfrm>
            <a:off x="1741775" y="3882434"/>
            <a:ext cx="3962400" cy="3240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Clr>
                <a:schemeClr val="accent2"/>
              </a:buClr>
              <a:buSzPts val="1400"/>
              <a:buNone/>
              <a:defRPr sz="1000">
                <a:solidFill>
                  <a:schemeClr val="accent2"/>
                </a:solidFill>
              </a:defRPr>
            </a:lvl1pPr>
            <a:lvl2pPr marL="914400" lvl="1" indent="-228600" algn="l">
              <a:lnSpc>
                <a:spcPct val="78888"/>
              </a:lnSpc>
              <a:spcBef>
                <a:spcPts val="400"/>
              </a:spcBef>
              <a:spcAft>
                <a:spcPts val="0"/>
              </a:spcAft>
              <a:buClr>
                <a:schemeClr val="accent2"/>
              </a:buClr>
              <a:buSzPts val="2160"/>
              <a:buNone/>
              <a:defRPr>
                <a:solidFill>
                  <a:schemeClr val="accent2"/>
                </a:solidFill>
              </a:defRPr>
            </a:lvl2pPr>
            <a:lvl3pPr marL="1371600" lvl="2" indent="-365760" algn="l">
              <a:spcBef>
                <a:spcPts val="360"/>
              </a:spcBef>
              <a:spcAft>
                <a:spcPts val="0"/>
              </a:spcAft>
              <a:buClr>
                <a:schemeClr val="accent2"/>
              </a:buClr>
              <a:buSzPts val="2160"/>
              <a:buChar char="•"/>
              <a:defRPr>
                <a:solidFill>
                  <a:schemeClr val="accent2"/>
                </a:solidFill>
              </a:defRPr>
            </a:lvl3pPr>
            <a:lvl4pPr marL="1828800" lvl="3" indent="-342900" algn="l">
              <a:spcBef>
                <a:spcPts val="360"/>
              </a:spcBef>
              <a:spcAft>
                <a:spcPts val="0"/>
              </a:spcAft>
              <a:buClr>
                <a:schemeClr val="accent2"/>
              </a:buClr>
              <a:buSzPts val="1800"/>
              <a:buChar char="–"/>
              <a:defRPr>
                <a:solidFill>
                  <a:schemeClr val="accent2"/>
                </a:solidFill>
              </a:defRPr>
            </a:lvl4pPr>
            <a:lvl5pPr marL="2286000" lvl="4" indent="-342900" algn="l">
              <a:spcBef>
                <a:spcPts val="360"/>
              </a:spcBef>
              <a:spcAft>
                <a:spcPts val="0"/>
              </a:spcAft>
              <a:buClr>
                <a:schemeClr val="accent2"/>
              </a:buClr>
              <a:buSzPts val="1800"/>
              <a:buChar char="»"/>
              <a:defRPr>
                <a:solidFill>
                  <a:schemeClr val="accent2"/>
                </a:solidFill>
              </a:defRPr>
            </a:lvl5pPr>
            <a:lvl6pPr marL="2743200" lvl="5" indent="-342900" algn="l">
              <a:spcBef>
                <a:spcPts val="360"/>
              </a:spcBef>
              <a:spcAft>
                <a:spcPts val="0"/>
              </a:spcAft>
              <a:buClr>
                <a:schemeClr val="accent2"/>
              </a:buClr>
              <a:buSzPts val="1800"/>
              <a:buChar char="•"/>
              <a:defRPr>
                <a:solidFill>
                  <a:schemeClr val="accent2"/>
                </a:solidFill>
              </a:defRPr>
            </a:lvl6pPr>
            <a:lvl7pPr marL="3200400" lvl="6" indent="-342900" algn="l">
              <a:spcBef>
                <a:spcPts val="360"/>
              </a:spcBef>
              <a:spcAft>
                <a:spcPts val="0"/>
              </a:spcAft>
              <a:buClr>
                <a:schemeClr val="accent2"/>
              </a:buClr>
              <a:buSzPts val="1800"/>
              <a:buChar char="•"/>
              <a:defRPr>
                <a:solidFill>
                  <a:schemeClr val="accent2"/>
                </a:solidFill>
              </a:defRPr>
            </a:lvl7pPr>
            <a:lvl8pPr marL="3657600" lvl="7" indent="-342900" algn="l">
              <a:spcBef>
                <a:spcPts val="360"/>
              </a:spcBef>
              <a:spcAft>
                <a:spcPts val="0"/>
              </a:spcAft>
              <a:buClr>
                <a:schemeClr val="accent2"/>
              </a:buClr>
              <a:buSzPts val="1800"/>
              <a:buChar char="•"/>
              <a:defRPr>
                <a:solidFill>
                  <a:schemeClr val="accent2"/>
                </a:solidFill>
              </a:defRPr>
            </a:lvl8pPr>
            <a:lvl9pPr marL="4114800" lvl="8" indent="-342900" algn="l">
              <a:spcBef>
                <a:spcPts val="360"/>
              </a:spcBef>
              <a:spcAft>
                <a:spcPts val="0"/>
              </a:spcAft>
              <a:buClr>
                <a:schemeClr val="accent2"/>
              </a:buClr>
              <a:buSzPts val="1800"/>
              <a:buChar char="•"/>
              <a:defRPr>
                <a:solidFill>
                  <a:schemeClr val="accent2"/>
                </a:solidFill>
              </a:defRPr>
            </a:lvl9pPr>
          </a:lstStyle>
          <a:p>
            <a:endParaRPr/>
          </a:p>
        </p:txBody>
      </p:sp>
      <p:sp>
        <p:nvSpPr>
          <p:cNvPr id="256" name="Google Shape;256;p34"/>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257" name="Google Shape;257;p34" descr=" "/>
          <p:cNvPicPr preferRelativeResize="0"/>
          <p:nvPr/>
        </p:nvPicPr>
        <p:blipFill rotWithShape="1">
          <a:blip r:embed="rId4">
            <a:alphaModFix/>
          </a:blip>
          <a:srcRect/>
          <a:stretch/>
        </p:blipFill>
        <p:spPr>
          <a:xfrm>
            <a:off x="7382610" y="4766314"/>
            <a:ext cx="1133484" cy="142859"/>
          </a:xfrm>
          <a:prstGeom prst="rect">
            <a:avLst/>
          </a:prstGeom>
          <a:noFill/>
          <a:ln>
            <a:noFill/>
          </a:ln>
        </p:spPr>
      </p:pic>
      <p:sp>
        <p:nvSpPr>
          <p:cNvPr id="258" name="Google Shape;258;p34"/>
          <p:cNvSpPr txBox="1"/>
          <p:nvPr/>
        </p:nvSpPr>
        <p:spPr>
          <a:xfrm>
            <a:off x="380125" y="4737800"/>
            <a:ext cx="4613700" cy="28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00">
                <a:solidFill>
                  <a:srgbClr val="888892"/>
                </a:solidFill>
                <a:latin typeface="Plus Jakarta Sans"/>
                <a:ea typeface="Plus Jakarta Sans"/>
                <a:cs typeface="Plus Jakarta Sans"/>
                <a:sym typeface="Plus Jakarta Sans"/>
              </a:rPr>
              <a:t>©2025 Cloudera, Inc. All Rights Reserved. </a:t>
            </a:r>
            <a:endParaRPr sz="600">
              <a:solidFill>
                <a:srgbClr val="888892"/>
              </a:solidFill>
              <a:latin typeface="Plus Jakarta Sans"/>
              <a:ea typeface="Plus Jakarta Sans"/>
              <a:cs typeface="Plus Jakarta Sans"/>
              <a:sym typeface="Plus Jakarta Sans"/>
            </a:endParaRPr>
          </a:p>
        </p:txBody>
      </p:sp>
    </p:spTree>
  </p:cSld>
  <p:clrMapOvr>
    <a:masterClrMapping/>
  </p:clrMapOvr>
  <p:transition spd="slow">
    <p:push/>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mp; Body on the Right 1">
  <p:cSld name="8_Title Only">
    <p:spTree>
      <p:nvGrpSpPr>
        <p:cNvPr id="1" name="Shape 259"/>
        <p:cNvGrpSpPr/>
        <p:nvPr/>
      </p:nvGrpSpPr>
      <p:grpSpPr>
        <a:xfrm>
          <a:off x="0" y="0"/>
          <a:ext cx="0" cy="0"/>
          <a:chOff x="0" y="0"/>
          <a:chExt cx="0" cy="0"/>
        </a:xfrm>
      </p:grpSpPr>
      <p:sp>
        <p:nvSpPr>
          <p:cNvPr id="260" name="Google Shape;260;p35"/>
          <p:cNvSpPr txBox="1">
            <a:spLocks noGrp="1"/>
          </p:cNvSpPr>
          <p:nvPr>
            <p:ph type="title"/>
          </p:nvPr>
        </p:nvSpPr>
        <p:spPr>
          <a:xfrm>
            <a:off x="5715000" y="284253"/>
            <a:ext cx="3124200" cy="612900"/>
          </a:xfrm>
          <a:prstGeom prst="rect">
            <a:avLst/>
          </a:prstGeom>
          <a:noFill/>
          <a:ln>
            <a:noFill/>
          </a:ln>
        </p:spPr>
        <p:txBody>
          <a:bodyPr spcFirstLastPara="1" wrap="square" lIns="91425" tIns="0" rIns="91425" bIns="45700" anchor="t" anchorCtr="0">
            <a:noAutofit/>
          </a:bodyPr>
          <a:lstStyle>
            <a:lvl1pPr lvl="0" algn="l">
              <a:spcBef>
                <a:spcPts val="0"/>
              </a:spcBef>
              <a:spcAft>
                <a:spcPts val="0"/>
              </a:spcAft>
              <a:buClr>
                <a:srgbClr val="120046"/>
              </a:buClr>
              <a:buSzPts val="2100"/>
              <a:buNone/>
              <a:defRPr sz="23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1" name="Google Shape;261;p35"/>
          <p:cNvSpPr txBox="1">
            <a:spLocks noGrp="1"/>
          </p:cNvSpPr>
          <p:nvPr>
            <p:ph type="body" idx="1"/>
          </p:nvPr>
        </p:nvSpPr>
        <p:spPr>
          <a:xfrm>
            <a:off x="5715000" y="1903412"/>
            <a:ext cx="3124200" cy="15066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Clr>
                <a:srgbClr val="000000"/>
              </a:buClr>
              <a:buSzPts val="1800"/>
              <a:buNone/>
              <a:defRPr/>
            </a:lvl1pPr>
            <a:lvl2pPr marL="914400" lvl="1" indent="-228600" algn="l">
              <a:lnSpc>
                <a:spcPct val="78888"/>
              </a:lnSpc>
              <a:spcBef>
                <a:spcPts val="400"/>
              </a:spcBef>
              <a:spcAft>
                <a:spcPts val="0"/>
              </a:spcAft>
              <a:buSzPts val="2160"/>
              <a:buNone/>
              <a:defRPr/>
            </a:lvl2pPr>
            <a:lvl3pPr marL="1371600" lvl="2" indent="-365760" algn="l">
              <a:spcBef>
                <a:spcPts val="360"/>
              </a:spcBef>
              <a:spcAft>
                <a:spcPts val="0"/>
              </a:spcAft>
              <a:buSzPts val="2160"/>
              <a:buChar char="•"/>
              <a:defRPr/>
            </a:lvl3pPr>
            <a:lvl4pPr marL="1828800" lvl="3" indent="-342900" algn="l">
              <a:spcBef>
                <a:spcPts val="360"/>
              </a:spcBef>
              <a:spcAft>
                <a:spcPts val="0"/>
              </a:spcAft>
              <a:buClr>
                <a:srgbClr val="4E5661"/>
              </a:buClr>
              <a:buSzPts val="1800"/>
              <a:buChar char="–"/>
              <a:defRPr/>
            </a:lvl4pPr>
            <a:lvl5pPr marL="2286000" lvl="4" indent="-342900" algn="l">
              <a:spcBef>
                <a:spcPts val="360"/>
              </a:spcBef>
              <a:spcAft>
                <a:spcPts val="0"/>
              </a:spcAft>
              <a:buClr>
                <a:srgbClr val="4E566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62" name="Google Shape;262;p35"/>
          <p:cNvSpPr/>
          <p:nvPr/>
        </p:nvSpPr>
        <p:spPr>
          <a:xfrm>
            <a:off x="381000" y="0"/>
            <a:ext cx="381000" cy="1027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3" name="Google Shape;263;p35"/>
          <p:cNvSpPr/>
          <p:nvPr/>
        </p:nvSpPr>
        <p:spPr>
          <a:xfrm>
            <a:off x="381000" y="897026"/>
            <a:ext cx="762000" cy="226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4" name="Google Shape;264;p35"/>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265" name="Google Shape;265;p35"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266" name="Google Shape;266;p35"/>
          <p:cNvSpPr txBox="1">
            <a:spLocks noGrp="1"/>
          </p:cNvSpPr>
          <p:nvPr>
            <p:ph type="body" idx="2"/>
          </p:nvPr>
        </p:nvSpPr>
        <p:spPr>
          <a:xfrm>
            <a:off x="5715000" y="1170775"/>
            <a:ext cx="3124200" cy="3240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Clr>
                <a:schemeClr val="accent4"/>
              </a:buClr>
              <a:buSzPts val="1100"/>
              <a:buFont typeface="Plus Jakarta Sans SemiBold"/>
              <a:buNone/>
              <a:defRPr sz="1100" i="0">
                <a:solidFill>
                  <a:schemeClr val="accent4"/>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SzPts val="1260"/>
              <a:buFont typeface="Arial"/>
              <a:buNone/>
              <a:defRPr sz="1050">
                <a:latin typeface="Arial"/>
                <a:ea typeface="Arial"/>
                <a:cs typeface="Arial"/>
                <a:sym typeface="Arial"/>
              </a:defRPr>
            </a:lvl2pPr>
            <a:lvl3pPr marL="1371600" lvl="2" indent="-228600" algn="l">
              <a:spcBef>
                <a:spcPts val="210"/>
              </a:spcBef>
              <a:spcAft>
                <a:spcPts val="0"/>
              </a:spcAft>
              <a:buSzPts val="1260"/>
              <a:buFont typeface="Arial"/>
              <a:buNone/>
              <a:defRPr sz="1050">
                <a:latin typeface="Arial"/>
                <a:ea typeface="Arial"/>
                <a:cs typeface="Arial"/>
                <a:sym typeface="Arial"/>
              </a:defRPr>
            </a:lvl3pPr>
            <a:lvl4pPr marL="1828800" lvl="3" indent="-228600" algn="l">
              <a:spcBef>
                <a:spcPts val="210"/>
              </a:spcBef>
              <a:spcAft>
                <a:spcPts val="0"/>
              </a:spcAft>
              <a:buClr>
                <a:srgbClr val="4E5661"/>
              </a:buClr>
              <a:buSzPts val="1050"/>
              <a:buFont typeface="Arial"/>
              <a:buNone/>
              <a:defRPr sz="1050">
                <a:latin typeface="Arial"/>
                <a:ea typeface="Arial"/>
                <a:cs typeface="Arial"/>
                <a:sym typeface="Arial"/>
              </a:defRPr>
            </a:lvl4pPr>
            <a:lvl5pPr marL="2286000" lvl="4" indent="-228600" algn="l">
              <a:spcBef>
                <a:spcPts val="210"/>
              </a:spcBef>
              <a:spcAft>
                <a:spcPts val="0"/>
              </a:spcAft>
              <a:buClr>
                <a:srgbClr val="4E5661"/>
              </a:buClr>
              <a:buSzPts val="1050"/>
              <a:buFont typeface="Arial"/>
              <a:buNone/>
              <a:defRPr sz="1050">
                <a:latin typeface="Arial"/>
                <a:ea typeface="Arial"/>
                <a:cs typeface="Arial"/>
                <a:sym typeface="Aria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transition spd="slow">
    <p:push/>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Blue Nodes Top Right">
  <p:cSld name="16_Title Only">
    <p:spTree>
      <p:nvGrpSpPr>
        <p:cNvPr id="1" name="Shape 296"/>
        <p:cNvGrpSpPr/>
        <p:nvPr/>
      </p:nvGrpSpPr>
      <p:grpSpPr>
        <a:xfrm>
          <a:off x="0" y="0"/>
          <a:ext cx="0" cy="0"/>
          <a:chOff x="0" y="0"/>
          <a:chExt cx="0" cy="0"/>
        </a:xfrm>
      </p:grpSpPr>
      <p:sp>
        <p:nvSpPr>
          <p:cNvPr id="297" name="Google Shape;297;p40"/>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298" name="Google Shape;298;p40"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299" name="Google Shape;299;p40"/>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spcBef>
                <a:spcPts val="0"/>
              </a:spcBef>
              <a:spcAft>
                <a:spcPts val="0"/>
              </a:spcAft>
              <a:buClr>
                <a:srgbClr val="120046"/>
              </a:buClr>
              <a:buSzPts val="2100"/>
              <a:buNone/>
              <a:defRPr sz="23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0" name="Google Shape;300;p40"/>
          <p:cNvSpPr txBox="1">
            <a:spLocks noGrp="1"/>
          </p:cNvSpPr>
          <p:nvPr>
            <p:ph type="body" idx="1"/>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Clr>
                <a:schemeClr val="accent4"/>
              </a:buClr>
              <a:buSzPts val="1100"/>
              <a:buFont typeface="Plus Jakarta Sans SemiBold"/>
              <a:buNone/>
              <a:defRPr sz="1100" i="0">
                <a:solidFill>
                  <a:schemeClr val="accent4"/>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SzPts val="1260"/>
              <a:buFont typeface="Arial"/>
              <a:buNone/>
              <a:defRPr sz="1050">
                <a:latin typeface="Arial"/>
                <a:ea typeface="Arial"/>
                <a:cs typeface="Arial"/>
                <a:sym typeface="Arial"/>
              </a:defRPr>
            </a:lvl2pPr>
            <a:lvl3pPr marL="1371600" lvl="2" indent="-228600" algn="l">
              <a:spcBef>
                <a:spcPts val="210"/>
              </a:spcBef>
              <a:spcAft>
                <a:spcPts val="0"/>
              </a:spcAft>
              <a:buSzPts val="1260"/>
              <a:buFont typeface="Arial"/>
              <a:buNone/>
              <a:defRPr sz="1050">
                <a:latin typeface="Arial"/>
                <a:ea typeface="Arial"/>
                <a:cs typeface="Arial"/>
                <a:sym typeface="Arial"/>
              </a:defRPr>
            </a:lvl3pPr>
            <a:lvl4pPr marL="1828800" lvl="3" indent="-228600" algn="l">
              <a:spcBef>
                <a:spcPts val="210"/>
              </a:spcBef>
              <a:spcAft>
                <a:spcPts val="0"/>
              </a:spcAft>
              <a:buClr>
                <a:srgbClr val="4E5661"/>
              </a:buClr>
              <a:buSzPts val="1050"/>
              <a:buFont typeface="Arial"/>
              <a:buNone/>
              <a:defRPr sz="1050">
                <a:latin typeface="Arial"/>
                <a:ea typeface="Arial"/>
                <a:cs typeface="Arial"/>
                <a:sym typeface="Arial"/>
              </a:defRPr>
            </a:lvl4pPr>
            <a:lvl5pPr marL="2286000" lvl="4" indent="-228600" algn="l">
              <a:spcBef>
                <a:spcPts val="210"/>
              </a:spcBef>
              <a:spcAft>
                <a:spcPts val="0"/>
              </a:spcAft>
              <a:buClr>
                <a:srgbClr val="4E5661"/>
              </a:buClr>
              <a:buSzPts val="1050"/>
              <a:buFont typeface="Arial"/>
              <a:buNone/>
              <a:defRPr sz="1050">
                <a:latin typeface="Arial"/>
                <a:ea typeface="Arial"/>
                <a:cs typeface="Arial"/>
                <a:sym typeface="Aria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01" name="Google Shape;301;p40"/>
          <p:cNvSpPr txBox="1">
            <a:spLocks noGrp="1"/>
          </p:cNvSpPr>
          <p:nvPr>
            <p:ph type="body" idx="2"/>
          </p:nvPr>
        </p:nvSpPr>
        <p:spPr>
          <a:xfrm>
            <a:off x="533400" y="1370025"/>
            <a:ext cx="7074600" cy="32622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SzPts val="1400"/>
              <a:buFont typeface="Plus Jakarta Sans"/>
              <a:buNone/>
              <a:defRPr/>
            </a:lvl1pPr>
            <a:lvl2pPr marL="914400" lvl="1" indent="-228600" algn="l">
              <a:lnSpc>
                <a:spcPct val="118333"/>
              </a:lnSpc>
              <a:spcBef>
                <a:spcPts val="400"/>
              </a:spcBef>
              <a:spcAft>
                <a:spcPts val="0"/>
              </a:spcAft>
              <a:buClr>
                <a:srgbClr val="000000"/>
              </a:buClr>
              <a:buSzPts val="1440"/>
              <a:buFont typeface="Plus Jakarta Sans"/>
              <a:buNone/>
              <a:defRPr/>
            </a:lvl2pPr>
            <a:lvl3pPr marL="1371600" lvl="2" indent="-304800" algn="l">
              <a:spcBef>
                <a:spcPts val="200"/>
              </a:spcBef>
              <a:spcAft>
                <a:spcPts val="0"/>
              </a:spcAft>
              <a:buClr>
                <a:srgbClr val="000000"/>
              </a:buClr>
              <a:buSzPts val="1200"/>
              <a:buChar char="•"/>
              <a:defRPr>
                <a:solidFill>
                  <a:srgbClr val="000000"/>
                </a:solidFill>
              </a:defRPr>
            </a:lvl3pPr>
            <a:lvl4pPr marL="1828800" lvl="3" indent="-292100" algn="l">
              <a:spcBef>
                <a:spcPts val="200"/>
              </a:spcBef>
              <a:spcAft>
                <a:spcPts val="0"/>
              </a:spcAft>
              <a:buClr>
                <a:srgbClr val="000000"/>
              </a:buClr>
              <a:buSzPts val="1000"/>
              <a:buChar char="–"/>
              <a:defRPr>
                <a:solidFill>
                  <a:srgbClr val="000000"/>
                </a:solidFill>
              </a:defRPr>
            </a:lvl4pPr>
            <a:lvl5pPr marL="2286000" lvl="4" indent="-292100" algn="l">
              <a:spcBef>
                <a:spcPts val="200"/>
              </a:spcBef>
              <a:spcAft>
                <a:spcPts val="0"/>
              </a:spcAft>
              <a:buClr>
                <a:srgbClr val="000000"/>
              </a:buClr>
              <a:buSzPts val="1000"/>
              <a:buChar char="»"/>
              <a:defRPr>
                <a:solidFill>
                  <a:srgbClr val="000000"/>
                </a:solidFill>
              </a:defRPr>
            </a:lvl5pPr>
            <a:lvl6pPr marL="2743200" lvl="5" indent="-342900" algn="l">
              <a:spcBef>
                <a:spcPts val="360"/>
              </a:spcBef>
              <a:spcAft>
                <a:spcPts val="0"/>
              </a:spcAft>
              <a:buClr>
                <a:srgbClr val="000000"/>
              </a:buClr>
              <a:buSzPts val="1800"/>
              <a:buChar char="•"/>
              <a:defRPr>
                <a:solidFill>
                  <a:srgbClr val="000000"/>
                </a:solidFill>
              </a:defRPr>
            </a:lvl6pPr>
            <a:lvl7pPr marL="3200400" lvl="6" indent="-342900" algn="l">
              <a:spcBef>
                <a:spcPts val="360"/>
              </a:spcBef>
              <a:spcAft>
                <a:spcPts val="0"/>
              </a:spcAft>
              <a:buClr>
                <a:srgbClr val="000000"/>
              </a:buClr>
              <a:buSzPts val="1800"/>
              <a:buChar char="•"/>
              <a:defRPr>
                <a:solidFill>
                  <a:srgbClr val="000000"/>
                </a:solidFill>
              </a:defRPr>
            </a:lvl7pPr>
            <a:lvl8pPr marL="3657600" lvl="7" indent="-342900" algn="l">
              <a:spcBef>
                <a:spcPts val="360"/>
              </a:spcBef>
              <a:spcAft>
                <a:spcPts val="0"/>
              </a:spcAft>
              <a:buClr>
                <a:srgbClr val="000000"/>
              </a:buClr>
              <a:buSzPts val="1800"/>
              <a:buChar char="•"/>
              <a:defRPr>
                <a:solidFill>
                  <a:srgbClr val="000000"/>
                </a:solidFill>
              </a:defRPr>
            </a:lvl8pPr>
            <a:lvl9pPr marL="4114800" lvl="8" indent="-342900" algn="l">
              <a:spcBef>
                <a:spcPts val="360"/>
              </a:spcBef>
              <a:spcAft>
                <a:spcPts val="0"/>
              </a:spcAft>
              <a:buClr>
                <a:srgbClr val="000000"/>
              </a:buClr>
              <a:buSzPts val="1800"/>
              <a:buChar char="•"/>
              <a:defRPr>
                <a:solidFill>
                  <a:srgbClr val="000000"/>
                </a:solidFill>
              </a:defRPr>
            </a:lvl9pPr>
          </a:lstStyle>
          <a:p>
            <a:endParaRPr/>
          </a:p>
        </p:txBody>
      </p:sp>
      <p:pic>
        <p:nvPicPr>
          <p:cNvPr id="302" name="Google Shape;302;p40"/>
          <p:cNvPicPr preferRelativeResize="0"/>
          <p:nvPr/>
        </p:nvPicPr>
        <p:blipFill rotWithShape="1">
          <a:blip r:embed="rId3">
            <a:alphaModFix/>
          </a:blip>
          <a:srcRect/>
          <a:stretch/>
        </p:blipFill>
        <p:spPr>
          <a:xfrm>
            <a:off x="7625075" y="0"/>
            <a:ext cx="1532425" cy="3244899"/>
          </a:xfrm>
          <a:prstGeom prst="rect">
            <a:avLst/>
          </a:prstGeom>
          <a:noFill/>
          <a:ln>
            <a:noFill/>
          </a:ln>
        </p:spPr>
      </p:pic>
    </p:spTree>
  </p:cSld>
  <p:clrMapOvr>
    <a:masterClrMapping/>
  </p:clrMapOvr>
  <p:transition spd="slow">
    <p:push/>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No logo">
  <p:cSld name="15_Title Only_1">
    <p:spTree>
      <p:nvGrpSpPr>
        <p:cNvPr id="1" name="Shape 303"/>
        <p:cNvGrpSpPr/>
        <p:nvPr/>
      </p:nvGrpSpPr>
      <p:grpSpPr>
        <a:xfrm>
          <a:off x="0" y="0"/>
          <a:ext cx="0" cy="0"/>
          <a:chOff x="0" y="0"/>
          <a:chExt cx="0" cy="0"/>
        </a:xfrm>
      </p:grpSpPr>
      <p:sp>
        <p:nvSpPr>
          <p:cNvPr id="304" name="Google Shape;304;p41"/>
          <p:cNvSpPr/>
          <p:nvPr/>
        </p:nvSpPr>
        <p:spPr>
          <a:xfrm>
            <a:off x="526900" y="976075"/>
            <a:ext cx="709200" cy="189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lus Jakarta Sans"/>
              <a:ea typeface="Plus Jakarta Sans"/>
              <a:cs typeface="Plus Jakarta Sans"/>
              <a:sym typeface="Plus Jakarta Sans"/>
            </a:endParaRPr>
          </a:p>
        </p:txBody>
      </p:sp>
      <p:sp>
        <p:nvSpPr>
          <p:cNvPr id="305" name="Google Shape;305;p41"/>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Tree>
  </p:cSld>
  <p:clrMapOvr>
    <a:masterClrMapping/>
  </p:clrMapOvr>
  <p:transition spd="slow">
    <p:push/>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No logo 1">
  <p:cSld name="15_Title Only_1_1">
    <p:bg>
      <p:bgPr>
        <a:solidFill>
          <a:schemeClr val="dk1"/>
        </a:solidFill>
        <a:effectLst/>
      </p:bgPr>
    </p:bg>
    <p:spTree>
      <p:nvGrpSpPr>
        <p:cNvPr id="1" name="Shape 306"/>
        <p:cNvGrpSpPr/>
        <p:nvPr/>
      </p:nvGrpSpPr>
      <p:grpSpPr>
        <a:xfrm>
          <a:off x="0" y="0"/>
          <a:ext cx="0" cy="0"/>
          <a:chOff x="0" y="0"/>
          <a:chExt cx="0" cy="0"/>
        </a:xfrm>
      </p:grpSpPr>
      <p:sp>
        <p:nvSpPr>
          <p:cNvPr id="307" name="Google Shape;307;p42"/>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Tree>
  </p:cSld>
  <p:clrMapOvr>
    <a:masterClrMapping/>
  </p:clrMapOvr>
  <p:transition spd="slow">
    <p:push/>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Only | White 3">
  <p:cSld name="6_Title Only_2_3_1_3">
    <p:spTree>
      <p:nvGrpSpPr>
        <p:cNvPr id="1" name="Shape 309"/>
        <p:cNvGrpSpPr/>
        <p:nvPr/>
      </p:nvGrpSpPr>
      <p:grpSpPr>
        <a:xfrm>
          <a:off x="0" y="0"/>
          <a:ext cx="0" cy="0"/>
          <a:chOff x="0" y="0"/>
          <a:chExt cx="0" cy="0"/>
        </a:xfrm>
      </p:grpSpPr>
      <p:sp>
        <p:nvSpPr>
          <p:cNvPr id="310" name="Google Shape;310;p44"/>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311" name="Google Shape;311;p44"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312" name="Google Shape;312;p44"/>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lnSpc>
                <a:spcPct val="100000"/>
              </a:lnSpc>
              <a:spcBef>
                <a:spcPts val="0"/>
              </a:spcBef>
              <a:spcAft>
                <a:spcPts val="0"/>
              </a:spcAft>
              <a:buClr>
                <a:srgbClr val="120046"/>
              </a:buClr>
              <a:buSzPts val="2100"/>
              <a:buNone/>
              <a:defRPr sz="23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3" name="Google Shape;313;p44"/>
          <p:cNvSpPr txBox="1">
            <a:spLocks noGrp="1"/>
          </p:cNvSpPr>
          <p:nvPr>
            <p:ph type="body" idx="1"/>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accent4"/>
              </a:buClr>
              <a:buSzPts val="1100"/>
              <a:buFont typeface="Plus Jakarta Sans SemiBold"/>
              <a:buNone/>
              <a:defRPr sz="1100" i="0">
                <a:solidFill>
                  <a:schemeClr val="accent4"/>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SzPts val="1260"/>
              <a:buFont typeface="Arial"/>
              <a:buNone/>
              <a:defRPr sz="1050">
                <a:latin typeface="Arial"/>
                <a:ea typeface="Arial"/>
                <a:cs typeface="Arial"/>
                <a:sym typeface="Arial"/>
              </a:defRPr>
            </a:lvl2pPr>
            <a:lvl3pPr marL="1371600" lvl="2" indent="-228600" algn="l">
              <a:lnSpc>
                <a:spcPct val="100000"/>
              </a:lnSpc>
              <a:spcBef>
                <a:spcPts val="210"/>
              </a:spcBef>
              <a:spcAft>
                <a:spcPts val="0"/>
              </a:spcAft>
              <a:buSzPts val="1260"/>
              <a:buFont typeface="Arial"/>
              <a:buNone/>
              <a:defRPr sz="1050">
                <a:latin typeface="Arial"/>
                <a:ea typeface="Arial"/>
                <a:cs typeface="Arial"/>
                <a:sym typeface="Arial"/>
              </a:defRPr>
            </a:lvl3pPr>
            <a:lvl4pPr marL="1828800" lvl="3"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4pPr>
            <a:lvl5pPr marL="2286000" lvl="4"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cSld>
  <p:clrMapOvr>
    <a:masterClrMapping/>
  </p:clrMapOvr>
  <p:transition spd="slow">
    <p:push/>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Only | Twilight 3">
  <p:cSld name="6_Title Only_2_3_4">
    <p:bg>
      <p:bgPr>
        <a:solidFill>
          <a:schemeClr val="accent3"/>
        </a:solidFill>
        <a:effectLst/>
      </p:bgPr>
    </p:bg>
    <p:spTree>
      <p:nvGrpSpPr>
        <p:cNvPr id="1" name="Shape 314"/>
        <p:cNvGrpSpPr/>
        <p:nvPr/>
      </p:nvGrpSpPr>
      <p:grpSpPr>
        <a:xfrm>
          <a:off x="0" y="0"/>
          <a:ext cx="0" cy="0"/>
          <a:chOff x="0" y="0"/>
          <a:chExt cx="0" cy="0"/>
        </a:xfrm>
      </p:grpSpPr>
      <p:sp>
        <p:nvSpPr>
          <p:cNvPr id="315" name="Google Shape;315;p45"/>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316" name="Google Shape;316;p45"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317" name="Google Shape;317;p45"/>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lnSpc>
                <a:spcPct val="100000"/>
              </a:lnSpc>
              <a:spcBef>
                <a:spcPts val="0"/>
              </a:spcBef>
              <a:spcAft>
                <a:spcPts val="0"/>
              </a:spcAft>
              <a:buClr>
                <a:schemeClr val="lt1"/>
              </a:buClr>
              <a:buSzPts val="2100"/>
              <a:buNone/>
              <a:defRPr sz="23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8" name="Google Shape;318;p45"/>
          <p:cNvSpPr txBox="1">
            <a:spLocks noGrp="1"/>
          </p:cNvSpPr>
          <p:nvPr>
            <p:ph type="body" idx="1"/>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lt1"/>
              </a:buClr>
              <a:buSzPts val="1100"/>
              <a:buFont typeface="Plus Jakarta Sans SemiBold"/>
              <a:buNone/>
              <a:defRPr sz="1100" i="0">
                <a:solidFill>
                  <a:schemeClr val="lt1"/>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SzPts val="1260"/>
              <a:buFont typeface="Arial"/>
              <a:buNone/>
              <a:defRPr sz="1050">
                <a:latin typeface="Arial"/>
                <a:ea typeface="Arial"/>
                <a:cs typeface="Arial"/>
                <a:sym typeface="Arial"/>
              </a:defRPr>
            </a:lvl2pPr>
            <a:lvl3pPr marL="1371600" lvl="2" indent="-228600" algn="l">
              <a:lnSpc>
                <a:spcPct val="100000"/>
              </a:lnSpc>
              <a:spcBef>
                <a:spcPts val="210"/>
              </a:spcBef>
              <a:spcAft>
                <a:spcPts val="0"/>
              </a:spcAft>
              <a:buSzPts val="1260"/>
              <a:buFont typeface="Arial"/>
              <a:buNone/>
              <a:defRPr sz="1050">
                <a:latin typeface="Arial"/>
                <a:ea typeface="Arial"/>
                <a:cs typeface="Arial"/>
                <a:sym typeface="Arial"/>
              </a:defRPr>
            </a:lvl3pPr>
            <a:lvl4pPr marL="1828800" lvl="3"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4pPr>
            <a:lvl5pPr marL="2286000" lvl="4"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cSld>
  <p:clrMapOvr>
    <a:masterClrMapping/>
  </p:clrMapOvr>
  <p:transition spd="slow">
    <p:push/>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Cover">
  <p:cSld name="Cover">
    <p:spTree>
      <p:nvGrpSpPr>
        <p:cNvPr id="1" name="Shape 319"/>
        <p:cNvGrpSpPr/>
        <p:nvPr/>
      </p:nvGrpSpPr>
      <p:grpSpPr>
        <a:xfrm>
          <a:off x="0" y="0"/>
          <a:ext cx="0" cy="0"/>
          <a:chOff x="0" y="0"/>
          <a:chExt cx="0" cy="0"/>
        </a:xfrm>
      </p:grpSpPr>
      <p:sp>
        <p:nvSpPr>
          <p:cNvPr id="320" name="Google Shape;320;p46"/>
          <p:cNvSpPr/>
          <p:nvPr/>
        </p:nvSpPr>
        <p:spPr>
          <a:xfrm>
            <a:off x="3984812" y="2100263"/>
            <a:ext cx="4396800" cy="3043200"/>
          </a:xfrm>
          <a:prstGeom prst="parallelogram">
            <a:avLst>
              <a:gd name="adj" fmla="val 100155"/>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00">
              <a:solidFill>
                <a:schemeClr val="lt1"/>
              </a:solidFill>
              <a:latin typeface="Roboto"/>
              <a:ea typeface="Roboto"/>
              <a:cs typeface="Roboto"/>
              <a:sym typeface="Roboto"/>
            </a:endParaRPr>
          </a:p>
        </p:txBody>
      </p:sp>
      <p:sp>
        <p:nvSpPr>
          <p:cNvPr id="321" name="Google Shape;321;p46"/>
          <p:cNvSpPr/>
          <p:nvPr/>
        </p:nvSpPr>
        <p:spPr>
          <a:xfrm>
            <a:off x="2560216" y="0"/>
            <a:ext cx="6583800" cy="5143500"/>
          </a:xfrm>
          <a:prstGeom prst="parallelogram">
            <a:avLst>
              <a:gd name="adj" fmla="val 100155"/>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00">
              <a:solidFill>
                <a:schemeClr val="lt1"/>
              </a:solidFill>
              <a:latin typeface="Roboto"/>
              <a:ea typeface="Roboto"/>
              <a:cs typeface="Roboto"/>
              <a:sym typeface="Roboto"/>
            </a:endParaRPr>
          </a:p>
        </p:txBody>
      </p:sp>
      <p:sp>
        <p:nvSpPr>
          <p:cNvPr id="322" name="Google Shape;322;p46"/>
          <p:cNvSpPr/>
          <p:nvPr/>
        </p:nvSpPr>
        <p:spPr>
          <a:xfrm>
            <a:off x="5295145" y="1300602"/>
            <a:ext cx="3848855" cy="3842899"/>
          </a:xfrm>
          <a:custGeom>
            <a:avLst/>
            <a:gdLst/>
            <a:ahLst/>
            <a:cxnLst/>
            <a:rect l="l" t="t" r="r" b="b"/>
            <a:pathLst>
              <a:path w="3848855" h="3842899" extrusionOk="0">
                <a:moveTo>
                  <a:pt x="3848855" y="0"/>
                </a:moveTo>
                <a:lnTo>
                  <a:pt x="3848855" y="1415399"/>
                </a:lnTo>
                <a:lnTo>
                  <a:pt x="1417593" y="3842899"/>
                </a:lnTo>
                <a:lnTo>
                  <a:pt x="0" y="3842899"/>
                </a:lnTo>
                <a:lnTo>
                  <a:pt x="3848855" y="0"/>
                </a:lnTo>
                <a:close/>
              </a:path>
            </a:pathLst>
          </a:cu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00">
              <a:solidFill>
                <a:schemeClr val="lt1"/>
              </a:solidFill>
              <a:latin typeface="Roboto"/>
              <a:ea typeface="Roboto"/>
              <a:cs typeface="Roboto"/>
              <a:sym typeface="Roboto"/>
            </a:endParaRPr>
          </a:p>
        </p:txBody>
      </p:sp>
      <p:sp>
        <p:nvSpPr>
          <p:cNvPr id="323" name="Google Shape;323;p46"/>
          <p:cNvSpPr/>
          <p:nvPr/>
        </p:nvSpPr>
        <p:spPr>
          <a:xfrm>
            <a:off x="7996919" y="3998194"/>
            <a:ext cx="1147081" cy="1145306"/>
          </a:xfrm>
          <a:custGeom>
            <a:avLst/>
            <a:gdLst/>
            <a:ahLst/>
            <a:cxnLst/>
            <a:rect l="l" t="t" r="r" b="b"/>
            <a:pathLst>
              <a:path w="1147081" h="1145306" extrusionOk="0">
                <a:moveTo>
                  <a:pt x="1147081" y="0"/>
                </a:moveTo>
                <a:lnTo>
                  <a:pt x="1147081" y="1145306"/>
                </a:lnTo>
                <a:lnTo>
                  <a:pt x="0" y="1145306"/>
                </a:lnTo>
                <a:lnTo>
                  <a:pt x="1147081" y="0"/>
                </a:lnTo>
                <a:close/>
              </a:path>
            </a:pathLst>
          </a:cu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00">
              <a:solidFill>
                <a:schemeClr val="lt1"/>
              </a:solidFill>
              <a:latin typeface="Roboto"/>
              <a:ea typeface="Roboto"/>
              <a:cs typeface="Roboto"/>
              <a:sym typeface="Roboto"/>
            </a:endParaRPr>
          </a:p>
        </p:txBody>
      </p:sp>
      <p:sp>
        <p:nvSpPr>
          <p:cNvPr id="324" name="Google Shape;324;p46"/>
          <p:cNvSpPr/>
          <p:nvPr/>
        </p:nvSpPr>
        <p:spPr>
          <a:xfrm>
            <a:off x="6702545" y="2705824"/>
            <a:ext cx="2441455" cy="2437676"/>
          </a:xfrm>
          <a:custGeom>
            <a:avLst/>
            <a:gdLst/>
            <a:ahLst/>
            <a:cxnLst/>
            <a:rect l="l" t="t" r="r" b="b"/>
            <a:pathLst>
              <a:path w="2441455" h="2437676" extrusionOk="0">
                <a:moveTo>
                  <a:pt x="2441455" y="0"/>
                </a:moveTo>
                <a:lnTo>
                  <a:pt x="2441455" y="1299150"/>
                </a:lnTo>
                <a:lnTo>
                  <a:pt x="1301164" y="2437676"/>
                </a:lnTo>
                <a:lnTo>
                  <a:pt x="0" y="2437676"/>
                </a:lnTo>
                <a:lnTo>
                  <a:pt x="2441455"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00">
              <a:solidFill>
                <a:schemeClr val="lt1"/>
              </a:solidFill>
              <a:latin typeface="Roboto"/>
              <a:ea typeface="Roboto"/>
              <a:cs typeface="Roboto"/>
              <a:sym typeface="Roboto"/>
            </a:endParaRPr>
          </a:p>
        </p:txBody>
      </p:sp>
      <p:sp>
        <p:nvSpPr>
          <p:cNvPr id="325" name="Google Shape;325;p46"/>
          <p:cNvSpPr txBox="1">
            <a:spLocks noGrp="1"/>
          </p:cNvSpPr>
          <p:nvPr>
            <p:ph type="title"/>
          </p:nvPr>
        </p:nvSpPr>
        <p:spPr>
          <a:xfrm>
            <a:off x="594360" y="1152525"/>
            <a:ext cx="6035100" cy="1036200"/>
          </a:xfrm>
          <a:prstGeom prst="rect">
            <a:avLst/>
          </a:prstGeom>
          <a:noFill/>
          <a:ln>
            <a:noFill/>
          </a:ln>
        </p:spPr>
        <p:txBody>
          <a:bodyPr spcFirstLastPara="1" wrap="square" lIns="0" tIns="45700" rIns="91425" bIns="45700" anchor="b" anchorCtr="0">
            <a:noAutofit/>
          </a:bodyPr>
          <a:lstStyle>
            <a:lvl1pPr marR="0" lvl="0" algn="l">
              <a:lnSpc>
                <a:spcPct val="80000"/>
              </a:lnSpc>
              <a:spcBef>
                <a:spcPts val="0"/>
              </a:spcBef>
              <a:spcAft>
                <a:spcPts val="0"/>
              </a:spcAft>
              <a:buClr>
                <a:schemeClr val="dk1"/>
              </a:buClr>
              <a:buSzPts val="3400"/>
              <a:buFont typeface="Lato"/>
              <a:buNone/>
              <a:defRPr sz="3400" b="0" i="0" u="none" strike="noStrike" cap="none">
                <a:solidFill>
                  <a:schemeClr val="dk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26" name="Google Shape;326;p46"/>
          <p:cNvSpPr txBox="1">
            <a:spLocks noGrp="1"/>
          </p:cNvSpPr>
          <p:nvPr>
            <p:ph type="body" idx="1"/>
          </p:nvPr>
        </p:nvSpPr>
        <p:spPr>
          <a:xfrm>
            <a:off x="594360" y="2194560"/>
            <a:ext cx="6035100" cy="299700"/>
          </a:xfrm>
          <a:prstGeom prst="rect">
            <a:avLst/>
          </a:prstGeom>
          <a:noFill/>
          <a:ln>
            <a:noFill/>
          </a:ln>
        </p:spPr>
        <p:txBody>
          <a:bodyPr spcFirstLastPara="1" wrap="square" lIns="0" tIns="22850" rIns="91425" bIns="45700" anchor="t" anchorCtr="0">
            <a:noAutofit/>
          </a:bodyPr>
          <a:lstStyle>
            <a:lvl1pPr marL="457200" lvl="0" indent="-228600" algn="l">
              <a:spcBef>
                <a:spcPts val="500"/>
              </a:spcBef>
              <a:spcAft>
                <a:spcPts val="0"/>
              </a:spcAft>
              <a:buSzPts val="1500"/>
              <a:buNone/>
              <a:defRPr sz="1800" b="0" i="0">
                <a:solidFill>
                  <a:srgbClr val="A5A5A5"/>
                </a:solidFill>
                <a:latin typeface="Lato"/>
                <a:ea typeface="Lato"/>
                <a:cs typeface="Lato"/>
                <a:sym typeface="Lato"/>
              </a:defRPr>
            </a:lvl1pPr>
            <a:lvl2pPr marL="914400" lvl="1" indent="-228600" algn="l">
              <a:spcBef>
                <a:spcPts val="400"/>
              </a:spcBef>
              <a:spcAft>
                <a:spcPts val="0"/>
              </a:spcAft>
              <a:buSzPts val="1300"/>
              <a:buNone/>
              <a:defRPr sz="1600">
                <a:solidFill>
                  <a:schemeClr val="accent1"/>
                </a:solidFill>
              </a:defRPr>
            </a:lvl2pPr>
            <a:lvl3pPr marL="1371600" lvl="2" indent="-228600" algn="l">
              <a:spcBef>
                <a:spcPts val="300"/>
              </a:spcBef>
              <a:spcAft>
                <a:spcPts val="0"/>
              </a:spcAft>
              <a:buSzPts val="1300"/>
              <a:buNone/>
              <a:defRPr sz="1600">
                <a:solidFill>
                  <a:schemeClr val="accent1"/>
                </a:solidFill>
              </a:defRPr>
            </a:lvl3pPr>
            <a:lvl4pPr marL="1828800" lvl="3" indent="-228600" algn="l">
              <a:spcBef>
                <a:spcPts val="300"/>
              </a:spcBef>
              <a:spcAft>
                <a:spcPts val="0"/>
              </a:spcAft>
              <a:buSzPts val="1300"/>
              <a:buNone/>
              <a:defRPr sz="1600">
                <a:solidFill>
                  <a:schemeClr val="accent1"/>
                </a:solidFill>
              </a:defRPr>
            </a:lvl4pPr>
            <a:lvl5pPr marL="2286000" lvl="4" indent="-228600" algn="l">
              <a:spcBef>
                <a:spcPts val="300"/>
              </a:spcBef>
              <a:spcAft>
                <a:spcPts val="0"/>
              </a:spcAft>
              <a:buSzPts val="1300"/>
              <a:buNone/>
              <a:defRPr sz="1600">
                <a:solidFill>
                  <a:schemeClr val="accent1"/>
                </a:solidFill>
              </a:defRPr>
            </a:lvl5pPr>
            <a:lvl6pPr marL="2743200" lvl="5" indent="-342900" algn="l">
              <a:spcBef>
                <a:spcPts val="400"/>
              </a:spcBef>
              <a:spcAft>
                <a:spcPts val="0"/>
              </a:spcAft>
              <a:buClr>
                <a:schemeClr val="dk1"/>
              </a:buClr>
              <a:buSzPts val="1800"/>
              <a:buChar char="•"/>
              <a:defRPr/>
            </a:lvl6pPr>
            <a:lvl7pPr marL="3200400" lvl="6" indent="-342900" algn="l">
              <a:spcBef>
                <a:spcPts val="400"/>
              </a:spcBef>
              <a:spcAft>
                <a:spcPts val="0"/>
              </a:spcAft>
              <a:buClr>
                <a:schemeClr val="dk1"/>
              </a:buClr>
              <a:buSzPts val="1800"/>
              <a:buChar char="•"/>
              <a:defRPr/>
            </a:lvl7pPr>
            <a:lvl8pPr marL="3657600" lvl="7" indent="-342900" algn="l">
              <a:spcBef>
                <a:spcPts val="400"/>
              </a:spcBef>
              <a:spcAft>
                <a:spcPts val="0"/>
              </a:spcAft>
              <a:buClr>
                <a:schemeClr val="dk1"/>
              </a:buClr>
              <a:buSzPts val="1800"/>
              <a:buChar char="•"/>
              <a:defRPr/>
            </a:lvl8pPr>
            <a:lvl9pPr marL="4114800" lvl="8" indent="-342900" algn="l">
              <a:spcBef>
                <a:spcPts val="400"/>
              </a:spcBef>
              <a:spcAft>
                <a:spcPts val="0"/>
              </a:spcAft>
              <a:buClr>
                <a:schemeClr val="dk1"/>
              </a:buClr>
              <a:buSzPts val="1800"/>
              <a:buChar char="•"/>
              <a:defRPr/>
            </a:lvl9pPr>
          </a:lstStyle>
          <a:p>
            <a:endParaRPr/>
          </a:p>
        </p:txBody>
      </p:sp>
      <p:sp>
        <p:nvSpPr>
          <p:cNvPr id="327" name="Google Shape;327;p46"/>
          <p:cNvSpPr/>
          <p:nvPr/>
        </p:nvSpPr>
        <p:spPr>
          <a:xfrm>
            <a:off x="594360" y="640080"/>
            <a:ext cx="1645920" cy="200496"/>
          </a:xfrm>
          <a:custGeom>
            <a:avLst/>
            <a:gdLst/>
            <a:ahLst/>
            <a:cxnLst/>
            <a:rect l="l" t="t" r="r" b="b"/>
            <a:pathLst>
              <a:path w="9144000" h="1113864" extrusionOk="0">
                <a:moveTo>
                  <a:pt x="5789292" y="24288"/>
                </a:moveTo>
                <a:lnTo>
                  <a:pt x="6718852" y="24288"/>
                </a:lnTo>
                <a:lnTo>
                  <a:pt x="6718852" y="244431"/>
                </a:lnTo>
                <a:lnTo>
                  <a:pt x="5942904" y="244431"/>
                </a:lnTo>
                <a:cubicBezTo>
                  <a:pt x="5906241" y="160891"/>
                  <a:pt x="5853800" y="87253"/>
                  <a:pt x="5789292" y="24288"/>
                </a:cubicBezTo>
                <a:close/>
                <a:moveTo>
                  <a:pt x="6592622" y="662440"/>
                </a:moveTo>
                <a:lnTo>
                  <a:pt x="6592622" y="444463"/>
                </a:lnTo>
                <a:lnTo>
                  <a:pt x="5997511" y="444463"/>
                </a:lnTo>
                <a:cubicBezTo>
                  <a:pt x="6002616" y="481746"/>
                  <a:pt x="6006174" y="519803"/>
                  <a:pt x="6006174" y="559407"/>
                </a:cubicBezTo>
                <a:cubicBezTo>
                  <a:pt x="6006027" y="593854"/>
                  <a:pt x="6003806" y="628260"/>
                  <a:pt x="5999522" y="662440"/>
                </a:cubicBezTo>
                <a:close/>
                <a:moveTo>
                  <a:pt x="5801049" y="1089576"/>
                </a:moveTo>
                <a:lnTo>
                  <a:pt x="6723803" y="1089576"/>
                </a:lnTo>
                <a:lnTo>
                  <a:pt x="6723803" y="869433"/>
                </a:lnTo>
                <a:lnTo>
                  <a:pt x="5946926" y="869433"/>
                </a:lnTo>
                <a:cubicBezTo>
                  <a:pt x="5912876" y="951495"/>
                  <a:pt x="5863350" y="1026236"/>
                  <a:pt x="5801049" y="1089576"/>
                </a:cubicBezTo>
                <a:close/>
                <a:moveTo>
                  <a:pt x="3168146" y="558634"/>
                </a:moveTo>
                <a:cubicBezTo>
                  <a:pt x="3168146" y="869897"/>
                  <a:pt x="2932237" y="1113864"/>
                  <a:pt x="2605522" y="1113864"/>
                </a:cubicBezTo>
                <a:cubicBezTo>
                  <a:pt x="2278807" y="1113864"/>
                  <a:pt x="2043052" y="869897"/>
                  <a:pt x="2043052" y="558634"/>
                </a:cubicBezTo>
                <a:cubicBezTo>
                  <a:pt x="2043052" y="247371"/>
                  <a:pt x="2278807" y="0"/>
                  <a:pt x="2605522" y="0"/>
                </a:cubicBezTo>
                <a:cubicBezTo>
                  <a:pt x="2932237" y="0"/>
                  <a:pt x="3168146" y="245360"/>
                  <a:pt x="3168146" y="558634"/>
                </a:cubicBezTo>
                <a:close/>
                <a:moveTo>
                  <a:pt x="2912127" y="558634"/>
                </a:moveTo>
                <a:cubicBezTo>
                  <a:pt x="2912127" y="364326"/>
                  <a:pt x="2784813" y="223392"/>
                  <a:pt x="2605522" y="223392"/>
                </a:cubicBezTo>
                <a:cubicBezTo>
                  <a:pt x="2426231" y="223392"/>
                  <a:pt x="2299072" y="364326"/>
                  <a:pt x="2299072" y="558634"/>
                </a:cubicBezTo>
                <a:cubicBezTo>
                  <a:pt x="2299072" y="752941"/>
                  <a:pt x="2426231" y="890472"/>
                  <a:pt x="2605522" y="890472"/>
                </a:cubicBezTo>
                <a:cubicBezTo>
                  <a:pt x="2784813" y="890472"/>
                  <a:pt x="2912127" y="750930"/>
                  <a:pt x="2912127" y="558634"/>
                </a:cubicBezTo>
                <a:close/>
                <a:moveTo>
                  <a:pt x="5688896" y="556932"/>
                </a:moveTo>
                <a:cubicBezTo>
                  <a:pt x="5688896" y="875466"/>
                  <a:pt x="5453915" y="1089576"/>
                  <a:pt x="5104305" y="1089576"/>
                </a:cubicBezTo>
                <a:lnTo>
                  <a:pt x="4677502" y="1089576"/>
                </a:lnTo>
                <a:lnTo>
                  <a:pt x="4677502" y="24288"/>
                </a:lnTo>
                <a:lnTo>
                  <a:pt x="5094095" y="24288"/>
                </a:lnTo>
                <a:cubicBezTo>
                  <a:pt x="5443550" y="24288"/>
                  <a:pt x="5688896" y="238398"/>
                  <a:pt x="5688896" y="556932"/>
                </a:cubicBezTo>
                <a:close/>
                <a:moveTo>
                  <a:pt x="5432876" y="556932"/>
                </a:moveTo>
                <a:cubicBezTo>
                  <a:pt x="5432876" y="364636"/>
                  <a:pt x="5293806" y="237315"/>
                  <a:pt x="5086979" y="237315"/>
                </a:cubicBezTo>
                <a:lnTo>
                  <a:pt x="4924240" y="237315"/>
                </a:lnTo>
                <a:lnTo>
                  <a:pt x="4924240" y="876704"/>
                </a:lnTo>
                <a:lnTo>
                  <a:pt x="5086979" y="876704"/>
                </a:lnTo>
                <a:cubicBezTo>
                  <a:pt x="5293806" y="876704"/>
                  <a:pt x="5432876" y="749228"/>
                  <a:pt x="5432876" y="556932"/>
                </a:cubicBezTo>
                <a:close/>
                <a:moveTo>
                  <a:pt x="570359" y="888925"/>
                </a:moveTo>
                <a:cubicBezTo>
                  <a:pt x="388129" y="888925"/>
                  <a:pt x="256020" y="745051"/>
                  <a:pt x="256020" y="556777"/>
                </a:cubicBezTo>
                <a:cubicBezTo>
                  <a:pt x="256020" y="368503"/>
                  <a:pt x="388129" y="225093"/>
                  <a:pt x="570359" y="225093"/>
                </a:cubicBezTo>
                <a:cubicBezTo>
                  <a:pt x="657916" y="225093"/>
                  <a:pt x="730468" y="256343"/>
                  <a:pt x="793738" y="316214"/>
                </a:cubicBezTo>
                <a:lnTo>
                  <a:pt x="952764" y="157179"/>
                </a:lnTo>
                <a:cubicBezTo>
                  <a:pt x="856544" y="58168"/>
                  <a:pt x="722579" y="0"/>
                  <a:pt x="567729" y="0"/>
                </a:cubicBezTo>
                <a:cubicBezTo>
                  <a:pt x="247047" y="0"/>
                  <a:pt x="0" y="244586"/>
                  <a:pt x="0" y="556932"/>
                </a:cubicBezTo>
                <a:cubicBezTo>
                  <a:pt x="0" y="869278"/>
                  <a:pt x="247047" y="1113864"/>
                  <a:pt x="567729" y="1113864"/>
                </a:cubicBezTo>
                <a:cubicBezTo>
                  <a:pt x="729540" y="1113864"/>
                  <a:pt x="871395" y="1048425"/>
                  <a:pt x="968079" y="938585"/>
                </a:cubicBezTo>
                <a:lnTo>
                  <a:pt x="809826" y="780324"/>
                </a:lnTo>
                <a:cubicBezTo>
                  <a:pt x="746092" y="850868"/>
                  <a:pt x="669828" y="888925"/>
                  <a:pt x="570359" y="888925"/>
                </a:cubicBezTo>
                <a:close/>
                <a:moveTo>
                  <a:pt x="1453047" y="24288"/>
                </a:moveTo>
                <a:lnTo>
                  <a:pt x="1206309" y="24288"/>
                </a:lnTo>
                <a:lnTo>
                  <a:pt x="1206309" y="1089576"/>
                </a:lnTo>
                <a:lnTo>
                  <a:pt x="1952711" y="1089576"/>
                </a:lnTo>
                <a:lnTo>
                  <a:pt x="1952711" y="872836"/>
                </a:lnTo>
                <a:lnTo>
                  <a:pt x="1453047" y="872836"/>
                </a:lnTo>
                <a:close/>
                <a:moveTo>
                  <a:pt x="7656766" y="731128"/>
                </a:moveTo>
                <a:lnTo>
                  <a:pt x="7960741" y="1089576"/>
                </a:lnTo>
                <a:lnTo>
                  <a:pt x="7673473" y="1089576"/>
                </a:lnTo>
                <a:lnTo>
                  <a:pt x="7390382" y="753251"/>
                </a:lnTo>
                <a:lnTo>
                  <a:pt x="7254560" y="753251"/>
                </a:lnTo>
                <a:lnTo>
                  <a:pt x="7254560" y="1089576"/>
                </a:lnTo>
                <a:lnTo>
                  <a:pt x="7012772" y="1089576"/>
                </a:lnTo>
                <a:lnTo>
                  <a:pt x="7012772" y="24288"/>
                </a:lnTo>
                <a:lnTo>
                  <a:pt x="7503927" y="24288"/>
                </a:lnTo>
                <a:cubicBezTo>
                  <a:pt x="7640987" y="24288"/>
                  <a:pt x="7741539" y="57704"/>
                  <a:pt x="7813626" y="119276"/>
                </a:cubicBezTo>
                <a:cubicBezTo>
                  <a:pt x="7885714" y="180848"/>
                  <a:pt x="7927637" y="275681"/>
                  <a:pt x="7927637" y="388305"/>
                </a:cubicBezTo>
                <a:cubicBezTo>
                  <a:pt x="7927637" y="529550"/>
                  <a:pt x="7867615" y="676054"/>
                  <a:pt x="7656766" y="731128"/>
                </a:cubicBezTo>
                <a:close/>
                <a:moveTo>
                  <a:pt x="7681053" y="391709"/>
                </a:moveTo>
                <a:cubicBezTo>
                  <a:pt x="7681053" y="344679"/>
                  <a:pt x="7662180" y="300743"/>
                  <a:pt x="7633717" y="275527"/>
                </a:cubicBezTo>
                <a:cubicBezTo>
                  <a:pt x="7601385" y="247216"/>
                  <a:pt x="7554977" y="232364"/>
                  <a:pt x="7490469" y="232364"/>
                </a:cubicBezTo>
                <a:lnTo>
                  <a:pt x="7254560" y="232364"/>
                </a:lnTo>
                <a:lnTo>
                  <a:pt x="7254560" y="552291"/>
                </a:lnTo>
                <a:lnTo>
                  <a:pt x="7491088" y="552291"/>
                </a:lnTo>
                <a:cubicBezTo>
                  <a:pt x="7554513" y="552291"/>
                  <a:pt x="7599529" y="537904"/>
                  <a:pt x="7631396" y="510521"/>
                </a:cubicBezTo>
                <a:cubicBezTo>
                  <a:pt x="7663263" y="483139"/>
                  <a:pt x="7681053" y="440131"/>
                  <a:pt x="7681053" y="391709"/>
                </a:cubicBezTo>
                <a:close/>
                <a:moveTo>
                  <a:pt x="9144619" y="1089576"/>
                </a:moveTo>
                <a:lnTo>
                  <a:pt x="8894942" y="1089576"/>
                </a:lnTo>
                <a:lnTo>
                  <a:pt x="8808622" y="872063"/>
                </a:lnTo>
                <a:lnTo>
                  <a:pt x="8355212" y="872063"/>
                </a:lnTo>
                <a:lnTo>
                  <a:pt x="8268738" y="1089576"/>
                </a:lnTo>
                <a:lnTo>
                  <a:pt x="8019215" y="1089576"/>
                </a:lnTo>
                <a:lnTo>
                  <a:pt x="8468913" y="24288"/>
                </a:lnTo>
                <a:lnTo>
                  <a:pt x="8689971" y="24288"/>
                </a:lnTo>
                <a:close/>
                <a:moveTo>
                  <a:pt x="8730192" y="674507"/>
                </a:moveTo>
                <a:lnTo>
                  <a:pt x="8581840" y="301207"/>
                </a:lnTo>
                <a:lnTo>
                  <a:pt x="8433642" y="674507"/>
                </a:lnTo>
                <a:close/>
                <a:moveTo>
                  <a:pt x="4123231" y="619896"/>
                </a:moveTo>
                <a:cubicBezTo>
                  <a:pt x="4123231" y="788678"/>
                  <a:pt x="4026237" y="890472"/>
                  <a:pt x="3890106" y="890472"/>
                </a:cubicBezTo>
                <a:cubicBezTo>
                  <a:pt x="3753975" y="890472"/>
                  <a:pt x="3656827" y="788678"/>
                  <a:pt x="3656827" y="619896"/>
                </a:cubicBezTo>
                <a:lnTo>
                  <a:pt x="3656827" y="24288"/>
                </a:lnTo>
                <a:lnTo>
                  <a:pt x="3410243" y="24288"/>
                </a:lnTo>
                <a:lnTo>
                  <a:pt x="3410243" y="610459"/>
                </a:lnTo>
                <a:cubicBezTo>
                  <a:pt x="3410243" y="918938"/>
                  <a:pt x="3603921" y="1113864"/>
                  <a:pt x="3890106" y="1113864"/>
                </a:cubicBezTo>
                <a:cubicBezTo>
                  <a:pt x="4176291" y="1113864"/>
                  <a:pt x="4369969" y="918938"/>
                  <a:pt x="4369969" y="610459"/>
                </a:cubicBezTo>
                <a:lnTo>
                  <a:pt x="4369969" y="24288"/>
                </a:lnTo>
                <a:lnTo>
                  <a:pt x="4123231" y="24288"/>
                </a:lnTo>
                <a:close/>
              </a:path>
            </a:pathLst>
          </a:custGeom>
          <a:solidFill>
            <a:srgbClr val="F9670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000">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21"/>
                                        </p:tgtEl>
                                        <p:attrNameLst>
                                          <p:attrName>style.visibility</p:attrName>
                                        </p:attrNameLst>
                                      </p:cBhvr>
                                      <p:to>
                                        <p:strVal val="visible"/>
                                      </p:to>
                                    </p:set>
                                    <p:animEffect transition="in" filter="fade">
                                      <p:cBhvr>
                                        <p:cTn id="7" dur="500"/>
                                        <p:tgtEl>
                                          <p:spTgt spid="321"/>
                                        </p:tgtEl>
                                      </p:cBhvr>
                                    </p:animEffect>
                                  </p:childTnLst>
                                </p:cTn>
                              </p:par>
                              <p:par>
                                <p:cTn id="8" presetID="10" presetClass="entr" presetSubtype="0" fill="hold" nodeType="withEffect">
                                  <p:stCondLst>
                                    <p:cond delay="0"/>
                                  </p:stCondLst>
                                  <p:childTnLst>
                                    <p:set>
                                      <p:cBhvr>
                                        <p:cTn id="9" dur="1" fill="hold">
                                          <p:stCondLst>
                                            <p:cond delay="0"/>
                                          </p:stCondLst>
                                        </p:cTn>
                                        <p:tgtEl>
                                          <p:spTgt spid="320"/>
                                        </p:tgtEl>
                                        <p:attrNameLst>
                                          <p:attrName>style.visibility</p:attrName>
                                        </p:attrNameLst>
                                      </p:cBhvr>
                                      <p:to>
                                        <p:strVal val="visible"/>
                                      </p:to>
                                    </p:set>
                                    <p:animEffect transition="in" filter="fade">
                                      <p:cBhvr>
                                        <p:cTn id="10" dur="500"/>
                                        <p:tgtEl>
                                          <p:spTgt spid="320"/>
                                        </p:tgtEl>
                                      </p:cBhvr>
                                    </p:animEffect>
                                  </p:childTnLst>
                                </p:cTn>
                              </p:par>
                              <p:par>
                                <p:cTn id="11" presetID="10" presetClass="entr" presetSubtype="0" fill="hold" nodeType="withEffect">
                                  <p:stCondLst>
                                    <p:cond delay="0"/>
                                  </p:stCondLst>
                                  <p:childTnLst>
                                    <p:set>
                                      <p:cBhvr>
                                        <p:cTn id="12" dur="1" fill="hold">
                                          <p:stCondLst>
                                            <p:cond delay="0"/>
                                          </p:stCondLst>
                                        </p:cTn>
                                        <p:tgtEl>
                                          <p:spTgt spid="322"/>
                                        </p:tgtEl>
                                        <p:attrNameLst>
                                          <p:attrName>style.visibility</p:attrName>
                                        </p:attrNameLst>
                                      </p:cBhvr>
                                      <p:to>
                                        <p:strVal val="visible"/>
                                      </p:to>
                                    </p:set>
                                    <p:animEffect transition="in" filter="fade">
                                      <p:cBhvr>
                                        <p:cTn id="13" dur="500"/>
                                        <p:tgtEl>
                                          <p:spTgt spid="322"/>
                                        </p:tgtEl>
                                      </p:cBhvr>
                                    </p:animEffect>
                                  </p:childTnLst>
                                </p:cTn>
                              </p:par>
                              <p:par>
                                <p:cTn id="14" presetID="10" presetClass="entr" presetSubtype="0" fill="hold" nodeType="withEffect">
                                  <p:stCondLst>
                                    <p:cond delay="0"/>
                                  </p:stCondLst>
                                  <p:childTnLst>
                                    <p:set>
                                      <p:cBhvr>
                                        <p:cTn id="15" dur="1" fill="hold">
                                          <p:stCondLst>
                                            <p:cond delay="0"/>
                                          </p:stCondLst>
                                        </p:cTn>
                                        <p:tgtEl>
                                          <p:spTgt spid="324"/>
                                        </p:tgtEl>
                                        <p:attrNameLst>
                                          <p:attrName>style.visibility</p:attrName>
                                        </p:attrNameLst>
                                      </p:cBhvr>
                                      <p:to>
                                        <p:strVal val="visible"/>
                                      </p:to>
                                    </p:set>
                                    <p:animEffect transition="in" filter="fade">
                                      <p:cBhvr>
                                        <p:cTn id="16" dur="500"/>
                                        <p:tgtEl>
                                          <p:spTgt spid="324"/>
                                        </p:tgtEl>
                                      </p:cBhvr>
                                    </p:animEffect>
                                  </p:childTnLst>
                                </p:cTn>
                              </p:par>
                              <p:par>
                                <p:cTn id="17" presetID="10" presetClass="entr" presetSubtype="0" fill="hold" nodeType="withEffect">
                                  <p:stCondLst>
                                    <p:cond delay="0"/>
                                  </p:stCondLst>
                                  <p:childTnLst>
                                    <p:set>
                                      <p:cBhvr>
                                        <p:cTn id="18" dur="1" fill="hold">
                                          <p:stCondLst>
                                            <p:cond delay="0"/>
                                          </p:stCondLst>
                                        </p:cTn>
                                        <p:tgtEl>
                                          <p:spTgt spid="323"/>
                                        </p:tgtEl>
                                        <p:attrNameLst>
                                          <p:attrName>style.visibility</p:attrName>
                                        </p:attrNameLst>
                                      </p:cBhvr>
                                      <p:to>
                                        <p:strVal val="visible"/>
                                      </p:to>
                                    </p:set>
                                    <p:animEffect transition="in" filter="fade">
                                      <p:cBhvr>
                                        <p:cTn id="19" dur="500"/>
                                        <p:tgtEl>
                                          <p:spTgt spid="3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1 Column">
  <p:cSld name="1 Column">
    <p:spTree>
      <p:nvGrpSpPr>
        <p:cNvPr id="1" name="Shape 328"/>
        <p:cNvGrpSpPr/>
        <p:nvPr/>
      </p:nvGrpSpPr>
      <p:grpSpPr>
        <a:xfrm>
          <a:off x="0" y="0"/>
          <a:ext cx="0" cy="0"/>
          <a:chOff x="0" y="0"/>
          <a:chExt cx="0" cy="0"/>
        </a:xfrm>
      </p:grpSpPr>
      <p:sp>
        <p:nvSpPr>
          <p:cNvPr id="329" name="Google Shape;329;p47"/>
          <p:cNvSpPr txBox="1">
            <a:spLocks noGrp="1"/>
          </p:cNvSpPr>
          <p:nvPr>
            <p:ph type="title"/>
          </p:nvPr>
        </p:nvSpPr>
        <p:spPr>
          <a:xfrm>
            <a:off x="419100" y="457200"/>
            <a:ext cx="8305800" cy="417900"/>
          </a:xfrm>
          <a:prstGeom prst="rect">
            <a:avLst/>
          </a:prstGeom>
          <a:noFill/>
          <a:ln>
            <a:noFill/>
          </a:ln>
        </p:spPr>
        <p:txBody>
          <a:bodyPr spcFirstLastPara="1" wrap="square" lIns="0" tIns="91425" rIns="0" bIns="91425" anchor="t" anchorCtr="0">
            <a:noAutofit/>
          </a:bodyPr>
          <a:lstStyle>
            <a:lvl1pPr marR="0" lvl="0" algn="l">
              <a:lnSpc>
                <a:spcPct val="80000"/>
              </a:lnSpc>
              <a:spcBef>
                <a:spcPts val="0"/>
              </a:spcBef>
              <a:spcAft>
                <a:spcPts val="0"/>
              </a:spcAft>
              <a:buClr>
                <a:schemeClr val="dk1"/>
              </a:buClr>
              <a:buSzPts val="2200"/>
              <a:buFont typeface="Lato"/>
              <a:buNone/>
              <a:defRPr sz="2200" b="0" i="0" u="none" strike="noStrike" cap="none">
                <a:solidFill>
                  <a:schemeClr val="dk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30" name="Google Shape;330;p47"/>
          <p:cNvSpPr txBox="1">
            <a:spLocks noGrp="1"/>
          </p:cNvSpPr>
          <p:nvPr>
            <p:ph type="body" idx="1"/>
          </p:nvPr>
        </p:nvSpPr>
        <p:spPr>
          <a:xfrm>
            <a:off x="419100" y="822960"/>
            <a:ext cx="8305800" cy="308100"/>
          </a:xfrm>
          <a:prstGeom prst="rect">
            <a:avLst/>
          </a:prstGeom>
          <a:noFill/>
          <a:ln>
            <a:noFill/>
          </a:ln>
        </p:spPr>
        <p:txBody>
          <a:bodyPr spcFirstLastPara="1" wrap="square" lIns="0" tIns="27425" rIns="0" bIns="45700" anchor="t" anchorCtr="0">
            <a:noAutofit/>
          </a:bodyPr>
          <a:lstStyle>
            <a:lvl1pPr marL="457200" lvl="0" indent="-228600" algn="l">
              <a:spcBef>
                <a:spcPts val="0"/>
              </a:spcBef>
              <a:spcAft>
                <a:spcPts val="0"/>
              </a:spcAft>
              <a:buSzPts val="1300"/>
              <a:buNone/>
              <a:defRPr sz="1600" b="0" i="0">
                <a:solidFill>
                  <a:schemeClr val="accent2"/>
                </a:solidFill>
                <a:latin typeface="Roboto"/>
                <a:ea typeface="Roboto"/>
                <a:cs typeface="Roboto"/>
                <a:sym typeface="Roboto"/>
              </a:defRPr>
            </a:lvl1pPr>
            <a:lvl2pPr marL="914400" lvl="1" indent="-228600" algn="l">
              <a:spcBef>
                <a:spcPts val="400"/>
              </a:spcBef>
              <a:spcAft>
                <a:spcPts val="0"/>
              </a:spcAft>
              <a:buSzPts val="1300"/>
              <a:buNone/>
              <a:defRPr sz="1600">
                <a:solidFill>
                  <a:schemeClr val="accent1"/>
                </a:solidFill>
              </a:defRPr>
            </a:lvl2pPr>
            <a:lvl3pPr marL="1371600" lvl="2" indent="-228600" algn="l">
              <a:spcBef>
                <a:spcPts val="100"/>
              </a:spcBef>
              <a:spcAft>
                <a:spcPts val="0"/>
              </a:spcAft>
              <a:buSzPts val="1300"/>
              <a:buNone/>
              <a:defRPr sz="1600">
                <a:solidFill>
                  <a:schemeClr val="accent1"/>
                </a:solidFill>
              </a:defRPr>
            </a:lvl3pPr>
            <a:lvl4pPr marL="1828800" lvl="3" indent="-228600" algn="l">
              <a:spcBef>
                <a:spcPts val="0"/>
              </a:spcBef>
              <a:spcAft>
                <a:spcPts val="0"/>
              </a:spcAft>
              <a:buSzPts val="1300"/>
              <a:buNone/>
              <a:defRPr sz="1600">
                <a:solidFill>
                  <a:schemeClr val="accent1"/>
                </a:solidFill>
              </a:defRPr>
            </a:lvl4pPr>
            <a:lvl5pPr marL="2286000" lvl="4" indent="-228600" algn="l">
              <a:spcBef>
                <a:spcPts val="0"/>
              </a:spcBef>
              <a:spcAft>
                <a:spcPts val="0"/>
              </a:spcAft>
              <a:buSzPts val="1300"/>
              <a:buNone/>
              <a:defRPr sz="1600">
                <a:solidFill>
                  <a:schemeClr val="accent1"/>
                </a:solidFill>
              </a:defRPr>
            </a:lvl5pPr>
            <a:lvl6pPr marL="2743200" lvl="5" indent="-342900" algn="l">
              <a:spcBef>
                <a:spcPts val="0"/>
              </a:spcBef>
              <a:spcAft>
                <a:spcPts val="0"/>
              </a:spcAft>
              <a:buClr>
                <a:schemeClr val="dk1"/>
              </a:buClr>
              <a:buSzPts val="1800"/>
              <a:buChar char="•"/>
              <a:defRPr/>
            </a:lvl6pPr>
            <a:lvl7pPr marL="3200400" lvl="6" indent="-342900" algn="l">
              <a:spcBef>
                <a:spcPts val="0"/>
              </a:spcBef>
              <a:spcAft>
                <a:spcPts val="0"/>
              </a:spcAft>
              <a:buClr>
                <a:schemeClr val="dk1"/>
              </a:buClr>
              <a:buSzPts val="1800"/>
              <a:buChar char="•"/>
              <a:defRPr/>
            </a:lvl7pPr>
            <a:lvl8pPr marL="3657600" lvl="7" indent="-342900" algn="l">
              <a:spcBef>
                <a:spcPts val="0"/>
              </a:spcBef>
              <a:spcAft>
                <a:spcPts val="0"/>
              </a:spcAft>
              <a:buClr>
                <a:schemeClr val="dk1"/>
              </a:buClr>
              <a:buSzPts val="1800"/>
              <a:buChar char="•"/>
              <a:defRPr/>
            </a:lvl8pPr>
            <a:lvl9pPr marL="4114800" lvl="8" indent="-342900" algn="l">
              <a:spcBef>
                <a:spcPts val="0"/>
              </a:spcBef>
              <a:spcAft>
                <a:spcPts val="0"/>
              </a:spcAft>
              <a:buClr>
                <a:schemeClr val="dk1"/>
              </a:buClr>
              <a:buSzPts val="1800"/>
              <a:buChar char="•"/>
              <a:defRPr/>
            </a:lvl9pPr>
          </a:lstStyle>
          <a:p>
            <a:endParaRPr/>
          </a:p>
        </p:txBody>
      </p:sp>
      <p:cxnSp>
        <p:nvCxnSpPr>
          <p:cNvPr id="331" name="Google Shape;331;p47"/>
          <p:cNvCxnSpPr/>
          <p:nvPr/>
        </p:nvCxnSpPr>
        <p:spPr>
          <a:xfrm>
            <a:off x="411480" y="412170"/>
            <a:ext cx="8321100" cy="0"/>
          </a:xfrm>
          <a:prstGeom prst="straightConnector1">
            <a:avLst/>
          </a:prstGeom>
          <a:noFill/>
          <a:ln w="9525" cap="flat" cmpd="sng">
            <a:solidFill>
              <a:srgbClr val="BFBFBF"/>
            </a:solidFill>
            <a:prstDash val="solid"/>
            <a:round/>
            <a:headEnd type="none" w="sm" len="sm"/>
            <a:tailEnd type="none" w="sm" len="sm"/>
          </a:ln>
        </p:spPr>
      </p:cxnSp>
      <p:sp>
        <p:nvSpPr>
          <p:cNvPr id="332" name="Google Shape;332;p47"/>
          <p:cNvSpPr/>
          <p:nvPr/>
        </p:nvSpPr>
        <p:spPr>
          <a:xfrm>
            <a:off x="487680" y="4700176"/>
            <a:ext cx="754380" cy="91894"/>
          </a:xfrm>
          <a:custGeom>
            <a:avLst/>
            <a:gdLst/>
            <a:ahLst/>
            <a:cxnLst/>
            <a:rect l="l" t="t" r="r" b="b"/>
            <a:pathLst>
              <a:path w="9144000" h="1113864" extrusionOk="0">
                <a:moveTo>
                  <a:pt x="5789292" y="24288"/>
                </a:moveTo>
                <a:lnTo>
                  <a:pt x="6718852" y="24288"/>
                </a:lnTo>
                <a:lnTo>
                  <a:pt x="6718852" y="244431"/>
                </a:lnTo>
                <a:lnTo>
                  <a:pt x="5942904" y="244431"/>
                </a:lnTo>
                <a:cubicBezTo>
                  <a:pt x="5906241" y="160891"/>
                  <a:pt x="5853800" y="87253"/>
                  <a:pt x="5789292" y="24288"/>
                </a:cubicBezTo>
                <a:close/>
                <a:moveTo>
                  <a:pt x="6592622" y="662440"/>
                </a:moveTo>
                <a:lnTo>
                  <a:pt x="6592622" y="444463"/>
                </a:lnTo>
                <a:lnTo>
                  <a:pt x="5997511" y="444463"/>
                </a:lnTo>
                <a:cubicBezTo>
                  <a:pt x="6002616" y="481746"/>
                  <a:pt x="6006174" y="519803"/>
                  <a:pt x="6006174" y="559407"/>
                </a:cubicBezTo>
                <a:cubicBezTo>
                  <a:pt x="6006027" y="593854"/>
                  <a:pt x="6003806" y="628260"/>
                  <a:pt x="5999522" y="662440"/>
                </a:cubicBezTo>
                <a:close/>
                <a:moveTo>
                  <a:pt x="5801049" y="1089576"/>
                </a:moveTo>
                <a:lnTo>
                  <a:pt x="6723803" y="1089576"/>
                </a:lnTo>
                <a:lnTo>
                  <a:pt x="6723803" y="869433"/>
                </a:lnTo>
                <a:lnTo>
                  <a:pt x="5946926" y="869433"/>
                </a:lnTo>
                <a:cubicBezTo>
                  <a:pt x="5912876" y="951495"/>
                  <a:pt x="5863350" y="1026236"/>
                  <a:pt x="5801049" y="1089576"/>
                </a:cubicBezTo>
                <a:close/>
                <a:moveTo>
                  <a:pt x="3168146" y="558634"/>
                </a:moveTo>
                <a:cubicBezTo>
                  <a:pt x="3168146" y="869897"/>
                  <a:pt x="2932237" y="1113864"/>
                  <a:pt x="2605522" y="1113864"/>
                </a:cubicBezTo>
                <a:cubicBezTo>
                  <a:pt x="2278807" y="1113864"/>
                  <a:pt x="2043052" y="869897"/>
                  <a:pt x="2043052" y="558634"/>
                </a:cubicBezTo>
                <a:cubicBezTo>
                  <a:pt x="2043052" y="247371"/>
                  <a:pt x="2278807" y="0"/>
                  <a:pt x="2605522" y="0"/>
                </a:cubicBezTo>
                <a:cubicBezTo>
                  <a:pt x="2932237" y="0"/>
                  <a:pt x="3168146" y="245360"/>
                  <a:pt x="3168146" y="558634"/>
                </a:cubicBezTo>
                <a:close/>
                <a:moveTo>
                  <a:pt x="2912127" y="558634"/>
                </a:moveTo>
                <a:cubicBezTo>
                  <a:pt x="2912127" y="364326"/>
                  <a:pt x="2784813" y="223392"/>
                  <a:pt x="2605522" y="223392"/>
                </a:cubicBezTo>
                <a:cubicBezTo>
                  <a:pt x="2426231" y="223392"/>
                  <a:pt x="2299072" y="364326"/>
                  <a:pt x="2299072" y="558634"/>
                </a:cubicBezTo>
                <a:cubicBezTo>
                  <a:pt x="2299072" y="752941"/>
                  <a:pt x="2426231" y="890472"/>
                  <a:pt x="2605522" y="890472"/>
                </a:cubicBezTo>
                <a:cubicBezTo>
                  <a:pt x="2784813" y="890472"/>
                  <a:pt x="2912127" y="750930"/>
                  <a:pt x="2912127" y="558634"/>
                </a:cubicBezTo>
                <a:close/>
                <a:moveTo>
                  <a:pt x="5688896" y="556932"/>
                </a:moveTo>
                <a:cubicBezTo>
                  <a:pt x="5688896" y="875466"/>
                  <a:pt x="5453915" y="1089576"/>
                  <a:pt x="5104305" y="1089576"/>
                </a:cubicBezTo>
                <a:lnTo>
                  <a:pt x="4677502" y="1089576"/>
                </a:lnTo>
                <a:lnTo>
                  <a:pt x="4677502" y="24288"/>
                </a:lnTo>
                <a:lnTo>
                  <a:pt x="5094095" y="24288"/>
                </a:lnTo>
                <a:cubicBezTo>
                  <a:pt x="5443550" y="24288"/>
                  <a:pt x="5688896" y="238398"/>
                  <a:pt x="5688896" y="556932"/>
                </a:cubicBezTo>
                <a:close/>
                <a:moveTo>
                  <a:pt x="5432876" y="556932"/>
                </a:moveTo>
                <a:cubicBezTo>
                  <a:pt x="5432876" y="364636"/>
                  <a:pt x="5293806" y="237315"/>
                  <a:pt x="5086979" y="237315"/>
                </a:cubicBezTo>
                <a:lnTo>
                  <a:pt x="4924240" y="237315"/>
                </a:lnTo>
                <a:lnTo>
                  <a:pt x="4924240" y="876704"/>
                </a:lnTo>
                <a:lnTo>
                  <a:pt x="5086979" y="876704"/>
                </a:lnTo>
                <a:cubicBezTo>
                  <a:pt x="5293806" y="876704"/>
                  <a:pt x="5432876" y="749228"/>
                  <a:pt x="5432876" y="556932"/>
                </a:cubicBezTo>
                <a:close/>
                <a:moveTo>
                  <a:pt x="570359" y="888925"/>
                </a:moveTo>
                <a:cubicBezTo>
                  <a:pt x="388129" y="888925"/>
                  <a:pt x="256020" y="745051"/>
                  <a:pt x="256020" y="556777"/>
                </a:cubicBezTo>
                <a:cubicBezTo>
                  <a:pt x="256020" y="368503"/>
                  <a:pt x="388129" y="225093"/>
                  <a:pt x="570359" y="225093"/>
                </a:cubicBezTo>
                <a:cubicBezTo>
                  <a:pt x="657916" y="225093"/>
                  <a:pt x="730468" y="256343"/>
                  <a:pt x="793738" y="316214"/>
                </a:cubicBezTo>
                <a:lnTo>
                  <a:pt x="952764" y="157179"/>
                </a:lnTo>
                <a:cubicBezTo>
                  <a:pt x="856544" y="58168"/>
                  <a:pt x="722579" y="0"/>
                  <a:pt x="567729" y="0"/>
                </a:cubicBezTo>
                <a:cubicBezTo>
                  <a:pt x="247047" y="0"/>
                  <a:pt x="0" y="244586"/>
                  <a:pt x="0" y="556932"/>
                </a:cubicBezTo>
                <a:cubicBezTo>
                  <a:pt x="0" y="869278"/>
                  <a:pt x="247047" y="1113864"/>
                  <a:pt x="567729" y="1113864"/>
                </a:cubicBezTo>
                <a:cubicBezTo>
                  <a:pt x="729540" y="1113864"/>
                  <a:pt x="871395" y="1048425"/>
                  <a:pt x="968079" y="938585"/>
                </a:cubicBezTo>
                <a:lnTo>
                  <a:pt x="809826" y="780324"/>
                </a:lnTo>
                <a:cubicBezTo>
                  <a:pt x="746092" y="850868"/>
                  <a:pt x="669828" y="888925"/>
                  <a:pt x="570359" y="888925"/>
                </a:cubicBezTo>
                <a:close/>
                <a:moveTo>
                  <a:pt x="1453047" y="24288"/>
                </a:moveTo>
                <a:lnTo>
                  <a:pt x="1206309" y="24288"/>
                </a:lnTo>
                <a:lnTo>
                  <a:pt x="1206309" y="1089576"/>
                </a:lnTo>
                <a:lnTo>
                  <a:pt x="1952711" y="1089576"/>
                </a:lnTo>
                <a:lnTo>
                  <a:pt x="1952711" y="872836"/>
                </a:lnTo>
                <a:lnTo>
                  <a:pt x="1453047" y="872836"/>
                </a:lnTo>
                <a:close/>
                <a:moveTo>
                  <a:pt x="7656766" y="731128"/>
                </a:moveTo>
                <a:lnTo>
                  <a:pt x="7960741" y="1089576"/>
                </a:lnTo>
                <a:lnTo>
                  <a:pt x="7673473" y="1089576"/>
                </a:lnTo>
                <a:lnTo>
                  <a:pt x="7390382" y="753251"/>
                </a:lnTo>
                <a:lnTo>
                  <a:pt x="7254560" y="753251"/>
                </a:lnTo>
                <a:lnTo>
                  <a:pt x="7254560" y="1089576"/>
                </a:lnTo>
                <a:lnTo>
                  <a:pt x="7012772" y="1089576"/>
                </a:lnTo>
                <a:lnTo>
                  <a:pt x="7012772" y="24288"/>
                </a:lnTo>
                <a:lnTo>
                  <a:pt x="7503927" y="24288"/>
                </a:lnTo>
                <a:cubicBezTo>
                  <a:pt x="7640987" y="24288"/>
                  <a:pt x="7741539" y="57704"/>
                  <a:pt x="7813626" y="119276"/>
                </a:cubicBezTo>
                <a:cubicBezTo>
                  <a:pt x="7885714" y="180848"/>
                  <a:pt x="7927637" y="275681"/>
                  <a:pt x="7927637" y="388305"/>
                </a:cubicBezTo>
                <a:cubicBezTo>
                  <a:pt x="7927637" y="529550"/>
                  <a:pt x="7867615" y="676054"/>
                  <a:pt x="7656766" y="731128"/>
                </a:cubicBezTo>
                <a:close/>
                <a:moveTo>
                  <a:pt x="7681053" y="391709"/>
                </a:moveTo>
                <a:cubicBezTo>
                  <a:pt x="7681053" y="344679"/>
                  <a:pt x="7662180" y="300743"/>
                  <a:pt x="7633717" y="275527"/>
                </a:cubicBezTo>
                <a:cubicBezTo>
                  <a:pt x="7601385" y="247216"/>
                  <a:pt x="7554977" y="232364"/>
                  <a:pt x="7490469" y="232364"/>
                </a:cubicBezTo>
                <a:lnTo>
                  <a:pt x="7254560" y="232364"/>
                </a:lnTo>
                <a:lnTo>
                  <a:pt x="7254560" y="552291"/>
                </a:lnTo>
                <a:lnTo>
                  <a:pt x="7491088" y="552291"/>
                </a:lnTo>
                <a:cubicBezTo>
                  <a:pt x="7554513" y="552291"/>
                  <a:pt x="7599529" y="537904"/>
                  <a:pt x="7631396" y="510521"/>
                </a:cubicBezTo>
                <a:cubicBezTo>
                  <a:pt x="7663263" y="483139"/>
                  <a:pt x="7681053" y="440131"/>
                  <a:pt x="7681053" y="391709"/>
                </a:cubicBezTo>
                <a:close/>
                <a:moveTo>
                  <a:pt x="9144619" y="1089576"/>
                </a:moveTo>
                <a:lnTo>
                  <a:pt x="8894942" y="1089576"/>
                </a:lnTo>
                <a:lnTo>
                  <a:pt x="8808622" y="872063"/>
                </a:lnTo>
                <a:lnTo>
                  <a:pt x="8355212" y="872063"/>
                </a:lnTo>
                <a:lnTo>
                  <a:pt x="8268738" y="1089576"/>
                </a:lnTo>
                <a:lnTo>
                  <a:pt x="8019215" y="1089576"/>
                </a:lnTo>
                <a:lnTo>
                  <a:pt x="8468913" y="24288"/>
                </a:lnTo>
                <a:lnTo>
                  <a:pt x="8689971" y="24288"/>
                </a:lnTo>
                <a:close/>
                <a:moveTo>
                  <a:pt x="8730192" y="674507"/>
                </a:moveTo>
                <a:lnTo>
                  <a:pt x="8581840" y="301207"/>
                </a:lnTo>
                <a:lnTo>
                  <a:pt x="8433642" y="674507"/>
                </a:lnTo>
                <a:close/>
                <a:moveTo>
                  <a:pt x="4123231" y="619896"/>
                </a:moveTo>
                <a:cubicBezTo>
                  <a:pt x="4123231" y="788678"/>
                  <a:pt x="4026237" y="890472"/>
                  <a:pt x="3890106" y="890472"/>
                </a:cubicBezTo>
                <a:cubicBezTo>
                  <a:pt x="3753975" y="890472"/>
                  <a:pt x="3656827" y="788678"/>
                  <a:pt x="3656827" y="619896"/>
                </a:cubicBezTo>
                <a:lnTo>
                  <a:pt x="3656827" y="24288"/>
                </a:lnTo>
                <a:lnTo>
                  <a:pt x="3410243" y="24288"/>
                </a:lnTo>
                <a:lnTo>
                  <a:pt x="3410243" y="610459"/>
                </a:lnTo>
                <a:cubicBezTo>
                  <a:pt x="3410243" y="918938"/>
                  <a:pt x="3603921" y="1113864"/>
                  <a:pt x="3890106" y="1113864"/>
                </a:cubicBezTo>
                <a:cubicBezTo>
                  <a:pt x="4176291" y="1113864"/>
                  <a:pt x="4369969" y="918938"/>
                  <a:pt x="4369969" y="610459"/>
                </a:cubicBezTo>
                <a:lnTo>
                  <a:pt x="4369969" y="24288"/>
                </a:lnTo>
                <a:lnTo>
                  <a:pt x="4123231" y="24288"/>
                </a:lnTo>
                <a:close/>
              </a:path>
            </a:pathLst>
          </a:custGeom>
          <a:solidFill>
            <a:srgbClr val="F9670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000">
              <a:solidFill>
                <a:schemeClr val="dk1"/>
              </a:solidFill>
              <a:latin typeface="Roboto"/>
              <a:ea typeface="Roboto"/>
              <a:cs typeface="Roboto"/>
              <a:sym typeface="Roboto"/>
            </a:endParaRPr>
          </a:p>
        </p:txBody>
      </p:sp>
      <p:sp>
        <p:nvSpPr>
          <p:cNvPr id="333" name="Google Shape;333;p47"/>
          <p:cNvSpPr txBox="1"/>
          <p:nvPr/>
        </p:nvSpPr>
        <p:spPr>
          <a:xfrm>
            <a:off x="8476883" y="4858663"/>
            <a:ext cx="255600" cy="924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None/>
            </a:pPr>
            <a:fld id="{00000000-1234-1234-1234-123412341234}" type="slidenum">
              <a:rPr lang="en" sz="600">
                <a:solidFill>
                  <a:srgbClr val="A5A5A5"/>
                </a:solidFill>
                <a:latin typeface="Roboto"/>
                <a:ea typeface="Roboto"/>
                <a:cs typeface="Roboto"/>
                <a:sym typeface="Roboto"/>
              </a:rPr>
              <a:t>‹#›</a:t>
            </a:fld>
            <a:endParaRPr sz="600">
              <a:solidFill>
                <a:srgbClr val="A5A5A5"/>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2 Columns">
  <p:cSld name="2 Columns">
    <p:spTree>
      <p:nvGrpSpPr>
        <p:cNvPr id="1" name="Shape 334"/>
        <p:cNvGrpSpPr/>
        <p:nvPr/>
      </p:nvGrpSpPr>
      <p:grpSpPr>
        <a:xfrm>
          <a:off x="0" y="0"/>
          <a:ext cx="0" cy="0"/>
          <a:chOff x="0" y="0"/>
          <a:chExt cx="0" cy="0"/>
        </a:xfrm>
      </p:grpSpPr>
      <p:sp>
        <p:nvSpPr>
          <p:cNvPr id="335" name="Google Shape;335;p48"/>
          <p:cNvSpPr txBox="1">
            <a:spLocks noGrp="1"/>
          </p:cNvSpPr>
          <p:nvPr>
            <p:ph type="title"/>
          </p:nvPr>
        </p:nvSpPr>
        <p:spPr>
          <a:xfrm>
            <a:off x="419100" y="457200"/>
            <a:ext cx="8305800" cy="420600"/>
          </a:xfrm>
          <a:prstGeom prst="rect">
            <a:avLst/>
          </a:prstGeom>
          <a:noFill/>
          <a:ln>
            <a:noFill/>
          </a:ln>
        </p:spPr>
        <p:txBody>
          <a:bodyPr spcFirstLastPara="1" wrap="square" lIns="0" tIns="91425" rIns="0" bIns="91425" anchor="t" anchorCtr="0">
            <a:noAutofit/>
          </a:bodyPr>
          <a:lstStyle>
            <a:lvl1pPr marR="0" lvl="0" algn="l">
              <a:lnSpc>
                <a:spcPct val="80000"/>
              </a:lnSpc>
              <a:spcBef>
                <a:spcPts val="0"/>
              </a:spcBef>
              <a:spcAft>
                <a:spcPts val="0"/>
              </a:spcAft>
              <a:buClr>
                <a:schemeClr val="dk1"/>
              </a:buClr>
              <a:buSzPts val="2200"/>
              <a:buFont typeface="Lato"/>
              <a:buNone/>
              <a:defRPr sz="2200" b="0" i="0" u="none" strike="noStrike" cap="none">
                <a:solidFill>
                  <a:schemeClr val="dk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36" name="Google Shape;336;p48"/>
          <p:cNvSpPr txBox="1">
            <a:spLocks noGrp="1"/>
          </p:cNvSpPr>
          <p:nvPr>
            <p:ph type="body" idx="1"/>
          </p:nvPr>
        </p:nvSpPr>
        <p:spPr>
          <a:xfrm>
            <a:off x="419100" y="822960"/>
            <a:ext cx="8305800" cy="308100"/>
          </a:xfrm>
          <a:prstGeom prst="rect">
            <a:avLst/>
          </a:prstGeom>
          <a:noFill/>
          <a:ln>
            <a:noFill/>
          </a:ln>
        </p:spPr>
        <p:txBody>
          <a:bodyPr spcFirstLastPara="1" wrap="square" lIns="0" tIns="27425" rIns="0" bIns="45700" anchor="t" anchorCtr="0">
            <a:noAutofit/>
          </a:bodyPr>
          <a:lstStyle>
            <a:lvl1pPr marL="457200" lvl="0" indent="-228600" algn="l">
              <a:spcBef>
                <a:spcPts val="0"/>
              </a:spcBef>
              <a:spcAft>
                <a:spcPts val="0"/>
              </a:spcAft>
              <a:buSzPts val="1300"/>
              <a:buNone/>
              <a:defRPr sz="1600" b="0" i="0">
                <a:solidFill>
                  <a:schemeClr val="accent2"/>
                </a:solidFill>
                <a:latin typeface="Roboto"/>
                <a:ea typeface="Roboto"/>
                <a:cs typeface="Roboto"/>
                <a:sym typeface="Roboto"/>
              </a:defRPr>
            </a:lvl1pPr>
            <a:lvl2pPr marL="914400" lvl="1" indent="-228600" algn="l">
              <a:spcBef>
                <a:spcPts val="400"/>
              </a:spcBef>
              <a:spcAft>
                <a:spcPts val="0"/>
              </a:spcAft>
              <a:buSzPts val="1300"/>
              <a:buNone/>
              <a:defRPr sz="1600">
                <a:solidFill>
                  <a:schemeClr val="accent1"/>
                </a:solidFill>
              </a:defRPr>
            </a:lvl2pPr>
            <a:lvl3pPr marL="1371600" lvl="2" indent="-228600" algn="l">
              <a:spcBef>
                <a:spcPts val="100"/>
              </a:spcBef>
              <a:spcAft>
                <a:spcPts val="0"/>
              </a:spcAft>
              <a:buSzPts val="1300"/>
              <a:buNone/>
              <a:defRPr sz="1600">
                <a:solidFill>
                  <a:schemeClr val="accent1"/>
                </a:solidFill>
              </a:defRPr>
            </a:lvl3pPr>
            <a:lvl4pPr marL="1828800" lvl="3" indent="-228600" algn="l">
              <a:spcBef>
                <a:spcPts val="0"/>
              </a:spcBef>
              <a:spcAft>
                <a:spcPts val="0"/>
              </a:spcAft>
              <a:buSzPts val="1300"/>
              <a:buNone/>
              <a:defRPr sz="1600">
                <a:solidFill>
                  <a:schemeClr val="accent1"/>
                </a:solidFill>
              </a:defRPr>
            </a:lvl4pPr>
            <a:lvl5pPr marL="2286000" lvl="4" indent="-228600" algn="l">
              <a:spcBef>
                <a:spcPts val="0"/>
              </a:spcBef>
              <a:spcAft>
                <a:spcPts val="0"/>
              </a:spcAft>
              <a:buSzPts val="1300"/>
              <a:buNone/>
              <a:defRPr sz="1600">
                <a:solidFill>
                  <a:schemeClr val="accent1"/>
                </a:solidFill>
              </a:defRPr>
            </a:lvl5pPr>
            <a:lvl6pPr marL="2743200" lvl="5" indent="-342900" algn="l">
              <a:spcBef>
                <a:spcPts val="0"/>
              </a:spcBef>
              <a:spcAft>
                <a:spcPts val="0"/>
              </a:spcAft>
              <a:buClr>
                <a:schemeClr val="dk1"/>
              </a:buClr>
              <a:buSzPts val="1800"/>
              <a:buChar char="•"/>
              <a:defRPr/>
            </a:lvl6pPr>
            <a:lvl7pPr marL="3200400" lvl="6" indent="-342900" algn="l">
              <a:spcBef>
                <a:spcPts val="0"/>
              </a:spcBef>
              <a:spcAft>
                <a:spcPts val="0"/>
              </a:spcAft>
              <a:buClr>
                <a:schemeClr val="dk1"/>
              </a:buClr>
              <a:buSzPts val="1800"/>
              <a:buChar char="•"/>
              <a:defRPr/>
            </a:lvl7pPr>
            <a:lvl8pPr marL="3657600" lvl="7" indent="-342900" algn="l">
              <a:spcBef>
                <a:spcPts val="0"/>
              </a:spcBef>
              <a:spcAft>
                <a:spcPts val="0"/>
              </a:spcAft>
              <a:buClr>
                <a:schemeClr val="dk1"/>
              </a:buClr>
              <a:buSzPts val="1800"/>
              <a:buChar char="•"/>
              <a:defRPr/>
            </a:lvl8pPr>
            <a:lvl9pPr marL="4114800" lvl="8" indent="-342900" algn="l">
              <a:spcBef>
                <a:spcPts val="0"/>
              </a:spcBef>
              <a:spcAft>
                <a:spcPts val="0"/>
              </a:spcAft>
              <a:buClr>
                <a:schemeClr val="dk1"/>
              </a:buClr>
              <a:buSzPts val="1800"/>
              <a:buChar char="•"/>
              <a:defRPr/>
            </a:lvl9pPr>
          </a:lstStyle>
          <a:p>
            <a:endParaRPr/>
          </a:p>
        </p:txBody>
      </p:sp>
      <p:sp>
        <p:nvSpPr>
          <p:cNvPr id="337" name="Google Shape;337;p48"/>
          <p:cNvSpPr txBox="1">
            <a:spLocks noGrp="1"/>
          </p:cNvSpPr>
          <p:nvPr>
            <p:ph type="body" idx="2"/>
          </p:nvPr>
        </p:nvSpPr>
        <p:spPr>
          <a:xfrm>
            <a:off x="419099" y="1603771"/>
            <a:ext cx="4038600" cy="2926200"/>
          </a:xfrm>
          <a:prstGeom prst="rect">
            <a:avLst/>
          </a:prstGeom>
          <a:noFill/>
          <a:ln>
            <a:noFill/>
          </a:ln>
        </p:spPr>
        <p:txBody>
          <a:bodyPr spcFirstLastPara="1" wrap="square" lIns="91425" tIns="45700" rIns="91425" bIns="45700" anchor="t" anchorCtr="0">
            <a:noAutofit/>
          </a:bodyPr>
          <a:lstStyle>
            <a:lvl1pPr marL="457200" lvl="0" indent="-228600" algn="l">
              <a:spcBef>
                <a:spcPts val="500"/>
              </a:spcBef>
              <a:spcAft>
                <a:spcPts val="0"/>
              </a:spcAft>
              <a:buClr>
                <a:srgbClr val="BFBFBF"/>
              </a:buClr>
              <a:buSzPts val="1400"/>
              <a:buFont typeface="Roboto"/>
              <a:buNone/>
              <a:defRPr>
                <a:solidFill>
                  <a:srgbClr val="7F7F7F"/>
                </a:solidFill>
              </a:defRPr>
            </a:lvl1pPr>
            <a:lvl2pPr marL="914400" lvl="1" indent="-228600" algn="l">
              <a:spcBef>
                <a:spcPts val="400"/>
              </a:spcBef>
              <a:spcAft>
                <a:spcPts val="0"/>
              </a:spcAft>
              <a:buClr>
                <a:srgbClr val="BFBFBF"/>
              </a:buClr>
              <a:buSzPts val="1400"/>
              <a:buNone/>
              <a:defRPr>
                <a:solidFill>
                  <a:srgbClr val="7F7F7F"/>
                </a:solidFill>
              </a:defRPr>
            </a:lvl2pPr>
            <a:lvl3pPr marL="1371600" lvl="2" indent="-317500" algn="l">
              <a:spcBef>
                <a:spcPts val="300"/>
              </a:spcBef>
              <a:spcAft>
                <a:spcPts val="0"/>
              </a:spcAft>
              <a:buClr>
                <a:srgbClr val="BFBFBF"/>
              </a:buClr>
              <a:buSzPts val="1400"/>
              <a:buFont typeface="Roboto"/>
              <a:buChar char="•"/>
              <a:defRPr>
                <a:solidFill>
                  <a:srgbClr val="7F7F7F"/>
                </a:solidFill>
              </a:defRPr>
            </a:lvl3pPr>
            <a:lvl4pPr marL="1828800" lvl="3" indent="-317500" algn="l">
              <a:spcBef>
                <a:spcPts val="300"/>
              </a:spcBef>
              <a:spcAft>
                <a:spcPts val="0"/>
              </a:spcAft>
              <a:buClr>
                <a:srgbClr val="BFBFBF"/>
              </a:buClr>
              <a:buSzPts val="1400"/>
              <a:buChar char="–"/>
              <a:defRPr>
                <a:solidFill>
                  <a:srgbClr val="7F7F7F"/>
                </a:solidFill>
              </a:defRPr>
            </a:lvl4pPr>
            <a:lvl5pPr marL="2286000" lvl="4" indent="-317500" algn="l">
              <a:spcBef>
                <a:spcPts val="300"/>
              </a:spcBef>
              <a:spcAft>
                <a:spcPts val="0"/>
              </a:spcAft>
              <a:buClr>
                <a:srgbClr val="BFBFBF"/>
              </a:buClr>
              <a:buSzPts val="1400"/>
              <a:buFont typeface="Roboto"/>
              <a:buChar char="»"/>
              <a:defRPr>
                <a:solidFill>
                  <a:srgbClr val="7F7F7F"/>
                </a:solidFill>
              </a:defRPr>
            </a:lvl5pPr>
            <a:lvl6pPr marL="2743200" lvl="5" indent="-342900" algn="l">
              <a:spcBef>
                <a:spcPts val="400"/>
              </a:spcBef>
              <a:spcAft>
                <a:spcPts val="0"/>
              </a:spcAft>
              <a:buClr>
                <a:schemeClr val="dk1"/>
              </a:buClr>
              <a:buSzPts val="1800"/>
              <a:buChar char="•"/>
              <a:defRPr/>
            </a:lvl6pPr>
            <a:lvl7pPr marL="3200400" lvl="6" indent="-342900" algn="l">
              <a:spcBef>
                <a:spcPts val="400"/>
              </a:spcBef>
              <a:spcAft>
                <a:spcPts val="0"/>
              </a:spcAft>
              <a:buClr>
                <a:schemeClr val="dk1"/>
              </a:buClr>
              <a:buSzPts val="1800"/>
              <a:buChar char="•"/>
              <a:defRPr/>
            </a:lvl7pPr>
            <a:lvl8pPr marL="3657600" lvl="7" indent="-342900" algn="l">
              <a:spcBef>
                <a:spcPts val="400"/>
              </a:spcBef>
              <a:spcAft>
                <a:spcPts val="0"/>
              </a:spcAft>
              <a:buClr>
                <a:schemeClr val="dk1"/>
              </a:buClr>
              <a:buSzPts val="1800"/>
              <a:buChar char="•"/>
              <a:defRPr/>
            </a:lvl8pPr>
            <a:lvl9pPr marL="4114800" lvl="8" indent="-342900" algn="l">
              <a:spcBef>
                <a:spcPts val="400"/>
              </a:spcBef>
              <a:spcAft>
                <a:spcPts val="0"/>
              </a:spcAft>
              <a:buClr>
                <a:schemeClr val="dk1"/>
              </a:buClr>
              <a:buSzPts val="1800"/>
              <a:buChar char="•"/>
              <a:defRPr/>
            </a:lvl9pPr>
          </a:lstStyle>
          <a:p>
            <a:endParaRPr/>
          </a:p>
        </p:txBody>
      </p:sp>
      <p:sp>
        <p:nvSpPr>
          <p:cNvPr id="338" name="Google Shape;338;p48"/>
          <p:cNvSpPr txBox="1">
            <a:spLocks noGrp="1"/>
          </p:cNvSpPr>
          <p:nvPr>
            <p:ph type="body" idx="3"/>
          </p:nvPr>
        </p:nvSpPr>
        <p:spPr>
          <a:xfrm>
            <a:off x="4683252" y="1603771"/>
            <a:ext cx="4041600" cy="2926200"/>
          </a:xfrm>
          <a:prstGeom prst="rect">
            <a:avLst/>
          </a:prstGeom>
          <a:noFill/>
          <a:ln>
            <a:noFill/>
          </a:ln>
        </p:spPr>
        <p:txBody>
          <a:bodyPr spcFirstLastPara="1" wrap="square" lIns="91425" tIns="45700" rIns="91425" bIns="45700" anchor="t" anchorCtr="0">
            <a:noAutofit/>
          </a:bodyPr>
          <a:lstStyle>
            <a:lvl1pPr marL="457200" lvl="0" indent="-228600" algn="l">
              <a:spcBef>
                <a:spcPts val="500"/>
              </a:spcBef>
              <a:spcAft>
                <a:spcPts val="0"/>
              </a:spcAft>
              <a:buClr>
                <a:srgbClr val="BFBFBF"/>
              </a:buClr>
              <a:buSzPts val="1500"/>
              <a:buNone/>
              <a:defRPr>
                <a:solidFill>
                  <a:srgbClr val="7F7F7F"/>
                </a:solidFill>
              </a:defRPr>
            </a:lvl1pPr>
            <a:lvl2pPr marL="914400" lvl="1" indent="-228600" algn="l">
              <a:spcBef>
                <a:spcPts val="400"/>
              </a:spcBef>
              <a:spcAft>
                <a:spcPts val="0"/>
              </a:spcAft>
              <a:buClr>
                <a:srgbClr val="BFBFBF"/>
              </a:buClr>
              <a:buSzPts val="1400"/>
              <a:buNone/>
              <a:defRPr>
                <a:solidFill>
                  <a:srgbClr val="7F7F7F"/>
                </a:solidFill>
              </a:defRPr>
            </a:lvl2pPr>
            <a:lvl3pPr marL="1371600" lvl="2" indent="-317500" algn="l">
              <a:spcBef>
                <a:spcPts val="300"/>
              </a:spcBef>
              <a:spcAft>
                <a:spcPts val="0"/>
              </a:spcAft>
              <a:buClr>
                <a:srgbClr val="BFBFBF"/>
              </a:buClr>
              <a:buSzPts val="1400"/>
              <a:buFont typeface="Roboto"/>
              <a:buChar char="•"/>
              <a:defRPr>
                <a:solidFill>
                  <a:srgbClr val="7F7F7F"/>
                </a:solidFill>
              </a:defRPr>
            </a:lvl3pPr>
            <a:lvl4pPr marL="1828800" lvl="3" indent="-317500" algn="l">
              <a:spcBef>
                <a:spcPts val="300"/>
              </a:spcBef>
              <a:spcAft>
                <a:spcPts val="0"/>
              </a:spcAft>
              <a:buClr>
                <a:srgbClr val="BFBFBF"/>
              </a:buClr>
              <a:buSzPts val="1400"/>
              <a:buChar char="–"/>
              <a:defRPr>
                <a:solidFill>
                  <a:srgbClr val="7F7F7F"/>
                </a:solidFill>
              </a:defRPr>
            </a:lvl4pPr>
            <a:lvl5pPr marL="2286000" lvl="4" indent="-317500" algn="l">
              <a:spcBef>
                <a:spcPts val="300"/>
              </a:spcBef>
              <a:spcAft>
                <a:spcPts val="0"/>
              </a:spcAft>
              <a:buClr>
                <a:srgbClr val="BFBFBF"/>
              </a:buClr>
              <a:buSzPts val="1400"/>
              <a:buFont typeface="Roboto"/>
              <a:buChar char="»"/>
              <a:defRPr>
                <a:solidFill>
                  <a:srgbClr val="7F7F7F"/>
                </a:solidFill>
              </a:defRPr>
            </a:lvl5pPr>
            <a:lvl6pPr marL="2743200" lvl="5" indent="-342900" algn="l">
              <a:spcBef>
                <a:spcPts val="400"/>
              </a:spcBef>
              <a:spcAft>
                <a:spcPts val="0"/>
              </a:spcAft>
              <a:buClr>
                <a:schemeClr val="dk1"/>
              </a:buClr>
              <a:buSzPts val="1800"/>
              <a:buChar char="•"/>
              <a:defRPr/>
            </a:lvl6pPr>
            <a:lvl7pPr marL="3200400" lvl="6" indent="-342900" algn="l">
              <a:spcBef>
                <a:spcPts val="400"/>
              </a:spcBef>
              <a:spcAft>
                <a:spcPts val="0"/>
              </a:spcAft>
              <a:buClr>
                <a:schemeClr val="dk1"/>
              </a:buClr>
              <a:buSzPts val="1800"/>
              <a:buChar char="•"/>
              <a:defRPr/>
            </a:lvl7pPr>
            <a:lvl8pPr marL="3657600" lvl="7" indent="-342900" algn="l">
              <a:spcBef>
                <a:spcPts val="400"/>
              </a:spcBef>
              <a:spcAft>
                <a:spcPts val="0"/>
              </a:spcAft>
              <a:buClr>
                <a:schemeClr val="dk1"/>
              </a:buClr>
              <a:buSzPts val="1800"/>
              <a:buChar char="•"/>
              <a:defRPr/>
            </a:lvl8pPr>
            <a:lvl9pPr marL="4114800" lvl="8" indent="-342900" algn="l">
              <a:spcBef>
                <a:spcPts val="400"/>
              </a:spcBef>
              <a:spcAft>
                <a:spcPts val="0"/>
              </a:spcAft>
              <a:buClr>
                <a:schemeClr val="dk1"/>
              </a:buClr>
              <a:buSzPts val="1800"/>
              <a:buChar char="•"/>
              <a:defRPr/>
            </a:lvl9pPr>
          </a:lstStyle>
          <a:p>
            <a:endParaRPr/>
          </a:p>
        </p:txBody>
      </p:sp>
      <p:cxnSp>
        <p:nvCxnSpPr>
          <p:cNvPr id="339" name="Google Shape;339;p48"/>
          <p:cNvCxnSpPr/>
          <p:nvPr/>
        </p:nvCxnSpPr>
        <p:spPr>
          <a:xfrm>
            <a:off x="411480" y="412170"/>
            <a:ext cx="8321100" cy="0"/>
          </a:xfrm>
          <a:prstGeom prst="straightConnector1">
            <a:avLst/>
          </a:prstGeom>
          <a:noFill/>
          <a:ln w="9525" cap="flat" cmpd="sng">
            <a:solidFill>
              <a:srgbClr val="BFBFBF"/>
            </a:solidFill>
            <a:prstDash val="solid"/>
            <a:round/>
            <a:headEnd type="none" w="sm" len="sm"/>
            <a:tailEnd type="none" w="sm" len="sm"/>
          </a:ln>
        </p:spPr>
      </p:cxnSp>
      <p:sp>
        <p:nvSpPr>
          <p:cNvPr id="340" name="Google Shape;340;p48"/>
          <p:cNvSpPr/>
          <p:nvPr/>
        </p:nvSpPr>
        <p:spPr>
          <a:xfrm>
            <a:off x="487680" y="4700176"/>
            <a:ext cx="754380" cy="91894"/>
          </a:xfrm>
          <a:custGeom>
            <a:avLst/>
            <a:gdLst/>
            <a:ahLst/>
            <a:cxnLst/>
            <a:rect l="l" t="t" r="r" b="b"/>
            <a:pathLst>
              <a:path w="9144000" h="1113864" extrusionOk="0">
                <a:moveTo>
                  <a:pt x="5789292" y="24288"/>
                </a:moveTo>
                <a:lnTo>
                  <a:pt x="6718852" y="24288"/>
                </a:lnTo>
                <a:lnTo>
                  <a:pt x="6718852" y="244431"/>
                </a:lnTo>
                <a:lnTo>
                  <a:pt x="5942904" y="244431"/>
                </a:lnTo>
                <a:cubicBezTo>
                  <a:pt x="5906241" y="160891"/>
                  <a:pt x="5853800" y="87253"/>
                  <a:pt x="5789292" y="24288"/>
                </a:cubicBezTo>
                <a:close/>
                <a:moveTo>
                  <a:pt x="6592622" y="662440"/>
                </a:moveTo>
                <a:lnTo>
                  <a:pt x="6592622" y="444463"/>
                </a:lnTo>
                <a:lnTo>
                  <a:pt x="5997511" y="444463"/>
                </a:lnTo>
                <a:cubicBezTo>
                  <a:pt x="6002616" y="481746"/>
                  <a:pt x="6006174" y="519803"/>
                  <a:pt x="6006174" y="559407"/>
                </a:cubicBezTo>
                <a:cubicBezTo>
                  <a:pt x="6006027" y="593854"/>
                  <a:pt x="6003806" y="628260"/>
                  <a:pt x="5999522" y="662440"/>
                </a:cubicBezTo>
                <a:close/>
                <a:moveTo>
                  <a:pt x="5801049" y="1089576"/>
                </a:moveTo>
                <a:lnTo>
                  <a:pt x="6723803" y="1089576"/>
                </a:lnTo>
                <a:lnTo>
                  <a:pt x="6723803" y="869433"/>
                </a:lnTo>
                <a:lnTo>
                  <a:pt x="5946926" y="869433"/>
                </a:lnTo>
                <a:cubicBezTo>
                  <a:pt x="5912876" y="951495"/>
                  <a:pt x="5863350" y="1026236"/>
                  <a:pt x="5801049" y="1089576"/>
                </a:cubicBezTo>
                <a:close/>
                <a:moveTo>
                  <a:pt x="3168146" y="558634"/>
                </a:moveTo>
                <a:cubicBezTo>
                  <a:pt x="3168146" y="869897"/>
                  <a:pt x="2932237" y="1113864"/>
                  <a:pt x="2605522" y="1113864"/>
                </a:cubicBezTo>
                <a:cubicBezTo>
                  <a:pt x="2278807" y="1113864"/>
                  <a:pt x="2043052" y="869897"/>
                  <a:pt x="2043052" y="558634"/>
                </a:cubicBezTo>
                <a:cubicBezTo>
                  <a:pt x="2043052" y="247371"/>
                  <a:pt x="2278807" y="0"/>
                  <a:pt x="2605522" y="0"/>
                </a:cubicBezTo>
                <a:cubicBezTo>
                  <a:pt x="2932237" y="0"/>
                  <a:pt x="3168146" y="245360"/>
                  <a:pt x="3168146" y="558634"/>
                </a:cubicBezTo>
                <a:close/>
                <a:moveTo>
                  <a:pt x="2912127" y="558634"/>
                </a:moveTo>
                <a:cubicBezTo>
                  <a:pt x="2912127" y="364326"/>
                  <a:pt x="2784813" y="223392"/>
                  <a:pt x="2605522" y="223392"/>
                </a:cubicBezTo>
                <a:cubicBezTo>
                  <a:pt x="2426231" y="223392"/>
                  <a:pt x="2299072" y="364326"/>
                  <a:pt x="2299072" y="558634"/>
                </a:cubicBezTo>
                <a:cubicBezTo>
                  <a:pt x="2299072" y="752941"/>
                  <a:pt x="2426231" y="890472"/>
                  <a:pt x="2605522" y="890472"/>
                </a:cubicBezTo>
                <a:cubicBezTo>
                  <a:pt x="2784813" y="890472"/>
                  <a:pt x="2912127" y="750930"/>
                  <a:pt x="2912127" y="558634"/>
                </a:cubicBezTo>
                <a:close/>
                <a:moveTo>
                  <a:pt x="5688896" y="556932"/>
                </a:moveTo>
                <a:cubicBezTo>
                  <a:pt x="5688896" y="875466"/>
                  <a:pt x="5453915" y="1089576"/>
                  <a:pt x="5104305" y="1089576"/>
                </a:cubicBezTo>
                <a:lnTo>
                  <a:pt x="4677502" y="1089576"/>
                </a:lnTo>
                <a:lnTo>
                  <a:pt x="4677502" y="24288"/>
                </a:lnTo>
                <a:lnTo>
                  <a:pt x="5094095" y="24288"/>
                </a:lnTo>
                <a:cubicBezTo>
                  <a:pt x="5443550" y="24288"/>
                  <a:pt x="5688896" y="238398"/>
                  <a:pt x="5688896" y="556932"/>
                </a:cubicBezTo>
                <a:close/>
                <a:moveTo>
                  <a:pt x="5432876" y="556932"/>
                </a:moveTo>
                <a:cubicBezTo>
                  <a:pt x="5432876" y="364636"/>
                  <a:pt x="5293806" y="237315"/>
                  <a:pt x="5086979" y="237315"/>
                </a:cubicBezTo>
                <a:lnTo>
                  <a:pt x="4924240" y="237315"/>
                </a:lnTo>
                <a:lnTo>
                  <a:pt x="4924240" y="876704"/>
                </a:lnTo>
                <a:lnTo>
                  <a:pt x="5086979" y="876704"/>
                </a:lnTo>
                <a:cubicBezTo>
                  <a:pt x="5293806" y="876704"/>
                  <a:pt x="5432876" y="749228"/>
                  <a:pt x="5432876" y="556932"/>
                </a:cubicBezTo>
                <a:close/>
                <a:moveTo>
                  <a:pt x="570359" y="888925"/>
                </a:moveTo>
                <a:cubicBezTo>
                  <a:pt x="388129" y="888925"/>
                  <a:pt x="256020" y="745051"/>
                  <a:pt x="256020" y="556777"/>
                </a:cubicBezTo>
                <a:cubicBezTo>
                  <a:pt x="256020" y="368503"/>
                  <a:pt x="388129" y="225093"/>
                  <a:pt x="570359" y="225093"/>
                </a:cubicBezTo>
                <a:cubicBezTo>
                  <a:pt x="657916" y="225093"/>
                  <a:pt x="730468" y="256343"/>
                  <a:pt x="793738" y="316214"/>
                </a:cubicBezTo>
                <a:lnTo>
                  <a:pt x="952764" y="157179"/>
                </a:lnTo>
                <a:cubicBezTo>
                  <a:pt x="856544" y="58168"/>
                  <a:pt x="722579" y="0"/>
                  <a:pt x="567729" y="0"/>
                </a:cubicBezTo>
                <a:cubicBezTo>
                  <a:pt x="247047" y="0"/>
                  <a:pt x="0" y="244586"/>
                  <a:pt x="0" y="556932"/>
                </a:cubicBezTo>
                <a:cubicBezTo>
                  <a:pt x="0" y="869278"/>
                  <a:pt x="247047" y="1113864"/>
                  <a:pt x="567729" y="1113864"/>
                </a:cubicBezTo>
                <a:cubicBezTo>
                  <a:pt x="729540" y="1113864"/>
                  <a:pt x="871395" y="1048425"/>
                  <a:pt x="968079" y="938585"/>
                </a:cubicBezTo>
                <a:lnTo>
                  <a:pt x="809826" y="780324"/>
                </a:lnTo>
                <a:cubicBezTo>
                  <a:pt x="746092" y="850868"/>
                  <a:pt x="669828" y="888925"/>
                  <a:pt x="570359" y="888925"/>
                </a:cubicBezTo>
                <a:close/>
                <a:moveTo>
                  <a:pt x="1453047" y="24288"/>
                </a:moveTo>
                <a:lnTo>
                  <a:pt x="1206309" y="24288"/>
                </a:lnTo>
                <a:lnTo>
                  <a:pt x="1206309" y="1089576"/>
                </a:lnTo>
                <a:lnTo>
                  <a:pt x="1952711" y="1089576"/>
                </a:lnTo>
                <a:lnTo>
                  <a:pt x="1952711" y="872836"/>
                </a:lnTo>
                <a:lnTo>
                  <a:pt x="1453047" y="872836"/>
                </a:lnTo>
                <a:close/>
                <a:moveTo>
                  <a:pt x="7656766" y="731128"/>
                </a:moveTo>
                <a:lnTo>
                  <a:pt x="7960741" y="1089576"/>
                </a:lnTo>
                <a:lnTo>
                  <a:pt x="7673473" y="1089576"/>
                </a:lnTo>
                <a:lnTo>
                  <a:pt x="7390382" y="753251"/>
                </a:lnTo>
                <a:lnTo>
                  <a:pt x="7254560" y="753251"/>
                </a:lnTo>
                <a:lnTo>
                  <a:pt x="7254560" y="1089576"/>
                </a:lnTo>
                <a:lnTo>
                  <a:pt x="7012772" y="1089576"/>
                </a:lnTo>
                <a:lnTo>
                  <a:pt x="7012772" y="24288"/>
                </a:lnTo>
                <a:lnTo>
                  <a:pt x="7503927" y="24288"/>
                </a:lnTo>
                <a:cubicBezTo>
                  <a:pt x="7640987" y="24288"/>
                  <a:pt x="7741539" y="57704"/>
                  <a:pt x="7813626" y="119276"/>
                </a:cubicBezTo>
                <a:cubicBezTo>
                  <a:pt x="7885714" y="180848"/>
                  <a:pt x="7927637" y="275681"/>
                  <a:pt x="7927637" y="388305"/>
                </a:cubicBezTo>
                <a:cubicBezTo>
                  <a:pt x="7927637" y="529550"/>
                  <a:pt x="7867615" y="676054"/>
                  <a:pt x="7656766" y="731128"/>
                </a:cubicBezTo>
                <a:close/>
                <a:moveTo>
                  <a:pt x="7681053" y="391709"/>
                </a:moveTo>
                <a:cubicBezTo>
                  <a:pt x="7681053" y="344679"/>
                  <a:pt x="7662180" y="300743"/>
                  <a:pt x="7633717" y="275527"/>
                </a:cubicBezTo>
                <a:cubicBezTo>
                  <a:pt x="7601385" y="247216"/>
                  <a:pt x="7554977" y="232364"/>
                  <a:pt x="7490469" y="232364"/>
                </a:cubicBezTo>
                <a:lnTo>
                  <a:pt x="7254560" y="232364"/>
                </a:lnTo>
                <a:lnTo>
                  <a:pt x="7254560" y="552291"/>
                </a:lnTo>
                <a:lnTo>
                  <a:pt x="7491088" y="552291"/>
                </a:lnTo>
                <a:cubicBezTo>
                  <a:pt x="7554513" y="552291"/>
                  <a:pt x="7599529" y="537904"/>
                  <a:pt x="7631396" y="510521"/>
                </a:cubicBezTo>
                <a:cubicBezTo>
                  <a:pt x="7663263" y="483139"/>
                  <a:pt x="7681053" y="440131"/>
                  <a:pt x="7681053" y="391709"/>
                </a:cubicBezTo>
                <a:close/>
                <a:moveTo>
                  <a:pt x="9144619" y="1089576"/>
                </a:moveTo>
                <a:lnTo>
                  <a:pt x="8894942" y="1089576"/>
                </a:lnTo>
                <a:lnTo>
                  <a:pt x="8808622" y="872063"/>
                </a:lnTo>
                <a:lnTo>
                  <a:pt x="8355212" y="872063"/>
                </a:lnTo>
                <a:lnTo>
                  <a:pt x="8268738" y="1089576"/>
                </a:lnTo>
                <a:lnTo>
                  <a:pt x="8019215" y="1089576"/>
                </a:lnTo>
                <a:lnTo>
                  <a:pt x="8468913" y="24288"/>
                </a:lnTo>
                <a:lnTo>
                  <a:pt x="8689971" y="24288"/>
                </a:lnTo>
                <a:close/>
                <a:moveTo>
                  <a:pt x="8730192" y="674507"/>
                </a:moveTo>
                <a:lnTo>
                  <a:pt x="8581840" y="301207"/>
                </a:lnTo>
                <a:lnTo>
                  <a:pt x="8433642" y="674507"/>
                </a:lnTo>
                <a:close/>
                <a:moveTo>
                  <a:pt x="4123231" y="619896"/>
                </a:moveTo>
                <a:cubicBezTo>
                  <a:pt x="4123231" y="788678"/>
                  <a:pt x="4026237" y="890472"/>
                  <a:pt x="3890106" y="890472"/>
                </a:cubicBezTo>
                <a:cubicBezTo>
                  <a:pt x="3753975" y="890472"/>
                  <a:pt x="3656827" y="788678"/>
                  <a:pt x="3656827" y="619896"/>
                </a:cubicBezTo>
                <a:lnTo>
                  <a:pt x="3656827" y="24288"/>
                </a:lnTo>
                <a:lnTo>
                  <a:pt x="3410243" y="24288"/>
                </a:lnTo>
                <a:lnTo>
                  <a:pt x="3410243" y="610459"/>
                </a:lnTo>
                <a:cubicBezTo>
                  <a:pt x="3410243" y="918938"/>
                  <a:pt x="3603921" y="1113864"/>
                  <a:pt x="3890106" y="1113864"/>
                </a:cubicBezTo>
                <a:cubicBezTo>
                  <a:pt x="4176291" y="1113864"/>
                  <a:pt x="4369969" y="918938"/>
                  <a:pt x="4369969" y="610459"/>
                </a:cubicBezTo>
                <a:lnTo>
                  <a:pt x="4369969" y="24288"/>
                </a:lnTo>
                <a:lnTo>
                  <a:pt x="4123231" y="24288"/>
                </a:lnTo>
                <a:close/>
              </a:path>
            </a:pathLst>
          </a:custGeom>
          <a:solidFill>
            <a:srgbClr val="F9670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000">
              <a:solidFill>
                <a:schemeClr val="dk1"/>
              </a:solidFill>
              <a:latin typeface="Roboto"/>
              <a:ea typeface="Roboto"/>
              <a:cs typeface="Roboto"/>
              <a:sym typeface="Roboto"/>
            </a:endParaRPr>
          </a:p>
        </p:txBody>
      </p:sp>
      <p:sp>
        <p:nvSpPr>
          <p:cNvPr id="341" name="Google Shape;341;p48"/>
          <p:cNvSpPr txBox="1"/>
          <p:nvPr/>
        </p:nvSpPr>
        <p:spPr>
          <a:xfrm>
            <a:off x="8476883" y="4858663"/>
            <a:ext cx="255600" cy="924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None/>
            </a:pPr>
            <a:fld id="{00000000-1234-1234-1234-123412341234}" type="slidenum">
              <a:rPr lang="en" sz="600">
                <a:solidFill>
                  <a:srgbClr val="A5A5A5"/>
                </a:solidFill>
                <a:latin typeface="Roboto"/>
                <a:ea typeface="Roboto"/>
                <a:cs typeface="Roboto"/>
                <a:sym typeface="Roboto"/>
              </a:rPr>
              <a:t>‹#›</a:t>
            </a:fld>
            <a:endParaRPr sz="600">
              <a:solidFill>
                <a:srgbClr val="A5A5A5"/>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342"/>
        <p:cNvGrpSpPr/>
        <p:nvPr/>
      </p:nvGrpSpPr>
      <p:grpSpPr>
        <a:xfrm>
          <a:off x="0" y="0"/>
          <a:ext cx="0" cy="0"/>
          <a:chOff x="0" y="0"/>
          <a:chExt cx="0" cy="0"/>
        </a:xfrm>
      </p:grpSpPr>
      <p:sp>
        <p:nvSpPr>
          <p:cNvPr id="343" name="Google Shape;343;p49"/>
          <p:cNvSpPr/>
          <p:nvPr/>
        </p:nvSpPr>
        <p:spPr>
          <a:xfrm>
            <a:off x="3984812" y="2100263"/>
            <a:ext cx="4396800" cy="3043200"/>
          </a:xfrm>
          <a:prstGeom prst="parallelogram">
            <a:avLst>
              <a:gd name="adj" fmla="val 100155"/>
            </a:avLst>
          </a:prstGeom>
          <a:solidFill>
            <a:srgbClr val="D8D8D8">
              <a:alpha val="8196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00">
              <a:solidFill>
                <a:schemeClr val="lt1"/>
              </a:solidFill>
              <a:latin typeface="Roboto"/>
              <a:ea typeface="Roboto"/>
              <a:cs typeface="Roboto"/>
              <a:sym typeface="Roboto"/>
            </a:endParaRPr>
          </a:p>
        </p:txBody>
      </p:sp>
      <p:sp>
        <p:nvSpPr>
          <p:cNvPr id="344" name="Google Shape;344;p49"/>
          <p:cNvSpPr/>
          <p:nvPr/>
        </p:nvSpPr>
        <p:spPr>
          <a:xfrm>
            <a:off x="2560216" y="0"/>
            <a:ext cx="6583800" cy="5143500"/>
          </a:xfrm>
          <a:prstGeom prst="parallelogram">
            <a:avLst>
              <a:gd name="adj" fmla="val 100155"/>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00">
              <a:solidFill>
                <a:schemeClr val="lt1"/>
              </a:solidFill>
              <a:latin typeface="Roboto"/>
              <a:ea typeface="Roboto"/>
              <a:cs typeface="Roboto"/>
              <a:sym typeface="Roboto"/>
            </a:endParaRPr>
          </a:p>
        </p:txBody>
      </p:sp>
      <p:sp>
        <p:nvSpPr>
          <p:cNvPr id="345" name="Google Shape;345;p49"/>
          <p:cNvSpPr/>
          <p:nvPr/>
        </p:nvSpPr>
        <p:spPr>
          <a:xfrm>
            <a:off x="5295145" y="1300602"/>
            <a:ext cx="3848855" cy="3842899"/>
          </a:xfrm>
          <a:custGeom>
            <a:avLst/>
            <a:gdLst/>
            <a:ahLst/>
            <a:cxnLst/>
            <a:rect l="l" t="t" r="r" b="b"/>
            <a:pathLst>
              <a:path w="3848855" h="3842899" extrusionOk="0">
                <a:moveTo>
                  <a:pt x="3848855" y="0"/>
                </a:moveTo>
                <a:lnTo>
                  <a:pt x="3848855" y="1415399"/>
                </a:lnTo>
                <a:lnTo>
                  <a:pt x="1417593" y="3842899"/>
                </a:lnTo>
                <a:lnTo>
                  <a:pt x="0" y="3842899"/>
                </a:lnTo>
                <a:lnTo>
                  <a:pt x="3848855" y="0"/>
                </a:lnTo>
                <a:close/>
              </a:path>
            </a:pathLst>
          </a:cu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00">
              <a:solidFill>
                <a:schemeClr val="lt1"/>
              </a:solidFill>
              <a:latin typeface="Roboto"/>
              <a:ea typeface="Roboto"/>
              <a:cs typeface="Roboto"/>
              <a:sym typeface="Roboto"/>
            </a:endParaRPr>
          </a:p>
        </p:txBody>
      </p:sp>
      <p:sp>
        <p:nvSpPr>
          <p:cNvPr id="346" name="Google Shape;346;p49"/>
          <p:cNvSpPr/>
          <p:nvPr/>
        </p:nvSpPr>
        <p:spPr>
          <a:xfrm>
            <a:off x="6702545" y="2705824"/>
            <a:ext cx="2441455" cy="2437676"/>
          </a:xfrm>
          <a:custGeom>
            <a:avLst/>
            <a:gdLst/>
            <a:ahLst/>
            <a:cxnLst/>
            <a:rect l="l" t="t" r="r" b="b"/>
            <a:pathLst>
              <a:path w="2441455" h="2437676" extrusionOk="0">
                <a:moveTo>
                  <a:pt x="2441455" y="0"/>
                </a:moveTo>
                <a:lnTo>
                  <a:pt x="2441455" y="1299150"/>
                </a:lnTo>
                <a:lnTo>
                  <a:pt x="1301164" y="2437676"/>
                </a:lnTo>
                <a:lnTo>
                  <a:pt x="0" y="2437676"/>
                </a:lnTo>
                <a:lnTo>
                  <a:pt x="2441455" y="0"/>
                </a:lnTo>
                <a:close/>
              </a:path>
            </a:pathLst>
          </a:custGeom>
          <a:solidFill>
            <a:srgbClr val="D8D8D8">
              <a:alpha val="8196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00">
              <a:solidFill>
                <a:schemeClr val="lt1"/>
              </a:solidFill>
              <a:latin typeface="Roboto"/>
              <a:ea typeface="Roboto"/>
              <a:cs typeface="Roboto"/>
              <a:sym typeface="Roboto"/>
            </a:endParaRPr>
          </a:p>
        </p:txBody>
      </p:sp>
      <p:sp>
        <p:nvSpPr>
          <p:cNvPr id="347" name="Google Shape;347;p49"/>
          <p:cNvSpPr/>
          <p:nvPr/>
        </p:nvSpPr>
        <p:spPr>
          <a:xfrm>
            <a:off x="7996919" y="3998194"/>
            <a:ext cx="1147081" cy="1145306"/>
          </a:xfrm>
          <a:custGeom>
            <a:avLst/>
            <a:gdLst/>
            <a:ahLst/>
            <a:cxnLst/>
            <a:rect l="l" t="t" r="r" b="b"/>
            <a:pathLst>
              <a:path w="1147081" h="1145306" extrusionOk="0">
                <a:moveTo>
                  <a:pt x="1147081" y="0"/>
                </a:moveTo>
                <a:lnTo>
                  <a:pt x="1147081" y="1145306"/>
                </a:lnTo>
                <a:lnTo>
                  <a:pt x="0" y="1145306"/>
                </a:lnTo>
                <a:lnTo>
                  <a:pt x="1147081" y="0"/>
                </a:lnTo>
                <a:close/>
              </a:path>
            </a:pathLst>
          </a:custGeom>
          <a:solidFill>
            <a:srgbClr val="F2F2F2">
              <a:alpha val="8196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00">
              <a:solidFill>
                <a:schemeClr val="lt1"/>
              </a:solidFill>
              <a:latin typeface="Roboto"/>
              <a:ea typeface="Roboto"/>
              <a:cs typeface="Roboto"/>
              <a:sym typeface="Roboto"/>
            </a:endParaRPr>
          </a:p>
        </p:txBody>
      </p:sp>
      <p:sp>
        <p:nvSpPr>
          <p:cNvPr id="348" name="Google Shape;348;p49"/>
          <p:cNvSpPr/>
          <p:nvPr/>
        </p:nvSpPr>
        <p:spPr>
          <a:xfrm>
            <a:off x="602311" y="2098623"/>
            <a:ext cx="1463100" cy="183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00">
              <a:solidFill>
                <a:schemeClr val="accent3"/>
              </a:solidFill>
              <a:latin typeface="Roboto"/>
              <a:ea typeface="Roboto"/>
              <a:cs typeface="Roboto"/>
              <a:sym typeface="Roboto"/>
            </a:endParaRPr>
          </a:p>
        </p:txBody>
      </p:sp>
      <p:sp>
        <p:nvSpPr>
          <p:cNvPr id="349" name="Google Shape;349;p49"/>
          <p:cNvSpPr txBox="1">
            <a:spLocks noGrp="1"/>
          </p:cNvSpPr>
          <p:nvPr>
            <p:ph type="title"/>
          </p:nvPr>
        </p:nvSpPr>
        <p:spPr>
          <a:xfrm>
            <a:off x="602311" y="2352853"/>
            <a:ext cx="7990800" cy="1520700"/>
          </a:xfrm>
          <a:prstGeom prst="rect">
            <a:avLst/>
          </a:prstGeom>
          <a:noFill/>
          <a:ln>
            <a:noFill/>
          </a:ln>
        </p:spPr>
        <p:txBody>
          <a:bodyPr spcFirstLastPara="1" wrap="square" lIns="0" tIns="45700" rIns="91425" bIns="45700" anchor="t" anchorCtr="0">
            <a:noAutofit/>
          </a:bodyPr>
          <a:lstStyle>
            <a:lvl1pPr marR="0" lvl="0" algn="l">
              <a:lnSpc>
                <a:spcPct val="80000"/>
              </a:lnSpc>
              <a:spcBef>
                <a:spcPts val="0"/>
              </a:spcBef>
              <a:spcAft>
                <a:spcPts val="0"/>
              </a:spcAft>
              <a:buClr>
                <a:schemeClr val="dk1"/>
              </a:buClr>
              <a:buSzPts val="3800"/>
              <a:buFont typeface="Lato"/>
              <a:buNone/>
              <a:defRPr sz="3800" b="0" i="0" u="none" strike="noStrike" cap="none">
                <a:solidFill>
                  <a:schemeClr val="dk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44"/>
                                        </p:tgtEl>
                                        <p:attrNameLst>
                                          <p:attrName>style.visibility</p:attrName>
                                        </p:attrNameLst>
                                      </p:cBhvr>
                                      <p:to>
                                        <p:strVal val="visible"/>
                                      </p:to>
                                    </p:set>
                                    <p:animEffect transition="in" filter="fade">
                                      <p:cBhvr>
                                        <p:cTn id="7" dur="500"/>
                                        <p:tgtEl>
                                          <p:spTgt spid="344"/>
                                        </p:tgtEl>
                                      </p:cBhvr>
                                    </p:animEffect>
                                  </p:childTnLst>
                                </p:cTn>
                              </p:par>
                              <p:par>
                                <p:cTn id="8" presetID="10" presetClass="entr" presetSubtype="0" fill="hold" nodeType="withEffect">
                                  <p:stCondLst>
                                    <p:cond delay="100"/>
                                  </p:stCondLst>
                                  <p:childTnLst>
                                    <p:set>
                                      <p:cBhvr>
                                        <p:cTn id="9" dur="1" fill="hold">
                                          <p:stCondLst>
                                            <p:cond delay="0"/>
                                          </p:stCondLst>
                                        </p:cTn>
                                        <p:tgtEl>
                                          <p:spTgt spid="343"/>
                                        </p:tgtEl>
                                        <p:attrNameLst>
                                          <p:attrName>style.visibility</p:attrName>
                                        </p:attrNameLst>
                                      </p:cBhvr>
                                      <p:to>
                                        <p:strVal val="visible"/>
                                      </p:to>
                                    </p:set>
                                    <p:animEffect transition="in" filter="fade">
                                      <p:cBhvr>
                                        <p:cTn id="10" dur="400"/>
                                        <p:tgtEl>
                                          <p:spTgt spid="343"/>
                                        </p:tgtEl>
                                      </p:cBhvr>
                                    </p:animEffect>
                                  </p:childTnLst>
                                </p:cTn>
                              </p:par>
                              <p:par>
                                <p:cTn id="11" presetID="10" presetClass="entr" presetSubtype="0" fill="hold" nodeType="withEffect">
                                  <p:stCondLst>
                                    <p:cond delay="0"/>
                                  </p:stCondLst>
                                  <p:childTnLst>
                                    <p:set>
                                      <p:cBhvr>
                                        <p:cTn id="12" dur="1" fill="hold">
                                          <p:stCondLst>
                                            <p:cond delay="0"/>
                                          </p:stCondLst>
                                        </p:cTn>
                                        <p:tgtEl>
                                          <p:spTgt spid="345"/>
                                        </p:tgtEl>
                                        <p:attrNameLst>
                                          <p:attrName>style.visibility</p:attrName>
                                        </p:attrNameLst>
                                      </p:cBhvr>
                                      <p:to>
                                        <p:strVal val="visible"/>
                                      </p:to>
                                    </p:set>
                                    <p:animEffect transition="in" filter="fade">
                                      <p:cBhvr>
                                        <p:cTn id="13" dur="500"/>
                                        <p:tgtEl>
                                          <p:spTgt spid="345"/>
                                        </p:tgtEl>
                                      </p:cBhvr>
                                    </p:animEffect>
                                  </p:childTnLst>
                                </p:cTn>
                              </p:par>
                              <p:par>
                                <p:cTn id="14" presetID="10" presetClass="entr" presetSubtype="0" fill="hold" nodeType="withEffect">
                                  <p:stCondLst>
                                    <p:cond delay="0"/>
                                  </p:stCondLst>
                                  <p:childTnLst>
                                    <p:set>
                                      <p:cBhvr>
                                        <p:cTn id="15" dur="1" fill="hold">
                                          <p:stCondLst>
                                            <p:cond delay="0"/>
                                          </p:stCondLst>
                                        </p:cTn>
                                        <p:tgtEl>
                                          <p:spTgt spid="346"/>
                                        </p:tgtEl>
                                        <p:attrNameLst>
                                          <p:attrName>style.visibility</p:attrName>
                                        </p:attrNameLst>
                                      </p:cBhvr>
                                      <p:to>
                                        <p:strVal val="visible"/>
                                      </p:to>
                                    </p:set>
                                    <p:animEffect transition="in" filter="fade">
                                      <p:cBhvr>
                                        <p:cTn id="16" dur="500"/>
                                        <p:tgtEl>
                                          <p:spTgt spid="346"/>
                                        </p:tgtEl>
                                      </p:cBhvr>
                                    </p:animEffect>
                                  </p:childTnLst>
                                </p:cTn>
                              </p:par>
                              <p:par>
                                <p:cTn id="17" presetID="10" presetClass="entr" presetSubtype="0" fill="hold" nodeType="withEffect">
                                  <p:stCondLst>
                                    <p:cond delay="0"/>
                                  </p:stCondLst>
                                  <p:childTnLst>
                                    <p:set>
                                      <p:cBhvr>
                                        <p:cTn id="18" dur="1" fill="hold">
                                          <p:stCondLst>
                                            <p:cond delay="0"/>
                                          </p:stCondLst>
                                        </p:cTn>
                                        <p:tgtEl>
                                          <p:spTgt spid="347"/>
                                        </p:tgtEl>
                                        <p:attrNameLst>
                                          <p:attrName>style.visibility</p:attrName>
                                        </p:attrNameLst>
                                      </p:cBhvr>
                                      <p:to>
                                        <p:strVal val="visible"/>
                                      </p:to>
                                    </p:set>
                                    <p:animEffect transition="in" filter="fade">
                                      <p:cBhvr>
                                        <p:cTn id="19" dur="500"/>
                                        <p:tgtEl>
                                          <p:spTgt spid="3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1_Multi-use w/ Subtitle">
  <p:cSld name="1_Multi-use w/ Subtitle">
    <p:spTree>
      <p:nvGrpSpPr>
        <p:cNvPr id="1" name="Shape 350"/>
        <p:cNvGrpSpPr/>
        <p:nvPr/>
      </p:nvGrpSpPr>
      <p:grpSpPr>
        <a:xfrm>
          <a:off x="0" y="0"/>
          <a:ext cx="0" cy="0"/>
          <a:chOff x="0" y="0"/>
          <a:chExt cx="0" cy="0"/>
        </a:xfrm>
      </p:grpSpPr>
      <p:sp>
        <p:nvSpPr>
          <p:cNvPr id="351" name="Google Shape;351;p50"/>
          <p:cNvSpPr txBox="1">
            <a:spLocks noGrp="1"/>
          </p:cNvSpPr>
          <p:nvPr>
            <p:ph type="title"/>
          </p:nvPr>
        </p:nvSpPr>
        <p:spPr>
          <a:xfrm>
            <a:off x="419100" y="457201"/>
            <a:ext cx="8305800" cy="417600"/>
          </a:xfrm>
          <a:prstGeom prst="rect">
            <a:avLst/>
          </a:prstGeom>
          <a:noFill/>
          <a:ln>
            <a:noFill/>
          </a:ln>
        </p:spPr>
        <p:txBody>
          <a:bodyPr spcFirstLastPara="1" wrap="square" lIns="0" tIns="121875" rIns="0" bIns="121875" anchor="t" anchorCtr="0">
            <a:noAutofit/>
          </a:bodyPr>
          <a:lstStyle>
            <a:lvl1pPr marR="0" lvl="0" algn="l">
              <a:lnSpc>
                <a:spcPct val="100000"/>
              </a:lnSpc>
              <a:spcBef>
                <a:spcPts val="0"/>
              </a:spcBef>
              <a:spcAft>
                <a:spcPts val="0"/>
              </a:spcAft>
              <a:buSzPts val="2300"/>
              <a:buNone/>
              <a:defRPr sz="2175" b="0" i="0" u="none" strike="noStrike" cap="none">
                <a:solidFill>
                  <a:schemeClr val="dk1"/>
                </a:solidFill>
                <a:latin typeface="Lato"/>
                <a:ea typeface="Lato"/>
                <a:cs typeface="Lato"/>
                <a:sym typeface="Lato"/>
              </a:defRPr>
            </a:lvl1pPr>
            <a:lvl2pPr marR="0" lvl="1"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352" name="Google Shape;352;p50"/>
          <p:cNvSpPr txBox="1">
            <a:spLocks noGrp="1"/>
          </p:cNvSpPr>
          <p:nvPr>
            <p:ph type="body" idx="1"/>
          </p:nvPr>
        </p:nvSpPr>
        <p:spPr>
          <a:xfrm>
            <a:off x="419100" y="914401"/>
            <a:ext cx="8305800" cy="308100"/>
          </a:xfrm>
          <a:prstGeom prst="rect">
            <a:avLst/>
          </a:prstGeom>
          <a:noFill/>
          <a:ln>
            <a:noFill/>
          </a:ln>
        </p:spPr>
        <p:txBody>
          <a:bodyPr spcFirstLastPara="1" wrap="square" lIns="0" tIns="30475" rIns="0" bIns="45700" anchor="t" anchorCtr="0">
            <a:noAutofit/>
          </a:bodyPr>
          <a:lstStyle>
            <a:lvl1pPr marL="457200" lvl="0" indent="-228600" algn="l">
              <a:lnSpc>
                <a:spcPct val="100000"/>
              </a:lnSpc>
              <a:spcBef>
                <a:spcPts val="450"/>
              </a:spcBef>
              <a:spcAft>
                <a:spcPts val="0"/>
              </a:spcAft>
              <a:buSzPts val="1800"/>
              <a:buNone/>
              <a:defRPr sz="1575" b="0" i="0">
                <a:solidFill>
                  <a:schemeClr val="accent2"/>
                </a:solidFill>
                <a:latin typeface="Roboto"/>
                <a:ea typeface="Roboto"/>
                <a:cs typeface="Roboto"/>
                <a:sym typeface="Roboto"/>
              </a:defRPr>
            </a:lvl1pPr>
            <a:lvl2pPr marL="914400" lvl="1" indent="-228600" algn="l">
              <a:lnSpc>
                <a:spcPct val="100000"/>
              </a:lnSpc>
              <a:spcBef>
                <a:spcPts val="375"/>
              </a:spcBef>
              <a:spcAft>
                <a:spcPts val="0"/>
              </a:spcAft>
              <a:buSzPts val="1800"/>
              <a:buNone/>
              <a:defRPr sz="1575">
                <a:solidFill>
                  <a:schemeClr val="accent1"/>
                </a:solidFill>
              </a:defRPr>
            </a:lvl2pPr>
            <a:lvl3pPr marL="1371600" lvl="2" indent="-228600" algn="l">
              <a:lnSpc>
                <a:spcPct val="100000"/>
              </a:lnSpc>
              <a:spcBef>
                <a:spcPts val="300"/>
              </a:spcBef>
              <a:spcAft>
                <a:spcPts val="0"/>
              </a:spcAft>
              <a:buSzPts val="1800"/>
              <a:buNone/>
              <a:defRPr sz="1575">
                <a:solidFill>
                  <a:schemeClr val="accent1"/>
                </a:solidFill>
              </a:defRPr>
            </a:lvl3pPr>
            <a:lvl4pPr marL="1828800" lvl="3" indent="-228600" algn="l">
              <a:lnSpc>
                <a:spcPct val="100000"/>
              </a:lnSpc>
              <a:spcBef>
                <a:spcPts val="300"/>
              </a:spcBef>
              <a:spcAft>
                <a:spcPts val="0"/>
              </a:spcAft>
              <a:buSzPts val="1800"/>
              <a:buNone/>
              <a:defRPr sz="1575">
                <a:solidFill>
                  <a:schemeClr val="accent1"/>
                </a:solidFill>
              </a:defRPr>
            </a:lvl4pPr>
            <a:lvl5pPr marL="2286000" lvl="4" indent="-228600" algn="l">
              <a:lnSpc>
                <a:spcPct val="100000"/>
              </a:lnSpc>
              <a:spcBef>
                <a:spcPts val="300"/>
              </a:spcBef>
              <a:spcAft>
                <a:spcPts val="0"/>
              </a:spcAft>
              <a:buSzPts val="1800"/>
              <a:buNone/>
              <a:defRPr sz="1575">
                <a:solidFill>
                  <a:schemeClr val="accent1"/>
                </a:solidFill>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353" name="Google Shape;353;p50"/>
          <p:cNvSpPr/>
          <p:nvPr/>
        </p:nvSpPr>
        <p:spPr>
          <a:xfrm>
            <a:off x="486631" y="4669276"/>
            <a:ext cx="754380" cy="91894"/>
          </a:xfrm>
          <a:custGeom>
            <a:avLst/>
            <a:gdLst/>
            <a:ahLst/>
            <a:cxnLst/>
            <a:rect l="l" t="t" r="r" b="b"/>
            <a:pathLst>
              <a:path w="9144000" h="1113864" extrusionOk="0">
                <a:moveTo>
                  <a:pt x="5789292" y="24288"/>
                </a:moveTo>
                <a:lnTo>
                  <a:pt x="6718852" y="24288"/>
                </a:lnTo>
                <a:lnTo>
                  <a:pt x="6718852" y="244431"/>
                </a:lnTo>
                <a:lnTo>
                  <a:pt x="5942904" y="244431"/>
                </a:lnTo>
                <a:cubicBezTo>
                  <a:pt x="5906241" y="160891"/>
                  <a:pt x="5853800" y="87253"/>
                  <a:pt x="5789292" y="24288"/>
                </a:cubicBezTo>
                <a:close/>
                <a:moveTo>
                  <a:pt x="6592622" y="662440"/>
                </a:moveTo>
                <a:lnTo>
                  <a:pt x="6592622" y="444463"/>
                </a:lnTo>
                <a:lnTo>
                  <a:pt x="5997511" y="444463"/>
                </a:lnTo>
                <a:cubicBezTo>
                  <a:pt x="6002616" y="481746"/>
                  <a:pt x="6006174" y="519803"/>
                  <a:pt x="6006174" y="559407"/>
                </a:cubicBezTo>
                <a:cubicBezTo>
                  <a:pt x="6006027" y="593854"/>
                  <a:pt x="6003806" y="628260"/>
                  <a:pt x="5999522" y="662440"/>
                </a:cubicBezTo>
                <a:close/>
                <a:moveTo>
                  <a:pt x="5801049" y="1089576"/>
                </a:moveTo>
                <a:lnTo>
                  <a:pt x="6723803" y="1089576"/>
                </a:lnTo>
                <a:lnTo>
                  <a:pt x="6723803" y="869433"/>
                </a:lnTo>
                <a:lnTo>
                  <a:pt x="5946926" y="869433"/>
                </a:lnTo>
                <a:cubicBezTo>
                  <a:pt x="5912876" y="951495"/>
                  <a:pt x="5863350" y="1026236"/>
                  <a:pt x="5801049" y="1089576"/>
                </a:cubicBezTo>
                <a:close/>
                <a:moveTo>
                  <a:pt x="3168146" y="558634"/>
                </a:moveTo>
                <a:cubicBezTo>
                  <a:pt x="3168146" y="869897"/>
                  <a:pt x="2932237" y="1113864"/>
                  <a:pt x="2605522" y="1113864"/>
                </a:cubicBezTo>
                <a:cubicBezTo>
                  <a:pt x="2278807" y="1113864"/>
                  <a:pt x="2043052" y="869897"/>
                  <a:pt x="2043052" y="558634"/>
                </a:cubicBezTo>
                <a:cubicBezTo>
                  <a:pt x="2043052" y="247371"/>
                  <a:pt x="2278807" y="0"/>
                  <a:pt x="2605522" y="0"/>
                </a:cubicBezTo>
                <a:cubicBezTo>
                  <a:pt x="2932237" y="0"/>
                  <a:pt x="3168146" y="245360"/>
                  <a:pt x="3168146" y="558634"/>
                </a:cubicBezTo>
                <a:close/>
                <a:moveTo>
                  <a:pt x="2912127" y="558634"/>
                </a:moveTo>
                <a:cubicBezTo>
                  <a:pt x="2912127" y="364326"/>
                  <a:pt x="2784813" y="223392"/>
                  <a:pt x="2605522" y="223392"/>
                </a:cubicBezTo>
                <a:cubicBezTo>
                  <a:pt x="2426231" y="223392"/>
                  <a:pt x="2299072" y="364326"/>
                  <a:pt x="2299072" y="558634"/>
                </a:cubicBezTo>
                <a:cubicBezTo>
                  <a:pt x="2299072" y="752941"/>
                  <a:pt x="2426231" y="890472"/>
                  <a:pt x="2605522" y="890472"/>
                </a:cubicBezTo>
                <a:cubicBezTo>
                  <a:pt x="2784813" y="890472"/>
                  <a:pt x="2912127" y="750930"/>
                  <a:pt x="2912127" y="558634"/>
                </a:cubicBezTo>
                <a:close/>
                <a:moveTo>
                  <a:pt x="5688896" y="556932"/>
                </a:moveTo>
                <a:cubicBezTo>
                  <a:pt x="5688896" y="875466"/>
                  <a:pt x="5453915" y="1089576"/>
                  <a:pt x="5104305" y="1089576"/>
                </a:cubicBezTo>
                <a:lnTo>
                  <a:pt x="4677502" y="1089576"/>
                </a:lnTo>
                <a:lnTo>
                  <a:pt x="4677502" y="24288"/>
                </a:lnTo>
                <a:lnTo>
                  <a:pt x="5094095" y="24288"/>
                </a:lnTo>
                <a:cubicBezTo>
                  <a:pt x="5443550" y="24288"/>
                  <a:pt x="5688896" y="238398"/>
                  <a:pt x="5688896" y="556932"/>
                </a:cubicBezTo>
                <a:close/>
                <a:moveTo>
                  <a:pt x="5432876" y="556932"/>
                </a:moveTo>
                <a:cubicBezTo>
                  <a:pt x="5432876" y="364636"/>
                  <a:pt x="5293806" y="237315"/>
                  <a:pt x="5086979" y="237315"/>
                </a:cubicBezTo>
                <a:lnTo>
                  <a:pt x="4924240" y="237315"/>
                </a:lnTo>
                <a:lnTo>
                  <a:pt x="4924240" y="876704"/>
                </a:lnTo>
                <a:lnTo>
                  <a:pt x="5086979" y="876704"/>
                </a:lnTo>
                <a:cubicBezTo>
                  <a:pt x="5293806" y="876704"/>
                  <a:pt x="5432876" y="749228"/>
                  <a:pt x="5432876" y="556932"/>
                </a:cubicBezTo>
                <a:close/>
                <a:moveTo>
                  <a:pt x="570359" y="888925"/>
                </a:moveTo>
                <a:cubicBezTo>
                  <a:pt x="388129" y="888925"/>
                  <a:pt x="256020" y="745051"/>
                  <a:pt x="256020" y="556777"/>
                </a:cubicBezTo>
                <a:cubicBezTo>
                  <a:pt x="256020" y="368503"/>
                  <a:pt x="388129" y="225093"/>
                  <a:pt x="570359" y="225093"/>
                </a:cubicBezTo>
                <a:cubicBezTo>
                  <a:pt x="657916" y="225093"/>
                  <a:pt x="730468" y="256343"/>
                  <a:pt x="793738" y="316214"/>
                </a:cubicBezTo>
                <a:lnTo>
                  <a:pt x="952764" y="157179"/>
                </a:lnTo>
                <a:cubicBezTo>
                  <a:pt x="856544" y="58168"/>
                  <a:pt x="722579" y="0"/>
                  <a:pt x="567729" y="0"/>
                </a:cubicBezTo>
                <a:cubicBezTo>
                  <a:pt x="247047" y="0"/>
                  <a:pt x="0" y="244586"/>
                  <a:pt x="0" y="556932"/>
                </a:cubicBezTo>
                <a:cubicBezTo>
                  <a:pt x="0" y="869278"/>
                  <a:pt x="247047" y="1113864"/>
                  <a:pt x="567729" y="1113864"/>
                </a:cubicBezTo>
                <a:cubicBezTo>
                  <a:pt x="729540" y="1113864"/>
                  <a:pt x="871395" y="1048425"/>
                  <a:pt x="968079" y="938585"/>
                </a:cubicBezTo>
                <a:lnTo>
                  <a:pt x="809826" y="780324"/>
                </a:lnTo>
                <a:cubicBezTo>
                  <a:pt x="746092" y="850868"/>
                  <a:pt x="669828" y="888925"/>
                  <a:pt x="570359" y="888925"/>
                </a:cubicBezTo>
                <a:close/>
                <a:moveTo>
                  <a:pt x="1453047" y="24288"/>
                </a:moveTo>
                <a:lnTo>
                  <a:pt x="1206309" y="24288"/>
                </a:lnTo>
                <a:lnTo>
                  <a:pt x="1206309" y="1089576"/>
                </a:lnTo>
                <a:lnTo>
                  <a:pt x="1952711" y="1089576"/>
                </a:lnTo>
                <a:lnTo>
                  <a:pt x="1952711" y="872836"/>
                </a:lnTo>
                <a:lnTo>
                  <a:pt x="1453047" y="872836"/>
                </a:lnTo>
                <a:close/>
                <a:moveTo>
                  <a:pt x="7656766" y="731128"/>
                </a:moveTo>
                <a:lnTo>
                  <a:pt x="7960741" y="1089576"/>
                </a:lnTo>
                <a:lnTo>
                  <a:pt x="7673473" y="1089576"/>
                </a:lnTo>
                <a:lnTo>
                  <a:pt x="7390382" y="753251"/>
                </a:lnTo>
                <a:lnTo>
                  <a:pt x="7254560" y="753251"/>
                </a:lnTo>
                <a:lnTo>
                  <a:pt x="7254560" y="1089576"/>
                </a:lnTo>
                <a:lnTo>
                  <a:pt x="7012772" y="1089576"/>
                </a:lnTo>
                <a:lnTo>
                  <a:pt x="7012772" y="24288"/>
                </a:lnTo>
                <a:lnTo>
                  <a:pt x="7503927" y="24288"/>
                </a:lnTo>
                <a:cubicBezTo>
                  <a:pt x="7640987" y="24288"/>
                  <a:pt x="7741539" y="57704"/>
                  <a:pt x="7813626" y="119276"/>
                </a:cubicBezTo>
                <a:cubicBezTo>
                  <a:pt x="7885714" y="180848"/>
                  <a:pt x="7927637" y="275681"/>
                  <a:pt x="7927637" y="388305"/>
                </a:cubicBezTo>
                <a:cubicBezTo>
                  <a:pt x="7927637" y="529550"/>
                  <a:pt x="7867615" y="676054"/>
                  <a:pt x="7656766" y="731128"/>
                </a:cubicBezTo>
                <a:close/>
                <a:moveTo>
                  <a:pt x="7681053" y="391709"/>
                </a:moveTo>
                <a:cubicBezTo>
                  <a:pt x="7681053" y="344679"/>
                  <a:pt x="7662180" y="300743"/>
                  <a:pt x="7633717" y="275527"/>
                </a:cubicBezTo>
                <a:cubicBezTo>
                  <a:pt x="7601385" y="247216"/>
                  <a:pt x="7554977" y="232364"/>
                  <a:pt x="7490469" y="232364"/>
                </a:cubicBezTo>
                <a:lnTo>
                  <a:pt x="7254560" y="232364"/>
                </a:lnTo>
                <a:lnTo>
                  <a:pt x="7254560" y="552291"/>
                </a:lnTo>
                <a:lnTo>
                  <a:pt x="7491088" y="552291"/>
                </a:lnTo>
                <a:cubicBezTo>
                  <a:pt x="7554513" y="552291"/>
                  <a:pt x="7599529" y="537904"/>
                  <a:pt x="7631396" y="510521"/>
                </a:cubicBezTo>
                <a:cubicBezTo>
                  <a:pt x="7663263" y="483139"/>
                  <a:pt x="7681053" y="440131"/>
                  <a:pt x="7681053" y="391709"/>
                </a:cubicBezTo>
                <a:close/>
                <a:moveTo>
                  <a:pt x="9144619" y="1089576"/>
                </a:moveTo>
                <a:lnTo>
                  <a:pt x="8894942" y="1089576"/>
                </a:lnTo>
                <a:lnTo>
                  <a:pt x="8808622" y="872063"/>
                </a:lnTo>
                <a:lnTo>
                  <a:pt x="8355212" y="872063"/>
                </a:lnTo>
                <a:lnTo>
                  <a:pt x="8268738" y="1089576"/>
                </a:lnTo>
                <a:lnTo>
                  <a:pt x="8019215" y="1089576"/>
                </a:lnTo>
                <a:lnTo>
                  <a:pt x="8468913" y="24288"/>
                </a:lnTo>
                <a:lnTo>
                  <a:pt x="8689971" y="24288"/>
                </a:lnTo>
                <a:close/>
                <a:moveTo>
                  <a:pt x="8730192" y="674507"/>
                </a:moveTo>
                <a:lnTo>
                  <a:pt x="8581840" y="301207"/>
                </a:lnTo>
                <a:lnTo>
                  <a:pt x="8433642" y="674507"/>
                </a:lnTo>
                <a:close/>
                <a:moveTo>
                  <a:pt x="4123231" y="619896"/>
                </a:moveTo>
                <a:cubicBezTo>
                  <a:pt x="4123231" y="788678"/>
                  <a:pt x="4026237" y="890472"/>
                  <a:pt x="3890106" y="890472"/>
                </a:cubicBezTo>
                <a:cubicBezTo>
                  <a:pt x="3753975" y="890472"/>
                  <a:pt x="3656827" y="788678"/>
                  <a:pt x="3656827" y="619896"/>
                </a:cubicBezTo>
                <a:lnTo>
                  <a:pt x="3656827" y="24288"/>
                </a:lnTo>
                <a:lnTo>
                  <a:pt x="3410243" y="24288"/>
                </a:lnTo>
                <a:lnTo>
                  <a:pt x="3410243" y="610459"/>
                </a:lnTo>
                <a:cubicBezTo>
                  <a:pt x="3410243" y="918938"/>
                  <a:pt x="3603921" y="1113864"/>
                  <a:pt x="3890106" y="1113864"/>
                </a:cubicBezTo>
                <a:cubicBezTo>
                  <a:pt x="4176291" y="1113864"/>
                  <a:pt x="4369969" y="918938"/>
                  <a:pt x="4369969" y="610459"/>
                </a:cubicBezTo>
                <a:lnTo>
                  <a:pt x="4369969" y="24288"/>
                </a:lnTo>
                <a:lnTo>
                  <a:pt x="4123231" y="24288"/>
                </a:lnTo>
                <a:close/>
              </a:path>
            </a:pathLst>
          </a:custGeom>
          <a:solidFill>
            <a:srgbClr val="F96702"/>
          </a:solidFill>
          <a:ln>
            <a:noFill/>
          </a:ln>
        </p:spPr>
        <p:txBody>
          <a:bodyPr spcFirstLastPara="1" wrap="square" lIns="91400" tIns="45700" rIns="91400" bIns="45700" anchor="ctr"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cxnSp>
        <p:nvCxnSpPr>
          <p:cNvPr id="354" name="Google Shape;354;p50"/>
          <p:cNvCxnSpPr/>
          <p:nvPr/>
        </p:nvCxnSpPr>
        <p:spPr>
          <a:xfrm>
            <a:off x="411480" y="412170"/>
            <a:ext cx="8321100" cy="0"/>
          </a:xfrm>
          <a:prstGeom prst="straightConnector1">
            <a:avLst/>
          </a:prstGeom>
          <a:noFill/>
          <a:ln w="9525" cap="flat" cmpd="sng">
            <a:solidFill>
              <a:srgbClr val="BFBFBF"/>
            </a:solidFill>
            <a:prstDash val="solid"/>
            <a:round/>
            <a:headEnd type="none" w="sm" len="sm"/>
            <a:tailEnd type="none" w="sm" len="sm"/>
          </a:ln>
        </p:spPr>
      </p:cxnSp>
      <p:sp>
        <p:nvSpPr>
          <p:cNvPr id="355" name="Google Shape;355;p50"/>
          <p:cNvSpPr txBox="1"/>
          <p:nvPr/>
        </p:nvSpPr>
        <p:spPr>
          <a:xfrm>
            <a:off x="8476884" y="4858665"/>
            <a:ext cx="255600" cy="924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fld id="{00000000-1234-1234-1234-123412341234}" type="slidenum">
              <a:rPr lang="en" sz="600" b="0" i="0" u="none" strike="noStrike" cap="none">
                <a:solidFill>
                  <a:srgbClr val="BFBFBF"/>
                </a:solidFill>
                <a:latin typeface="Roboto"/>
                <a:ea typeface="Roboto"/>
                <a:cs typeface="Roboto"/>
                <a:sym typeface="Roboto"/>
              </a:rPr>
              <a:t>‹#›</a:t>
            </a:fld>
            <a:endParaRPr sz="600" b="0" i="0" u="none" strike="noStrike" cap="none">
              <a:solidFill>
                <a:srgbClr val="BFBFB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amp; Body | White">
  <p:cSld name="Title &amp; Body | White">
    <p:spTree>
      <p:nvGrpSpPr>
        <p:cNvPr id="1" name="Shape 105"/>
        <p:cNvGrpSpPr/>
        <p:nvPr/>
      </p:nvGrpSpPr>
      <p:grpSpPr>
        <a:xfrm>
          <a:off x="0" y="0"/>
          <a:ext cx="0" cy="0"/>
          <a:chOff x="0" y="0"/>
          <a:chExt cx="0" cy="0"/>
        </a:xfrm>
      </p:grpSpPr>
      <p:sp>
        <p:nvSpPr>
          <p:cNvPr id="106" name="Google Shape;106;p19"/>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107" name="Google Shape;107;p19"/>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spcBef>
                <a:spcPts val="0"/>
              </a:spcBef>
              <a:spcAft>
                <a:spcPts val="0"/>
              </a:spcAft>
              <a:buClr>
                <a:srgbClr val="120046"/>
              </a:buClr>
              <a:buSzPts val="2100"/>
              <a:buNone/>
              <a:defRPr sz="23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8" name="Google Shape;108;p19"/>
          <p:cNvSpPr txBox="1">
            <a:spLocks noGrp="1"/>
          </p:cNvSpPr>
          <p:nvPr>
            <p:ph type="body" idx="1"/>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Clr>
                <a:schemeClr val="accent4"/>
              </a:buClr>
              <a:buSzPts val="1100"/>
              <a:buFont typeface="Plus Jakarta Sans SemiBold"/>
              <a:buNone/>
              <a:defRPr sz="1100" i="0">
                <a:solidFill>
                  <a:schemeClr val="accent4"/>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SzPts val="1260"/>
              <a:buFont typeface="Arial"/>
              <a:buNone/>
              <a:defRPr sz="1050">
                <a:latin typeface="Arial"/>
                <a:ea typeface="Arial"/>
                <a:cs typeface="Arial"/>
                <a:sym typeface="Arial"/>
              </a:defRPr>
            </a:lvl2pPr>
            <a:lvl3pPr marL="1371600" lvl="2" indent="-228600" algn="l">
              <a:spcBef>
                <a:spcPts val="210"/>
              </a:spcBef>
              <a:spcAft>
                <a:spcPts val="0"/>
              </a:spcAft>
              <a:buSzPts val="1260"/>
              <a:buFont typeface="Arial"/>
              <a:buNone/>
              <a:defRPr sz="1050">
                <a:latin typeface="Arial"/>
                <a:ea typeface="Arial"/>
                <a:cs typeface="Arial"/>
                <a:sym typeface="Arial"/>
              </a:defRPr>
            </a:lvl3pPr>
            <a:lvl4pPr marL="1828800" lvl="3" indent="-228600" algn="l">
              <a:spcBef>
                <a:spcPts val="210"/>
              </a:spcBef>
              <a:spcAft>
                <a:spcPts val="0"/>
              </a:spcAft>
              <a:buClr>
                <a:srgbClr val="4E5661"/>
              </a:buClr>
              <a:buSzPts val="1050"/>
              <a:buFont typeface="Arial"/>
              <a:buNone/>
              <a:defRPr sz="1050">
                <a:latin typeface="Arial"/>
                <a:ea typeface="Arial"/>
                <a:cs typeface="Arial"/>
                <a:sym typeface="Arial"/>
              </a:defRPr>
            </a:lvl4pPr>
            <a:lvl5pPr marL="2286000" lvl="4" indent="-228600" algn="l">
              <a:spcBef>
                <a:spcPts val="210"/>
              </a:spcBef>
              <a:spcAft>
                <a:spcPts val="0"/>
              </a:spcAft>
              <a:buClr>
                <a:srgbClr val="4E5661"/>
              </a:buClr>
              <a:buSzPts val="1050"/>
              <a:buFont typeface="Arial"/>
              <a:buNone/>
              <a:defRPr sz="1050">
                <a:latin typeface="Arial"/>
                <a:ea typeface="Arial"/>
                <a:cs typeface="Arial"/>
                <a:sym typeface="Aria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09" name="Google Shape;109;p19"/>
          <p:cNvSpPr txBox="1">
            <a:spLocks noGrp="1"/>
          </p:cNvSpPr>
          <p:nvPr>
            <p:ph type="body" idx="2"/>
          </p:nvPr>
        </p:nvSpPr>
        <p:spPr>
          <a:xfrm>
            <a:off x="533400" y="1370000"/>
            <a:ext cx="4138200" cy="30825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SzPts val="1800"/>
              <a:buNone/>
              <a:defRPr/>
            </a:lvl1pPr>
            <a:lvl2pPr marL="914400" lvl="1" indent="-228600" algn="l">
              <a:lnSpc>
                <a:spcPct val="78888"/>
              </a:lnSpc>
              <a:spcBef>
                <a:spcPts val="400"/>
              </a:spcBef>
              <a:spcAft>
                <a:spcPts val="0"/>
              </a:spcAft>
              <a:buClr>
                <a:srgbClr val="000000"/>
              </a:buClr>
              <a:buSzPts val="2160"/>
              <a:buNone/>
              <a:defRPr/>
            </a:lvl2pPr>
            <a:lvl3pPr marL="1371600" lvl="2" indent="-365760" algn="l">
              <a:spcBef>
                <a:spcPts val="360"/>
              </a:spcBef>
              <a:spcAft>
                <a:spcPts val="0"/>
              </a:spcAft>
              <a:buClr>
                <a:srgbClr val="000000"/>
              </a:buClr>
              <a:buSzPts val="2160"/>
              <a:buChar char="•"/>
              <a:defRPr>
                <a:solidFill>
                  <a:srgbClr val="000000"/>
                </a:solidFill>
              </a:defRPr>
            </a:lvl3pPr>
            <a:lvl4pPr marL="1828800" lvl="3" indent="-342900" algn="l">
              <a:spcBef>
                <a:spcPts val="360"/>
              </a:spcBef>
              <a:spcAft>
                <a:spcPts val="0"/>
              </a:spcAft>
              <a:buClr>
                <a:srgbClr val="000000"/>
              </a:buClr>
              <a:buSzPts val="1800"/>
              <a:buChar char="–"/>
              <a:defRPr>
                <a:solidFill>
                  <a:srgbClr val="000000"/>
                </a:solidFill>
              </a:defRPr>
            </a:lvl4pPr>
            <a:lvl5pPr marL="2286000" lvl="4" indent="-342900" algn="l">
              <a:spcBef>
                <a:spcPts val="360"/>
              </a:spcBef>
              <a:spcAft>
                <a:spcPts val="0"/>
              </a:spcAft>
              <a:buClr>
                <a:srgbClr val="000000"/>
              </a:buClr>
              <a:buSzPts val="1800"/>
              <a:buChar char="»"/>
              <a:defRPr>
                <a:solidFill>
                  <a:srgbClr val="000000"/>
                </a:solidFill>
              </a:defRPr>
            </a:lvl5pPr>
            <a:lvl6pPr marL="2743200" lvl="5" indent="-342900" algn="l">
              <a:spcBef>
                <a:spcPts val="360"/>
              </a:spcBef>
              <a:spcAft>
                <a:spcPts val="0"/>
              </a:spcAft>
              <a:buClr>
                <a:srgbClr val="000000"/>
              </a:buClr>
              <a:buSzPts val="1800"/>
              <a:buChar char="•"/>
              <a:defRPr>
                <a:solidFill>
                  <a:srgbClr val="000000"/>
                </a:solidFill>
              </a:defRPr>
            </a:lvl6pPr>
            <a:lvl7pPr marL="3200400" lvl="6" indent="-342900" algn="l">
              <a:spcBef>
                <a:spcPts val="360"/>
              </a:spcBef>
              <a:spcAft>
                <a:spcPts val="0"/>
              </a:spcAft>
              <a:buClr>
                <a:srgbClr val="000000"/>
              </a:buClr>
              <a:buSzPts val="1800"/>
              <a:buChar char="•"/>
              <a:defRPr>
                <a:solidFill>
                  <a:srgbClr val="000000"/>
                </a:solidFill>
              </a:defRPr>
            </a:lvl7pPr>
            <a:lvl8pPr marL="3657600" lvl="7" indent="-342900" algn="l">
              <a:spcBef>
                <a:spcPts val="360"/>
              </a:spcBef>
              <a:spcAft>
                <a:spcPts val="0"/>
              </a:spcAft>
              <a:buClr>
                <a:srgbClr val="000000"/>
              </a:buClr>
              <a:buSzPts val="1800"/>
              <a:buChar char="•"/>
              <a:defRPr>
                <a:solidFill>
                  <a:srgbClr val="000000"/>
                </a:solidFill>
              </a:defRPr>
            </a:lvl8pPr>
            <a:lvl9pPr marL="4114800" lvl="8" indent="-342900" algn="l">
              <a:spcBef>
                <a:spcPts val="360"/>
              </a:spcBef>
              <a:spcAft>
                <a:spcPts val="0"/>
              </a:spcAft>
              <a:buClr>
                <a:srgbClr val="000000"/>
              </a:buClr>
              <a:buSzPts val="1800"/>
              <a:buChar char="•"/>
              <a:defRPr>
                <a:solidFill>
                  <a:srgbClr val="000000"/>
                </a:solidFill>
              </a:defRPr>
            </a:lvl9pPr>
          </a:lstStyle>
          <a:p>
            <a:endParaRPr/>
          </a:p>
        </p:txBody>
      </p:sp>
      <p:pic>
        <p:nvPicPr>
          <p:cNvPr id="110" name="Google Shape;110;p19"/>
          <p:cNvPicPr preferRelativeResize="0"/>
          <p:nvPr/>
        </p:nvPicPr>
        <p:blipFill>
          <a:blip r:embed="rId2">
            <a:alphaModFix/>
          </a:blip>
          <a:stretch>
            <a:fillRect/>
          </a:stretch>
        </p:blipFill>
        <p:spPr>
          <a:xfrm>
            <a:off x="7757598" y="4655398"/>
            <a:ext cx="1136114" cy="274500"/>
          </a:xfrm>
          <a:prstGeom prst="rect">
            <a:avLst/>
          </a:prstGeom>
          <a:noFill/>
          <a:ln>
            <a:noFill/>
          </a:ln>
        </p:spPr>
      </p:pic>
      <p:sp>
        <p:nvSpPr>
          <p:cNvPr id="111" name="Google Shape;111;p19"/>
          <p:cNvSpPr txBox="1"/>
          <p:nvPr/>
        </p:nvSpPr>
        <p:spPr>
          <a:xfrm>
            <a:off x="106675" y="4795501"/>
            <a:ext cx="6039000" cy="274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 sz="600">
                <a:solidFill>
                  <a:schemeClr val="dk2"/>
                </a:solidFill>
                <a:latin typeface="Plus Jakarta Sans"/>
                <a:ea typeface="Plus Jakarta Sans"/>
                <a:cs typeface="Plus Jakarta Sans"/>
                <a:sym typeface="Plus Jakarta Sans"/>
              </a:rPr>
              <a:t>©2025 Cloudera, Inc. All Rights Reserved. </a:t>
            </a:r>
            <a:endParaRPr sz="600">
              <a:solidFill>
                <a:schemeClr val="dk2"/>
              </a:solidFill>
              <a:latin typeface="Plus Jakarta Sans"/>
              <a:ea typeface="Plus Jakarta Sans"/>
              <a:cs typeface="Plus Jakarta Sans"/>
              <a:sym typeface="Plus Jakarta Sans"/>
            </a:endParaRPr>
          </a:p>
        </p:txBody>
      </p:sp>
    </p:spTree>
    <p:extLst>
      <p:ext uri="{BB962C8B-B14F-4D97-AF65-F5344CB8AC3E}">
        <p14:creationId xmlns:p14="http://schemas.microsoft.com/office/powerpoint/2010/main" val="1861780102"/>
      </p:ext>
    </p:extLst>
  </p:cSld>
  <p:clrMapOvr>
    <a:masterClrMapping/>
  </p:clrMapOvr>
  <p:transition spd="slow">
    <p:push/>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wilight Background Nodes Top Right 2">
  <p:cSld name="Twilight Background Nodes Top Right 2">
    <p:bg>
      <p:bgPr>
        <a:solidFill>
          <a:schemeClr val="dk1"/>
        </a:solidFill>
        <a:effectLst/>
      </p:bgPr>
    </p:bg>
    <p:spTree>
      <p:nvGrpSpPr>
        <p:cNvPr id="1" name="Shape 326"/>
        <p:cNvGrpSpPr/>
        <p:nvPr/>
      </p:nvGrpSpPr>
      <p:grpSpPr>
        <a:xfrm>
          <a:off x="0" y="0"/>
          <a:ext cx="0" cy="0"/>
          <a:chOff x="0" y="0"/>
          <a:chExt cx="0" cy="0"/>
        </a:xfrm>
      </p:grpSpPr>
      <p:sp>
        <p:nvSpPr>
          <p:cNvPr id="327" name="Google Shape;327;p45"/>
          <p:cNvSpPr txBox="1">
            <a:spLocks noGrp="1"/>
          </p:cNvSpPr>
          <p:nvPr>
            <p:ph type="body" idx="1"/>
          </p:nvPr>
        </p:nvSpPr>
        <p:spPr>
          <a:xfrm>
            <a:off x="533400" y="1370025"/>
            <a:ext cx="6972900" cy="32622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Clr>
                <a:schemeClr val="lt1"/>
              </a:buClr>
              <a:buSzPts val="1400"/>
              <a:buFont typeface="Plus Jakarta Sans"/>
              <a:buNone/>
              <a:defRPr>
                <a:solidFill>
                  <a:schemeClr val="lt1"/>
                </a:solidFill>
              </a:defRPr>
            </a:lvl1pPr>
            <a:lvl2pPr marL="914400" lvl="1" indent="-228600" algn="l">
              <a:lnSpc>
                <a:spcPct val="118333"/>
              </a:lnSpc>
              <a:spcBef>
                <a:spcPts val="400"/>
              </a:spcBef>
              <a:spcAft>
                <a:spcPts val="0"/>
              </a:spcAft>
              <a:buSzPts val="1440"/>
              <a:buFont typeface="Plus Jakarta Sans"/>
              <a:buNone/>
              <a:defRPr>
                <a:solidFill>
                  <a:schemeClr val="lt1"/>
                </a:solidFill>
              </a:defRPr>
            </a:lvl2pPr>
            <a:lvl3pPr marL="1371600" lvl="2" indent="-304800" algn="l">
              <a:spcBef>
                <a:spcPts val="200"/>
              </a:spcBef>
              <a:spcAft>
                <a:spcPts val="0"/>
              </a:spcAft>
              <a:buClr>
                <a:schemeClr val="lt1"/>
              </a:buClr>
              <a:buSzPts val="1200"/>
              <a:buChar char="•"/>
              <a:defRPr>
                <a:solidFill>
                  <a:schemeClr val="lt1"/>
                </a:solidFill>
              </a:defRPr>
            </a:lvl3pPr>
            <a:lvl4pPr marL="1828800" lvl="3" indent="-292100" algn="l">
              <a:spcBef>
                <a:spcPts val="200"/>
              </a:spcBef>
              <a:spcAft>
                <a:spcPts val="0"/>
              </a:spcAft>
              <a:buClr>
                <a:schemeClr val="lt1"/>
              </a:buClr>
              <a:buSzPts val="1000"/>
              <a:buChar char="–"/>
              <a:defRPr>
                <a:solidFill>
                  <a:schemeClr val="lt1"/>
                </a:solidFill>
              </a:defRPr>
            </a:lvl4pPr>
            <a:lvl5pPr marL="2286000" lvl="4" indent="-292100" algn="l">
              <a:spcBef>
                <a:spcPts val="200"/>
              </a:spcBef>
              <a:spcAft>
                <a:spcPts val="0"/>
              </a:spcAft>
              <a:buClr>
                <a:schemeClr val="lt1"/>
              </a:buClr>
              <a:buSzPts val="1000"/>
              <a:buChar char="»"/>
              <a:defRPr>
                <a:solidFill>
                  <a:schemeClr val="lt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28" name="Google Shape;328;p45"/>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329" name="Google Shape;329;p45"/>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spcBef>
                <a:spcPts val="0"/>
              </a:spcBef>
              <a:spcAft>
                <a:spcPts val="0"/>
              </a:spcAft>
              <a:buClr>
                <a:schemeClr val="lt1"/>
              </a:buClr>
              <a:buSzPts val="2100"/>
              <a:buNone/>
              <a:defRPr sz="23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0" name="Google Shape;330;p45"/>
          <p:cNvSpPr txBox="1">
            <a:spLocks noGrp="1"/>
          </p:cNvSpPr>
          <p:nvPr>
            <p:ph type="body" idx="2"/>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Clr>
                <a:schemeClr val="lt1"/>
              </a:buClr>
              <a:buSzPts val="1100"/>
              <a:buFont typeface="Plus Jakarta Sans SemiBold"/>
              <a:buNone/>
              <a:defRPr sz="1100" i="0">
                <a:solidFill>
                  <a:schemeClr val="lt1"/>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SzPts val="1260"/>
              <a:buFont typeface="Arial"/>
              <a:buNone/>
              <a:defRPr sz="1050">
                <a:latin typeface="Arial"/>
                <a:ea typeface="Arial"/>
                <a:cs typeface="Arial"/>
                <a:sym typeface="Arial"/>
              </a:defRPr>
            </a:lvl2pPr>
            <a:lvl3pPr marL="1371600" lvl="2" indent="-228600" algn="l">
              <a:spcBef>
                <a:spcPts val="210"/>
              </a:spcBef>
              <a:spcAft>
                <a:spcPts val="0"/>
              </a:spcAft>
              <a:buSzPts val="1260"/>
              <a:buFont typeface="Arial"/>
              <a:buNone/>
              <a:defRPr sz="1050">
                <a:latin typeface="Arial"/>
                <a:ea typeface="Arial"/>
                <a:cs typeface="Arial"/>
                <a:sym typeface="Arial"/>
              </a:defRPr>
            </a:lvl3pPr>
            <a:lvl4pPr marL="1828800" lvl="3" indent="-228600" algn="l">
              <a:spcBef>
                <a:spcPts val="210"/>
              </a:spcBef>
              <a:spcAft>
                <a:spcPts val="0"/>
              </a:spcAft>
              <a:buClr>
                <a:srgbClr val="4E5661"/>
              </a:buClr>
              <a:buSzPts val="1050"/>
              <a:buFont typeface="Arial"/>
              <a:buNone/>
              <a:defRPr sz="1050">
                <a:latin typeface="Arial"/>
                <a:ea typeface="Arial"/>
                <a:cs typeface="Arial"/>
                <a:sym typeface="Arial"/>
              </a:defRPr>
            </a:lvl4pPr>
            <a:lvl5pPr marL="2286000" lvl="4" indent="-228600" algn="l">
              <a:spcBef>
                <a:spcPts val="210"/>
              </a:spcBef>
              <a:spcAft>
                <a:spcPts val="0"/>
              </a:spcAft>
              <a:buClr>
                <a:srgbClr val="4E5661"/>
              </a:buClr>
              <a:buSzPts val="1050"/>
              <a:buFont typeface="Arial"/>
              <a:buNone/>
              <a:defRPr sz="1050">
                <a:latin typeface="Arial"/>
                <a:ea typeface="Arial"/>
                <a:cs typeface="Arial"/>
                <a:sym typeface="Aria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pic>
        <p:nvPicPr>
          <p:cNvPr id="331" name="Google Shape;331;p45"/>
          <p:cNvPicPr preferRelativeResize="0"/>
          <p:nvPr/>
        </p:nvPicPr>
        <p:blipFill rotWithShape="1">
          <a:blip r:embed="rId2">
            <a:alphaModFix/>
          </a:blip>
          <a:srcRect/>
          <a:stretch/>
        </p:blipFill>
        <p:spPr>
          <a:xfrm>
            <a:off x="7611575" y="0"/>
            <a:ext cx="1532425" cy="3244899"/>
          </a:xfrm>
          <a:prstGeom prst="rect">
            <a:avLst/>
          </a:prstGeom>
          <a:noFill/>
          <a:ln>
            <a:noFill/>
          </a:ln>
        </p:spPr>
      </p:pic>
      <p:pic>
        <p:nvPicPr>
          <p:cNvPr id="332" name="Google Shape;332;p45"/>
          <p:cNvPicPr preferRelativeResize="0"/>
          <p:nvPr/>
        </p:nvPicPr>
        <p:blipFill>
          <a:blip r:embed="rId3">
            <a:alphaModFix/>
          </a:blip>
          <a:stretch>
            <a:fillRect/>
          </a:stretch>
        </p:blipFill>
        <p:spPr>
          <a:xfrm>
            <a:off x="7757600" y="4655400"/>
            <a:ext cx="1136100" cy="274482"/>
          </a:xfrm>
          <a:prstGeom prst="rect">
            <a:avLst/>
          </a:prstGeom>
          <a:noFill/>
          <a:ln>
            <a:noFill/>
          </a:ln>
        </p:spPr>
      </p:pic>
      <p:sp>
        <p:nvSpPr>
          <p:cNvPr id="333" name="Google Shape;333;p45"/>
          <p:cNvSpPr txBox="1"/>
          <p:nvPr/>
        </p:nvSpPr>
        <p:spPr>
          <a:xfrm>
            <a:off x="106675" y="4795501"/>
            <a:ext cx="6039000" cy="274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 sz="600">
                <a:solidFill>
                  <a:schemeClr val="dk2"/>
                </a:solidFill>
                <a:latin typeface="Plus Jakarta Sans"/>
                <a:ea typeface="Plus Jakarta Sans"/>
                <a:cs typeface="Plus Jakarta Sans"/>
                <a:sym typeface="Plus Jakarta Sans"/>
              </a:rPr>
              <a:t>©2025 Cloudera, Inc. All Rights Reserved. </a:t>
            </a:r>
            <a:endParaRPr sz="600">
              <a:solidFill>
                <a:schemeClr val="dk2"/>
              </a:solidFill>
              <a:latin typeface="Plus Jakarta Sans"/>
              <a:ea typeface="Plus Jakarta Sans"/>
              <a:cs typeface="Plus Jakarta Sans"/>
              <a:sym typeface="Plus Jakarta Sans"/>
            </a:endParaRPr>
          </a:p>
        </p:txBody>
      </p:sp>
    </p:spTree>
    <p:extLst>
      <p:ext uri="{BB962C8B-B14F-4D97-AF65-F5344CB8AC3E}">
        <p14:creationId xmlns:p14="http://schemas.microsoft.com/office/powerpoint/2010/main" val="2893764306"/>
      </p:ext>
    </p:extLst>
  </p:cSld>
  <p:clrMapOvr>
    <a:masterClrMapping/>
  </p:clrMapOvr>
  <p:transition spd="slow">
    <p:push/>
  </p:transition>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marR="0" lvl="0" algn="l" rtl="0">
              <a:spcBef>
                <a:spcPts val="0"/>
              </a:spcBef>
              <a:spcAft>
                <a:spcPts val="0"/>
              </a:spcAft>
              <a:buClr>
                <a:srgbClr val="120046"/>
              </a:buClr>
              <a:buSzPts val="2300"/>
              <a:buFont typeface="Plus Jakarta Sans Medium"/>
              <a:buNone/>
              <a:defRPr sz="2300" b="0" i="0" u="none" strike="noStrike" cap="none">
                <a:solidFill>
                  <a:srgbClr val="120046"/>
                </a:solidFill>
                <a:latin typeface="Plus Jakarta Sans Medium"/>
                <a:ea typeface="Plus Jakarta Sans Medium"/>
                <a:cs typeface="Plus Jakarta Sans Medium"/>
                <a:sym typeface="Plus Jakarta Sans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533400" y="1370013"/>
            <a:ext cx="7982100" cy="32622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Font typeface="Plus Jakarta Sans"/>
              <a:buNone/>
              <a:defRPr sz="1400" b="0" i="0" u="none" strike="noStrike" cap="none">
                <a:latin typeface="Plus Jakarta Sans"/>
                <a:ea typeface="Plus Jakarta Sans"/>
                <a:cs typeface="Plus Jakarta Sans"/>
                <a:sym typeface="Plus Jakarta Sans"/>
              </a:defRPr>
            </a:lvl1pPr>
            <a:lvl2pPr marL="914400" marR="0" lvl="1" indent="-228600" algn="l" rtl="0">
              <a:lnSpc>
                <a:spcPct val="118333"/>
              </a:lnSpc>
              <a:spcBef>
                <a:spcPts val="400"/>
              </a:spcBef>
              <a:spcAft>
                <a:spcPts val="0"/>
              </a:spcAft>
              <a:buSzPts val="1440"/>
              <a:buFont typeface="Plus Jakarta Sans"/>
              <a:buNone/>
              <a:defRPr sz="1200" b="0" i="0" u="none" strike="noStrike" cap="none">
                <a:latin typeface="Plus Jakarta Sans"/>
                <a:ea typeface="Plus Jakarta Sans"/>
                <a:cs typeface="Plus Jakarta Sans"/>
                <a:sym typeface="Plus Jakarta Sans"/>
              </a:defRPr>
            </a:lvl2pPr>
            <a:lvl3pPr marL="1371600" marR="0" lvl="2" indent="-304800" algn="l" rtl="0">
              <a:spcBef>
                <a:spcPts val="200"/>
              </a:spcBef>
              <a:spcAft>
                <a:spcPts val="0"/>
              </a:spcAft>
              <a:buSzPts val="1200"/>
              <a:buFont typeface="Arial"/>
              <a:buChar char="•"/>
              <a:defRPr sz="1000" b="0" i="0" u="none" strike="noStrike" cap="none">
                <a:latin typeface="Plus Jakarta Sans"/>
                <a:ea typeface="Plus Jakarta Sans"/>
                <a:cs typeface="Plus Jakarta Sans"/>
                <a:sym typeface="Plus Jakarta Sans"/>
              </a:defRPr>
            </a:lvl3pPr>
            <a:lvl4pPr marL="1828800" marR="0" lvl="3" indent="-292100" algn="l" rtl="0">
              <a:spcBef>
                <a:spcPts val="200"/>
              </a:spcBef>
              <a:spcAft>
                <a:spcPts val="0"/>
              </a:spcAft>
              <a:buSzPts val="1000"/>
              <a:buFont typeface="Arial"/>
              <a:buChar char="–"/>
              <a:defRPr sz="1000" b="0" i="0" u="none" strike="noStrike" cap="none">
                <a:latin typeface="Plus Jakarta Sans"/>
                <a:ea typeface="Plus Jakarta Sans"/>
                <a:cs typeface="Plus Jakarta Sans"/>
                <a:sym typeface="Plus Jakarta Sans"/>
              </a:defRPr>
            </a:lvl4pPr>
            <a:lvl5pPr marL="2286000" marR="0" lvl="4" indent="-292100" algn="l" rtl="0">
              <a:spcBef>
                <a:spcPts val="200"/>
              </a:spcBef>
              <a:spcAft>
                <a:spcPts val="0"/>
              </a:spcAft>
              <a:buSzPts val="1000"/>
              <a:buFont typeface="Arial"/>
              <a:buChar char="»"/>
              <a:defRPr sz="1000" b="0" i="0" u="none" strike="noStrike" cap="none">
                <a:latin typeface="Plus Jakarta Sans"/>
                <a:ea typeface="Plus Jakarta Sans"/>
                <a:cs typeface="Plus Jakarta Sans"/>
                <a:sym typeface="Plus Jakarta Sans"/>
              </a:defRPr>
            </a:lvl5pPr>
            <a:lvl6pPr marL="2743200" marR="0" lvl="5" indent="-355600" algn="l" rtl="0">
              <a:spcBef>
                <a:spcPts val="400"/>
              </a:spcBef>
              <a:spcAft>
                <a:spcPts val="0"/>
              </a:spcAft>
              <a:buSzPts val="2000"/>
              <a:buFont typeface="Arial"/>
              <a:buChar char="•"/>
              <a:defRPr sz="2000" b="0" i="0" u="none" strike="noStrike" cap="none">
                <a:latin typeface="Calibri"/>
                <a:ea typeface="Calibri"/>
                <a:cs typeface="Calibri"/>
                <a:sym typeface="Calibri"/>
              </a:defRPr>
            </a:lvl6pPr>
            <a:lvl7pPr marL="3200400" marR="0" lvl="6" indent="-355600" algn="l" rtl="0">
              <a:spcBef>
                <a:spcPts val="400"/>
              </a:spcBef>
              <a:spcAft>
                <a:spcPts val="0"/>
              </a:spcAft>
              <a:buSzPts val="2000"/>
              <a:buFont typeface="Arial"/>
              <a:buChar char="•"/>
              <a:defRPr sz="2000" b="0" i="0" u="none" strike="noStrike" cap="none">
                <a:latin typeface="Calibri"/>
                <a:ea typeface="Calibri"/>
                <a:cs typeface="Calibri"/>
                <a:sym typeface="Calibri"/>
              </a:defRPr>
            </a:lvl7pPr>
            <a:lvl8pPr marL="3657600" marR="0" lvl="7" indent="-355600" algn="l" rtl="0">
              <a:spcBef>
                <a:spcPts val="400"/>
              </a:spcBef>
              <a:spcAft>
                <a:spcPts val="0"/>
              </a:spcAft>
              <a:buSzPts val="2000"/>
              <a:buFont typeface="Arial"/>
              <a:buChar char="•"/>
              <a:defRPr sz="2000" b="0" i="0" u="none" strike="noStrike" cap="none">
                <a:latin typeface="Calibri"/>
                <a:ea typeface="Calibri"/>
                <a:cs typeface="Calibri"/>
                <a:sym typeface="Calibri"/>
              </a:defRPr>
            </a:lvl8pPr>
            <a:lvl9pPr marL="4114800" marR="0" lvl="8" indent="-355600" algn="l" rtl="0">
              <a:spcBef>
                <a:spcPts val="400"/>
              </a:spcBef>
              <a:spcAft>
                <a:spcPts val="0"/>
              </a:spcAft>
              <a:buSzPts val="2000"/>
              <a:buFont typeface="Arial"/>
              <a:buChar char="•"/>
              <a:defRPr sz="2000" b="0" i="0" u="none" strike="noStrike" cap="none">
                <a:latin typeface="Calibri"/>
                <a:ea typeface="Calibri"/>
                <a:cs typeface="Calibri"/>
                <a:sym typeface="Calibri"/>
              </a:defRPr>
            </a:lvl9pPr>
          </a:lstStyle>
          <a:p>
            <a:endParaRPr/>
          </a:p>
        </p:txBody>
      </p:sp>
      <p:sp>
        <p:nvSpPr>
          <p:cNvPr id="8" name="Google Shape;8;p1"/>
          <p:cNvSpPr txBox="1"/>
          <p:nvPr/>
        </p:nvSpPr>
        <p:spPr>
          <a:xfrm>
            <a:off x="380125" y="4737800"/>
            <a:ext cx="4613700" cy="28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00">
                <a:solidFill>
                  <a:srgbClr val="888892"/>
                </a:solidFill>
                <a:latin typeface="Plus Jakarta Sans"/>
                <a:ea typeface="Plus Jakarta Sans"/>
                <a:cs typeface="Plus Jakarta Sans"/>
                <a:sym typeface="Plus Jakarta Sans"/>
              </a:rPr>
              <a:t>©2025 Cloudera, Inc. All Rights Reserved.</a:t>
            </a:r>
            <a:endParaRPr sz="600">
              <a:solidFill>
                <a:srgbClr val="888892"/>
              </a:solidFill>
              <a:latin typeface="Plus Jakarta Sans"/>
              <a:ea typeface="Plus Jakarta Sans"/>
              <a:cs typeface="Plus Jakarta Sans"/>
              <a:sym typeface="Plus Jakarta Sans"/>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4" r:id="rId6"/>
    <p:sldLayoutId id="2147483655" r:id="rId7"/>
    <p:sldLayoutId id="2147483657" r:id="rId8"/>
    <p:sldLayoutId id="2147483658" r:id="rId9"/>
    <p:sldLayoutId id="2147483659" r:id="rId10"/>
    <p:sldLayoutId id="2147483660" r:id="rId11"/>
    <p:sldLayoutId id="2147483661" r:id="rId12"/>
    <p:sldLayoutId id="2147483662" r:id="rId13"/>
    <p:sldLayoutId id="2147483665" r:id="rId14"/>
    <p:sldLayoutId id="2147483666" r:id="rId15"/>
    <p:sldLayoutId id="2147483667" r:id="rId16"/>
    <p:sldLayoutId id="2147483668" r:id="rId17"/>
    <p:sldLayoutId id="2147483669" r:id="rId18"/>
    <p:sldLayoutId id="2147483670" r:id="rId19"/>
    <p:sldLayoutId id="2147483671" r:id="rId20"/>
    <p:sldLayoutId id="2147483672" r:id="rId21"/>
    <p:sldLayoutId id="2147483673" r:id="rId22"/>
    <p:sldLayoutId id="2147483674" r:id="rId23"/>
    <p:sldLayoutId id="2147483675" r:id="rId24"/>
    <p:sldLayoutId id="2147483676" r:id="rId25"/>
    <p:sldLayoutId id="2147483677" r:id="rId26"/>
    <p:sldLayoutId id="2147483678" r:id="rId27"/>
    <p:sldLayoutId id="2147483680" r:id="rId28"/>
    <p:sldLayoutId id="2147483681" r:id="rId29"/>
    <p:sldLayoutId id="2147483686" r:id="rId30"/>
    <p:sldLayoutId id="2147483687" r:id="rId31"/>
    <p:sldLayoutId id="2147483688" r:id="rId32"/>
    <p:sldLayoutId id="2147483690" r:id="rId33"/>
    <p:sldLayoutId id="2147483691" r:id="rId34"/>
    <p:sldLayoutId id="2147483692" r:id="rId35"/>
    <p:sldLayoutId id="2147483693" r:id="rId36"/>
    <p:sldLayoutId id="2147483694" r:id="rId37"/>
    <p:sldLayoutId id="2147483695" r:id="rId38"/>
    <p:sldLayoutId id="2147483696" r:id="rId39"/>
    <p:sldLayoutId id="2147483699" r:id="rId40"/>
    <p:sldLayoutId id="2147483700" r:id="rId41"/>
  </p:sldLayoutIdLst>
  <p:transition spd="slow">
    <p:push/>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xml"/><Relationship Id="rId1" Type="http://schemas.openxmlformats.org/officeDocument/2006/relationships/slideLayout" Target="../slideLayouts/slideLayout27.xml"/></Relationships>
</file>

<file path=ppt/slides/_rels/slide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40.xml"/><Relationship Id="rId5" Type="http://schemas.openxmlformats.org/officeDocument/2006/relationships/image" Target="../media/image20.png"/><Relationship Id="rId4" Type="http://schemas.openxmlformats.org/officeDocument/2006/relationships/image" Target="../media/image19.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31.png"/><Relationship Id="rId3" Type="http://schemas.openxmlformats.org/officeDocument/2006/relationships/image" Target="../media/image21.png"/><Relationship Id="rId7" Type="http://schemas.openxmlformats.org/officeDocument/2006/relationships/image" Target="../media/image25.png"/><Relationship Id="rId12" Type="http://schemas.openxmlformats.org/officeDocument/2006/relationships/image" Target="../media/image30.png"/><Relationship Id="rId2" Type="http://schemas.openxmlformats.org/officeDocument/2006/relationships/notesSlide" Target="../notesSlides/notesSlide6.xml"/><Relationship Id="rId1" Type="http://schemas.openxmlformats.org/officeDocument/2006/relationships/slideLayout" Target="../slideLayouts/slideLayout13.xml"/><Relationship Id="rId6" Type="http://schemas.openxmlformats.org/officeDocument/2006/relationships/image" Target="../media/image24.png"/><Relationship Id="rId11" Type="http://schemas.openxmlformats.org/officeDocument/2006/relationships/image" Target="../media/image29.png"/><Relationship Id="rId5" Type="http://schemas.openxmlformats.org/officeDocument/2006/relationships/image" Target="../media/image23.png"/><Relationship Id="rId15" Type="http://schemas.openxmlformats.org/officeDocument/2006/relationships/image" Target="../media/image33.png"/><Relationship Id="rId10" Type="http://schemas.openxmlformats.org/officeDocument/2006/relationships/image" Target="../media/image28.png"/><Relationship Id="rId4" Type="http://schemas.openxmlformats.org/officeDocument/2006/relationships/image" Target="../media/image22.png"/><Relationship Id="rId9" Type="http://schemas.openxmlformats.org/officeDocument/2006/relationships/image" Target="../media/image27.png"/><Relationship Id="rId14" Type="http://schemas.openxmlformats.org/officeDocument/2006/relationships/image" Target="../media/image3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4.png"/><Relationship Id="rId7" Type="http://schemas.microsoft.com/office/2007/relationships/hdphoto" Target="../media/hdphoto1.wdp"/><Relationship Id="rId2" Type="http://schemas.openxmlformats.org/officeDocument/2006/relationships/notesSlide" Target="../notesSlides/notesSlide10.xml"/><Relationship Id="rId1" Type="http://schemas.openxmlformats.org/officeDocument/2006/relationships/slideLayout" Target="../slideLayouts/slideLayout39.xml"/><Relationship Id="rId6" Type="http://schemas.openxmlformats.org/officeDocument/2006/relationships/image" Target="../media/image37.png"/><Relationship Id="rId11" Type="http://schemas.microsoft.com/office/2007/relationships/hdphoto" Target="../media/hdphoto2.wdp"/><Relationship Id="rId5" Type="http://schemas.openxmlformats.org/officeDocument/2006/relationships/image" Target="../media/image36.png"/><Relationship Id="rId10" Type="http://schemas.openxmlformats.org/officeDocument/2006/relationships/image" Target="../media/image40.png"/><Relationship Id="rId4" Type="http://schemas.openxmlformats.org/officeDocument/2006/relationships/image" Target="../media/image35.svg"/><Relationship Id="rId9" Type="http://schemas.openxmlformats.org/officeDocument/2006/relationships/image" Target="../media/image39.svg"/></Relationships>
</file>

<file path=ppt/slides/_rels/slide11.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4.png"/><Relationship Id="rId7" Type="http://schemas.microsoft.com/office/2007/relationships/hdphoto" Target="../media/hdphoto1.wdp"/><Relationship Id="rId2" Type="http://schemas.openxmlformats.org/officeDocument/2006/relationships/notesSlide" Target="../notesSlides/notesSlide11.xml"/><Relationship Id="rId1" Type="http://schemas.openxmlformats.org/officeDocument/2006/relationships/slideLayout" Target="../slideLayouts/slideLayout39.xml"/><Relationship Id="rId6" Type="http://schemas.openxmlformats.org/officeDocument/2006/relationships/image" Target="../media/image37.png"/><Relationship Id="rId11" Type="http://schemas.microsoft.com/office/2007/relationships/hdphoto" Target="../media/hdphoto2.wdp"/><Relationship Id="rId5" Type="http://schemas.openxmlformats.org/officeDocument/2006/relationships/image" Target="../media/image36.png"/><Relationship Id="rId10" Type="http://schemas.openxmlformats.org/officeDocument/2006/relationships/image" Target="../media/image40.png"/><Relationship Id="rId4" Type="http://schemas.openxmlformats.org/officeDocument/2006/relationships/image" Target="../media/image35.svg"/><Relationship Id="rId9" Type="http://schemas.openxmlformats.org/officeDocument/2006/relationships/image" Target="../media/image39.svg"/></Relationships>
</file>

<file path=ppt/slides/_rels/slide12.xml.rels><?xml version="1.0" encoding="UTF-8" standalone="yes"?>
<Relationships xmlns="http://schemas.openxmlformats.org/package/2006/relationships"><Relationship Id="rId13" Type="http://schemas.openxmlformats.org/officeDocument/2006/relationships/image" Target="../media/image42.tiff"/><Relationship Id="rId18" Type="http://schemas.openxmlformats.org/officeDocument/2006/relationships/image" Target="../media/image47.png"/><Relationship Id="rId26" Type="http://schemas.openxmlformats.org/officeDocument/2006/relationships/image" Target="../media/image55.png"/><Relationship Id="rId39" Type="http://schemas.openxmlformats.org/officeDocument/2006/relationships/image" Target="../media/image68.jpeg"/><Relationship Id="rId21" Type="http://schemas.openxmlformats.org/officeDocument/2006/relationships/image" Target="../media/image50.tiff"/><Relationship Id="rId34" Type="http://schemas.openxmlformats.org/officeDocument/2006/relationships/image" Target="../media/image63.tiff"/><Relationship Id="rId7" Type="http://schemas.microsoft.com/office/2007/relationships/hdphoto" Target="../media/hdphoto1.wdp"/><Relationship Id="rId12" Type="http://schemas.openxmlformats.org/officeDocument/2006/relationships/image" Target="../media/image41.tiff"/><Relationship Id="rId17" Type="http://schemas.openxmlformats.org/officeDocument/2006/relationships/image" Target="../media/image46.gif"/><Relationship Id="rId25" Type="http://schemas.openxmlformats.org/officeDocument/2006/relationships/image" Target="../media/image54.png"/><Relationship Id="rId33" Type="http://schemas.openxmlformats.org/officeDocument/2006/relationships/image" Target="../media/image62.tiff"/><Relationship Id="rId38" Type="http://schemas.openxmlformats.org/officeDocument/2006/relationships/image" Target="../media/image67.jpeg"/><Relationship Id="rId2" Type="http://schemas.openxmlformats.org/officeDocument/2006/relationships/notesSlide" Target="../notesSlides/notesSlide12.xml"/><Relationship Id="rId16" Type="http://schemas.openxmlformats.org/officeDocument/2006/relationships/image" Target="../media/image45.tiff"/><Relationship Id="rId20" Type="http://schemas.openxmlformats.org/officeDocument/2006/relationships/image" Target="../media/image49.png"/><Relationship Id="rId29" Type="http://schemas.openxmlformats.org/officeDocument/2006/relationships/image" Target="../media/image58.jpeg"/><Relationship Id="rId1" Type="http://schemas.openxmlformats.org/officeDocument/2006/relationships/slideLayout" Target="../slideLayouts/slideLayout39.xml"/><Relationship Id="rId6" Type="http://schemas.openxmlformats.org/officeDocument/2006/relationships/image" Target="../media/image37.png"/><Relationship Id="rId11" Type="http://schemas.microsoft.com/office/2007/relationships/hdphoto" Target="../media/hdphoto2.wdp"/><Relationship Id="rId24" Type="http://schemas.openxmlformats.org/officeDocument/2006/relationships/image" Target="../media/image53.png"/><Relationship Id="rId32" Type="http://schemas.openxmlformats.org/officeDocument/2006/relationships/image" Target="../media/image61.png"/><Relationship Id="rId37" Type="http://schemas.openxmlformats.org/officeDocument/2006/relationships/image" Target="../media/image66.png"/><Relationship Id="rId5" Type="http://schemas.openxmlformats.org/officeDocument/2006/relationships/image" Target="../media/image36.png"/><Relationship Id="rId15" Type="http://schemas.openxmlformats.org/officeDocument/2006/relationships/image" Target="../media/image44.tiff"/><Relationship Id="rId23" Type="http://schemas.openxmlformats.org/officeDocument/2006/relationships/image" Target="../media/image52.tiff"/><Relationship Id="rId28" Type="http://schemas.openxmlformats.org/officeDocument/2006/relationships/image" Target="../media/image57.jpeg"/><Relationship Id="rId36" Type="http://schemas.openxmlformats.org/officeDocument/2006/relationships/image" Target="../media/image65.png"/><Relationship Id="rId10" Type="http://schemas.openxmlformats.org/officeDocument/2006/relationships/image" Target="../media/image40.png"/><Relationship Id="rId19" Type="http://schemas.openxmlformats.org/officeDocument/2006/relationships/image" Target="../media/image48.png"/><Relationship Id="rId31" Type="http://schemas.openxmlformats.org/officeDocument/2006/relationships/image" Target="../media/image60.png"/><Relationship Id="rId4" Type="http://schemas.openxmlformats.org/officeDocument/2006/relationships/image" Target="../media/image35.svg"/><Relationship Id="rId9" Type="http://schemas.openxmlformats.org/officeDocument/2006/relationships/image" Target="../media/image39.svg"/><Relationship Id="rId14" Type="http://schemas.openxmlformats.org/officeDocument/2006/relationships/image" Target="../media/image43.png"/><Relationship Id="rId22" Type="http://schemas.openxmlformats.org/officeDocument/2006/relationships/image" Target="../media/image51.jpeg"/><Relationship Id="rId27" Type="http://schemas.openxmlformats.org/officeDocument/2006/relationships/image" Target="../media/image56.png"/><Relationship Id="rId30" Type="http://schemas.openxmlformats.org/officeDocument/2006/relationships/image" Target="../media/image59.png"/><Relationship Id="rId35" Type="http://schemas.openxmlformats.org/officeDocument/2006/relationships/image" Target="../media/image64.jpeg"/><Relationship Id="rId8" Type="http://schemas.openxmlformats.org/officeDocument/2006/relationships/image" Target="../media/image38.png"/><Relationship Id="rId3" Type="http://schemas.openxmlformats.org/officeDocument/2006/relationships/image" Target="../media/image34.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9.xml"/></Relationships>
</file>

<file path=ppt/slides/_rels/slide14.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17.xml"/><Relationship Id="rId1" Type="http://schemas.openxmlformats.org/officeDocument/2006/relationships/slideLayout" Target="../slideLayouts/slideLayout11.xml"/><Relationship Id="rId5" Type="http://schemas.openxmlformats.org/officeDocument/2006/relationships/image" Target="../media/image73.png"/><Relationship Id="rId4" Type="http://schemas.openxmlformats.org/officeDocument/2006/relationships/image" Target="../media/image72.png"/></Relationships>
</file>

<file path=ppt/slides/_rels/slide18.xml.rels><?xml version="1.0" encoding="UTF-8" standalone="yes"?>
<Relationships xmlns="http://schemas.openxmlformats.org/package/2006/relationships"><Relationship Id="rId8" Type="http://schemas.openxmlformats.org/officeDocument/2006/relationships/image" Target="../media/image76.png"/><Relationship Id="rId13" Type="http://schemas.openxmlformats.org/officeDocument/2006/relationships/image" Target="../media/image81.png"/><Relationship Id="rId18" Type="http://schemas.openxmlformats.org/officeDocument/2006/relationships/image" Target="../media/image86.png"/><Relationship Id="rId3" Type="http://schemas.openxmlformats.org/officeDocument/2006/relationships/image" Target="../media/image71.png"/><Relationship Id="rId21" Type="http://schemas.openxmlformats.org/officeDocument/2006/relationships/image" Target="../media/image89.png"/><Relationship Id="rId7" Type="http://schemas.openxmlformats.org/officeDocument/2006/relationships/image" Target="../media/image75.png"/><Relationship Id="rId12" Type="http://schemas.openxmlformats.org/officeDocument/2006/relationships/image" Target="../media/image80.png"/><Relationship Id="rId17" Type="http://schemas.openxmlformats.org/officeDocument/2006/relationships/image" Target="../media/image85.png"/><Relationship Id="rId2" Type="http://schemas.openxmlformats.org/officeDocument/2006/relationships/notesSlide" Target="../notesSlides/notesSlide18.xml"/><Relationship Id="rId16" Type="http://schemas.openxmlformats.org/officeDocument/2006/relationships/image" Target="../media/image84.png"/><Relationship Id="rId20" Type="http://schemas.openxmlformats.org/officeDocument/2006/relationships/image" Target="../media/image88.png"/><Relationship Id="rId1" Type="http://schemas.openxmlformats.org/officeDocument/2006/relationships/slideLayout" Target="../slideLayouts/slideLayout11.xml"/><Relationship Id="rId6" Type="http://schemas.openxmlformats.org/officeDocument/2006/relationships/image" Target="../media/image74.png"/><Relationship Id="rId11" Type="http://schemas.openxmlformats.org/officeDocument/2006/relationships/image" Target="../media/image79.png"/><Relationship Id="rId5" Type="http://schemas.openxmlformats.org/officeDocument/2006/relationships/image" Target="../media/image73.png"/><Relationship Id="rId15" Type="http://schemas.openxmlformats.org/officeDocument/2006/relationships/image" Target="../media/image83.png"/><Relationship Id="rId23" Type="http://schemas.openxmlformats.org/officeDocument/2006/relationships/image" Target="../media/image91.png"/><Relationship Id="rId10" Type="http://schemas.openxmlformats.org/officeDocument/2006/relationships/image" Target="../media/image78.png"/><Relationship Id="rId19" Type="http://schemas.openxmlformats.org/officeDocument/2006/relationships/image" Target="../media/image87.png"/><Relationship Id="rId4" Type="http://schemas.openxmlformats.org/officeDocument/2006/relationships/image" Target="../media/image72.png"/><Relationship Id="rId9" Type="http://schemas.openxmlformats.org/officeDocument/2006/relationships/image" Target="../media/image77.png"/><Relationship Id="rId14" Type="http://schemas.openxmlformats.org/officeDocument/2006/relationships/image" Target="../media/image82.png"/><Relationship Id="rId22" Type="http://schemas.openxmlformats.org/officeDocument/2006/relationships/image" Target="../media/image90.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8" Type="http://schemas.openxmlformats.org/officeDocument/2006/relationships/image" Target="../media/image97.png"/><Relationship Id="rId3" Type="http://schemas.openxmlformats.org/officeDocument/2006/relationships/image" Target="../media/image92.png"/><Relationship Id="rId7" Type="http://schemas.openxmlformats.org/officeDocument/2006/relationships/image" Target="../media/image96.png"/><Relationship Id="rId2" Type="http://schemas.openxmlformats.org/officeDocument/2006/relationships/notesSlide" Target="../notesSlides/notesSlide20.xml"/><Relationship Id="rId1" Type="http://schemas.openxmlformats.org/officeDocument/2006/relationships/slideLayout" Target="../slideLayouts/slideLayout8.xml"/><Relationship Id="rId6" Type="http://schemas.openxmlformats.org/officeDocument/2006/relationships/image" Target="../media/image95.png"/><Relationship Id="rId5" Type="http://schemas.openxmlformats.org/officeDocument/2006/relationships/image" Target="../media/image94.png"/><Relationship Id="rId4" Type="http://schemas.openxmlformats.org/officeDocument/2006/relationships/image" Target="../media/image93.png"/><Relationship Id="rId9" Type="http://schemas.openxmlformats.org/officeDocument/2006/relationships/image" Target="../media/image98.png"/></Relationships>
</file>

<file path=ppt/slides/_rels/slide21.xml.rels><?xml version="1.0" encoding="UTF-8" standalone="yes"?>
<Relationships xmlns="http://schemas.openxmlformats.org/package/2006/relationships"><Relationship Id="rId3" Type="http://schemas.openxmlformats.org/officeDocument/2006/relationships/image" Target="../media/image99.png"/><Relationship Id="rId7" Type="http://schemas.openxmlformats.org/officeDocument/2006/relationships/image" Target="../media/image103.png"/><Relationship Id="rId2" Type="http://schemas.openxmlformats.org/officeDocument/2006/relationships/notesSlide" Target="../notesSlides/notesSlide21.xml"/><Relationship Id="rId1" Type="http://schemas.openxmlformats.org/officeDocument/2006/relationships/slideLayout" Target="../slideLayouts/slideLayout12.xml"/><Relationship Id="rId6" Type="http://schemas.openxmlformats.org/officeDocument/2006/relationships/image" Target="../media/image102.png"/><Relationship Id="rId5" Type="http://schemas.openxmlformats.org/officeDocument/2006/relationships/image" Target="../media/image101.png"/><Relationship Id="rId4" Type="http://schemas.openxmlformats.org/officeDocument/2006/relationships/image" Target="../media/image100.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7.xml"/></Relationships>
</file>

<file path=ppt/slides/_rels/slide24.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8" Type="http://schemas.openxmlformats.org/officeDocument/2006/relationships/image" Target="../media/image110.png"/><Relationship Id="rId3" Type="http://schemas.openxmlformats.org/officeDocument/2006/relationships/image" Target="../media/image105.png"/><Relationship Id="rId7" Type="http://schemas.openxmlformats.org/officeDocument/2006/relationships/image" Target="../media/image109.png"/><Relationship Id="rId2" Type="http://schemas.openxmlformats.org/officeDocument/2006/relationships/notesSlide" Target="../notesSlides/notesSlide26.xml"/><Relationship Id="rId1" Type="http://schemas.openxmlformats.org/officeDocument/2006/relationships/slideLayout" Target="../slideLayouts/slideLayout8.xml"/><Relationship Id="rId6" Type="http://schemas.openxmlformats.org/officeDocument/2006/relationships/image" Target="../media/image108.png"/><Relationship Id="rId5" Type="http://schemas.openxmlformats.org/officeDocument/2006/relationships/image" Target="../media/image107.png"/><Relationship Id="rId10" Type="http://schemas.openxmlformats.org/officeDocument/2006/relationships/image" Target="../media/image112.png"/><Relationship Id="rId4" Type="http://schemas.openxmlformats.org/officeDocument/2006/relationships/image" Target="../media/image106.png"/><Relationship Id="rId9" Type="http://schemas.openxmlformats.org/officeDocument/2006/relationships/image" Target="../media/image111.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8" Type="http://schemas.openxmlformats.org/officeDocument/2006/relationships/image" Target="../media/image72.png"/><Relationship Id="rId13" Type="http://schemas.openxmlformats.org/officeDocument/2006/relationships/image" Target="../media/image121.png"/><Relationship Id="rId18" Type="http://schemas.openxmlformats.org/officeDocument/2006/relationships/image" Target="../media/image126.png"/><Relationship Id="rId3" Type="http://schemas.openxmlformats.org/officeDocument/2006/relationships/image" Target="../media/image113.png"/><Relationship Id="rId7" Type="http://schemas.openxmlformats.org/officeDocument/2006/relationships/image" Target="../media/image116.png"/><Relationship Id="rId12" Type="http://schemas.openxmlformats.org/officeDocument/2006/relationships/image" Target="../media/image120.png"/><Relationship Id="rId17" Type="http://schemas.openxmlformats.org/officeDocument/2006/relationships/image" Target="../media/image125.png"/><Relationship Id="rId2" Type="http://schemas.openxmlformats.org/officeDocument/2006/relationships/notesSlide" Target="../notesSlides/notesSlide28.xml"/><Relationship Id="rId16" Type="http://schemas.openxmlformats.org/officeDocument/2006/relationships/image" Target="../media/image124.png"/><Relationship Id="rId1" Type="http://schemas.openxmlformats.org/officeDocument/2006/relationships/slideLayout" Target="../slideLayouts/slideLayout8.xml"/><Relationship Id="rId6" Type="http://schemas.openxmlformats.org/officeDocument/2006/relationships/image" Target="../media/image71.png"/><Relationship Id="rId11" Type="http://schemas.openxmlformats.org/officeDocument/2006/relationships/image" Target="../media/image119.png"/><Relationship Id="rId5" Type="http://schemas.openxmlformats.org/officeDocument/2006/relationships/image" Target="../media/image115.png"/><Relationship Id="rId15" Type="http://schemas.openxmlformats.org/officeDocument/2006/relationships/image" Target="../media/image123.png"/><Relationship Id="rId10" Type="http://schemas.openxmlformats.org/officeDocument/2006/relationships/image" Target="../media/image118.png"/><Relationship Id="rId4" Type="http://schemas.openxmlformats.org/officeDocument/2006/relationships/image" Target="../media/image114.png"/><Relationship Id="rId9" Type="http://schemas.openxmlformats.org/officeDocument/2006/relationships/image" Target="../media/image117.png"/><Relationship Id="rId14" Type="http://schemas.openxmlformats.org/officeDocument/2006/relationships/image" Target="../media/image122.png"/></Relationships>
</file>

<file path=ppt/slides/_rels/slide29.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notesSlide" Target="../notesSlides/notesSlide29.xml"/><Relationship Id="rId1" Type="http://schemas.openxmlformats.org/officeDocument/2006/relationships/slideLayout" Target="../slideLayouts/slideLayout8.xml"/><Relationship Id="rId5" Type="http://schemas.openxmlformats.org/officeDocument/2006/relationships/image" Target="../media/image129.png"/><Relationship Id="rId4" Type="http://schemas.openxmlformats.org/officeDocument/2006/relationships/image" Target="../media/image128.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8" Type="http://schemas.openxmlformats.org/officeDocument/2006/relationships/image" Target="../media/image135.png"/><Relationship Id="rId13" Type="http://schemas.openxmlformats.org/officeDocument/2006/relationships/image" Target="../media/image140.png"/><Relationship Id="rId18" Type="http://schemas.openxmlformats.org/officeDocument/2006/relationships/image" Target="../media/image145.png"/><Relationship Id="rId26" Type="http://schemas.openxmlformats.org/officeDocument/2006/relationships/image" Target="../media/image152.png"/><Relationship Id="rId3" Type="http://schemas.openxmlformats.org/officeDocument/2006/relationships/image" Target="../media/image130.png"/><Relationship Id="rId21" Type="http://schemas.openxmlformats.org/officeDocument/2006/relationships/image" Target="../media/image148.png"/><Relationship Id="rId7" Type="http://schemas.openxmlformats.org/officeDocument/2006/relationships/image" Target="../media/image134.png"/><Relationship Id="rId12" Type="http://schemas.openxmlformats.org/officeDocument/2006/relationships/image" Target="../media/image139.png"/><Relationship Id="rId17" Type="http://schemas.openxmlformats.org/officeDocument/2006/relationships/image" Target="../media/image144.png"/><Relationship Id="rId25" Type="http://schemas.openxmlformats.org/officeDocument/2006/relationships/image" Target="../media/image151.png"/><Relationship Id="rId2" Type="http://schemas.openxmlformats.org/officeDocument/2006/relationships/notesSlide" Target="../notesSlides/notesSlide31.xml"/><Relationship Id="rId16" Type="http://schemas.openxmlformats.org/officeDocument/2006/relationships/image" Target="../media/image143.png"/><Relationship Id="rId20" Type="http://schemas.openxmlformats.org/officeDocument/2006/relationships/image" Target="../media/image147.png"/><Relationship Id="rId1" Type="http://schemas.openxmlformats.org/officeDocument/2006/relationships/slideLayout" Target="../slideLayouts/slideLayout13.xml"/><Relationship Id="rId6" Type="http://schemas.openxmlformats.org/officeDocument/2006/relationships/image" Target="../media/image133.png"/><Relationship Id="rId11" Type="http://schemas.openxmlformats.org/officeDocument/2006/relationships/image" Target="../media/image138.png"/><Relationship Id="rId24" Type="http://schemas.openxmlformats.org/officeDocument/2006/relationships/image" Target="../media/image150.png"/><Relationship Id="rId5" Type="http://schemas.openxmlformats.org/officeDocument/2006/relationships/image" Target="../media/image132.png"/><Relationship Id="rId15" Type="http://schemas.openxmlformats.org/officeDocument/2006/relationships/image" Target="../media/image142.png"/><Relationship Id="rId23" Type="http://schemas.openxmlformats.org/officeDocument/2006/relationships/image" Target="../media/image105.png"/><Relationship Id="rId10" Type="http://schemas.openxmlformats.org/officeDocument/2006/relationships/image" Target="../media/image137.png"/><Relationship Id="rId19" Type="http://schemas.openxmlformats.org/officeDocument/2006/relationships/image" Target="../media/image146.png"/><Relationship Id="rId4" Type="http://schemas.openxmlformats.org/officeDocument/2006/relationships/image" Target="../media/image131.png"/><Relationship Id="rId9" Type="http://schemas.openxmlformats.org/officeDocument/2006/relationships/image" Target="../media/image136.png"/><Relationship Id="rId14" Type="http://schemas.openxmlformats.org/officeDocument/2006/relationships/image" Target="../media/image141.png"/><Relationship Id="rId22" Type="http://schemas.openxmlformats.org/officeDocument/2006/relationships/image" Target="../media/image149.png"/><Relationship Id="rId27" Type="http://schemas.openxmlformats.org/officeDocument/2006/relationships/image" Target="../media/image153.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8" Type="http://schemas.openxmlformats.org/officeDocument/2006/relationships/image" Target="../media/image157.png"/><Relationship Id="rId3" Type="http://schemas.openxmlformats.org/officeDocument/2006/relationships/image" Target="../media/image150.png"/><Relationship Id="rId7" Type="http://schemas.openxmlformats.org/officeDocument/2006/relationships/image" Target="../media/image130.png"/><Relationship Id="rId12" Type="http://schemas.openxmlformats.org/officeDocument/2006/relationships/image" Target="../media/image160.png"/><Relationship Id="rId2" Type="http://schemas.openxmlformats.org/officeDocument/2006/relationships/notesSlide" Target="../notesSlides/notesSlide33.xml"/><Relationship Id="rId1" Type="http://schemas.openxmlformats.org/officeDocument/2006/relationships/slideLayout" Target="../slideLayouts/slideLayout8.xml"/><Relationship Id="rId6" Type="http://schemas.openxmlformats.org/officeDocument/2006/relationships/image" Target="../media/image156.png"/><Relationship Id="rId11" Type="http://schemas.openxmlformats.org/officeDocument/2006/relationships/image" Target="../media/image159.png"/><Relationship Id="rId5" Type="http://schemas.openxmlformats.org/officeDocument/2006/relationships/image" Target="../media/image155.png"/><Relationship Id="rId10" Type="http://schemas.openxmlformats.org/officeDocument/2006/relationships/image" Target="../media/image158.png"/><Relationship Id="rId4" Type="http://schemas.openxmlformats.org/officeDocument/2006/relationships/image" Target="../media/image154.png"/><Relationship Id="rId9" Type="http://schemas.openxmlformats.org/officeDocument/2006/relationships/image" Target="../media/image96.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3" Type="http://schemas.openxmlformats.org/officeDocument/2006/relationships/image" Target="../media/image171.png"/><Relationship Id="rId18" Type="http://schemas.openxmlformats.org/officeDocument/2006/relationships/image" Target="../media/image176.png"/><Relationship Id="rId26" Type="http://schemas.openxmlformats.org/officeDocument/2006/relationships/image" Target="../media/image184.png"/><Relationship Id="rId39" Type="http://schemas.openxmlformats.org/officeDocument/2006/relationships/image" Target="../media/image197.png"/><Relationship Id="rId21" Type="http://schemas.openxmlformats.org/officeDocument/2006/relationships/image" Target="../media/image179.png"/><Relationship Id="rId34" Type="http://schemas.openxmlformats.org/officeDocument/2006/relationships/image" Target="../media/image192.png"/><Relationship Id="rId42" Type="http://schemas.openxmlformats.org/officeDocument/2006/relationships/image" Target="../media/image200.png"/><Relationship Id="rId47" Type="http://schemas.openxmlformats.org/officeDocument/2006/relationships/image" Target="../media/image205.png"/><Relationship Id="rId50" Type="http://schemas.openxmlformats.org/officeDocument/2006/relationships/image" Target="../media/image208.png"/><Relationship Id="rId7" Type="http://schemas.openxmlformats.org/officeDocument/2006/relationships/image" Target="../media/image165.png"/><Relationship Id="rId2" Type="http://schemas.openxmlformats.org/officeDocument/2006/relationships/notesSlide" Target="../notesSlides/notesSlide35.xml"/><Relationship Id="rId16" Type="http://schemas.openxmlformats.org/officeDocument/2006/relationships/image" Target="../media/image174.png"/><Relationship Id="rId29" Type="http://schemas.openxmlformats.org/officeDocument/2006/relationships/image" Target="../media/image187.png"/><Relationship Id="rId11" Type="http://schemas.openxmlformats.org/officeDocument/2006/relationships/image" Target="../media/image169.png"/><Relationship Id="rId24" Type="http://schemas.openxmlformats.org/officeDocument/2006/relationships/image" Target="../media/image182.png"/><Relationship Id="rId32" Type="http://schemas.openxmlformats.org/officeDocument/2006/relationships/image" Target="../media/image190.png"/><Relationship Id="rId37" Type="http://schemas.openxmlformats.org/officeDocument/2006/relationships/image" Target="../media/image195.png"/><Relationship Id="rId40" Type="http://schemas.openxmlformats.org/officeDocument/2006/relationships/image" Target="../media/image198.png"/><Relationship Id="rId45" Type="http://schemas.openxmlformats.org/officeDocument/2006/relationships/image" Target="../media/image203.png"/><Relationship Id="rId5" Type="http://schemas.openxmlformats.org/officeDocument/2006/relationships/image" Target="../media/image163.png"/><Relationship Id="rId15" Type="http://schemas.openxmlformats.org/officeDocument/2006/relationships/image" Target="../media/image173.png"/><Relationship Id="rId23" Type="http://schemas.openxmlformats.org/officeDocument/2006/relationships/image" Target="../media/image181.png"/><Relationship Id="rId28" Type="http://schemas.openxmlformats.org/officeDocument/2006/relationships/image" Target="../media/image186.png"/><Relationship Id="rId36" Type="http://schemas.openxmlformats.org/officeDocument/2006/relationships/image" Target="../media/image194.png"/><Relationship Id="rId49" Type="http://schemas.openxmlformats.org/officeDocument/2006/relationships/image" Target="../media/image207.png"/><Relationship Id="rId10" Type="http://schemas.openxmlformats.org/officeDocument/2006/relationships/image" Target="../media/image168.png"/><Relationship Id="rId19" Type="http://schemas.openxmlformats.org/officeDocument/2006/relationships/image" Target="../media/image177.png"/><Relationship Id="rId31" Type="http://schemas.openxmlformats.org/officeDocument/2006/relationships/image" Target="../media/image189.png"/><Relationship Id="rId44" Type="http://schemas.openxmlformats.org/officeDocument/2006/relationships/image" Target="../media/image202.png"/><Relationship Id="rId4" Type="http://schemas.openxmlformats.org/officeDocument/2006/relationships/image" Target="../media/image162.png"/><Relationship Id="rId9" Type="http://schemas.openxmlformats.org/officeDocument/2006/relationships/image" Target="../media/image167.png"/><Relationship Id="rId14" Type="http://schemas.openxmlformats.org/officeDocument/2006/relationships/image" Target="../media/image172.png"/><Relationship Id="rId22" Type="http://schemas.openxmlformats.org/officeDocument/2006/relationships/image" Target="../media/image180.png"/><Relationship Id="rId27" Type="http://schemas.openxmlformats.org/officeDocument/2006/relationships/image" Target="../media/image185.png"/><Relationship Id="rId30" Type="http://schemas.openxmlformats.org/officeDocument/2006/relationships/image" Target="../media/image188.png"/><Relationship Id="rId35" Type="http://schemas.openxmlformats.org/officeDocument/2006/relationships/image" Target="../media/image193.png"/><Relationship Id="rId43" Type="http://schemas.openxmlformats.org/officeDocument/2006/relationships/image" Target="../media/image201.png"/><Relationship Id="rId48" Type="http://schemas.openxmlformats.org/officeDocument/2006/relationships/image" Target="../media/image206.png"/><Relationship Id="rId8" Type="http://schemas.openxmlformats.org/officeDocument/2006/relationships/image" Target="../media/image166.png"/><Relationship Id="rId51" Type="http://schemas.openxmlformats.org/officeDocument/2006/relationships/image" Target="../media/image209.png"/><Relationship Id="rId3" Type="http://schemas.openxmlformats.org/officeDocument/2006/relationships/image" Target="../media/image161.png"/><Relationship Id="rId12" Type="http://schemas.openxmlformats.org/officeDocument/2006/relationships/image" Target="../media/image170.png"/><Relationship Id="rId17" Type="http://schemas.openxmlformats.org/officeDocument/2006/relationships/image" Target="../media/image175.png"/><Relationship Id="rId25" Type="http://schemas.openxmlformats.org/officeDocument/2006/relationships/image" Target="../media/image183.png"/><Relationship Id="rId33" Type="http://schemas.openxmlformats.org/officeDocument/2006/relationships/image" Target="../media/image191.png"/><Relationship Id="rId38" Type="http://schemas.openxmlformats.org/officeDocument/2006/relationships/image" Target="../media/image196.png"/><Relationship Id="rId46" Type="http://schemas.openxmlformats.org/officeDocument/2006/relationships/image" Target="../media/image204.png"/><Relationship Id="rId20" Type="http://schemas.openxmlformats.org/officeDocument/2006/relationships/image" Target="../media/image178.png"/><Relationship Id="rId41" Type="http://schemas.openxmlformats.org/officeDocument/2006/relationships/image" Target="../media/image199.png"/><Relationship Id="rId1" Type="http://schemas.openxmlformats.org/officeDocument/2006/relationships/slideLayout" Target="../slideLayouts/slideLayout13.xml"/><Relationship Id="rId6" Type="http://schemas.openxmlformats.org/officeDocument/2006/relationships/image" Target="../media/image164.png"/></Relationships>
</file>

<file path=ppt/slides/_rels/slide36.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36.xml"/><Relationship Id="rId1" Type="http://schemas.openxmlformats.org/officeDocument/2006/relationships/slideLayout" Target="../slideLayouts/slideLayout13.xml"/><Relationship Id="rId6" Type="http://schemas.openxmlformats.org/officeDocument/2006/relationships/image" Target="../media/image213.png"/><Relationship Id="rId5" Type="http://schemas.openxmlformats.org/officeDocument/2006/relationships/image" Target="../media/image212.png"/><Relationship Id="rId4" Type="http://schemas.openxmlformats.org/officeDocument/2006/relationships/image" Target="../media/image211.png"/></Relationships>
</file>

<file path=ppt/slides/_rels/slide37.xml.rels><?xml version="1.0" encoding="UTF-8" standalone="yes"?>
<Relationships xmlns="http://schemas.openxmlformats.org/package/2006/relationships"><Relationship Id="rId3" Type="http://schemas.openxmlformats.org/officeDocument/2006/relationships/image" Target="../media/image214.png"/><Relationship Id="rId7" Type="http://schemas.openxmlformats.org/officeDocument/2006/relationships/image" Target="../media/image218.png"/><Relationship Id="rId2" Type="http://schemas.openxmlformats.org/officeDocument/2006/relationships/notesSlide" Target="../notesSlides/notesSlide37.xml"/><Relationship Id="rId1" Type="http://schemas.openxmlformats.org/officeDocument/2006/relationships/slideLayout" Target="../slideLayouts/slideLayout13.xml"/><Relationship Id="rId6" Type="http://schemas.openxmlformats.org/officeDocument/2006/relationships/image" Target="../media/image217.png"/><Relationship Id="rId5" Type="http://schemas.openxmlformats.org/officeDocument/2006/relationships/image" Target="../media/image216.jpg"/><Relationship Id="rId4" Type="http://schemas.openxmlformats.org/officeDocument/2006/relationships/image" Target="../media/image215.jp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65">
          <a:extLst>
            <a:ext uri="{FF2B5EF4-FFF2-40B4-BE49-F238E27FC236}">
              <a16:creationId xmlns:a16="http://schemas.microsoft.com/office/drawing/2014/main" id="{4DFE717E-83EF-FA9B-0575-660D33FEF6D5}"/>
            </a:ext>
          </a:extLst>
        </p:cNvPr>
        <p:cNvGrpSpPr/>
        <p:nvPr/>
      </p:nvGrpSpPr>
      <p:grpSpPr>
        <a:xfrm>
          <a:off x="0" y="0"/>
          <a:ext cx="0" cy="0"/>
          <a:chOff x="0" y="0"/>
          <a:chExt cx="0" cy="0"/>
        </a:xfrm>
      </p:grpSpPr>
      <p:sp>
        <p:nvSpPr>
          <p:cNvPr id="366" name="Google Shape;366;p52">
            <a:extLst>
              <a:ext uri="{FF2B5EF4-FFF2-40B4-BE49-F238E27FC236}">
                <a16:creationId xmlns:a16="http://schemas.microsoft.com/office/drawing/2014/main" id="{E4CFC60F-843B-6714-63B4-109E633C3BDF}"/>
              </a:ext>
            </a:extLst>
          </p:cNvPr>
          <p:cNvSpPr txBox="1">
            <a:spLocks noGrp="1"/>
          </p:cNvSpPr>
          <p:nvPr>
            <p:ph type="title"/>
          </p:nvPr>
        </p:nvSpPr>
        <p:spPr>
          <a:xfrm>
            <a:off x="609600" y="1908100"/>
            <a:ext cx="5862600" cy="612900"/>
          </a:xfrm>
          <a:prstGeom prst="rect">
            <a:avLst/>
          </a:prstGeom>
        </p:spPr>
        <p:txBody>
          <a:bodyPr spcFirstLastPara="1" wrap="square" lIns="0" tIns="45700" rIns="91425" bIns="45700" anchor="b" anchorCtr="0">
            <a:noAutofit/>
          </a:bodyPr>
          <a:lstStyle/>
          <a:p>
            <a:pPr marL="0" lvl="0" indent="0" algn="l" rtl="0">
              <a:spcBef>
                <a:spcPts val="0"/>
              </a:spcBef>
              <a:spcAft>
                <a:spcPts val="0"/>
              </a:spcAft>
              <a:buNone/>
            </a:pPr>
            <a:r>
              <a:rPr lang="en" sz="2800" b="1" dirty="0"/>
              <a:t>CLOUDERA DATA PLATFORM</a:t>
            </a:r>
            <a:endParaRPr sz="2800" b="1" dirty="0"/>
          </a:p>
        </p:txBody>
      </p:sp>
      <p:sp>
        <p:nvSpPr>
          <p:cNvPr id="367" name="Google Shape;367;p52">
            <a:extLst>
              <a:ext uri="{FF2B5EF4-FFF2-40B4-BE49-F238E27FC236}">
                <a16:creationId xmlns:a16="http://schemas.microsoft.com/office/drawing/2014/main" id="{6EC094A6-047E-C17B-76FE-8C0C7D9D45D2}"/>
              </a:ext>
            </a:extLst>
          </p:cNvPr>
          <p:cNvSpPr txBox="1">
            <a:spLocks noGrp="1"/>
          </p:cNvSpPr>
          <p:nvPr>
            <p:ph type="body" idx="2"/>
          </p:nvPr>
        </p:nvSpPr>
        <p:spPr>
          <a:xfrm>
            <a:off x="609600" y="2604200"/>
            <a:ext cx="5862600" cy="570000"/>
          </a:xfrm>
          <a:prstGeom prst="rect">
            <a:avLst/>
          </a:prstGeom>
        </p:spPr>
        <p:txBody>
          <a:bodyPr spcFirstLastPara="1" wrap="square" lIns="0" tIns="45700" rIns="91425" bIns="45700" anchor="t" anchorCtr="0">
            <a:noAutofit/>
          </a:bodyPr>
          <a:lstStyle/>
          <a:p>
            <a:pPr marL="0" lvl="0" indent="0" algn="l" rtl="0">
              <a:spcBef>
                <a:spcPts val="0"/>
              </a:spcBef>
              <a:spcAft>
                <a:spcPts val="200"/>
              </a:spcAft>
              <a:buNone/>
            </a:pPr>
            <a:r>
              <a:rPr lang="en-US" b="1" dirty="0">
                <a:solidFill>
                  <a:schemeClr val="accent1"/>
                </a:solidFill>
              </a:rPr>
              <a:t>All your data. One platform. Limitless possibilities.</a:t>
            </a:r>
            <a:endParaRPr b="1" i="1" dirty="0">
              <a:solidFill>
                <a:schemeClr val="accent1"/>
              </a:solidFill>
            </a:endParaRPr>
          </a:p>
        </p:txBody>
      </p:sp>
    </p:spTree>
    <p:extLst>
      <p:ext uri="{BB962C8B-B14F-4D97-AF65-F5344CB8AC3E}">
        <p14:creationId xmlns:p14="http://schemas.microsoft.com/office/powerpoint/2010/main" val="166334759"/>
      </p:ext>
    </p:extLst>
  </p:cSld>
  <p:clrMapOvr>
    <a:masterClrMapping/>
  </p:clrMapOvr>
  <p:transition spd="slow">
    <p:push/>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01">
          <a:extLst>
            <a:ext uri="{FF2B5EF4-FFF2-40B4-BE49-F238E27FC236}">
              <a16:creationId xmlns:a16="http://schemas.microsoft.com/office/drawing/2014/main" id="{6740CC97-27F1-2555-ACEF-52C794A89003}"/>
            </a:ext>
          </a:extLst>
        </p:cNvPr>
        <p:cNvGrpSpPr/>
        <p:nvPr/>
      </p:nvGrpSpPr>
      <p:grpSpPr>
        <a:xfrm>
          <a:off x="0" y="0"/>
          <a:ext cx="0" cy="0"/>
          <a:chOff x="0" y="0"/>
          <a:chExt cx="0" cy="0"/>
        </a:xfrm>
      </p:grpSpPr>
      <p:sp>
        <p:nvSpPr>
          <p:cNvPr id="101" name="Google Shape;402;p54">
            <a:extLst>
              <a:ext uri="{FF2B5EF4-FFF2-40B4-BE49-F238E27FC236}">
                <a16:creationId xmlns:a16="http://schemas.microsoft.com/office/drawing/2014/main" id="{0476C40A-8778-988D-5C0A-398FDAD7C49C}"/>
              </a:ext>
            </a:extLst>
          </p:cNvPr>
          <p:cNvSpPr txBox="1">
            <a:spLocks noGrp="1"/>
          </p:cNvSpPr>
          <p:nvPr>
            <p:ph type="title" idx="4294967295"/>
          </p:nvPr>
        </p:nvSpPr>
        <p:spPr>
          <a:xfrm>
            <a:off x="1441940" y="864663"/>
            <a:ext cx="4135901" cy="306388"/>
          </a:xfrm>
          <a:prstGeom prst="rect">
            <a:avLst/>
          </a:prstGeom>
        </p:spPr>
        <p:txBody>
          <a:bodyPr spcFirstLastPara="1" wrap="square" lIns="45725" tIns="45725" rIns="45725" bIns="45725" anchor="t" anchorCtr="0">
            <a:noAutofit/>
          </a:bodyPr>
          <a:lstStyle/>
          <a:p>
            <a:pPr marL="0" lvl="0" indent="0" algn="l" rtl="0">
              <a:spcBef>
                <a:spcPts val="0"/>
              </a:spcBef>
              <a:spcAft>
                <a:spcPts val="0"/>
              </a:spcAft>
              <a:buNone/>
            </a:pPr>
            <a:r>
              <a:rPr lang="en-US" sz="1600" dirty="0">
                <a:solidFill>
                  <a:schemeClr val="bg1"/>
                </a:solidFill>
                <a:latin typeface="Plus Jakarta Sans Light" panose="020B0604020202020204" charset="0"/>
                <a:cs typeface="Plus Jakarta Sans Light" panose="020B0604020202020204" charset="0"/>
              </a:rPr>
              <a:t>THE ENTERPRISE DATA CLOUD COMPANY </a:t>
            </a:r>
            <a:endParaRPr sz="1600" dirty="0">
              <a:solidFill>
                <a:schemeClr val="bg1"/>
              </a:solidFill>
              <a:latin typeface="Plus Jakarta Sans Light" panose="020B0604020202020204" charset="0"/>
              <a:cs typeface="Plus Jakarta Sans Light" panose="020B0604020202020204" charset="0"/>
            </a:endParaRPr>
          </a:p>
        </p:txBody>
      </p:sp>
      <p:pic>
        <p:nvPicPr>
          <p:cNvPr id="105" name="Google Shape;200;p27">
            <a:extLst>
              <a:ext uri="{FF2B5EF4-FFF2-40B4-BE49-F238E27FC236}">
                <a16:creationId xmlns:a16="http://schemas.microsoft.com/office/drawing/2014/main" id="{E9FF2C46-A8EE-83A0-D6FC-562A222B60BA}"/>
              </a:ext>
            </a:extLst>
          </p:cNvPr>
          <p:cNvPicPr preferRelativeResize="0"/>
          <p:nvPr/>
        </p:nvPicPr>
        <p:blipFill rotWithShape="1">
          <a:blip r:embed="rId3">
            <a:alphaModFix/>
          </a:blip>
          <a:srcRect/>
          <a:stretch/>
        </p:blipFill>
        <p:spPr>
          <a:xfrm>
            <a:off x="1172817" y="236125"/>
            <a:ext cx="3261949" cy="934926"/>
          </a:xfrm>
          <a:prstGeom prst="rect">
            <a:avLst/>
          </a:prstGeom>
          <a:noFill/>
          <a:ln>
            <a:noFill/>
          </a:ln>
        </p:spPr>
      </p:pic>
      <p:sp>
        <p:nvSpPr>
          <p:cNvPr id="16" name="TextBox 15">
            <a:extLst>
              <a:ext uri="{FF2B5EF4-FFF2-40B4-BE49-F238E27FC236}">
                <a16:creationId xmlns:a16="http://schemas.microsoft.com/office/drawing/2014/main" id="{C07D18A4-A1C4-46CE-BF55-78282BDDC94C}"/>
              </a:ext>
            </a:extLst>
          </p:cNvPr>
          <p:cNvSpPr txBox="1"/>
          <p:nvPr/>
        </p:nvSpPr>
        <p:spPr>
          <a:xfrm>
            <a:off x="598384" y="1777184"/>
            <a:ext cx="7548491" cy="978729"/>
          </a:xfrm>
          <a:prstGeom prst="rect">
            <a:avLst/>
          </a:prstGeom>
          <a:noFill/>
        </p:spPr>
        <p:txBody>
          <a:bodyPr wrap="square">
            <a:spAutoFit/>
          </a:bodyPr>
          <a:lstStyle/>
          <a:p>
            <a:pPr marL="0" indent="0" algn="ctr">
              <a:lnSpc>
                <a:spcPct val="90000"/>
              </a:lnSpc>
              <a:spcBef>
                <a:spcPts val="0"/>
              </a:spcBef>
              <a:buSzPts val="3400"/>
              <a:buNone/>
            </a:pPr>
            <a:r>
              <a:rPr lang="en-US" sz="1600" dirty="0">
                <a:solidFill>
                  <a:schemeClr val="bg1"/>
                </a:solidFill>
                <a:latin typeface="Plus Jakarta Sans" panose="020B0604020202020204" charset="0"/>
                <a:ea typeface="Roboto Light"/>
                <a:cs typeface="Plus Jakarta Sans" panose="020B0604020202020204" charset="0"/>
                <a:sym typeface="Roboto Light"/>
              </a:rPr>
              <a:t>Cloudera proposes a hybrid data platform that provides </a:t>
            </a:r>
            <a:r>
              <a:rPr lang="en-US" sz="1600" dirty="0">
                <a:solidFill>
                  <a:schemeClr val="accent1"/>
                </a:solidFill>
                <a:latin typeface="Plus Jakarta Sans" panose="020B0604020202020204" charset="0"/>
                <a:ea typeface="Roboto Light"/>
                <a:cs typeface="Plus Jakarta Sans" panose="020B0604020202020204" charset="0"/>
                <a:sym typeface="Roboto Light"/>
              </a:rPr>
              <a:t>end-to-end</a:t>
            </a:r>
            <a:r>
              <a:rPr lang="en-US" sz="1600" dirty="0">
                <a:solidFill>
                  <a:schemeClr val="bg1"/>
                </a:solidFill>
                <a:latin typeface="Plus Jakarta Sans" panose="020B0604020202020204" charset="0"/>
                <a:ea typeface="Roboto Light"/>
                <a:cs typeface="Plus Jakarta Sans" panose="020B0604020202020204" charset="0"/>
                <a:sym typeface="Roboto Light"/>
              </a:rPr>
              <a:t> data management and analytics solutions for organizations that </a:t>
            </a:r>
            <a:r>
              <a:rPr lang="en-US" sz="1600" dirty="0">
                <a:solidFill>
                  <a:schemeClr val="bg1"/>
                </a:solidFill>
                <a:latin typeface="Plus Jakarta Sans" panose="020B0604020202020204" charset="0"/>
                <a:cs typeface="Plus Jakarta Sans" panose="020B0604020202020204" charset="0"/>
              </a:rPr>
              <a:t>allows users to collect, store, process, manage, and analyze data of any size, shape, and type in a </a:t>
            </a:r>
            <a:r>
              <a:rPr lang="en-US" sz="1600" dirty="0">
                <a:solidFill>
                  <a:schemeClr val="accent1"/>
                </a:solidFill>
                <a:latin typeface="Plus Jakarta Sans" panose="020B0604020202020204" charset="0"/>
                <a:cs typeface="Plus Jakarta Sans" panose="020B0604020202020204" charset="0"/>
              </a:rPr>
              <a:t>single platform </a:t>
            </a:r>
            <a:r>
              <a:rPr lang="en-US" sz="1600" dirty="0">
                <a:solidFill>
                  <a:schemeClr val="bg1"/>
                </a:solidFill>
                <a:latin typeface="Plus Jakarta Sans" panose="020B0604020202020204" charset="0"/>
                <a:cs typeface="Plus Jakarta Sans" panose="020B0604020202020204" charset="0"/>
              </a:rPr>
              <a:t>from edge to AI.</a:t>
            </a:r>
            <a:r>
              <a:rPr lang="en-US" sz="1600" dirty="0">
                <a:solidFill>
                  <a:schemeClr val="bg1"/>
                </a:solidFill>
                <a:latin typeface="Plus Jakarta Sans" panose="020B0604020202020204" charset="0"/>
                <a:ea typeface="Roboto Light"/>
                <a:cs typeface="Plus Jakarta Sans" panose="020B0604020202020204" charset="0"/>
                <a:sym typeface="Roboto Light"/>
              </a:rPr>
              <a:t> </a:t>
            </a:r>
          </a:p>
        </p:txBody>
      </p:sp>
      <p:sp>
        <p:nvSpPr>
          <p:cNvPr id="18" name="TextBox 17">
            <a:extLst>
              <a:ext uri="{FF2B5EF4-FFF2-40B4-BE49-F238E27FC236}">
                <a16:creationId xmlns:a16="http://schemas.microsoft.com/office/drawing/2014/main" id="{8DDEE654-3516-9C07-DA0E-280DF4862566}"/>
              </a:ext>
            </a:extLst>
          </p:cNvPr>
          <p:cNvSpPr txBox="1"/>
          <p:nvPr/>
        </p:nvSpPr>
        <p:spPr>
          <a:xfrm>
            <a:off x="2313218" y="3243326"/>
            <a:ext cx="4517564" cy="430887"/>
          </a:xfrm>
          <a:prstGeom prst="rect">
            <a:avLst/>
          </a:prstGeom>
          <a:noFill/>
        </p:spPr>
        <p:txBody>
          <a:bodyPr wrap="square">
            <a:spAutoFit/>
          </a:bodyPr>
          <a:lstStyle/>
          <a:p>
            <a:r>
              <a:rPr lang="en-US" sz="1050" dirty="0">
                <a:solidFill>
                  <a:schemeClr val="bg1"/>
                </a:solidFill>
                <a:latin typeface="Plus Jakarta Sans" panose="020B0604020202020204" charset="0"/>
                <a:cs typeface="Plus Jakarta Sans" panose="020B0604020202020204" charset="0"/>
              </a:rPr>
              <a:t>We empower the largest enterprises to transform any data anywhere into valuable insights they can trust.</a:t>
            </a:r>
          </a:p>
        </p:txBody>
      </p:sp>
    </p:spTree>
    <p:extLst>
      <p:ext uri="{BB962C8B-B14F-4D97-AF65-F5344CB8AC3E}">
        <p14:creationId xmlns:p14="http://schemas.microsoft.com/office/powerpoint/2010/main" val="801017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50"/>
        <p:cNvGrpSpPr/>
        <p:nvPr/>
      </p:nvGrpSpPr>
      <p:grpSpPr>
        <a:xfrm>
          <a:off x="0" y="0"/>
          <a:ext cx="0" cy="0"/>
          <a:chOff x="0" y="0"/>
          <a:chExt cx="0" cy="0"/>
        </a:xfrm>
      </p:grpSpPr>
      <p:sp>
        <p:nvSpPr>
          <p:cNvPr id="1251" name="Google Shape;1251;p141"/>
          <p:cNvSpPr/>
          <p:nvPr/>
        </p:nvSpPr>
        <p:spPr>
          <a:xfrm>
            <a:off x="0" y="100"/>
            <a:ext cx="4581300" cy="5082300"/>
          </a:xfrm>
          <a:prstGeom prst="rect">
            <a:avLst/>
          </a:prstGeom>
          <a:solidFill>
            <a:srgbClr val="10004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lus Jakarta Sans"/>
              <a:ea typeface="Plus Jakarta Sans"/>
              <a:cs typeface="Plus Jakarta Sans"/>
              <a:sym typeface="Plus Jakarta Sans"/>
            </a:endParaRPr>
          </a:p>
        </p:txBody>
      </p:sp>
      <p:pic>
        <p:nvPicPr>
          <p:cNvPr id="1252" name="Google Shape;1252;p141"/>
          <p:cNvPicPr preferRelativeResize="0"/>
          <p:nvPr/>
        </p:nvPicPr>
        <p:blipFill rotWithShape="1">
          <a:blip r:embed="rId3">
            <a:alphaModFix/>
          </a:blip>
          <a:srcRect/>
          <a:stretch/>
        </p:blipFill>
        <p:spPr>
          <a:xfrm rot="-5400000" flipH="1">
            <a:off x="856225" y="2693738"/>
            <a:ext cx="1532425" cy="3244899"/>
          </a:xfrm>
          <a:prstGeom prst="rect">
            <a:avLst/>
          </a:prstGeom>
          <a:noFill/>
          <a:ln>
            <a:noFill/>
          </a:ln>
        </p:spPr>
      </p:pic>
      <p:pic>
        <p:nvPicPr>
          <p:cNvPr id="1253" name="Google Shape;1253;p141"/>
          <p:cNvPicPr preferRelativeResize="0"/>
          <p:nvPr/>
        </p:nvPicPr>
        <p:blipFill>
          <a:blip r:embed="rId4">
            <a:alphaModFix/>
          </a:blip>
          <a:stretch>
            <a:fillRect/>
          </a:stretch>
        </p:blipFill>
        <p:spPr>
          <a:xfrm>
            <a:off x="8311376" y="0"/>
            <a:ext cx="832624" cy="766775"/>
          </a:xfrm>
          <a:prstGeom prst="rect">
            <a:avLst/>
          </a:prstGeom>
          <a:noFill/>
          <a:ln>
            <a:noFill/>
          </a:ln>
        </p:spPr>
      </p:pic>
      <p:sp>
        <p:nvSpPr>
          <p:cNvPr id="1254" name="Google Shape;1254;p141"/>
          <p:cNvSpPr/>
          <p:nvPr/>
        </p:nvSpPr>
        <p:spPr>
          <a:xfrm>
            <a:off x="5066600" y="748225"/>
            <a:ext cx="1680900" cy="1665000"/>
          </a:xfrm>
          <a:prstGeom prst="roundRect">
            <a:avLst>
              <a:gd name="adj" fmla="val 8653"/>
            </a:avLst>
          </a:prstGeom>
          <a:solidFill>
            <a:schemeClr val="lt2"/>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lus Jakarta Sans"/>
              <a:ea typeface="Plus Jakarta Sans"/>
              <a:cs typeface="Plus Jakarta Sans"/>
              <a:sym typeface="Plus Jakarta Sans"/>
            </a:endParaRPr>
          </a:p>
        </p:txBody>
      </p:sp>
      <p:sp>
        <p:nvSpPr>
          <p:cNvPr id="1255" name="Google Shape;1255;p141"/>
          <p:cNvSpPr/>
          <p:nvPr/>
        </p:nvSpPr>
        <p:spPr>
          <a:xfrm>
            <a:off x="6859550" y="748225"/>
            <a:ext cx="1680900" cy="1665000"/>
          </a:xfrm>
          <a:prstGeom prst="roundRect">
            <a:avLst>
              <a:gd name="adj" fmla="val 8653"/>
            </a:avLst>
          </a:prstGeom>
          <a:solidFill>
            <a:schemeClr val="lt2"/>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lus Jakarta Sans"/>
              <a:ea typeface="Plus Jakarta Sans"/>
              <a:cs typeface="Plus Jakarta Sans"/>
              <a:sym typeface="Plus Jakarta Sans"/>
            </a:endParaRPr>
          </a:p>
        </p:txBody>
      </p:sp>
      <p:sp>
        <p:nvSpPr>
          <p:cNvPr id="1256" name="Google Shape;1256;p141"/>
          <p:cNvSpPr/>
          <p:nvPr/>
        </p:nvSpPr>
        <p:spPr>
          <a:xfrm>
            <a:off x="5066600" y="2495550"/>
            <a:ext cx="1680900" cy="1665000"/>
          </a:xfrm>
          <a:prstGeom prst="roundRect">
            <a:avLst>
              <a:gd name="adj" fmla="val 8653"/>
            </a:avLst>
          </a:prstGeom>
          <a:solidFill>
            <a:schemeClr val="lt2"/>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lus Jakarta Sans"/>
              <a:ea typeface="Plus Jakarta Sans"/>
              <a:cs typeface="Plus Jakarta Sans"/>
              <a:sym typeface="Plus Jakarta Sans"/>
            </a:endParaRPr>
          </a:p>
        </p:txBody>
      </p:sp>
      <p:sp>
        <p:nvSpPr>
          <p:cNvPr id="1257" name="Google Shape;1257;p141"/>
          <p:cNvSpPr/>
          <p:nvPr/>
        </p:nvSpPr>
        <p:spPr>
          <a:xfrm>
            <a:off x="6859550" y="2495550"/>
            <a:ext cx="1680900" cy="1665000"/>
          </a:xfrm>
          <a:prstGeom prst="roundRect">
            <a:avLst>
              <a:gd name="adj" fmla="val 8653"/>
            </a:avLst>
          </a:prstGeom>
          <a:solidFill>
            <a:schemeClr val="lt2"/>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lus Jakarta Sans"/>
              <a:ea typeface="Plus Jakarta Sans"/>
              <a:cs typeface="Plus Jakarta Sans"/>
              <a:sym typeface="Plus Jakarta Sans"/>
            </a:endParaRPr>
          </a:p>
        </p:txBody>
      </p:sp>
      <p:sp>
        <p:nvSpPr>
          <p:cNvPr id="1258" name="Google Shape;1258;p141"/>
          <p:cNvSpPr txBox="1"/>
          <p:nvPr/>
        </p:nvSpPr>
        <p:spPr>
          <a:xfrm>
            <a:off x="5786979" y="414050"/>
            <a:ext cx="2025000" cy="240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latin typeface="Plus Jakarta Sans"/>
                <a:ea typeface="Plus Jakarta Sans"/>
                <a:cs typeface="Plus Jakarta Sans"/>
                <a:sym typeface="Plus Jakarta Sans"/>
              </a:rPr>
              <a:t>Market average</a:t>
            </a:r>
            <a:endParaRPr sz="1200">
              <a:solidFill>
                <a:schemeClr val="dk1"/>
              </a:solidFill>
              <a:latin typeface="Plus Jakarta Sans"/>
              <a:ea typeface="Plus Jakarta Sans"/>
              <a:cs typeface="Plus Jakarta Sans"/>
              <a:sym typeface="Plus Jakarta Sans"/>
            </a:endParaRPr>
          </a:p>
        </p:txBody>
      </p:sp>
      <p:sp>
        <p:nvSpPr>
          <p:cNvPr id="1259" name="Google Shape;1259;p141"/>
          <p:cNvSpPr txBox="1"/>
          <p:nvPr/>
        </p:nvSpPr>
        <p:spPr>
          <a:xfrm rot="5400000">
            <a:off x="7733042" y="2335529"/>
            <a:ext cx="2025000" cy="240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latin typeface="Plus Jakarta Sans"/>
                <a:ea typeface="Plus Jakarta Sans"/>
                <a:cs typeface="Plus Jakarta Sans"/>
                <a:sym typeface="Plus Jakarta Sans"/>
              </a:rPr>
              <a:t>Market average</a:t>
            </a:r>
            <a:endParaRPr sz="1200">
              <a:solidFill>
                <a:schemeClr val="dk1"/>
              </a:solidFill>
              <a:latin typeface="Plus Jakarta Sans"/>
              <a:ea typeface="Plus Jakarta Sans"/>
              <a:cs typeface="Plus Jakarta Sans"/>
              <a:sym typeface="Plus Jakarta Sans"/>
            </a:endParaRPr>
          </a:p>
        </p:txBody>
      </p:sp>
      <p:sp>
        <p:nvSpPr>
          <p:cNvPr id="1260" name="Google Shape;1260;p141"/>
          <p:cNvSpPr/>
          <p:nvPr/>
        </p:nvSpPr>
        <p:spPr>
          <a:xfrm rot="-2708166">
            <a:off x="6754825" y="634146"/>
            <a:ext cx="89308" cy="89308"/>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lus Jakarta Sans"/>
              <a:ea typeface="Plus Jakarta Sans"/>
              <a:cs typeface="Plus Jakarta Sans"/>
              <a:sym typeface="Plus Jakarta Sans"/>
            </a:endParaRPr>
          </a:p>
        </p:txBody>
      </p:sp>
      <p:sp>
        <p:nvSpPr>
          <p:cNvPr id="1261" name="Google Shape;1261;p141"/>
          <p:cNvSpPr/>
          <p:nvPr/>
        </p:nvSpPr>
        <p:spPr>
          <a:xfrm rot="2683630">
            <a:off x="8571817" y="2410769"/>
            <a:ext cx="89096" cy="8952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lus Jakarta Sans"/>
              <a:ea typeface="Plus Jakarta Sans"/>
              <a:cs typeface="Plus Jakarta Sans"/>
              <a:sym typeface="Plus Jakarta Sans"/>
            </a:endParaRPr>
          </a:p>
        </p:txBody>
      </p:sp>
      <p:sp>
        <p:nvSpPr>
          <p:cNvPr id="1262" name="Google Shape;1262;p141"/>
          <p:cNvSpPr txBox="1"/>
          <p:nvPr/>
        </p:nvSpPr>
        <p:spPr>
          <a:xfrm>
            <a:off x="5284463" y="824425"/>
            <a:ext cx="1296600" cy="240000"/>
          </a:xfrm>
          <a:prstGeom prst="rect">
            <a:avLst/>
          </a:prstGeom>
          <a:noFill/>
          <a:ln>
            <a:noFill/>
          </a:ln>
        </p:spPr>
        <p:txBody>
          <a:bodyPr spcFirstLastPara="1" wrap="square" lIns="0" tIns="91425" rIns="91425" bIns="91425" anchor="t" anchorCtr="0">
            <a:noAutofit/>
          </a:bodyPr>
          <a:lstStyle/>
          <a:p>
            <a:pPr marL="0" lvl="0" indent="0" algn="l" rtl="0">
              <a:spcBef>
                <a:spcPts val="0"/>
              </a:spcBef>
              <a:spcAft>
                <a:spcPts val="0"/>
              </a:spcAft>
              <a:buNone/>
            </a:pPr>
            <a:r>
              <a:rPr lang="en" sz="900">
                <a:solidFill>
                  <a:schemeClr val="accent2"/>
                </a:solidFill>
                <a:latin typeface="Plus Jakarta Sans SemiBold"/>
                <a:ea typeface="Plus Jakarta Sans SemiBold"/>
                <a:cs typeface="Plus Jakarta Sans SemiBold"/>
                <a:sym typeface="Plus Jakarta Sans SemiBold"/>
              </a:rPr>
              <a:t>Strong performer</a:t>
            </a:r>
            <a:endParaRPr sz="900">
              <a:solidFill>
                <a:schemeClr val="accent2"/>
              </a:solidFill>
              <a:latin typeface="Plus Jakarta Sans SemiBold"/>
              <a:ea typeface="Plus Jakarta Sans SemiBold"/>
              <a:cs typeface="Plus Jakarta Sans SemiBold"/>
              <a:sym typeface="Plus Jakarta Sans SemiBold"/>
            </a:endParaRPr>
          </a:p>
        </p:txBody>
      </p:sp>
      <p:sp>
        <p:nvSpPr>
          <p:cNvPr id="1263" name="Google Shape;1263;p141"/>
          <p:cNvSpPr txBox="1"/>
          <p:nvPr/>
        </p:nvSpPr>
        <p:spPr>
          <a:xfrm>
            <a:off x="7065563" y="824425"/>
            <a:ext cx="1296600" cy="240000"/>
          </a:xfrm>
          <a:prstGeom prst="rect">
            <a:avLst/>
          </a:prstGeom>
          <a:noFill/>
          <a:ln>
            <a:noFill/>
          </a:ln>
        </p:spPr>
        <p:txBody>
          <a:bodyPr spcFirstLastPara="1" wrap="square" lIns="0" tIns="91425" rIns="91425" bIns="91425" anchor="t" anchorCtr="0">
            <a:noAutofit/>
          </a:bodyPr>
          <a:lstStyle/>
          <a:p>
            <a:pPr marL="0" lvl="0" indent="0" algn="l" rtl="0">
              <a:spcBef>
                <a:spcPts val="0"/>
              </a:spcBef>
              <a:spcAft>
                <a:spcPts val="0"/>
              </a:spcAft>
              <a:buNone/>
            </a:pPr>
            <a:r>
              <a:rPr lang="en" sz="900">
                <a:solidFill>
                  <a:schemeClr val="accent2"/>
                </a:solidFill>
                <a:latin typeface="Plus Jakarta Sans SemiBold"/>
                <a:ea typeface="Plus Jakarta Sans SemiBold"/>
                <a:cs typeface="Plus Jakarta Sans SemiBold"/>
                <a:sym typeface="Plus Jakarta Sans SemiBold"/>
              </a:rPr>
              <a:t>Customers’ choice</a:t>
            </a:r>
            <a:endParaRPr sz="900">
              <a:solidFill>
                <a:schemeClr val="accent2"/>
              </a:solidFill>
              <a:latin typeface="Plus Jakarta Sans SemiBold"/>
              <a:ea typeface="Plus Jakarta Sans SemiBold"/>
              <a:cs typeface="Plus Jakarta Sans SemiBold"/>
              <a:sym typeface="Plus Jakarta Sans SemiBold"/>
            </a:endParaRPr>
          </a:p>
        </p:txBody>
      </p:sp>
      <p:sp>
        <p:nvSpPr>
          <p:cNvPr id="1264" name="Google Shape;1264;p141"/>
          <p:cNvSpPr txBox="1"/>
          <p:nvPr/>
        </p:nvSpPr>
        <p:spPr>
          <a:xfrm>
            <a:off x="5284463" y="2571750"/>
            <a:ext cx="1296600" cy="240000"/>
          </a:xfrm>
          <a:prstGeom prst="rect">
            <a:avLst/>
          </a:prstGeom>
          <a:noFill/>
          <a:ln>
            <a:noFill/>
          </a:ln>
        </p:spPr>
        <p:txBody>
          <a:bodyPr spcFirstLastPara="1" wrap="square" lIns="0" tIns="91425" rIns="91425" bIns="91425" anchor="t" anchorCtr="0">
            <a:noAutofit/>
          </a:bodyPr>
          <a:lstStyle/>
          <a:p>
            <a:pPr marL="0" lvl="0" indent="0" algn="l" rtl="0">
              <a:spcBef>
                <a:spcPts val="0"/>
              </a:spcBef>
              <a:spcAft>
                <a:spcPts val="0"/>
              </a:spcAft>
              <a:buNone/>
            </a:pPr>
            <a:r>
              <a:rPr lang="en" sz="900">
                <a:solidFill>
                  <a:schemeClr val="accent2"/>
                </a:solidFill>
                <a:latin typeface="Plus Jakarta Sans SemiBold"/>
                <a:ea typeface="Plus Jakarta Sans SemiBold"/>
                <a:cs typeface="Plus Jakarta Sans SemiBold"/>
                <a:sym typeface="Plus Jakarta Sans SemiBold"/>
              </a:rPr>
              <a:t>Aspiring</a:t>
            </a:r>
            <a:endParaRPr sz="900">
              <a:solidFill>
                <a:schemeClr val="accent2"/>
              </a:solidFill>
              <a:latin typeface="Plus Jakarta Sans SemiBold"/>
              <a:ea typeface="Plus Jakarta Sans SemiBold"/>
              <a:cs typeface="Plus Jakarta Sans SemiBold"/>
              <a:sym typeface="Plus Jakarta Sans SemiBold"/>
            </a:endParaRPr>
          </a:p>
        </p:txBody>
      </p:sp>
      <p:sp>
        <p:nvSpPr>
          <p:cNvPr id="1265" name="Google Shape;1265;p141"/>
          <p:cNvSpPr txBox="1"/>
          <p:nvPr/>
        </p:nvSpPr>
        <p:spPr>
          <a:xfrm>
            <a:off x="7065563" y="2571750"/>
            <a:ext cx="1296600" cy="240000"/>
          </a:xfrm>
          <a:prstGeom prst="rect">
            <a:avLst/>
          </a:prstGeom>
          <a:noFill/>
          <a:ln>
            <a:noFill/>
          </a:ln>
        </p:spPr>
        <p:txBody>
          <a:bodyPr spcFirstLastPara="1" wrap="square" lIns="0" tIns="91425" rIns="91425" bIns="91425" anchor="t" anchorCtr="0">
            <a:noAutofit/>
          </a:bodyPr>
          <a:lstStyle/>
          <a:p>
            <a:pPr marL="0" lvl="0" indent="0" algn="l" rtl="0">
              <a:spcBef>
                <a:spcPts val="0"/>
              </a:spcBef>
              <a:spcAft>
                <a:spcPts val="0"/>
              </a:spcAft>
              <a:buNone/>
            </a:pPr>
            <a:r>
              <a:rPr lang="en" sz="900">
                <a:solidFill>
                  <a:schemeClr val="accent2"/>
                </a:solidFill>
                <a:latin typeface="Plus Jakarta Sans SemiBold"/>
                <a:ea typeface="Plus Jakarta Sans SemiBold"/>
                <a:cs typeface="Plus Jakarta Sans SemiBold"/>
                <a:sym typeface="Plus Jakarta Sans SemiBold"/>
              </a:rPr>
              <a:t>Established</a:t>
            </a:r>
            <a:endParaRPr sz="900">
              <a:solidFill>
                <a:schemeClr val="accent2"/>
              </a:solidFill>
              <a:latin typeface="Plus Jakarta Sans SemiBold"/>
              <a:ea typeface="Plus Jakarta Sans SemiBold"/>
              <a:cs typeface="Plus Jakarta Sans SemiBold"/>
              <a:sym typeface="Plus Jakarta Sans SemiBold"/>
            </a:endParaRPr>
          </a:p>
        </p:txBody>
      </p:sp>
      <p:sp>
        <p:nvSpPr>
          <p:cNvPr id="1266" name="Google Shape;1266;p141"/>
          <p:cNvSpPr txBox="1"/>
          <p:nvPr/>
        </p:nvSpPr>
        <p:spPr>
          <a:xfrm>
            <a:off x="5066598" y="4160550"/>
            <a:ext cx="3161700" cy="24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00">
                <a:solidFill>
                  <a:schemeClr val="dk1"/>
                </a:solidFill>
                <a:latin typeface="Plus Jakarta Sans"/>
                <a:ea typeface="Plus Jakarta Sans"/>
                <a:cs typeface="Plus Jakarta Sans"/>
                <a:sym typeface="Plus Jakarta Sans"/>
              </a:rPr>
              <a:t>User interest and adoption</a:t>
            </a:r>
            <a:endParaRPr sz="900">
              <a:solidFill>
                <a:schemeClr val="dk1"/>
              </a:solidFill>
              <a:latin typeface="Plus Jakarta Sans"/>
              <a:ea typeface="Plus Jakarta Sans"/>
              <a:cs typeface="Plus Jakarta Sans"/>
              <a:sym typeface="Plus Jakarta Sans"/>
            </a:endParaRPr>
          </a:p>
        </p:txBody>
      </p:sp>
      <p:sp>
        <p:nvSpPr>
          <p:cNvPr id="1267" name="Google Shape;1267;p141"/>
          <p:cNvSpPr txBox="1"/>
          <p:nvPr/>
        </p:nvSpPr>
        <p:spPr>
          <a:xfrm rot="-5400000">
            <a:off x="3365748" y="2449075"/>
            <a:ext cx="3161700" cy="24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00">
                <a:solidFill>
                  <a:schemeClr val="dk1"/>
                </a:solidFill>
                <a:latin typeface="Plus Jakarta Sans"/>
                <a:ea typeface="Plus Jakarta Sans"/>
                <a:cs typeface="Plus Jakarta Sans"/>
                <a:sym typeface="Plus Jakarta Sans"/>
              </a:rPr>
              <a:t>Overall experience</a:t>
            </a:r>
            <a:endParaRPr sz="900">
              <a:solidFill>
                <a:schemeClr val="dk1"/>
              </a:solidFill>
              <a:latin typeface="Plus Jakarta Sans"/>
              <a:ea typeface="Plus Jakarta Sans"/>
              <a:cs typeface="Plus Jakarta Sans"/>
              <a:sym typeface="Plus Jakarta Sans"/>
            </a:endParaRPr>
          </a:p>
        </p:txBody>
      </p:sp>
      <p:cxnSp>
        <p:nvCxnSpPr>
          <p:cNvPr id="1268" name="Google Shape;1268;p141"/>
          <p:cNvCxnSpPr/>
          <p:nvPr/>
        </p:nvCxnSpPr>
        <p:spPr>
          <a:xfrm>
            <a:off x="6695473" y="4280550"/>
            <a:ext cx="692400" cy="0"/>
          </a:xfrm>
          <a:prstGeom prst="straightConnector1">
            <a:avLst/>
          </a:prstGeom>
          <a:noFill/>
          <a:ln w="9525" cap="flat" cmpd="sng">
            <a:solidFill>
              <a:schemeClr val="accent1"/>
            </a:solidFill>
            <a:prstDash val="solid"/>
            <a:round/>
            <a:headEnd type="none" w="med" len="med"/>
            <a:tailEnd type="triangle" w="med" len="med"/>
          </a:ln>
        </p:spPr>
      </p:cxnSp>
      <p:cxnSp>
        <p:nvCxnSpPr>
          <p:cNvPr id="1269" name="Google Shape;1269;p141"/>
          <p:cNvCxnSpPr/>
          <p:nvPr/>
        </p:nvCxnSpPr>
        <p:spPr>
          <a:xfrm rot="10800000">
            <a:off x="4946598" y="2244975"/>
            <a:ext cx="0" cy="690300"/>
          </a:xfrm>
          <a:prstGeom prst="straightConnector1">
            <a:avLst/>
          </a:prstGeom>
          <a:noFill/>
          <a:ln w="9525" cap="flat" cmpd="sng">
            <a:solidFill>
              <a:schemeClr val="accent1"/>
            </a:solidFill>
            <a:prstDash val="solid"/>
            <a:round/>
            <a:headEnd type="none" w="med" len="med"/>
            <a:tailEnd type="triangle" w="med" len="med"/>
          </a:ln>
        </p:spPr>
      </p:cxnSp>
      <p:sp>
        <p:nvSpPr>
          <p:cNvPr id="1270" name="Google Shape;1270;p141"/>
          <p:cNvSpPr txBox="1"/>
          <p:nvPr/>
        </p:nvSpPr>
        <p:spPr>
          <a:xfrm>
            <a:off x="5196025" y="1222625"/>
            <a:ext cx="1422000" cy="492600"/>
          </a:xfrm>
          <a:prstGeom prst="rect">
            <a:avLst/>
          </a:prstGeom>
          <a:noFill/>
          <a:ln>
            <a:noFill/>
          </a:ln>
        </p:spPr>
        <p:txBody>
          <a:bodyPr spcFirstLastPara="1" wrap="square" lIns="91425" tIns="0" rIns="0" bIns="0" anchor="ctr" anchorCtr="0">
            <a:spAutoFit/>
          </a:bodyPr>
          <a:lstStyle/>
          <a:p>
            <a:pPr marL="0" lvl="0" indent="0" algn="l" rtl="0">
              <a:lnSpc>
                <a:spcPct val="150000"/>
              </a:lnSpc>
              <a:spcBef>
                <a:spcPts val="0"/>
              </a:spcBef>
              <a:spcAft>
                <a:spcPts val="0"/>
              </a:spcAft>
              <a:buNone/>
            </a:pPr>
            <a:r>
              <a:rPr lang="en" sz="800">
                <a:latin typeface="Plus Jakarta Sans"/>
                <a:ea typeface="Plus Jakarta Sans"/>
                <a:cs typeface="Plus Jakarta Sans"/>
                <a:sym typeface="Plus Jakarta Sans"/>
              </a:rPr>
              <a:t>Databricks</a:t>
            </a:r>
            <a:endParaRPr sz="800">
              <a:latin typeface="Plus Jakarta Sans"/>
              <a:ea typeface="Plus Jakarta Sans"/>
              <a:cs typeface="Plus Jakarta Sans"/>
              <a:sym typeface="Plus Jakarta Sans"/>
            </a:endParaRPr>
          </a:p>
          <a:p>
            <a:pPr marL="0" lvl="0" indent="0" algn="l" rtl="0">
              <a:lnSpc>
                <a:spcPct val="150000"/>
              </a:lnSpc>
              <a:spcBef>
                <a:spcPts val="0"/>
              </a:spcBef>
              <a:spcAft>
                <a:spcPts val="0"/>
              </a:spcAft>
              <a:buNone/>
            </a:pPr>
            <a:r>
              <a:rPr lang="en" sz="800">
                <a:latin typeface="Plus Jakarta Sans"/>
                <a:ea typeface="Plus Jakarta Sans"/>
                <a:cs typeface="Plus Jakarta Sans"/>
                <a:sym typeface="Plus Jakarta Sans"/>
              </a:rPr>
              <a:t>Snowflake</a:t>
            </a:r>
            <a:endParaRPr sz="800">
              <a:latin typeface="Plus Jakarta Sans"/>
              <a:ea typeface="Plus Jakarta Sans"/>
              <a:cs typeface="Plus Jakarta Sans"/>
              <a:sym typeface="Plus Jakarta Sans"/>
            </a:endParaRPr>
          </a:p>
          <a:p>
            <a:pPr marL="0" lvl="0" indent="0" algn="l" rtl="0">
              <a:lnSpc>
                <a:spcPct val="150000"/>
              </a:lnSpc>
              <a:spcBef>
                <a:spcPts val="0"/>
              </a:spcBef>
              <a:spcAft>
                <a:spcPts val="0"/>
              </a:spcAft>
              <a:buClr>
                <a:schemeClr val="dk1"/>
              </a:buClr>
              <a:buSzPts val="1100"/>
              <a:buFont typeface="Arial"/>
              <a:buNone/>
            </a:pPr>
            <a:endParaRPr sz="800">
              <a:latin typeface="Plus Jakarta Sans"/>
              <a:ea typeface="Plus Jakarta Sans"/>
              <a:cs typeface="Plus Jakarta Sans"/>
              <a:sym typeface="Plus Jakarta Sans"/>
            </a:endParaRPr>
          </a:p>
        </p:txBody>
      </p:sp>
      <p:sp>
        <p:nvSpPr>
          <p:cNvPr id="1271" name="Google Shape;1271;p141"/>
          <p:cNvSpPr txBox="1"/>
          <p:nvPr/>
        </p:nvSpPr>
        <p:spPr>
          <a:xfrm>
            <a:off x="6989000" y="1222625"/>
            <a:ext cx="1422000" cy="492600"/>
          </a:xfrm>
          <a:prstGeom prst="rect">
            <a:avLst/>
          </a:prstGeom>
          <a:noFill/>
          <a:ln>
            <a:noFill/>
          </a:ln>
        </p:spPr>
        <p:txBody>
          <a:bodyPr spcFirstLastPara="1" wrap="square" lIns="91425" tIns="0" rIns="0" bIns="0" anchor="ctr" anchorCtr="0">
            <a:spAutoFit/>
          </a:bodyPr>
          <a:lstStyle/>
          <a:p>
            <a:pPr marL="0" lvl="0" indent="0" algn="l" rtl="0">
              <a:lnSpc>
                <a:spcPct val="150000"/>
              </a:lnSpc>
              <a:spcBef>
                <a:spcPts val="0"/>
              </a:spcBef>
              <a:spcAft>
                <a:spcPts val="0"/>
              </a:spcAft>
              <a:buNone/>
            </a:pPr>
            <a:endParaRPr sz="800">
              <a:latin typeface="Plus Jakarta Sans Medium"/>
              <a:ea typeface="Plus Jakarta Sans Medium"/>
              <a:cs typeface="Plus Jakarta Sans Medium"/>
              <a:sym typeface="Plus Jakarta Sans Medium"/>
            </a:endParaRPr>
          </a:p>
          <a:p>
            <a:pPr marL="0" lvl="0" indent="0" algn="l" rtl="0">
              <a:lnSpc>
                <a:spcPct val="150000"/>
              </a:lnSpc>
              <a:spcBef>
                <a:spcPts val="0"/>
              </a:spcBef>
              <a:spcAft>
                <a:spcPts val="0"/>
              </a:spcAft>
              <a:buNone/>
            </a:pPr>
            <a:r>
              <a:rPr lang="en" sz="800">
                <a:latin typeface="Plus Jakarta Sans"/>
                <a:ea typeface="Plus Jakarta Sans"/>
                <a:cs typeface="Plus Jakarta Sans"/>
                <a:sym typeface="Plus Jakarta Sans"/>
              </a:rPr>
              <a:t>Cockroach Labs</a:t>
            </a:r>
            <a:endParaRPr sz="800">
              <a:latin typeface="Plus Jakarta Sans"/>
              <a:ea typeface="Plus Jakarta Sans"/>
              <a:cs typeface="Plus Jakarta Sans"/>
              <a:sym typeface="Plus Jakarta Sans"/>
            </a:endParaRPr>
          </a:p>
          <a:p>
            <a:pPr marL="0" lvl="0" indent="0" algn="l" rtl="0">
              <a:lnSpc>
                <a:spcPct val="150000"/>
              </a:lnSpc>
              <a:spcBef>
                <a:spcPts val="0"/>
              </a:spcBef>
              <a:spcAft>
                <a:spcPts val="0"/>
              </a:spcAft>
              <a:buNone/>
            </a:pPr>
            <a:endParaRPr sz="800">
              <a:latin typeface="Plus Jakarta Sans"/>
              <a:ea typeface="Plus Jakarta Sans"/>
              <a:cs typeface="Plus Jakarta Sans"/>
              <a:sym typeface="Plus Jakarta Sans"/>
            </a:endParaRPr>
          </a:p>
        </p:txBody>
      </p:sp>
      <p:sp>
        <p:nvSpPr>
          <p:cNvPr id="1272" name="Google Shape;1272;p141"/>
          <p:cNvSpPr txBox="1"/>
          <p:nvPr/>
        </p:nvSpPr>
        <p:spPr>
          <a:xfrm>
            <a:off x="5196025" y="2877100"/>
            <a:ext cx="1422000" cy="492600"/>
          </a:xfrm>
          <a:prstGeom prst="rect">
            <a:avLst/>
          </a:prstGeom>
          <a:noFill/>
          <a:ln>
            <a:noFill/>
          </a:ln>
        </p:spPr>
        <p:txBody>
          <a:bodyPr spcFirstLastPara="1" wrap="square" lIns="91425" tIns="0" rIns="0" bIns="0" anchor="ctr" anchorCtr="0">
            <a:spAutoFit/>
          </a:bodyPr>
          <a:lstStyle/>
          <a:p>
            <a:pPr marL="0" lvl="0" indent="0" algn="l" rtl="0">
              <a:lnSpc>
                <a:spcPct val="150000"/>
              </a:lnSpc>
              <a:spcBef>
                <a:spcPts val="0"/>
              </a:spcBef>
              <a:spcAft>
                <a:spcPts val="0"/>
              </a:spcAft>
              <a:buNone/>
            </a:pPr>
            <a:r>
              <a:rPr lang="en" sz="800">
                <a:latin typeface="Plus Jakarta Sans"/>
                <a:ea typeface="Plus Jakarta Sans"/>
                <a:cs typeface="Plus Jakarta Sans"/>
                <a:sym typeface="Plus Jakarta Sans"/>
              </a:rPr>
              <a:t>MongoDB</a:t>
            </a:r>
            <a:endParaRPr sz="800">
              <a:latin typeface="Plus Jakarta Sans"/>
              <a:ea typeface="Plus Jakarta Sans"/>
              <a:cs typeface="Plus Jakarta Sans"/>
              <a:sym typeface="Plus Jakarta Sans"/>
            </a:endParaRPr>
          </a:p>
          <a:p>
            <a:pPr marL="0" lvl="0" indent="0" algn="l" rtl="0">
              <a:lnSpc>
                <a:spcPct val="150000"/>
              </a:lnSpc>
              <a:spcBef>
                <a:spcPts val="0"/>
              </a:spcBef>
              <a:spcAft>
                <a:spcPts val="0"/>
              </a:spcAft>
              <a:buNone/>
            </a:pPr>
            <a:r>
              <a:rPr lang="en" sz="800">
                <a:latin typeface="Plus Jakarta Sans"/>
                <a:ea typeface="Plus Jakarta Sans"/>
                <a:cs typeface="Plus Jakarta Sans"/>
                <a:sym typeface="Plus Jakarta Sans"/>
              </a:rPr>
              <a:t>Neo4j</a:t>
            </a:r>
            <a:endParaRPr sz="800">
              <a:latin typeface="Plus Jakarta Sans"/>
              <a:ea typeface="Plus Jakarta Sans"/>
              <a:cs typeface="Plus Jakarta Sans"/>
              <a:sym typeface="Plus Jakarta Sans"/>
            </a:endParaRPr>
          </a:p>
          <a:p>
            <a:pPr marL="0" lvl="0" indent="0" algn="l" rtl="0">
              <a:lnSpc>
                <a:spcPct val="150000"/>
              </a:lnSpc>
              <a:spcBef>
                <a:spcPts val="0"/>
              </a:spcBef>
              <a:spcAft>
                <a:spcPts val="0"/>
              </a:spcAft>
              <a:buNone/>
            </a:pPr>
            <a:r>
              <a:rPr lang="en" sz="800">
                <a:latin typeface="Plus Jakarta Sans"/>
                <a:ea typeface="Plus Jakarta Sans"/>
                <a:cs typeface="Plus Jakarta Sans"/>
                <a:sym typeface="Plus Jakarta Sans"/>
              </a:rPr>
              <a:t>SAP</a:t>
            </a:r>
            <a:endParaRPr sz="800">
              <a:latin typeface="Plus Jakarta Sans"/>
              <a:ea typeface="Plus Jakarta Sans"/>
              <a:cs typeface="Plus Jakarta Sans"/>
              <a:sym typeface="Plus Jakarta Sans"/>
            </a:endParaRPr>
          </a:p>
        </p:txBody>
      </p:sp>
      <p:sp>
        <p:nvSpPr>
          <p:cNvPr id="1273" name="Google Shape;1273;p141"/>
          <p:cNvSpPr txBox="1"/>
          <p:nvPr/>
        </p:nvSpPr>
        <p:spPr>
          <a:xfrm>
            <a:off x="6989000" y="2877100"/>
            <a:ext cx="1422000" cy="861900"/>
          </a:xfrm>
          <a:prstGeom prst="rect">
            <a:avLst/>
          </a:prstGeom>
          <a:noFill/>
          <a:ln>
            <a:noFill/>
          </a:ln>
        </p:spPr>
        <p:txBody>
          <a:bodyPr spcFirstLastPara="1" wrap="square" lIns="91425" tIns="0" rIns="0" bIns="0" anchor="ctr" anchorCtr="0">
            <a:spAutoFit/>
          </a:bodyPr>
          <a:lstStyle/>
          <a:p>
            <a:pPr marL="0" lvl="0" indent="0" algn="l" rtl="0">
              <a:lnSpc>
                <a:spcPct val="150000"/>
              </a:lnSpc>
              <a:spcBef>
                <a:spcPts val="0"/>
              </a:spcBef>
              <a:spcAft>
                <a:spcPts val="0"/>
              </a:spcAft>
              <a:buNone/>
            </a:pPr>
            <a:r>
              <a:rPr lang="en" sz="800">
                <a:latin typeface="Plus Jakarta Sans"/>
                <a:ea typeface="Plus Jakarta Sans"/>
                <a:cs typeface="Plus Jakarta Sans"/>
                <a:sym typeface="Plus Jakarta Sans"/>
              </a:rPr>
              <a:t>Amazon Web Services (AWS)</a:t>
            </a:r>
            <a:endParaRPr sz="800">
              <a:latin typeface="Plus Jakarta Sans"/>
              <a:ea typeface="Plus Jakarta Sans"/>
              <a:cs typeface="Plus Jakarta Sans"/>
              <a:sym typeface="Plus Jakarta Sans"/>
            </a:endParaRPr>
          </a:p>
          <a:p>
            <a:pPr marL="0" lvl="0" indent="0" algn="l" rtl="0">
              <a:lnSpc>
                <a:spcPct val="150000"/>
              </a:lnSpc>
              <a:spcBef>
                <a:spcPts val="0"/>
              </a:spcBef>
              <a:spcAft>
                <a:spcPts val="0"/>
              </a:spcAft>
              <a:buNone/>
            </a:pPr>
            <a:r>
              <a:rPr lang="en" sz="800">
                <a:latin typeface="Plus Jakarta Sans"/>
                <a:ea typeface="Plus Jakarta Sans"/>
                <a:cs typeface="Plus Jakarta Sans"/>
                <a:sym typeface="Plus Jakarta Sans"/>
              </a:rPr>
              <a:t>Google</a:t>
            </a:r>
            <a:endParaRPr sz="800">
              <a:latin typeface="Plus Jakarta Sans"/>
              <a:ea typeface="Plus Jakarta Sans"/>
              <a:cs typeface="Plus Jakarta Sans"/>
              <a:sym typeface="Plus Jakarta Sans"/>
            </a:endParaRPr>
          </a:p>
          <a:p>
            <a:pPr marL="0" lvl="0" indent="0" algn="l" rtl="0">
              <a:lnSpc>
                <a:spcPct val="150000"/>
              </a:lnSpc>
              <a:spcBef>
                <a:spcPts val="0"/>
              </a:spcBef>
              <a:spcAft>
                <a:spcPts val="0"/>
              </a:spcAft>
              <a:buNone/>
            </a:pPr>
            <a:r>
              <a:rPr lang="en" sz="800">
                <a:latin typeface="Plus Jakarta Sans"/>
                <a:ea typeface="Plus Jakarta Sans"/>
                <a:cs typeface="Plus Jakarta Sans"/>
                <a:sym typeface="Plus Jakarta Sans"/>
              </a:rPr>
              <a:t>Microsoft</a:t>
            </a:r>
            <a:endParaRPr sz="800">
              <a:latin typeface="Plus Jakarta Sans"/>
              <a:ea typeface="Plus Jakarta Sans"/>
              <a:cs typeface="Plus Jakarta Sans"/>
              <a:sym typeface="Plus Jakarta Sans"/>
            </a:endParaRPr>
          </a:p>
          <a:p>
            <a:pPr marL="0" lvl="0" indent="0" algn="l" rtl="0">
              <a:lnSpc>
                <a:spcPct val="150000"/>
              </a:lnSpc>
              <a:spcBef>
                <a:spcPts val="0"/>
              </a:spcBef>
              <a:spcAft>
                <a:spcPts val="0"/>
              </a:spcAft>
              <a:buNone/>
            </a:pPr>
            <a:r>
              <a:rPr lang="en" sz="800">
                <a:latin typeface="Plus Jakarta Sans"/>
                <a:ea typeface="Plus Jakarta Sans"/>
                <a:cs typeface="Plus Jakarta Sans"/>
                <a:sym typeface="Plus Jakarta Sans"/>
              </a:rPr>
              <a:t>Oracle</a:t>
            </a:r>
            <a:endParaRPr sz="800">
              <a:latin typeface="Plus Jakarta Sans"/>
              <a:ea typeface="Plus Jakarta Sans"/>
              <a:cs typeface="Plus Jakarta Sans"/>
              <a:sym typeface="Plus Jakarta Sans"/>
            </a:endParaRPr>
          </a:p>
        </p:txBody>
      </p:sp>
      <p:sp>
        <p:nvSpPr>
          <p:cNvPr id="1274" name="Google Shape;1274;p141"/>
          <p:cNvSpPr/>
          <p:nvPr/>
        </p:nvSpPr>
        <p:spPr>
          <a:xfrm>
            <a:off x="8166945" y="915576"/>
            <a:ext cx="126000" cy="119700"/>
          </a:xfrm>
          <a:prstGeom prst="star5">
            <a:avLst>
              <a:gd name="adj" fmla="val 19098"/>
              <a:gd name="hf" fmla="val 105146"/>
              <a:gd name="vf" fmla="val 110557"/>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lus Jakarta Sans"/>
              <a:ea typeface="Plus Jakarta Sans"/>
              <a:cs typeface="Plus Jakarta Sans"/>
              <a:sym typeface="Plus Jakarta Sans"/>
            </a:endParaRPr>
          </a:p>
        </p:txBody>
      </p:sp>
      <p:sp>
        <p:nvSpPr>
          <p:cNvPr id="1275" name="Google Shape;1275;p141"/>
          <p:cNvSpPr txBox="1"/>
          <p:nvPr/>
        </p:nvSpPr>
        <p:spPr>
          <a:xfrm>
            <a:off x="4826600" y="4607775"/>
            <a:ext cx="2730600" cy="184800"/>
          </a:xfrm>
          <a:prstGeom prst="rect">
            <a:avLst/>
          </a:prstGeom>
          <a:noFill/>
          <a:ln>
            <a:noFill/>
          </a:ln>
        </p:spPr>
        <p:txBody>
          <a:bodyPr spcFirstLastPara="1" wrap="square" lIns="91425" tIns="0" rIns="91425" bIns="0" anchor="t" anchorCtr="0">
            <a:spAutoFit/>
          </a:bodyPr>
          <a:lstStyle/>
          <a:p>
            <a:pPr marL="0" lvl="0" indent="0" algn="l" rtl="0">
              <a:spcBef>
                <a:spcPts val="0"/>
              </a:spcBef>
              <a:spcAft>
                <a:spcPts val="0"/>
              </a:spcAft>
              <a:buNone/>
            </a:pPr>
            <a:r>
              <a:rPr lang="en" sz="600">
                <a:solidFill>
                  <a:schemeClr val="dk1"/>
                </a:solidFill>
                <a:latin typeface="Plus Jakarta Sans"/>
                <a:ea typeface="Plus Jakarta Sans"/>
                <a:cs typeface="Plus Jakarta Sans"/>
                <a:sym typeface="Plus Jakarta Sans"/>
              </a:rPr>
              <a:t>(Each quadrant is ordered alphabetically)</a:t>
            </a:r>
            <a:endParaRPr sz="600">
              <a:solidFill>
                <a:schemeClr val="dk1"/>
              </a:solidFill>
              <a:latin typeface="Plus Jakarta Sans"/>
              <a:ea typeface="Plus Jakarta Sans"/>
              <a:cs typeface="Plus Jakarta Sans"/>
              <a:sym typeface="Plus Jakarta Sans"/>
            </a:endParaRPr>
          </a:p>
          <a:p>
            <a:pPr marL="0" lvl="0" indent="0" algn="l" rtl="0">
              <a:spcBef>
                <a:spcPts val="0"/>
              </a:spcBef>
              <a:spcAft>
                <a:spcPts val="0"/>
              </a:spcAft>
              <a:buNone/>
            </a:pPr>
            <a:r>
              <a:rPr lang="en" sz="600">
                <a:solidFill>
                  <a:schemeClr val="dk1"/>
                </a:solidFill>
                <a:latin typeface="Plus Jakarta Sans"/>
                <a:ea typeface="Plus Jakarta Sans"/>
                <a:cs typeface="Plus Jakarta Sans"/>
                <a:sym typeface="Plus Jakarta Sans"/>
              </a:rPr>
              <a:t>As of Mar 2024</a:t>
            </a:r>
            <a:endParaRPr sz="600">
              <a:solidFill>
                <a:schemeClr val="dk1"/>
              </a:solidFill>
              <a:latin typeface="Plus Jakarta Sans"/>
              <a:ea typeface="Plus Jakarta Sans"/>
              <a:cs typeface="Plus Jakarta Sans"/>
              <a:sym typeface="Plus Jakarta Sans"/>
            </a:endParaRPr>
          </a:p>
        </p:txBody>
      </p:sp>
      <p:sp>
        <p:nvSpPr>
          <p:cNvPr id="1276" name="Google Shape;1276;p141"/>
          <p:cNvSpPr txBox="1">
            <a:spLocks noGrp="1"/>
          </p:cNvSpPr>
          <p:nvPr>
            <p:ph type="title"/>
          </p:nvPr>
        </p:nvSpPr>
        <p:spPr>
          <a:xfrm>
            <a:off x="533400" y="284250"/>
            <a:ext cx="3758700" cy="1075800"/>
          </a:xfrm>
          <a:prstGeom prst="rect">
            <a:avLst/>
          </a:prstGeom>
        </p:spPr>
        <p:txBody>
          <a:bodyPr spcFirstLastPara="1" wrap="square" lIns="91425" tIns="0" rIns="91425" bIns="45700" anchor="t" anchorCtr="0">
            <a:noAutofit/>
          </a:bodyPr>
          <a:lstStyle/>
          <a:p>
            <a:pPr marL="0" lvl="0" indent="0" algn="l" rtl="0">
              <a:spcBef>
                <a:spcPts val="0"/>
              </a:spcBef>
              <a:spcAft>
                <a:spcPts val="0"/>
              </a:spcAft>
              <a:buNone/>
            </a:pPr>
            <a:r>
              <a:rPr lang="en" b="1" dirty="0">
                <a:solidFill>
                  <a:schemeClr val="lt1"/>
                </a:solidFill>
              </a:rPr>
              <a:t>Cloudera Named Gartner Peer Insights (GPI) Customers’ Choice</a:t>
            </a:r>
            <a:endParaRPr b="1" dirty="0">
              <a:solidFill>
                <a:schemeClr val="lt1"/>
              </a:solidFill>
            </a:endParaRPr>
          </a:p>
          <a:p>
            <a:pPr marL="0" lvl="0" indent="0" algn="l" rtl="0">
              <a:spcBef>
                <a:spcPts val="0"/>
              </a:spcBef>
              <a:spcAft>
                <a:spcPts val="0"/>
              </a:spcAft>
              <a:buNone/>
            </a:pPr>
            <a:endParaRPr b="1" dirty="0">
              <a:solidFill>
                <a:schemeClr val="lt1"/>
              </a:solidFill>
            </a:endParaRPr>
          </a:p>
        </p:txBody>
      </p:sp>
      <p:sp>
        <p:nvSpPr>
          <p:cNvPr id="1277" name="Google Shape;1277;p141"/>
          <p:cNvSpPr txBox="1">
            <a:spLocks noGrp="1"/>
          </p:cNvSpPr>
          <p:nvPr>
            <p:ph type="body" idx="1"/>
          </p:nvPr>
        </p:nvSpPr>
        <p:spPr>
          <a:xfrm>
            <a:off x="533400" y="1467425"/>
            <a:ext cx="3358800" cy="324000"/>
          </a:xfrm>
          <a:prstGeom prst="rect">
            <a:avLst/>
          </a:prstGeom>
        </p:spPr>
        <p:txBody>
          <a:bodyPr spcFirstLastPara="1" wrap="square" lIns="91425" tIns="45700" rIns="91425" bIns="45700" anchor="t" anchorCtr="0">
            <a:noAutofit/>
          </a:bodyPr>
          <a:lstStyle/>
          <a:p>
            <a:pPr marL="0" lvl="0" indent="0" algn="l" rtl="0">
              <a:spcBef>
                <a:spcPts val="0"/>
              </a:spcBef>
              <a:spcAft>
                <a:spcPts val="400"/>
              </a:spcAft>
              <a:buNone/>
            </a:pPr>
            <a:r>
              <a:rPr lang="en">
                <a:solidFill>
                  <a:schemeClr val="lt1"/>
                </a:solidFill>
              </a:rPr>
              <a:t>Market &amp; Market Size: Cloud Database Management Systems (DBMS) in Midsize ENT </a:t>
            </a:r>
            <a:endParaRPr>
              <a:solidFill>
                <a:schemeClr val="lt1"/>
              </a:solidFill>
            </a:endParaRPr>
          </a:p>
        </p:txBody>
      </p:sp>
      <p:pic>
        <p:nvPicPr>
          <p:cNvPr id="1278" name="Google Shape;1278;p141"/>
          <p:cNvPicPr preferRelativeResize="0"/>
          <p:nvPr/>
        </p:nvPicPr>
        <p:blipFill>
          <a:blip r:embed="rId5">
            <a:alphaModFix/>
          </a:blip>
          <a:stretch>
            <a:fillRect/>
          </a:stretch>
        </p:blipFill>
        <p:spPr>
          <a:xfrm>
            <a:off x="7087727" y="1222627"/>
            <a:ext cx="1032712" cy="126600"/>
          </a:xfrm>
          <a:prstGeom prst="rect">
            <a:avLst/>
          </a:prstGeom>
          <a:noFill/>
          <a:ln>
            <a:noFill/>
          </a:ln>
        </p:spPr>
      </p:pic>
      <p:sp>
        <p:nvSpPr>
          <p:cNvPr id="1279" name="Google Shape;1279;p141"/>
          <p:cNvSpPr txBox="1"/>
          <p:nvPr/>
        </p:nvSpPr>
        <p:spPr>
          <a:xfrm>
            <a:off x="4826600" y="4795500"/>
            <a:ext cx="2131500" cy="274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 sz="600">
                <a:solidFill>
                  <a:schemeClr val="dk2"/>
                </a:solidFill>
                <a:latin typeface="Plus Jakarta Sans"/>
                <a:ea typeface="Plus Jakarta Sans"/>
                <a:cs typeface="Plus Jakarta Sans"/>
                <a:sym typeface="Plus Jakarta Sans"/>
              </a:rPr>
              <a:t>©2025 Cloudera, Inc. All Rights Reserved. </a:t>
            </a:r>
            <a:endParaRPr sz="600">
              <a:solidFill>
                <a:schemeClr val="dk2"/>
              </a:solidFill>
              <a:latin typeface="Plus Jakarta Sans"/>
              <a:ea typeface="Plus Jakarta Sans"/>
              <a:cs typeface="Plus Jakarta Sans"/>
              <a:sym typeface="Plus Jakarta Sans"/>
            </a:endParaRPr>
          </a:p>
        </p:txBody>
      </p:sp>
    </p:spTree>
    <p:extLst>
      <p:ext uri="{BB962C8B-B14F-4D97-AF65-F5344CB8AC3E}">
        <p14:creationId xmlns:p14="http://schemas.microsoft.com/office/powerpoint/2010/main" val="2333166932"/>
      </p:ext>
    </p:extLst>
  </p:cSld>
  <p:clrMapOvr>
    <a:masterClrMapping/>
  </p:clrMapOvr>
  <mc:AlternateContent xmlns:mc="http://schemas.openxmlformats.org/markup-compatibility/2006" xmlns:p14="http://schemas.microsoft.com/office/powerpoint/2010/main">
    <mc:Choice Requires="p14">
      <p:transition spd="med" p14:dur="700">
        <p:push/>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01">
          <a:extLst>
            <a:ext uri="{FF2B5EF4-FFF2-40B4-BE49-F238E27FC236}">
              <a16:creationId xmlns:a16="http://schemas.microsoft.com/office/drawing/2014/main" id="{887865CF-5D16-89F6-D94E-B6FAC8E37736}"/>
            </a:ext>
          </a:extLst>
        </p:cNvPr>
        <p:cNvGrpSpPr/>
        <p:nvPr/>
      </p:nvGrpSpPr>
      <p:grpSpPr>
        <a:xfrm>
          <a:off x="0" y="0"/>
          <a:ext cx="0" cy="0"/>
          <a:chOff x="0" y="0"/>
          <a:chExt cx="0" cy="0"/>
        </a:xfrm>
      </p:grpSpPr>
      <p:sp>
        <p:nvSpPr>
          <p:cNvPr id="12" name="Google Shape;215;p29">
            <a:extLst>
              <a:ext uri="{FF2B5EF4-FFF2-40B4-BE49-F238E27FC236}">
                <a16:creationId xmlns:a16="http://schemas.microsoft.com/office/drawing/2014/main" id="{9D4C37CF-37C4-E491-1F99-C7BAA4263344}"/>
              </a:ext>
            </a:extLst>
          </p:cNvPr>
          <p:cNvSpPr txBox="1">
            <a:spLocks noGrp="1"/>
          </p:cNvSpPr>
          <p:nvPr>
            <p:ph type="title"/>
          </p:nvPr>
        </p:nvSpPr>
        <p:spPr>
          <a:xfrm>
            <a:off x="1670425" y="388897"/>
            <a:ext cx="6693108" cy="417582"/>
          </a:xfrm>
          <a:prstGeom prst="rect">
            <a:avLst/>
          </a:prstGeom>
          <a:noFill/>
          <a:ln>
            <a:noFill/>
          </a:ln>
        </p:spPr>
        <p:txBody>
          <a:bodyPr spcFirstLastPara="1" wrap="square" lIns="0" tIns="91425" rIns="0" bIns="91425" anchor="t" anchorCtr="0">
            <a:noAutofit/>
          </a:bodyPr>
          <a:lstStyle/>
          <a:p>
            <a:pPr marL="0" lvl="0" indent="0" rtl="0">
              <a:lnSpc>
                <a:spcPct val="80000"/>
              </a:lnSpc>
              <a:spcBef>
                <a:spcPts val="0"/>
              </a:spcBef>
              <a:spcAft>
                <a:spcPts val="0"/>
              </a:spcAft>
              <a:buSzPts val="2200"/>
              <a:buNone/>
            </a:pPr>
            <a:r>
              <a:rPr lang="nn-NO" sz="3200" b="1" dirty="0">
                <a:solidFill>
                  <a:schemeClr val="tx1"/>
                </a:solidFill>
                <a:latin typeface="Plus Jakarta Sans Light" panose="020B0604020202020204" charset="0"/>
                <a:ea typeface="Roboto" panose="02000000000000000000" pitchFamily="2" charset="0"/>
                <a:cs typeface="Plus Jakarta Sans Light" panose="020B0604020202020204" charset="0"/>
              </a:rPr>
              <a:t>CLOUDERA DATA PLATFORM</a:t>
            </a:r>
          </a:p>
        </p:txBody>
      </p:sp>
      <p:sp>
        <p:nvSpPr>
          <p:cNvPr id="3" name="Rounded Rectangle 2"/>
          <p:cNvSpPr/>
          <p:nvPr/>
        </p:nvSpPr>
        <p:spPr>
          <a:xfrm>
            <a:off x="1400602" y="1424647"/>
            <a:ext cx="7232754" cy="1991654"/>
          </a:xfrm>
          <a:prstGeom prst="roundRect">
            <a:avLst>
              <a:gd name="adj" fmla="val 715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p:cNvSpPr/>
          <p:nvPr/>
        </p:nvSpPr>
        <p:spPr>
          <a:xfrm>
            <a:off x="280219" y="305677"/>
            <a:ext cx="1136755" cy="1136755"/>
          </a:xfrm>
          <a:prstGeom prst="roundRect">
            <a:avLst>
              <a:gd name="adj" fmla="val 1322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p:cNvGrpSpPr/>
          <p:nvPr/>
        </p:nvGrpSpPr>
        <p:grpSpPr>
          <a:xfrm rot="18900000">
            <a:off x="1222788" y="1248045"/>
            <a:ext cx="360389" cy="357964"/>
            <a:chOff x="1721956" y="1244256"/>
            <a:chExt cx="360389" cy="357964"/>
          </a:xfrm>
        </p:grpSpPr>
        <p:sp>
          <p:nvSpPr>
            <p:cNvPr id="6" name="Moon 5"/>
            <p:cNvSpPr/>
            <p:nvPr/>
          </p:nvSpPr>
          <p:spPr>
            <a:xfrm>
              <a:off x="1903751" y="1244257"/>
              <a:ext cx="178594" cy="357188"/>
            </a:xfrm>
            <a:prstGeom prst="mo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Moon 19"/>
            <p:cNvSpPr/>
            <p:nvPr/>
          </p:nvSpPr>
          <p:spPr>
            <a:xfrm flipH="1">
              <a:off x="1721956" y="1244257"/>
              <a:ext cx="181795" cy="357188"/>
            </a:xfrm>
            <a:prstGeom prst="mo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Isosceles Triangle 1"/>
            <p:cNvSpPr/>
            <p:nvPr/>
          </p:nvSpPr>
          <p:spPr>
            <a:xfrm rot="10800000">
              <a:off x="1730076" y="1244256"/>
              <a:ext cx="334468" cy="167824"/>
            </a:xfrm>
            <a:prstGeom prst="triangle">
              <a:avLst>
                <a:gd name="adj" fmla="val 5068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Isosceles Triangle 7"/>
            <p:cNvSpPr/>
            <p:nvPr/>
          </p:nvSpPr>
          <p:spPr>
            <a:xfrm>
              <a:off x="1730076" y="1434396"/>
              <a:ext cx="334468" cy="167824"/>
            </a:xfrm>
            <a:prstGeom prst="triangle">
              <a:avLst>
                <a:gd name="adj" fmla="val 5068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a:off x="1848493" y="1349240"/>
              <a:ext cx="97632" cy="1703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Rectangle 6"/>
          <p:cNvSpPr/>
          <p:nvPr/>
        </p:nvSpPr>
        <p:spPr>
          <a:xfrm>
            <a:off x="1611882" y="887518"/>
            <a:ext cx="6991824" cy="276999"/>
          </a:xfrm>
          <a:prstGeom prst="rect">
            <a:avLst/>
          </a:prstGeom>
        </p:spPr>
        <p:txBody>
          <a:bodyPr wrap="square">
            <a:spAutoFit/>
          </a:bodyPr>
          <a:lstStyle/>
          <a:p>
            <a:r>
              <a:rPr lang="en-US" sz="1200" b="1" dirty="0">
                <a:solidFill>
                  <a:schemeClr val="accent2"/>
                </a:solidFill>
                <a:latin typeface="Plus Jakarta Sans Light" panose="020B0604020202020204" charset="0"/>
                <a:cs typeface="Plus Jakarta Sans Light" panose="020B0604020202020204" charset="0"/>
              </a:rPr>
              <a:t>The ultimate flexibility in hybrid data management and data analytics.</a:t>
            </a:r>
          </a:p>
        </p:txBody>
      </p:sp>
      <p:sp>
        <p:nvSpPr>
          <p:cNvPr id="13" name="Rectangle 12"/>
          <p:cNvSpPr/>
          <p:nvPr/>
        </p:nvSpPr>
        <p:spPr>
          <a:xfrm>
            <a:off x="1670315" y="2325552"/>
            <a:ext cx="2093081" cy="1015663"/>
          </a:xfrm>
          <a:prstGeom prst="rect">
            <a:avLst/>
          </a:prstGeom>
        </p:spPr>
        <p:txBody>
          <a:bodyPr wrap="square">
            <a:spAutoFit/>
          </a:bodyPr>
          <a:lstStyle/>
          <a:p>
            <a:r>
              <a:rPr lang="en-US" sz="1200" dirty="0">
                <a:solidFill>
                  <a:schemeClr val="bg1"/>
                </a:solidFill>
                <a:latin typeface="Plus Jakarta Sans Light" panose="020B0604020202020204" charset="0"/>
                <a:cs typeface="Plus Jakarta Sans Light" panose="020B0604020202020204" charset="0"/>
              </a:rPr>
              <a:t>Reduce cost, complexity, and risk with advanced analytics and AI at scale, across any cloud or data center.</a:t>
            </a:r>
          </a:p>
        </p:txBody>
      </p:sp>
      <p:sp>
        <p:nvSpPr>
          <p:cNvPr id="14" name="Rectangle 13"/>
          <p:cNvSpPr/>
          <p:nvPr/>
        </p:nvSpPr>
        <p:spPr>
          <a:xfrm>
            <a:off x="1670315" y="1569203"/>
            <a:ext cx="1852592" cy="523220"/>
          </a:xfrm>
          <a:prstGeom prst="rect">
            <a:avLst/>
          </a:prstGeom>
        </p:spPr>
        <p:txBody>
          <a:bodyPr wrap="square">
            <a:spAutoFit/>
          </a:bodyPr>
          <a:lstStyle/>
          <a:p>
            <a:r>
              <a:rPr lang="en-US" b="1" dirty="0">
                <a:solidFill>
                  <a:schemeClr val="bg1"/>
                </a:solidFill>
                <a:latin typeface="Plus Jakarta Sans Light" panose="020B0604020202020204" charset="0"/>
                <a:cs typeface="Plus Jakarta Sans Light" panose="020B0604020202020204" charset="0"/>
              </a:rPr>
              <a:t>DELIVER TRUE HYBRID</a:t>
            </a:r>
          </a:p>
        </p:txBody>
      </p:sp>
      <p:sp>
        <p:nvSpPr>
          <p:cNvPr id="9" name="Rectangle 8"/>
          <p:cNvSpPr/>
          <p:nvPr/>
        </p:nvSpPr>
        <p:spPr>
          <a:xfrm>
            <a:off x="1786784" y="2184891"/>
            <a:ext cx="500087" cy="2743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3949611" y="2287735"/>
            <a:ext cx="2212820" cy="830997"/>
          </a:xfrm>
          <a:prstGeom prst="rect">
            <a:avLst/>
          </a:prstGeom>
        </p:spPr>
        <p:txBody>
          <a:bodyPr wrap="square">
            <a:spAutoFit/>
          </a:bodyPr>
          <a:lstStyle/>
          <a:p>
            <a:r>
              <a:rPr lang="en-US" sz="1200" dirty="0">
                <a:solidFill>
                  <a:schemeClr val="bg1"/>
                </a:solidFill>
                <a:latin typeface="Plus Jakarta Sans Light" panose="020B0604020202020204" charset="0"/>
                <a:cs typeface="Plus Jakarta Sans Light" panose="020B0604020202020204" charset="0"/>
              </a:rPr>
              <a:t>Securely protect, streamline, and deliver data and AI quickly with an open data </a:t>
            </a:r>
            <a:r>
              <a:rPr lang="en-US" sz="1200" dirty="0" err="1">
                <a:solidFill>
                  <a:schemeClr val="bg1"/>
                </a:solidFill>
                <a:latin typeface="Plus Jakarta Sans Light" panose="020B0604020202020204" charset="0"/>
                <a:cs typeface="Plus Jakarta Sans Light" panose="020B0604020202020204" charset="0"/>
              </a:rPr>
              <a:t>lakehouse</a:t>
            </a:r>
            <a:r>
              <a:rPr lang="en-US" sz="1200" dirty="0">
                <a:solidFill>
                  <a:schemeClr val="bg1"/>
                </a:solidFill>
                <a:latin typeface="Plus Jakarta Sans Light" panose="020B0604020202020204" charset="0"/>
                <a:cs typeface="Plus Jakarta Sans Light" panose="020B0604020202020204" charset="0"/>
              </a:rPr>
              <a:t>.</a:t>
            </a:r>
          </a:p>
        </p:txBody>
      </p:sp>
      <p:sp>
        <p:nvSpPr>
          <p:cNvPr id="16" name="Rectangle 15"/>
          <p:cNvSpPr/>
          <p:nvPr/>
        </p:nvSpPr>
        <p:spPr>
          <a:xfrm>
            <a:off x="3954400" y="1569203"/>
            <a:ext cx="2208031" cy="523220"/>
          </a:xfrm>
          <a:prstGeom prst="rect">
            <a:avLst/>
          </a:prstGeom>
        </p:spPr>
        <p:txBody>
          <a:bodyPr wrap="square">
            <a:spAutoFit/>
          </a:bodyPr>
          <a:lstStyle/>
          <a:p>
            <a:r>
              <a:rPr lang="en-US" b="1" dirty="0">
                <a:solidFill>
                  <a:schemeClr val="bg1"/>
                </a:solidFill>
                <a:latin typeface="Plus Jakarta Sans Light" panose="020B0604020202020204" charset="0"/>
                <a:cs typeface="Plus Jakarta Sans Light" panose="020B0604020202020204" charset="0"/>
              </a:rPr>
              <a:t>ENABLE MODERN DATA ARCHITECTURES</a:t>
            </a:r>
          </a:p>
        </p:txBody>
      </p:sp>
      <p:sp>
        <p:nvSpPr>
          <p:cNvPr id="18" name="Rectangle 17"/>
          <p:cNvSpPr/>
          <p:nvPr/>
        </p:nvSpPr>
        <p:spPr>
          <a:xfrm>
            <a:off x="6437558" y="2287735"/>
            <a:ext cx="2009583" cy="830997"/>
          </a:xfrm>
          <a:prstGeom prst="rect">
            <a:avLst/>
          </a:prstGeom>
        </p:spPr>
        <p:txBody>
          <a:bodyPr wrap="square">
            <a:spAutoFit/>
          </a:bodyPr>
          <a:lstStyle/>
          <a:p>
            <a:r>
              <a:rPr lang="en-US" sz="1200" dirty="0">
                <a:solidFill>
                  <a:schemeClr val="bg1"/>
                </a:solidFill>
                <a:latin typeface="Plus Jakarta Sans Light" panose="020B0604020202020204" charset="0"/>
                <a:cs typeface="Plus Jakarta Sans Light" panose="020B0604020202020204" charset="0"/>
              </a:rPr>
              <a:t>Rapidly deploy trusted AI by bringing any model to your secured and governed data</a:t>
            </a:r>
          </a:p>
        </p:txBody>
      </p:sp>
      <p:sp>
        <p:nvSpPr>
          <p:cNvPr id="19" name="Rectangle 18"/>
          <p:cNvSpPr/>
          <p:nvPr/>
        </p:nvSpPr>
        <p:spPr>
          <a:xfrm>
            <a:off x="6437558" y="1569203"/>
            <a:ext cx="1852592" cy="523220"/>
          </a:xfrm>
          <a:prstGeom prst="rect">
            <a:avLst/>
          </a:prstGeom>
        </p:spPr>
        <p:txBody>
          <a:bodyPr wrap="square">
            <a:spAutoFit/>
          </a:bodyPr>
          <a:lstStyle/>
          <a:p>
            <a:r>
              <a:rPr lang="en-US" b="1" dirty="0">
                <a:solidFill>
                  <a:schemeClr val="bg1"/>
                </a:solidFill>
                <a:latin typeface="Plus Jakarta Sans Light" panose="020B0604020202020204" charset="0"/>
                <a:cs typeface="Plus Jakarta Sans Light" panose="020B0604020202020204" charset="0"/>
              </a:rPr>
              <a:t>ACCELERATE </a:t>
            </a:r>
          </a:p>
          <a:p>
            <a:r>
              <a:rPr lang="en-US" b="1" dirty="0">
                <a:solidFill>
                  <a:schemeClr val="bg1"/>
                </a:solidFill>
                <a:latin typeface="Plus Jakarta Sans Light" panose="020B0604020202020204" charset="0"/>
                <a:cs typeface="Plus Jakarta Sans Light" panose="020B0604020202020204" charset="0"/>
              </a:rPr>
              <a:t>ENTERPRISE AI</a:t>
            </a:r>
          </a:p>
        </p:txBody>
      </p:sp>
      <p:sp>
        <p:nvSpPr>
          <p:cNvPr id="22" name="Rectangle 21"/>
          <p:cNvSpPr/>
          <p:nvPr/>
        </p:nvSpPr>
        <p:spPr>
          <a:xfrm>
            <a:off x="4066434" y="2184891"/>
            <a:ext cx="500087" cy="2743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6555634" y="2184891"/>
            <a:ext cx="500087" cy="2743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p:cNvSpPr/>
          <p:nvPr/>
        </p:nvSpPr>
        <p:spPr>
          <a:xfrm>
            <a:off x="280219" y="3611613"/>
            <a:ext cx="8549404" cy="830997"/>
          </a:xfrm>
          <a:prstGeom prst="rect">
            <a:avLst/>
          </a:prstGeom>
        </p:spPr>
        <p:txBody>
          <a:bodyPr wrap="square">
            <a:spAutoFit/>
          </a:bodyPr>
          <a:lstStyle/>
          <a:p>
            <a:r>
              <a:rPr lang="en-US" sz="1200" b="1" dirty="0">
                <a:solidFill>
                  <a:schemeClr val="tx1"/>
                </a:solidFill>
                <a:latin typeface="Plus Jakarta Sans Light" panose="020B0604020202020204" charset="0"/>
                <a:cs typeface="Plus Jakarta Sans Light" panose="020B0604020202020204" charset="0"/>
              </a:rPr>
              <a:t>Scalable and secure data management with portable, cloud-native data services</a:t>
            </a:r>
          </a:p>
          <a:p>
            <a:endParaRPr lang="en-US" sz="1200" dirty="0">
              <a:solidFill>
                <a:schemeClr val="tx1"/>
              </a:solidFill>
              <a:latin typeface="Plus Jakarta Sans Light" panose="020B0604020202020204" charset="0"/>
              <a:cs typeface="Plus Jakarta Sans Light" panose="020B0604020202020204" charset="0"/>
            </a:endParaRPr>
          </a:p>
          <a:p>
            <a:r>
              <a:rPr lang="en-US" sz="1200" dirty="0">
                <a:solidFill>
                  <a:schemeClr val="bg2">
                    <a:lumMod val="50000"/>
                  </a:schemeClr>
                </a:solidFill>
                <a:latin typeface="Plus Jakarta Sans Light" panose="020B0604020202020204" charset="0"/>
                <a:cs typeface="Plus Jakarta Sans Light" panose="020B0604020202020204" charset="0"/>
              </a:rPr>
              <a:t>Whether you're powering business-critical AI applications or running real-time analytics at scale, we enable you to securely derive value from all your trusted data anywhere.</a:t>
            </a:r>
          </a:p>
        </p:txBody>
      </p:sp>
    </p:spTree>
    <p:extLst>
      <p:ext uri="{BB962C8B-B14F-4D97-AF65-F5344CB8AC3E}">
        <p14:creationId xmlns:p14="http://schemas.microsoft.com/office/powerpoint/2010/main" val="24570167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65">
          <a:extLst>
            <a:ext uri="{FF2B5EF4-FFF2-40B4-BE49-F238E27FC236}">
              <a16:creationId xmlns:a16="http://schemas.microsoft.com/office/drawing/2014/main" id="{D258E9BD-BF85-8C90-ED2B-C25A43E011CF}"/>
            </a:ext>
          </a:extLst>
        </p:cNvPr>
        <p:cNvGrpSpPr/>
        <p:nvPr/>
      </p:nvGrpSpPr>
      <p:grpSpPr>
        <a:xfrm>
          <a:off x="0" y="0"/>
          <a:ext cx="0" cy="0"/>
          <a:chOff x="0" y="0"/>
          <a:chExt cx="0" cy="0"/>
        </a:xfrm>
      </p:grpSpPr>
      <p:sp>
        <p:nvSpPr>
          <p:cNvPr id="366" name="Google Shape;366;p52">
            <a:extLst>
              <a:ext uri="{FF2B5EF4-FFF2-40B4-BE49-F238E27FC236}">
                <a16:creationId xmlns:a16="http://schemas.microsoft.com/office/drawing/2014/main" id="{AE699FAE-1A08-BF9D-DC6E-A7E2433912F5}"/>
              </a:ext>
            </a:extLst>
          </p:cNvPr>
          <p:cNvSpPr txBox="1">
            <a:spLocks noGrp="1"/>
          </p:cNvSpPr>
          <p:nvPr>
            <p:ph type="title"/>
          </p:nvPr>
        </p:nvSpPr>
        <p:spPr>
          <a:xfrm>
            <a:off x="609600" y="1908100"/>
            <a:ext cx="5862600" cy="612900"/>
          </a:xfrm>
          <a:prstGeom prst="rect">
            <a:avLst/>
          </a:prstGeom>
        </p:spPr>
        <p:txBody>
          <a:bodyPr spcFirstLastPara="1" wrap="square" lIns="0" tIns="45700" rIns="91425" bIns="45700" anchor="b" anchorCtr="0">
            <a:noAutofit/>
          </a:bodyPr>
          <a:lstStyle/>
          <a:p>
            <a:pPr marL="0" lvl="0" indent="0" algn="l" rtl="0">
              <a:spcBef>
                <a:spcPts val="0"/>
              </a:spcBef>
              <a:spcAft>
                <a:spcPts val="0"/>
              </a:spcAft>
              <a:buNone/>
            </a:pPr>
            <a:r>
              <a:rPr lang="en" sz="2800" b="1" dirty="0"/>
              <a:t>CLOUDERA DATA PLATFORM</a:t>
            </a:r>
            <a:endParaRPr sz="2800" b="1" dirty="0"/>
          </a:p>
        </p:txBody>
      </p:sp>
      <p:sp>
        <p:nvSpPr>
          <p:cNvPr id="367" name="Google Shape;367;p52">
            <a:extLst>
              <a:ext uri="{FF2B5EF4-FFF2-40B4-BE49-F238E27FC236}">
                <a16:creationId xmlns:a16="http://schemas.microsoft.com/office/drawing/2014/main" id="{1CF0C178-D94E-C50D-5D9E-63FD9AFD4DDA}"/>
              </a:ext>
            </a:extLst>
          </p:cNvPr>
          <p:cNvSpPr txBox="1">
            <a:spLocks noGrp="1"/>
          </p:cNvSpPr>
          <p:nvPr>
            <p:ph type="body" idx="2"/>
          </p:nvPr>
        </p:nvSpPr>
        <p:spPr>
          <a:xfrm>
            <a:off x="609600" y="2604200"/>
            <a:ext cx="5862600" cy="570000"/>
          </a:xfrm>
          <a:prstGeom prst="rect">
            <a:avLst/>
          </a:prstGeom>
        </p:spPr>
        <p:txBody>
          <a:bodyPr spcFirstLastPara="1" wrap="square" lIns="0" tIns="45700" rIns="91425" bIns="45700" anchor="t" anchorCtr="0">
            <a:noAutofit/>
          </a:bodyPr>
          <a:lstStyle/>
          <a:p>
            <a:pPr marL="0" lvl="0" indent="0" algn="l" rtl="0">
              <a:spcBef>
                <a:spcPts val="0"/>
              </a:spcBef>
              <a:spcAft>
                <a:spcPts val="200"/>
              </a:spcAft>
              <a:buNone/>
            </a:pPr>
            <a:r>
              <a:rPr lang="en-US" b="1" dirty="0">
                <a:solidFill>
                  <a:schemeClr val="accent1"/>
                </a:solidFill>
              </a:rPr>
              <a:t>Unlock the potential of data on premises and in the cloud with the industry’s only true hybrid data, analytics, and AI platform.</a:t>
            </a:r>
            <a:endParaRPr b="1" i="1" dirty="0">
              <a:solidFill>
                <a:schemeClr val="accent1"/>
              </a:solidFill>
            </a:endParaRPr>
          </a:p>
        </p:txBody>
      </p:sp>
    </p:spTree>
    <p:extLst>
      <p:ext uri="{BB962C8B-B14F-4D97-AF65-F5344CB8AC3E}">
        <p14:creationId xmlns:p14="http://schemas.microsoft.com/office/powerpoint/2010/main" val="768142948"/>
      </p:ext>
    </p:extLst>
  </p:cSld>
  <p:clrMapOvr>
    <a:masterClrMapping/>
  </p:clrMapOvr>
  <p:transition spd="slow">
    <p:push/>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01">
          <a:extLst>
            <a:ext uri="{FF2B5EF4-FFF2-40B4-BE49-F238E27FC236}">
              <a16:creationId xmlns:a16="http://schemas.microsoft.com/office/drawing/2014/main" id="{B45B1EF5-9E94-4338-70C2-EB0026EBC507}"/>
            </a:ext>
          </a:extLst>
        </p:cNvPr>
        <p:cNvGrpSpPr/>
        <p:nvPr/>
      </p:nvGrpSpPr>
      <p:grpSpPr>
        <a:xfrm>
          <a:off x="0" y="0"/>
          <a:ext cx="0" cy="0"/>
          <a:chOff x="0" y="0"/>
          <a:chExt cx="0" cy="0"/>
        </a:xfrm>
      </p:grpSpPr>
      <p:sp>
        <p:nvSpPr>
          <p:cNvPr id="12" name="Google Shape;215;p29">
            <a:extLst>
              <a:ext uri="{FF2B5EF4-FFF2-40B4-BE49-F238E27FC236}">
                <a16:creationId xmlns:a16="http://schemas.microsoft.com/office/drawing/2014/main" id="{E0B346CF-CC09-40D0-0C47-645E64001315}"/>
              </a:ext>
            </a:extLst>
          </p:cNvPr>
          <p:cNvSpPr txBox="1">
            <a:spLocks noGrp="1"/>
          </p:cNvSpPr>
          <p:nvPr>
            <p:ph type="title"/>
          </p:nvPr>
        </p:nvSpPr>
        <p:spPr>
          <a:xfrm>
            <a:off x="380177" y="108232"/>
            <a:ext cx="8077200" cy="698568"/>
          </a:xfrm>
          <a:prstGeom prst="rect">
            <a:avLst/>
          </a:prstGeom>
          <a:noFill/>
          <a:ln>
            <a:noFill/>
          </a:ln>
        </p:spPr>
        <p:txBody>
          <a:bodyPr spcFirstLastPara="1" wrap="square" lIns="0" tIns="91425" rIns="0" bIns="91425" anchor="t" anchorCtr="0">
            <a:noAutofit/>
          </a:bodyPr>
          <a:lstStyle/>
          <a:p>
            <a:pPr marL="0" lvl="0" indent="0" algn="ctr" rtl="0">
              <a:lnSpc>
                <a:spcPct val="80000"/>
              </a:lnSpc>
              <a:spcBef>
                <a:spcPts val="0"/>
              </a:spcBef>
              <a:spcAft>
                <a:spcPts val="0"/>
              </a:spcAft>
              <a:buSzPts val="2200"/>
              <a:buNone/>
            </a:pPr>
            <a:r>
              <a:rPr lang="en-US" b="1" dirty="0">
                <a:latin typeface="Plus Jakarta Sans Medium" panose="020B0604020202020204" charset="0"/>
                <a:ea typeface="Roboto" panose="02000000000000000000" pitchFamily="2" charset="0"/>
                <a:cs typeface="Plus Jakarta Sans Medium" panose="020B0604020202020204" charset="0"/>
              </a:rPr>
              <a:t>A </a:t>
            </a:r>
            <a:r>
              <a:rPr lang="en-US" b="1" dirty="0">
                <a:solidFill>
                  <a:schemeClr val="accent1"/>
                </a:solidFill>
                <a:latin typeface="Plus Jakarta Sans Medium" panose="020B0604020202020204" charset="0"/>
                <a:ea typeface="Roboto" panose="02000000000000000000" pitchFamily="2" charset="0"/>
                <a:cs typeface="Plus Jakarta Sans Medium" panose="020B0604020202020204" charset="0"/>
              </a:rPr>
              <a:t>HYBRID</a:t>
            </a:r>
            <a:r>
              <a:rPr lang="en-US" b="1" dirty="0">
                <a:latin typeface="Plus Jakarta Sans Medium" panose="020B0604020202020204" charset="0"/>
                <a:ea typeface="Roboto" panose="02000000000000000000" pitchFamily="2" charset="0"/>
                <a:cs typeface="Plus Jakarta Sans Medium" panose="020B0604020202020204" charset="0"/>
              </a:rPr>
              <a:t> DATA PLATFORM AND </a:t>
            </a:r>
            <a:br>
              <a:rPr lang="en-US" b="1" dirty="0">
                <a:latin typeface="Plus Jakarta Sans Medium" panose="020B0604020202020204" charset="0"/>
                <a:ea typeface="Roboto" panose="02000000000000000000" pitchFamily="2" charset="0"/>
                <a:cs typeface="Plus Jakarta Sans Medium" panose="020B0604020202020204" charset="0"/>
              </a:rPr>
            </a:br>
            <a:r>
              <a:rPr lang="en-US" b="1" dirty="0">
                <a:latin typeface="Plus Jakarta Sans Medium" panose="020B0604020202020204" charset="0"/>
                <a:ea typeface="Roboto" panose="02000000000000000000" pitchFamily="2" charset="0"/>
                <a:cs typeface="Plus Jakarta Sans Medium" panose="020B0604020202020204" charset="0"/>
              </a:rPr>
              <a:t>AN INTEGRATED SUITE OF </a:t>
            </a:r>
            <a:r>
              <a:rPr lang="en-US" b="1" dirty="0">
                <a:solidFill>
                  <a:schemeClr val="accent1"/>
                </a:solidFill>
                <a:latin typeface="Plus Jakarta Sans Medium" panose="020B0604020202020204" charset="0"/>
                <a:ea typeface="Roboto" panose="02000000000000000000" pitchFamily="2" charset="0"/>
                <a:cs typeface="Plus Jakarta Sans Medium" panose="020B0604020202020204" charset="0"/>
              </a:rPr>
              <a:t>SECURE</a:t>
            </a:r>
            <a:r>
              <a:rPr lang="en-US" b="1" dirty="0">
                <a:latin typeface="Plus Jakarta Sans Medium" panose="020B0604020202020204" charset="0"/>
                <a:ea typeface="Roboto" panose="02000000000000000000" pitchFamily="2" charset="0"/>
                <a:cs typeface="Plus Jakarta Sans Medium" panose="020B0604020202020204" charset="0"/>
              </a:rPr>
              <a:t> ANALYTIC APPS</a:t>
            </a:r>
          </a:p>
        </p:txBody>
      </p:sp>
      <p:sp>
        <p:nvSpPr>
          <p:cNvPr id="4" name="Google Shape;244;p30">
            <a:extLst>
              <a:ext uri="{FF2B5EF4-FFF2-40B4-BE49-F238E27FC236}">
                <a16:creationId xmlns:a16="http://schemas.microsoft.com/office/drawing/2014/main" id="{7BA0DE68-F207-FDCB-27CA-097C81CFAD1F}"/>
              </a:ext>
            </a:extLst>
          </p:cNvPr>
          <p:cNvSpPr/>
          <p:nvPr/>
        </p:nvSpPr>
        <p:spPr>
          <a:xfrm>
            <a:off x="1889550" y="1154819"/>
            <a:ext cx="5364900" cy="1524000"/>
          </a:xfrm>
          <a:prstGeom prst="roundRect">
            <a:avLst>
              <a:gd name="adj" fmla="val 4687"/>
            </a:avLst>
          </a:prstGeom>
          <a:solidFill>
            <a:srgbClr val="F2F2F2"/>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dirty="0">
              <a:latin typeface="Plus Jakarta Sans Light" panose="020B0604020202020204" charset="0"/>
              <a:cs typeface="Plus Jakarta Sans Light" panose="020B0604020202020204" charset="0"/>
            </a:endParaRPr>
          </a:p>
        </p:txBody>
      </p:sp>
      <p:sp>
        <p:nvSpPr>
          <p:cNvPr id="5" name="Google Shape;245;p30">
            <a:extLst>
              <a:ext uri="{FF2B5EF4-FFF2-40B4-BE49-F238E27FC236}">
                <a16:creationId xmlns:a16="http://schemas.microsoft.com/office/drawing/2014/main" id="{835A2FF2-E2D9-6BE1-0D0E-B5231781E9E1}"/>
              </a:ext>
            </a:extLst>
          </p:cNvPr>
          <p:cNvSpPr txBox="1"/>
          <p:nvPr/>
        </p:nvSpPr>
        <p:spPr>
          <a:xfrm>
            <a:off x="852156" y="1977900"/>
            <a:ext cx="716100" cy="461700"/>
          </a:xfrm>
          <a:prstGeom prst="rect">
            <a:avLst/>
          </a:prstGeom>
          <a:noFill/>
          <a:ln>
            <a:noFill/>
          </a:ln>
        </p:spPr>
        <p:txBody>
          <a:bodyPr spcFirstLastPara="1" wrap="square" lIns="45725" tIns="45725" rIns="45725" bIns="45725" anchor="t" anchorCtr="0">
            <a:spAutoFit/>
          </a:bodyPr>
          <a:lstStyle/>
          <a:p>
            <a:pPr marL="0" lvl="0" indent="0" algn="ctr" rtl="0">
              <a:spcBef>
                <a:spcPts val="0"/>
              </a:spcBef>
              <a:spcAft>
                <a:spcPts val="0"/>
              </a:spcAft>
              <a:buNone/>
            </a:pPr>
            <a:r>
              <a:rPr lang="en" sz="1200" b="1" dirty="0">
                <a:solidFill>
                  <a:schemeClr val="accent2"/>
                </a:solidFill>
                <a:latin typeface="Plus Jakarta Sans Light" panose="020B0604020202020204" charset="0"/>
                <a:ea typeface="Roboto"/>
                <a:cs typeface="Plus Jakarta Sans Light" panose="020B0604020202020204" charset="0"/>
                <a:sym typeface="Roboto"/>
              </a:rPr>
              <a:t>Data Sources</a:t>
            </a:r>
            <a:endParaRPr sz="1200" b="1" dirty="0">
              <a:solidFill>
                <a:schemeClr val="accent2"/>
              </a:solidFill>
              <a:latin typeface="Plus Jakarta Sans Light" panose="020B0604020202020204" charset="0"/>
              <a:ea typeface="Roboto"/>
              <a:cs typeface="Plus Jakarta Sans Light" panose="020B0604020202020204" charset="0"/>
              <a:sym typeface="Roboto"/>
            </a:endParaRPr>
          </a:p>
        </p:txBody>
      </p:sp>
      <p:sp>
        <p:nvSpPr>
          <p:cNvPr id="6" name="Google Shape;246;p30">
            <a:extLst>
              <a:ext uri="{FF2B5EF4-FFF2-40B4-BE49-F238E27FC236}">
                <a16:creationId xmlns:a16="http://schemas.microsoft.com/office/drawing/2014/main" id="{07411446-30DD-8DBB-9D83-31BBA7A36B7C}"/>
              </a:ext>
            </a:extLst>
          </p:cNvPr>
          <p:cNvSpPr txBox="1"/>
          <p:nvPr/>
        </p:nvSpPr>
        <p:spPr>
          <a:xfrm>
            <a:off x="7457619" y="1342407"/>
            <a:ext cx="849300" cy="646500"/>
          </a:xfrm>
          <a:prstGeom prst="rect">
            <a:avLst/>
          </a:prstGeom>
          <a:noFill/>
          <a:ln>
            <a:noFill/>
          </a:ln>
        </p:spPr>
        <p:txBody>
          <a:bodyPr spcFirstLastPara="1" wrap="square" lIns="45725" tIns="45725" rIns="45725" bIns="45725" anchor="t" anchorCtr="0">
            <a:spAutoFit/>
          </a:bodyPr>
          <a:lstStyle/>
          <a:p>
            <a:pPr marL="0" lvl="0" indent="0" algn="ctr" rtl="0">
              <a:spcBef>
                <a:spcPts val="0"/>
              </a:spcBef>
              <a:spcAft>
                <a:spcPts val="0"/>
              </a:spcAft>
              <a:buNone/>
            </a:pPr>
            <a:r>
              <a:rPr lang="en" sz="900" dirty="0">
                <a:solidFill>
                  <a:schemeClr val="accent2"/>
                </a:solidFill>
                <a:latin typeface="Plus Jakarta Sans Light" panose="020B0604020202020204" charset="0"/>
                <a:ea typeface="Roboto Light" panose="02000000000000000000" pitchFamily="2" charset="0"/>
                <a:cs typeface="Plus Jakarta Sans Light" panose="020B0604020202020204" charset="0"/>
                <a:sym typeface="Roboto"/>
              </a:rPr>
              <a:t>Analysts</a:t>
            </a:r>
            <a:endParaRPr sz="900" dirty="0">
              <a:solidFill>
                <a:schemeClr val="accent2"/>
              </a:solidFill>
              <a:latin typeface="Plus Jakarta Sans Light" panose="020B0604020202020204" charset="0"/>
              <a:ea typeface="Roboto Light" panose="02000000000000000000" pitchFamily="2" charset="0"/>
              <a:cs typeface="Plus Jakarta Sans Light" panose="020B0604020202020204" charset="0"/>
              <a:sym typeface="Roboto"/>
            </a:endParaRPr>
          </a:p>
          <a:p>
            <a:pPr marL="0" lvl="0" indent="0" algn="ctr" rtl="0">
              <a:spcBef>
                <a:spcPts val="0"/>
              </a:spcBef>
              <a:spcAft>
                <a:spcPts val="0"/>
              </a:spcAft>
              <a:buNone/>
            </a:pPr>
            <a:r>
              <a:rPr lang="en" sz="900" dirty="0">
                <a:solidFill>
                  <a:schemeClr val="accent2"/>
                </a:solidFill>
                <a:latin typeface="Plus Jakarta Sans Light" panose="020B0604020202020204" charset="0"/>
                <a:ea typeface="Roboto Light" panose="02000000000000000000" pitchFamily="2" charset="0"/>
                <a:cs typeface="Plus Jakarta Sans Light" panose="020B0604020202020204" charset="0"/>
                <a:sym typeface="Roboto"/>
              </a:rPr>
              <a:t>Engineers</a:t>
            </a:r>
            <a:endParaRPr sz="900" dirty="0">
              <a:solidFill>
                <a:schemeClr val="accent2"/>
              </a:solidFill>
              <a:latin typeface="Plus Jakarta Sans Light" panose="020B0604020202020204" charset="0"/>
              <a:ea typeface="Roboto Light" panose="02000000000000000000" pitchFamily="2" charset="0"/>
              <a:cs typeface="Plus Jakarta Sans Light" panose="020B0604020202020204" charset="0"/>
              <a:sym typeface="Roboto"/>
            </a:endParaRPr>
          </a:p>
          <a:p>
            <a:pPr marL="0" lvl="0" indent="0" algn="ctr" rtl="0">
              <a:spcBef>
                <a:spcPts val="0"/>
              </a:spcBef>
              <a:spcAft>
                <a:spcPts val="0"/>
              </a:spcAft>
              <a:buNone/>
            </a:pPr>
            <a:r>
              <a:rPr lang="en" sz="900" dirty="0">
                <a:solidFill>
                  <a:schemeClr val="accent2"/>
                </a:solidFill>
                <a:latin typeface="Plus Jakarta Sans Light" panose="020B0604020202020204" charset="0"/>
                <a:ea typeface="Roboto Light" panose="02000000000000000000" pitchFamily="2" charset="0"/>
                <a:cs typeface="Plus Jakarta Sans Light" panose="020B0604020202020204" charset="0"/>
                <a:sym typeface="Roboto"/>
              </a:rPr>
              <a:t>Scientists</a:t>
            </a:r>
            <a:endParaRPr sz="900" dirty="0">
              <a:solidFill>
                <a:schemeClr val="accent2"/>
              </a:solidFill>
              <a:latin typeface="Plus Jakarta Sans Light" panose="020B0604020202020204" charset="0"/>
              <a:ea typeface="Roboto Light" panose="02000000000000000000" pitchFamily="2" charset="0"/>
              <a:cs typeface="Plus Jakarta Sans Light" panose="020B0604020202020204" charset="0"/>
              <a:sym typeface="Roboto"/>
            </a:endParaRPr>
          </a:p>
          <a:p>
            <a:pPr marL="0" lvl="0" indent="0" algn="ctr" rtl="0">
              <a:spcBef>
                <a:spcPts val="0"/>
              </a:spcBef>
              <a:spcAft>
                <a:spcPts val="0"/>
              </a:spcAft>
              <a:buNone/>
            </a:pPr>
            <a:r>
              <a:rPr lang="en" sz="900" dirty="0">
                <a:solidFill>
                  <a:schemeClr val="accent2"/>
                </a:solidFill>
                <a:latin typeface="Plus Jakarta Sans Light" panose="020B0604020202020204" charset="0"/>
                <a:ea typeface="Roboto Light" panose="02000000000000000000" pitchFamily="2" charset="0"/>
                <a:cs typeface="Plus Jakarta Sans Light" panose="020B0604020202020204" charset="0"/>
                <a:sym typeface="Roboto"/>
              </a:rPr>
              <a:t>Developers</a:t>
            </a:r>
            <a:endParaRPr sz="900" dirty="0">
              <a:solidFill>
                <a:schemeClr val="accent2"/>
              </a:solidFill>
              <a:latin typeface="Plus Jakarta Sans Light" panose="020B0604020202020204" charset="0"/>
              <a:ea typeface="Roboto Light" panose="02000000000000000000" pitchFamily="2" charset="0"/>
              <a:cs typeface="Plus Jakarta Sans Light" panose="020B0604020202020204" charset="0"/>
              <a:sym typeface="Roboto"/>
            </a:endParaRPr>
          </a:p>
        </p:txBody>
      </p:sp>
      <p:sp>
        <p:nvSpPr>
          <p:cNvPr id="7" name="Google Shape;247;p30">
            <a:extLst>
              <a:ext uri="{FF2B5EF4-FFF2-40B4-BE49-F238E27FC236}">
                <a16:creationId xmlns:a16="http://schemas.microsoft.com/office/drawing/2014/main" id="{4D7A3874-8A0E-A984-17D2-72F97752D49D}"/>
              </a:ext>
            </a:extLst>
          </p:cNvPr>
          <p:cNvSpPr txBox="1"/>
          <p:nvPr/>
        </p:nvSpPr>
        <p:spPr>
          <a:xfrm>
            <a:off x="7441494" y="1977900"/>
            <a:ext cx="881400" cy="461700"/>
          </a:xfrm>
          <a:prstGeom prst="rect">
            <a:avLst/>
          </a:prstGeom>
          <a:noFill/>
          <a:ln>
            <a:noFill/>
          </a:ln>
        </p:spPr>
        <p:txBody>
          <a:bodyPr spcFirstLastPara="1" wrap="square" lIns="45725" tIns="45725" rIns="45725" bIns="45725" anchor="t" anchorCtr="0">
            <a:spAutoFit/>
          </a:bodyPr>
          <a:lstStyle/>
          <a:p>
            <a:pPr marL="0" lvl="0" indent="0" algn="ctr" rtl="0">
              <a:spcBef>
                <a:spcPts val="0"/>
              </a:spcBef>
              <a:spcAft>
                <a:spcPts val="0"/>
              </a:spcAft>
              <a:buNone/>
            </a:pPr>
            <a:r>
              <a:rPr lang="en" sz="1200" b="1" dirty="0">
                <a:solidFill>
                  <a:schemeClr val="accent2"/>
                </a:solidFill>
                <a:latin typeface="Plus Jakarta Sans Light" panose="020B0604020202020204" charset="0"/>
                <a:ea typeface="Roboto"/>
                <a:cs typeface="Plus Jakarta Sans Light" panose="020B0604020202020204" charset="0"/>
                <a:sym typeface="Roboto"/>
              </a:rPr>
              <a:t>Data </a:t>
            </a:r>
            <a:br>
              <a:rPr lang="en" sz="1200" b="1" dirty="0">
                <a:solidFill>
                  <a:schemeClr val="accent2"/>
                </a:solidFill>
                <a:latin typeface="Plus Jakarta Sans Light" panose="020B0604020202020204" charset="0"/>
                <a:ea typeface="Roboto"/>
                <a:cs typeface="Plus Jakarta Sans Light" panose="020B0604020202020204" charset="0"/>
                <a:sym typeface="Roboto"/>
              </a:rPr>
            </a:br>
            <a:r>
              <a:rPr lang="en" sz="1200" b="1" dirty="0">
                <a:solidFill>
                  <a:schemeClr val="accent2"/>
                </a:solidFill>
                <a:latin typeface="Plus Jakarta Sans Light" panose="020B0604020202020204" charset="0"/>
                <a:ea typeface="Roboto"/>
                <a:cs typeface="Plus Jakarta Sans Light" panose="020B0604020202020204" charset="0"/>
                <a:sym typeface="Roboto"/>
              </a:rPr>
              <a:t>Users</a:t>
            </a:r>
            <a:endParaRPr sz="1200" b="1" dirty="0">
              <a:solidFill>
                <a:schemeClr val="accent2"/>
              </a:solidFill>
              <a:latin typeface="Plus Jakarta Sans Light" panose="020B0604020202020204" charset="0"/>
              <a:ea typeface="Roboto"/>
              <a:cs typeface="Plus Jakarta Sans Light" panose="020B0604020202020204" charset="0"/>
              <a:sym typeface="Roboto"/>
            </a:endParaRPr>
          </a:p>
        </p:txBody>
      </p:sp>
      <p:sp>
        <p:nvSpPr>
          <p:cNvPr id="8" name="Google Shape;248;p30">
            <a:extLst>
              <a:ext uri="{FF2B5EF4-FFF2-40B4-BE49-F238E27FC236}">
                <a16:creationId xmlns:a16="http://schemas.microsoft.com/office/drawing/2014/main" id="{474D52E4-398B-0385-1CDE-39CB887FF788}"/>
              </a:ext>
            </a:extLst>
          </p:cNvPr>
          <p:cNvSpPr txBox="1"/>
          <p:nvPr/>
        </p:nvSpPr>
        <p:spPr>
          <a:xfrm>
            <a:off x="805781" y="1342407"/>
            <a:ext cx="829800" cy="646500"/>
          </a:xfrm>
          <a:prstGeom prst="rect">
            <a:avLst/>
          </a:prstGeom>
          <a:noFill/>
          <a:ln>
            <a:noFill/>
          </a:ln>
        </p:spPr>
        <p:txBody>
          <a:bodyPr spcFirstLastPara="1" wrap="square" lIns="45725" tIns="45725" rIns="45725" bIns="45725" anchor="t" anchorCtr="0">
            <a:spAutoFit/>
          </a:bodyPr>
          <a:lstStyle/>
          <a:p>
            <a:pPr marL="0" lvl="0" indent="0" algn="ctr" rtl="0">
              <a:spcBef>
                <a:spcPts val="0"/>
              </a:spcBef>
              <a:spcAft>
                <a:spcPts val="0"/>
              </a:spcAft>
              <a:buNone/>
            </a:pPr>
            <a:r>
              <a:rPr lang="en" sz="900" dirty="0">
                <a:solidFill>
                  <a:schemeClr val="accent2"/>
                </a:solidFill>
                <a:latin typeface="Plus Jakarta Sans Light" panose="020B0604020202020204" charset="0"/>
                <a:ea typeface="Roboto Light" panose="02000000000000000000" pitchFamily="2" charset="0"/>
                <a:cs typeface="Plus Jakarta Sans Light" panose="020B0604020202020204" charset="0"/>
                <a:sym typeface="Roboto"/>
              </a:rPr>
              <a:t>Real-time</a:t>
            </a:r>
            <a:endParaRPr sz="900" dirty="0">
              <a:solidFill>
                <a:schemeClr val="accent2"/>
              </a:solidFill>
              <a:latin typeface="Plus Jakarta Sans Light" panose="020B0604020202020204" charset="0"/>
              <a:ea typeface="Roboto Light" panose="02000000000000000000" pitchFamily="2" charset="0"/>
              <a:cs typeface="Plus Jakarta Sans Light" panose="020B0604020202020204" charset="0"/>
              <a:sym typeface="Roboto"/>
            </a:endParaRPr>
          </a:p>
          <a:p>
            <a:pPr marL="0" lvl="0" indent="0" algn="ctr" rtl="0">
              <a:spcBef>
                <a:spcPts val="0"/>
              </a:spcBef>
              <a:spcAft>
                <a:spcPts val="0"/>
              </a:spcAft>
              <a:buNone/>
            </a:pPr>
            <a:r>
              <a:rPr lang="en" sz="900" dirty="0">
                <a:solidFill>
                  <a:schemeClr val="accent2"/>
                </a:solidFill>
                <a:latin typeface="Plus Jakarta Sans Light" panose="020B0604020202020204" charset="0"/>
                <a:ea typeface="Roboto Light" panose="02000000000000000000" pitchFamily="2" charset="0"/>
                <a:cs typeface="Plus Jakarta Sans Light" panose="020B0604020202020204" charset="0"/>
                <a:sym typeface="Roboto"/>
              </a:rPr>
              <a:t>Batch</a:t>
            </a:r>
            <a:endParaRPr sz="900" dirty="0">
              <a:solidFill>
                <a:schemeClr val="accent2"/>
              </a:solidFill>
              <a:latin typeface="Plus Jakarta Sans Light" panose="020B0604020202020204" charset="0"/>
              <a:ea typeface="Roboto Light" panose="02000000000000000000" pitchFamily="2" charset="0"/>
              <a:cs typeface="Plus Jakarta Sans Light" panose="020B0604020202020204" charset="0"/>
              <a:sym typeface="Roboto"/>
            </a:endParaRPr>
          </a:p>
          <a:p>
            <a:pPr marL="0" lvl="0" indent="0" algn="ctr" rtl="0">
              <a:spcBef>
                <a:spcPts val="0"/>
              </a:spcBef>
              <a:spcAft>
                <a:spcPts val="0"/>
              </a:spcAft>
              <a:buNone/>
            </a:pPr>
            <a:r>
              <a:rPr lang="en" sz="900" dirty="0">
                <a:solidFill>
                  <a:schemeClr val="accent2"/>
                </a:solidFill>
                <a:latin typeface="Plus Jakarta Sans Light" panose="020B0604020202020204" charset="0"/>
                <a:ea typeface="Roboto Light" panose="02000000000000000000" pitchFamily="2" charset="0"/>
                <a:cs typeface="Plus Jakarta Sans Light" panose="020B0604020202020204" charset="0"/>
                <a:sym typeface="Roboto"/>
              </a:rPr>
              <a:t>Structured</a:t>
            </a:r>
            <a:endParaRPr sz="900" dirty="0">
              <a:solidFill>
                <a:schemeClr val="accent2"/>
              </a:solidFill>
              <a:latin typeface="Plus Jakarta Sans Light" panose="020B0604020202020204" charset="0"/>
              <a:ea typeface="Roboto Light" panose="02000000000000000000" pitchFamily="2" charset="0"/>
              <a:cs typeface="Plus Jakarta Sans Light" panose="020B0604020202020204" charset="0"/>
              <a:sym typeface="Roboto"/>
            </a:endParaRPr>
          </a:p>
          <a:p>
            <a:pPr marL="0" lvl="0" indent="0" algn="ctr" rtl="0">
              <a:spcBef>
                <a:spcPts val="0"/>
              </a:spcBef>
              <a:spcAft>
                <a:spcPts val="0"/>
              </a:spcAft>
              <a:buNone/>
            </a:pPr>
            <a:r>
              <a:rPr lang="en" sz="900" dirty="0">
                <a:solidFill>
                  <a:schemeClr val="accent2"/>
                </a:solidFill>
                <a:latin typeface="Plus Jakarta Sans Light" panose="020B0604020202020204" charset="0"/>
                <a:ea typeface="Roboto Light" panose="02000000000000000000" pitchFamily="2" charset="0"/>
                <a:cs typeface="Plus Jakarta Sans Light" panose="020B0604020202020204" charset="0"/>
                <a:sym typeface="Roboto"/>
              </a:rPr>
              <a:t>Unstructured</a:t>
            </a:r>
            <a:endParaRPr sz="900" dirty="0">
              <a:solidFill>
                <a:schemeClr val="accent2"/>
              </a:solidFill>
              <a:latin typeface="Plus Jakarta Sans Light" panose="020B0604020202020204" charset="0"/>
              <a:ea typeface="Roboto Light" panose="02000000000000000000" pitchFamily="2" charset="0"/>
              <a:cs typeface="Plus Jakarta Sans Light" panose="020B0604020202020204" charset="0"/>
              <a:sym typeface="Roboto"/>
            </a:endParaRPr>
          </a:p>
        </p:txBody>
      </p:sp>
      <p:sp>
        <p:nvSpPr>
          <p:cNvPr id="9" name="Google Shape;249;p30">
            <a:extLst>
              <a:ext uri="{FF2B5EF4-FFF2-40B4-BE49-F238E27FC236}">
                <a16:creationId xmlns:a16="http://schemas.microsoft.com/office/drawing/2014/main" id="{7EEA44A0-900D-020B-AA6B-2DE9CA2AA4A0}"/>
              </a:ext>
            </a:extLst>
          </p:cNvPr>
          <p:cNvSpPr txBox="1"/>
          <p:nvPr/>
        </p:nvSpPr>
        <p:spPr>
          <a:xfrm>
            <a:off x="1635433" y="3487000"/>
            <a:ext cx="1163700" cy="784840"/>
          </a:xfrm>
          <a:prstGeom prst="rect">
            <a:avLst/>
          </a:prstGeom>
          <a:noFill/>
          <a:ln>
            <a:noFill/>
          </a:ln>
        </p:spPr>
        <p:txBody>
          <a:bodyPr spcFirstLastPara="1" wrap="square" lIns="45725" tIns="45725" rIns="45725" bIns="45725" anchor="t" anchorCtr="0">
            <a:spAutoFit/>
          </a:bodyPr>
          <a:lstStyle/>
          <a:p>
            <a:pPr marL="0" lvl="0" indent="0" algn="ctr" rtl="0">
              <a:spcBef>
                <a:spcPts val="0"/>
              </a:spcBef>
              <a:spcAft>
                <a:spcPts val="0"/>
              </a:spcAft>
              <a:buNone/>
            </a:pPr>
            <a:r>
              <a:rPr lang="en" sz="900" b="1" dirty="0">
                <a:solidFill>
                  <a:schemeClr val="dk1"/>
                </a:solidFill>
                <a:latin typeface="Plus Jakarta Sans Light" panose="020B0604020202020204" charset="0"/>
                <a:ea typeface="Roboto"/>
                <a:cs typeface="Plus Jakarta Sans Light" panose="020B0604020202020204" charset="0"/>
                <a:sym typeface="Roboto"/>
              </a:rPr>
              <a:t>Data Lifecycle </a:t>
            </a:r>
            <a:r>
              <a:rPr lang="en" sz="900" dirty="0">
                <a:solidFill>
                  <a:schemeClr val="dk1"/>
                </a:solidFill>
                <a:latin typeface="Plus Jakarta Sans Light" panose="020B0604020202020204" charset="0"/>
                <a:ea typeface="Roboto Light"/>
                <a:cs typeface="Plus Jakarta Sans Light" panose="020B0604020202020204" charset="0"/>
                <a:sym typeface="Roboto Light"/>
              </a:rPr>
              <a:t>integration for better user productivity and  faster time to value</a:t>
            </a:r>
            <a:endParaRPr sz="900" dirty="0">
              <a:solidFill>
                <a:schemeClr val="dk1"/>
              </a:solidFill>
              <a:latin typeface="Plus Jakarta Sans Light" panose="020B0604020202020204" charset="0"/>
              <a:ea typeface="Roboto Light"/>
              <a:cs typeface="Plus Jakarta Sans Light" panose="020B0604020202020204" charset="0"/>
              <a:sym typeface="Roboto Light"/>
            </a:endParaRPr>
          </a:p>
        </p:txBody>
      </p:sp>
      <p:sp>
        <p:nvSpPr>
          <p:cNvPr id="10" name="Google Shape;250;p30">
            <a:extLst>
              <a:ext uri="{FF2B5EF4-FFF2-40B4-BE49-F238E27FC236}">
                <a16:creationId xmlns:a16="http://schemas.microsoft.com/office/drawing/2014/main" id="{BF3B2E1F-608E-5103-5E60-0E3A952CBCE1}"/>
              </a:ext>
            </a:extLst>
          </p:cNvPr>
          <p:cNvSpPr txBox="1"/>
          <p:nvPr/>
        </p:nvSpPr>
        <p:spPr>
          <a:xfrm>
            <a:off x="3242444" y="3487007"/>
            <a:ext cx="1220100" cy="646500"/>
          </a:xfrm>
          <a:prstGeom prst="rect">
            <a:avLst/>
          </a:prstGeom>
          <a:noFill/>
          <a:ln>
            <a:noFill/>
          </a:ln>
        </p:spPr>
        <p:txBody>
          <a:bodyPr spcFirstLastPara="1" wrap="square" lIns="45725" tIns="45725" rIns="45725" bIns="45725" anchor="t" anchorCtr="0">
            <a:spAutoFit/>
          </a:bodyPr>
          <a:lstStyle/>
          <a:p>
            <a:pPr marL="0" lvl="0" indent="0" algn="ctr" rtl="0">
              <a:spcBef>
                <a:spcPts val="0"/>
              </a:spcBef>
              <a:spcAft>
                <a:spcPts val="0"/>
              </a:spcAft>
              <a:buNone/>
            </a:pPr>
            <a:r>
              <a:rPr lang="en" sz="900" b="1" dirty="0">
                <a:solidFill>
                  <a:schemeClr val="dk1"/>
                </a:solidFill>
                <a:latin typeface="Plus Jakarta Sans Light" panose="020B0604020202020204" charset="0"/>
                <a:ea typeface="Roboto"/>
                <a:cs typeface="Plus Jakarta Sans Light" panose="020B0604020202020204" charset="0"/>
                <a:sym typeface="Roboto"/>
              </a:rPr>
              <a:t>Hybrid &amp; Multi-Cloud</a:t>
            </a:r>
            <a:r>
              <a:rPr lang="en" sz="900" dirty="0">
                <a:solidFill>
                  <a:schemeClr val="dk1"/>
                </a:solidFill>
                <a:latin typeface="Plus Jakarta Sans Light" panose="020B0604020202020204" charset="0"/>
                <a:ea typeface="Roboto Light"/>
                <a:cs typeface="Plus Jakarta Sans Light" panose="020B0604020202020204" charset="0"/>
                <a:sym typeface="Roboto Light"/>
              </a:rPr>
              <a:t> to leverage existing investments and reduce risk</a:t>
            </a:r>
            <a:endParaRPr sz="900" dirty="0">
              <a:solidFill>
                <a:schemeClr val="dk1"/>
              </a:solidFill>
              <a:latin typeface="Plus Jakarta Sans Light" panose="020B0604020202020204" charset="0"/>
              <a:ea typeface="Roboto Light"/>
              <a:cs typeface="Plus Jakarta Sans Light" panose="020B0604020202020204" charset="0"/>
              <a:sym typeface="Roboto Light"/>
            </a:endParaRPr>
          </a:p>
        </p:txBody>
      </p:sp>
      <p:sp>
        <p:nvSpPr>
          <p:cNvPr id="11" name="Google Shape;251;p30">
            <a:extLst>
              <a:ext uri="{FF2B5EF4-FFF2-40B4-BE49-F238E27FC236}">
                <a16:creationId xmlns:a16="http://schemas.microsoft.com/office/drawing/2014/main" id="{B5A38893-AF08-2006-49E3-EB6A60FA9FDC}"/>
              </a:ext>
            </a:extLst>
          </p:cNvPr>
          <p:cNvSpPr txBox="1"/>
          <p:nvPr/>
        </p:nvSpPr>
        <p:spPr>
          <a:xfrm>
            <a:off x="4849444" y="3487000"/>
            <a:ext cx="1121700" cy="784840"/>
          </a:xfrm>
          <a:prstGeom prst="rect">
            <a:avLst/>
          </a:prstGeom>
          <a:noFill/>
          <a:ln>
            <a:noFill/>
          </a:ln>
        </p:spPr>
        <p:txBody>
          <a:bodyPr spcFirstLastPara="1" wrap="square" lIns="45725" tIns="45725" rIns="45725" bIns="45725" anchor="t" anchorCtr="0">
            <a:spAutoFit/>
          </a:bodyPr>
          <a:lstStyle/>
          <a:p>
            <a:pPr marL="0" lvl="0" indent="0" algn="ctr" rtl="0">
              <a:spcBef>
                <a:spcPts val="0"/>
              </a:spcBef>
              <a:spcAft>
                <a:spcPts val="0"/>
              </a:spcAft>
              <a:buNone/>
            </a:pPr>
            <a:r>
              <a:rPr lang="en" sz="900" b="1">
                <a:solidFill>
                  <a:schemeClr val="dk1"/>
                </a:solidFill>
                <a:latin typeface="Plus Jakarta Sans Light" panose="020B0604020202020204" charset="0"/>
                <a:ea typeface="Roboto"/>
                <a:cs typeface="Plus Jakarta Sans Light" panose="020B0604020202020204" charset="0"/>
                <a:sym typeface="Roboto"/>
              </a:rPr>
              <a:t>Secure &amp; Governed</a:t>
            </a:r>
            <a:r>
              <a:rPr lang="en" sz="900">
                <a:solidFill>
                  <a:schemeClr val="dk1"/>
                </a:solidFill>
                <a:latin typeface="Plus Jakarta Sans Light" panose="020B0604020202020204" charset="0"/>
                <a:ea typeface="Roboto Light"/>
                <a:cs typeface="Plus Jakarta Sans Light" panose="020B0604020202020204" charset="0"/>
                <a:sym typeface="Roboto Light"/>
              </a:rPr>
              <a:t> to simplify data protection, sharing and compliance</a:t>
            </a:r>
            <a:endParaRPr sz="900">
              <a:solidFill>
                <a:schemeClr val="dk1"/>
              </a:solidFill>
              <a:latin typeface="Plus Jakarta Sans Light" panose="020B0604020202020204" charset="0"/>
              <a:ea typeface="Roboto Light"/>
              <a:cs typeface="Plus Jakarta Sans Light" panose="020B0604020202020204" charset="0"/>
              <a:sym typeface="Roboto Light"/>
            </a:endParaRPr>
          </a:p>
        </p:txBody>
      </p:sp>
      <p:sp>
        <p:nvSpPr>
          <p:cNvPr id="37" name="Google Shape;252;p30">
            <a:extLst>
              <a:ext uri="{FF2B5EF4-FFF2-40B4-BE49-F238E27FC236}">
                <a16:creationId xmlns:a16="http://schemas.microsoft.com/office/drawing/2014/main" id="{3705E3C1-4372-6802-B6A1-C299AFDBD3FB}"/>
              </a:ext>
            </a:extLst>
          </p:cNvPr>
          <p:cNvSpPr txBox="1"/>
          <p:nvPr/>
        </p:nvSpPr>
        <p:spPr>
          <a:xfrm>
            <a:off x="6414450" y="3487000"/>
            <a:ext cx="1063500" cy="784840"/>
          </a:xfrm>
          <a:prstGeom prst="rect">
            <a:avLst/>
          </a:prstGeom>
          <a:noFill/>
          <a:ln>
            <a:noFill/>
          </a:ln>
        </p:spPr>
        <p:txBody>
          <a:bodyPr spcFirstLastPara="1" wrap="square" lIns="45725" tIns="45725" rIns="45725" bIns="45725" anchor="t" anchorCtr="0">
            <a:spAutoFit/>
          </a:bodyPr>
          <a:lstStyle/>
          <a:p>
            <a:pPr marL="0" lvl="0" indent="0" algn="ctr" rtl="0">
              <a:spcBef>
                <a:spcPts val="0"/>
              </a:spcBef>
              <a:spcAft>
                <a:spcPts val="0"/>
              </a:spcAft>
              <a:buNone/>
            </a:pPr>
            <a:r>
              <a:rPr lang="en" sz="900" b="1">
                <a:solidFill>
                  <a:schemeClr val="dk1"/>
                </a:solidFill>
                <a:latin typeface="Plus Jakarta Sans Light" panose="020B0604020202020204" charset="0"/>
                <a:ea typeface="Roboto"/>
                <a:cs typeface="Plus Jakarta Sans Light" panose="020B0604020202020204" charset="0"/>
                <a:sym typeface="Roboto"/>
              </a:rPr>
              <a:t>Open &amp; Extensible </a:t>
            </a:r>
            <a:r>
              <a:rPr lang="en" sz="900">
                <a:solidFill>
                  <a:schemeClr val="dk1"/>
                </a:solidFill>
                <a:latin typeface="Plus Jakarta Sans Light" panose="020B0604020202020204" charset="0"/>
                <a:ea typeface="Roboto Light"/>
                <a:cs typeface="Plus Jakarta Sans Light" panose="020B0604020202020204" charset="0"/>
                <a:sym typeface="Roboto Light"/>
              </a:rPr>
              <a:t>to support more use cases faster and at lower cost</a:t>
            </a:r>
            <a:endParaRPr sz="900">
              <a:solidFill>
                <a:schemeClr val="dk1"/>
              </a:solidFill>
              <a:latin typeface="Plus Jakarta Sans Light" panose="020B0604020202020204" charset="0"/>
              <a:ea typeface="Roboto Light"/>
              <a:cs typeface="Plus Jakarta Sans Light" panose="020B0604020202020204" charset="0"/>
              <a:sym typeface="Roboto Light"/>
            </a:endParaRPr>
          </a:p>
        </p:txBody>
      </p:sp>
      <p:sp>
        <p:nvSpPr>
          <p:cNvPr id="38" name="Google Shape;254;p30">
            <a:extLst>
              <a:ext uri="{FF2B5EF4-FFF2-40B4-BE49-F238E27FC236}">
                <a16:creationId xmlns:a16="http://schemas.microsoft.com/office/drawing/2014/main" id="{71697A94-8AB7-6885-D526-57ECCD1C3F64}"/>
              </a:ext>
            </a:extLst>
          </p:cNvPr>
          <p:cNvSpPr/>
          <p:nvPr/>
        </p:nvSpPr>
        <p:spPr>
          <a:xfrm>
            <a:off x="1974419" y="2242869"/>
            <a:ext cx="5171400" cy="345900"/>
          </a:xfrm>
          <a:prstGeom prst="roundRect">
            <a:avLst>
              <a:gd name="adj" fmla="val 6931"/>
            </a:avLst>
          </a:prstGeom>
          <a:noFill/>
          <a:ln w="9525" cap="flat" cmpd="sng">
            <a:solidFill>
              <a:srgbClr val="FF8300"/>
            </a:solidFill>
            <a:prstDash val="solid"/>
            <a:round/>
            <a:headEnd type="none" w="sm" len="sm"/>
            <a:tailEnd type="none" w="sm" len="sm"/>
          </a:ln>
        </p:spPr>
        <p:txBody>
          <a:bodyPr spcFirstLastPara="1" wrap="square" lIns="45725" tIns="45725" rIns="45725" bIns="45725" anchor="ctr" anchorCtr="0">
            <a:noAutofit/>
          </a:bodyPr>
          <a:lstStyle/>
          <a:p>
            <a:pPr marL="0" lvl="0" indent="0" algn="ctr" rtl="0">
              <a:spcBef>
                <a:spcPts val="0"/>
              </a:spcBef>
              <a:spcAft>
                <a:spcPts val="0"/>
              </a:spcAft>
              <a:buNone/>
            </a:pPr>
            <a:r>
              <a:rPr lang="en" sz="1000">
                <a:solidFill>
                  <a:srgbClr val="FF8300"/>
                </a:solidFill>
                <a:latin typeface="Plus Jakarta Sans Light" panose="020B0604020202020204" charset="0"/>
                <a:ea typeface="Roboto"/>
                <a:cs typeface="Plus Jakarta Sans Light" panose="020B0604020202020204" charset="0"/>
                <a:sym typeface="Roboto"/>
              </a:rPr>
              <a:t>Cloudera Data Platform</a:t>
            </a:r>
            <a:endParaRPr sz="1000">
              <a:solidFill>
                <a:srgbClr val="FF8300"/>
              </a:solidFill>
              <a:latin typeface="Plus Jakarta Sans Light" panose="020B0604020202020204" charset="0"/>
              <a:ea typeface="Roboto"/>
              <a:cs typeface="Plus Jakarta Sans Light" panose="020B0604020202020204" charset="0"/>
              <a:sym typeface="Roboto"/>
            </a:endParaRPr>
          </a:p>
        </p:txBody>
      </p:sp>
      <p:sp>
        <p:nvSpPr>
          <p:cNvPr id="39" name="Google Shape;255;p30">
            <a:extLst>
              <a:ext uri="{FF2B5EF4-FFF2-40B4-BE49-F238E27FC236}">
                <a16:creationId xmlns:a16="http://schemas.microsoft.com/office/drawing/2014/main" id="{EA8FF37E-C19B-22A2-5F30-DCBBBFC618A0}"/>
              </a:ext>
            </a:extLst>
          </p:cNvPr>
          <p:cNvSpPr/>
          <p:nvPr/>
        </p:nvSpPr>
        <p:spPr>
          <a:xfrm>
            <a:off x="6564756" y="1277942"/>
            <a:ext cx="575100" cy="574200"/>
          </a:xfrm>
          <a:prstGeom prst="roundRect">
            <a:avLst>
              <a:gd name="adj" fmla="val 6931"/>
            </a:avLst>
          </a:prstGeom>
          <a:noFill/>
          <a:ln w="9525" cap="flat" cmpd="sng">
            <a:solidFill>
              <a:srgbClr val="FF8300"/>
            </a:solidFill>
            <a:prstDash val="solid"/>
            <a:round/>
            <a:headEnd type="none" w="sm" len="sm"/>
            <a:tailEnd type="none" w="sm" len="sm"/>
          </a:ln>
        </p:spPr>
        <p:txBody>
          <a:bodyPr spcFirstLastPara="1" wrap="square" lIns="0" tIns="0" rIns="0" bIns="0" anchor="b" anchorCtr="0">
            <a:noAutofit/>
          </a:bodyPr>
          <a:lstStyle/>
          <a:p>
            <a:pPr marL="0" lvl="0" indent="0" algn="ctr" rtl="0">
              <a:spcBef>
                <a:spcPts val="0"/>
              </a:spcBef>
              <a:spcAft>
                <a:spcPts val="0"/>
              </a:spcAft>
              <a:buNone/>
            </a:pPr>
            <a:r>
              <a:rPr lang="en" sz="700" dirty="0">
                <a:solidFill>
                  <a:srgbClr val="FF8300"/>
                </a:solidFill>
                <a:latin typeface="Plus Jakarta Sans Light" panose="020B0604020202020204" charset="0"/>
                <a:ea typeface="Roboto"/>
                <a:cs typeface="Plus Jakarta Sans Light" panose="020B0604020202020204" charset="0"/>
                <a:sym typeface="Roboto"/>
              </a:rPr>
              <a:t>Data Visualization</a:t>
            </a:r>
            <a:endParaRPr sz="700" dirty="0">
              <a:solidFill>
                <a:srgbClr val="FF8300"/>
              </a:solidFill>
              <a:latin typeface="Plus Jakarta Sans Light" panose="020B0604020202020204" charset="0"/>
              <a:ea typeface="Roboto"/>
              <a:cs typeface="Plus Jakarta Sans Light" panose="020B0604020202020204" charset="0"/>
              <a:sym typeface="Roboto"/>
            </a:endParaRPr>
          </a:p>
        </p:txBody>
      </p:sp>
      <p:sp>
        <p:nvSpPr>
          <p:cNvPr id="40" name="Google Shape;256;p30">
            <a:extLst>
              <a:ext uri="{FF2B5EF4-FFF2-40B4-BE49-F238E27FC236}">
                <a16:creationId xmlns:a16="http://schemas.microsoft.com/office/drawing/2014/main" id="{FD53A684-15DB-FF52-A82E-0964850EA8D9}"/>
              </a:ext>
            </a:extLst>
          </p:cNvPr>
          <p:cNvSpPr/>
          <p:nvPr/>
        </p:nvSpPr>
        <p:spPr>
          <a:xfrm>
            <a:off x="5908994" y="1273198"/>
            <a:ext cx="575100" cy="574200"/>
          </a:xfrm>
          <a:prstGeom prst="roundRect">
            <a:avLst>
              <a:gd name="adj" fmla="val 6931"/>
            </a:avLst>
          </a:prstGeom>
          <a:noFill/>
          <a:ln w="9525" cap="flat" cmpd="sng">
            <a:solidFill>
              <a:srgbClr val="FF8300"/>
            </a:solidFill>
            <a:prstDash val="solid"/>
            <a:round/>
            <a:headEnd type="none" w="sm" len="sm"/>
            <a:tailEnd type="none" w="sm" len="sm"/>
          </a:ln>
        </p:spPr>
        <p:txBody>
          <a:bodyPr spcFirstLastPara="1" wrap="square" lIns="0" tIns="0" rIns="0" bIns="0" anchor="b" anchorCtr="0">
            <a:noAutofit/>
          </a:bodyPr>
          <a:lstStyle/>
          <a:p>
            <a:pPr marL="0" lvl="0" indent="0" algn="ctr" rtl="0">
              <a:spcBef>
                <a:spcPts val="0"/>
              </a:spcBef>
              <a:spcAft>
                <a:spcPts val="0"/>
              </a:spcAft>
              <a:buNone/>
            </a:pPr>
            <a:r>
              <a:rPr lang="en" sz="700" dirty="0">
                <a:solidFill>
                  <a:srgbClr val="FF8300"/>
                </a:solidFill>
                <a:latin typeface="Plus Jakarta Sans Light" panose="020B0604020202020204" charset="0"/>
                <a:ea typeface="Roboto"/>
                <a:cs typeface="Plus Jakarta Sans Light" panose="020B0604020202020204" charset="0"/>
                <a:sym typeface="Roboto"/>
              </a:rPr>
              <a:t>Machine Learning &amp; AI</a:t>
            </a:r>
            <a:endParaRPr sz="700" dirty="0">
              <a:solidFill>
                <a:srgbClr val="FF8300"/>
              </a:solidFill>
              <a:latin typeface="Plus Jakarta Sans Light" panose="020B0604020202020204" charset="0"/>
              <a:ea typeface="Roboto"/>
              <a:cs typeface="Plus Jakarta Sans Light" panose="020B0604020202020204" charset="0"/>
              <a:sym typeface="Roboto"/>
            </a:endParaRPr>
          </a:p>
        </p:txBody>
      </p:sp>
      <p:sp>
        <p:nvSpPr>
          <p:cNvPr id="41" name="Google Shape;257;p30">
            <a:extLst>
              <a:ext uri="{FF2B5EF4-FFF2-40B4-BE49-F238E27FC236}">
                <a16:creationId xmlns:a16="http://schemas.microsoft.com/office/drawing/2014/main" id="{C8D39CE9-AA98-EE35-1581-09EA2C2BDFA1}"/>
              </a:ext>
            </a:extLst>
          </p:cNvPr>
          <p:cNvSpPr/>
          <p:nvPr/>
        </p:nvSpPr>
        <p:spPr>
          <a:xfrm>
            <a:off x="3941706" y="1273198"/>
            <a:ext cx="575100" cy="574200"/>
          </a:xfrm>
          <a:prstGeom prst="roundRect">
            <a:avLst>
              <a:gd name="adj" fmla="val 6931"/>
            </a:avLst>
          </a:prstGeom>
          <a:noFill/>
          <a:ln w="9525" cap="flat" cmpd="sng">
            <a:solidFill>
              <a:srgbClr val="FF8300"/>
            </a:solidFill>
            <a:prstDash val="solid"/>
            <a:round/>
            <a:headEnd type="none" w="sm" len="sm"/>
            <a:tailEnd type="none" w="sm" len="sm"/>
          </a:ln>
        </p:spPr>
        <p:txBody>
          <a:bodyPr spcFirstLastPara="1" wrap="square" lIns="0" tIns="0" rIns="0" bIns="0" anchor="b" anchorCtr="0">
            <a:noAutofit/>
          </a:bodyPr>
          <a:lstStyle/>
          <a:p>
            <a:pPr marL="0" lvl="0" indent="0" algn="ctr" rtl="0">
              <a:spcBef>
                <a:spcPts val="0"/>
              </a:spcBef>
              <a:spcAft>
                <a:spcPts val="0"/>
              </a:spcAft>
              <a:buNone/>
            </a:pPr>
            <a:r>
              <a:rPr lang="en" sz="700" dirty="0">
                <a:solidFill>
                  <a:srgbClr val="FF8300"/>
                </a:solidFill>
                <a:latin typeface="Plus Jakarta Sans Light" panose="020B0604020202020204" charset="0"/>
                <a:ea typeface="Roboto"/>
                <a:cs typeface="Plus Jakarta Sans Light" panose="020B0604020202020204" charset="0"/>
                <a:sym typeface="Roboto"/>
              </a:rPr>
              <a:t>Data Warehouse</a:t>
            </a:r>
            <a:endParaRPr sz="700" dirty="0">
              <a:solidFill>
                <a:srgbClr val="FF8300"/>
              </a:solidFill>
              <a:latin typeface="Plus Jakarta Sans Light" panose="020B0604020202020204" charset="0"/>
              <a:ea typeface="Roboto"/>
              <a:cs typeface="Plus Jakarta Sans Light" panose="020B0604020202020204" charset="0"/>
              <a:sym typeface="Roboto"/>
            </a:endParaRPr>
          </a:p>
        </p:txBody>
      </p:sp>
      <p:sp>
        <p:nvSpPr>
          <p:cNvPr id="42" name="Google Shape;258;p30">
            <a:extLst>
              <a:ext uri="{FF2B5EF4-FFF2-40B4-BE49-F238E27FC236}">
                <a16:creationId xmlns:a16="http://schemas.microsoft.com/office/drawing/2014/main" id="{20159D46-D4A2-E902-282A-9338008CABC8}"/>
              </a:ext>
            </a:extLst>
          </p:cNvPr>
          <p:cNvSpPr/>
          <p:nvPr/>
        </p:nvSpPr>
        <p:spPr>
          <a:xfrm>
            <a:off x="3285944" y="1273198"/>
            <a:ext cx="575100" cy="574200"/>
          </a:xfrm>
          <a:prstGeom prst="roundRect">
            <a:avLst>
              <a:gd name="adj" fmla="val 6931"/>
            </a:avLst>
          </a:prstGeom>
          <a:noFill/>
          <a:ln w="9525" cap="flat" cmpd="sng">
            <a:solidFill>
              <a:srgbClr val="FF8300"/>
            </a:solidFill>
            <a:prstDash val="solid"/>
            <a:round/>
            <a:headEnd type="none" w="sm" len="sm"/>
            <a:tailEnd type="none" w="sm" len="sm"/>
          </a:ln>
        </p:spPr>
        <p:txBody>
          <a:bodyPr spcFirstLastPara="1" wrap="square" lIns="0" tIns="0" rIns="0" bIns="0" anchor="b" anchorCtr="0">
            <a:noAutofit/>
          </a:bodyPr>
          <a:lstStyle/>
          <a:p>
            <a:pPr marL="0" lvl="0" indent="0" algn="ctr" rtl="0">
              <a:spcBef>
                <a:spcPts val="0"/>
              </a:spcBef>
              <a:spcAft>
                <a:spcPts val="0"/>
              </a:spcAft>
              <a:buNone/>
            </a:pPr>
            <a:r>
              <a:rPr lang="en" sz="700" dirty="0">
                <a:solidFill>
                  <a:srgbClr val="FF8300"/>
                </a:solidFill>
                <a:latin typeface="Plus Jakarta Sans Light" panose="020B0604020202020204" charset="0"/>
                <a:ea typeface="Roboto"/>
                <a:cs typeface="Plus Jakarta Sans Light" panose="020B0604020202020204" charset="0"/>
                <a:sym typeface="Roboto"/>
              </a:rPr>
              <a:t>Virtual </a:t>
            </a:r>
            <a:br>
              <a:rPr lang="en" sz="700" dirty="0">
                <a:solidFill>
                  <a:srgbClr val="FF8300"/>
                </a:solidFill>
                <a:latin typeface="Plus Jakarta Sans Light" panose="020B0604020202020204" charset="0"/>
                <a:ea typeface="Roboto"/>
                <a:cs typeface="Plus Jakarta Sans Light" panose="020B0604020202020204" charset="0"/>
                <a:sym typeface="Roboto"/>
              </a:rPr>
            </a:br>
            <a:r>
              <a:rPr lang="en" sz="700" dirty="0">
                <a:solidFill>
                  <a:srgbClr val="FF8300"/>
                </a:solidFill>
                <a:latin typeface="Plus Jakarta Sans Light" panose="020B0604020202020204" charset="0"/>
                <a:ea typeface="Roboto"/>
                <a:cs typeface="Plus Jakarta Sans Light" panose="020B0604020202020204" charset="0"/>
                <a:sym typeface="Roboto"/>
              </a:rPr>
              <a:t>Data Lake</a:t>
            </a:r>
            <a:endParaRPr sz="700" dirty="0">
              <a:solidFill>
                <a:srgbClr val="FF8300"/>
              </a:solidFill>
              <a:latin typeface="Plus Jakarta Sans Light" panose="020B0604020202020204" charset="0"/>
              <a:ea typeface="Roboto"/>
              <a:cs typeface="Plus Jakarta Sans Light" panose="020B0604020202020204" charset="0"/>
              <a:sym typeface="Roboto"/>
            </a:endParaRPr>
          </a:p>
        </p:txBody>
      </p:sp>
      <p:sp>
        <p:nvSpPr>
          <p:cNvPr id="43" name="Google Shape;259;p30">
            <a:extLst>
              <a:ext uri="{FF2B5EF4-FFF2-40B4-BE49-F238E27FC236}">
                <a16:creationId xmlns:a16="http://schemas.microsoft.com/office/drawing/2014/main" id="{A249FA48-79CC-85EC-DE95-FE68F7432A02}"/>
              </a:ext>
            </a:extLst>
          </p:cNvPr>
          <p:cNvSpPr/>
          <p:nvPr/>
        </p:nvSpPr>
        <p:spPr>
          <a:xfrm>
            <a:off x="2630181" y="1273198"/>
            <a:ext cx="575100" cy="574200"/>
          </a:xfrm>
          <a:prstGeom prst="roundRect">
            <a:avLst>
              <a:gd name="adj" fmla="val 6931"/>
            </a:avLst>
          </a:prstGeom>
          <a:noFill/>
          <a:ln w="9525" cap="flat" cmpd="sng">
            <a:solidFill>
              <a:srgbClr val="FF8300"/>
            </a:solidFill>
            <a:prstDash val="solid"/>
            <a:round/>
            <a:headEnd type="none" w="sm" len="sm"/>
            <a:tailEnd type="none" w="sm" len="sm"/>
          </a:ln>
        </p:spPr>
        <p:txBody>
          <a:bodyPr spcFirstLastPara="1" wrap="square" lIns="0" tIns="0" rIns="0" bIns="0" anchor="b" anchorCtr="0">
            <a:noAutofit/>
          </a:bodyPr>
          <a:lstStyle/>
          <a:p>
            <a:pPr marL="0" lvl="0" indent="0" algn="ctr" rtl="0">
              <a:spcBef>
                <a:spcPts val="0"/>
              </a:spcBef>
              <a:spcAft>
                <a:spcPts val="0"/>
              </a:spcAft>
              <a:buNone/>
            </a:pPr>
            <a:r>
              <a:rPr lang="en" sz="700" dirty="0">
                <a:solidFill>
                  <a:srgbClr val="FF8300"/>
                </a:solidFill>
                <a:latin typeface="Plus Jakarta Sans Light" panose="020B0604020202020204" charset="0"/>
                <a:ea typeface="Roboto"/>
                <a:cs typeface="Plus Jakarta Sans Light" panose="020B0604020202020204" charset="0"/>
                <a:sym typeface="Roboto"/>
              </a:rPr>
              <a:t>Data </a:t>
            </a:r>
            <a:endParaRPr sz="700" dirty="0">
              <a:solidFill>
                <a:srgbClr val="FF8300"/>
              </a:solidFill>
              <a:latin typeface="Plus Jakarta Sans Light" panose="020B0604020202020204" charset="0"/>
              <a:ea typeface="Roboto"/>
              <a:cs typeface="Plus Jakarta Sans Light" panose="020B0604020202020204" charset="0"/>
              <a:sym typeface="Roboto"/>
            </a:endParaRPr>
          </a:p>
          <a:p>
            <a:pPr marL="0" lvl="0" indent="0" algn="ctr" rtl="0">
              <a:spcBef>
                <a:spcPts val="0"/>
              </a:spcBef>
              <a:spcAft>
                <a:spcPts val="0"/>
              </a:spcAft>
              <a:buNone/>
            </a:pPr>
            <a:r>
              <a:rPr lang="en" sz="700" dirty="0">
                <a:solidFill>
                  <a:srgbClr val="FF8300"/>
                </a:solidFill>
                <a:latin typeface="Plus Jakarta Sans Light" panose="020B0604020202020204" charset="0"/>
                <a:ea typeface="Roboto"/>
                <a:cs typeface="Plus Jakarta Sans Light" panose="020B0604020202020204" charset="0"/>
                <a:sym typeface="Roboto"/>
              </a:rPr>
              <a:t>Engineering</a:t>
            </a:r>
            <a:endParaRPr sz="700" dirty="0">
              <a:solidFill>
                <a:srgbClr val="FF8300"/>
              </a:solidFill>
              <a:latin typeface="Plus Jakarta Sans Light" panose="020B0604020202020204" charset="0"/>
              <a:ea typeface="Roboto"/>
              <a:cs typeface="Plus Jakarta Sans Light" panose="020B0604020202020204" charset="0"/>
              <a:sym typeface="Roboto"/>
            </a:endParaRPr>
          </a:p>
        </p:txBody>
      </p:sp>
      <p:sp>
        <p:nvSpPr>
          <p:cNvPr id="44" name="Google Shape;260;p30">
            <a:extLst>
              <a:ext uri="{FF2B5EF4-FFF2-40B4-BE49-F238E27FC236}">
                <a16:creationId xmlns:a16="http://schemas.microsoft.com/office/drawing/2014/main" id="{AE10ACBA-7959-93C0-9AF0-E344F005BB38}"/>
              </a:ext>
            </a:extLst>
          </p:cNvPr>
          <p:cNvSpPr/>
          <p:nvPr/>
        </p:nvSpPr>
        <p:spPr>
          <a:xfrm>
            <a:off x="1974419" y="1273198"/>
            <a:ext cx="575100" cy="574200"/>
          </a:xfrm>
          <a:prstGeom prst="roundRect">
            <a:avLst>
              <a:gd name="adj" fmla="val 6931"/>
            </a:avLst>
          </a:prstGeom>
          <a:noFill/>
          <a:ln w="9525" cap="flat" cmpd="sng">
            <a:solidFill>
              <a:srgbClr val="FF8300"/>
            </a:solidFill>
            <a:prstDash val="solid"/>
            <a:round/>
            <a:headEnd type="none" w="sm" len="sm"/>
            <a:tailEnd type="none" w="sm" len="sm"/>
          </a:ln>
        </p:spPr>
        <p:txBody>
          <a:bodyPr spcFirstLastPara="1" wrap="square" lIns="0" tIns="0" rIns="0" bIns="0" anchor="b" anchorCtr="0">
            <a:noAutofit/>
          </a:bodyPr>
          <a:lstStyle/>
          <a:p>
            <a:pPr marL="0" lvl="0" indent="0" algn="ctr" rtl="0">
              <a:spcBef>
                <a:spcPts val="0"/>
              </a:spcBef>
              <a:spcAft>
                <a:spcPts val="0"/>
              </a:spcAft>
              <a:buNone/>
            </a:pPr>
            <a:r>
              <a:rPr lang="en" sz="700" dirty="0">
                <a:solidFill>
                  <a:srgbClr val="FF8300"/>
                </a:solidFill>
                <a:latin typeface="Plus Jakarta Sans Light" panose="020B0604020202020204" charset="0"/>
                <a:ea typeface="Roboto"/>
                <a:cs typeface="Plus Jakarta Sans Light" panose="020B0604020202020204" charset="0"/>
                <a:sym typeface="Roboto"/>
              </a:rPr>
              <a:t>Data Collection</a:t>
            </a:r>
            <a:endParaRPr sz="700" dirty="0">
              <a:solidFill>
                <a:srgbClr val="FF8300"/>
              </a:solidFill>
              <a:latin typeface="Plus Jakarta Sans Light" panose="020B0604020202020204" charset="0"/>
              <a:ea typeface="Roboto"/>
              <a:cs typeface="Plus Jakarta Sans Light" panose="020B0604020202020204" charset="0"/>
              <a:sym typeface="Roboto"/>
            </a:endParaRPr>
          </a:p>
        </p:txBody>
      </p:sp>
      <p:sp>
        <p:nvSpPr>
          <p:cNvPr id="45" name="Google Shape;261;p30">
            <a:extLst>
              <a:ext uri="{FF2B5EF4-FFF2-40B4-BE49-F238E27FC236}">
                <a16:creationId xmlns:a16="http://schemas.microsoft.com/office/drawing/2014/main" id="{BE94F604-B0C1-2A57-B6D9-1C84AA0D929F}"/>
              </a:ext>
            </a:extLst>
          </p:cNvPr>
          <p:cNvSpPr/>
          <p:nvPr/>
        </p:nvSpPr>
        <p:spPr>
          <a:xfrm>
            <a:off x="5253231" y="1273198"/>
            <a:ext cx="575100" cy="574200"/>
          </a:xfrm>
          <a:prstGeom prst="roundRect">
            <a:avLst>
              <a:gd name="adj" fmla="val 6931"/>
            </a:avLst>
          </a:prstGeom>
          <a:noFill/>
          <a:ln w="9525" cap="flat" cmpd="sng">
            <a:solidFill>
              <a:srgbClr val="FF8300"/>
            </a:solidFill>
            <a:prstDash val="solid"/>
            <a:round/>
            <a:headEnd type="none" w="sm" len="sm"/>
            <a:tailEnd type="none" w="sm" len="sm"/>
          </a:ln>
        </p:spPr>
        <p:txBody>
          <a:bodyPr spcFirstLastPara="1" wrap="square" lIns="0" tIns="0" rIns="0" bIns="0" anchor="b" anchorCtr="0">
            <a:noAutofit/>
          </a:bodyPr>
          <a:lstStyle/>
          <a:p>
            <a:pPr marL="0" lvl="0" indent="0" algn="ctr" rtl="0">
              <a:spcBef>
                <a:spcPts val="0"/>
              </a:spcBef>
              <a:spcAft>
                <a:spcPts val="0"/>
              </a:spcAft>
              <a:buNone/>
            </a:pPr>
            <a:r>
              <a:rPr lang="en" sz="700" dirty="0">
                <a:solidFill>
                  <a:srgbClr val="FF8300"/>
                </a:solidFill>
                <a:latin typeface="Plus Jakarta Sans Light" panose="020B0604020202020204" charset="0"/>
                <a:ea typeface="Roboto"/>
                <a:cs typeface="Plus Jakarta Sans Light" panose="020B0604020202020204" charset="0"/>
                <a:sym typeface="Roboto"/>
              </a:rPr>
              <a:t>Streaming Analytics</a:t>
            </a:r>
            <a:endParaRPr sz="700" dirty="0">
              <a:solidFill>
                <a:srgbClr val="FF8300"/>
              </a:solidFill>
              <a:latin typeface="Plus Jakarta Sans Light" panose="020B0604020202020204" charset="0"/>
              <a:ea typeface="Roboto"/>
              <a:cs typeface="Plus Jakarta Sans Light" panose="020B0604020202020204" charset="0"/>
              <a:sym typeface="Roboto"/>
            </a:endParaRPr>
          </a:p>
        </p:txBody>
      </p:sp>
      <p:pic>
        <p:nvPicPr>
          <p:cNvPr id="46" name="Google Shape;262;p30" descr="A close up of a sign&#10;&#10;Description automatically generated">
            <a:extLst>
              <a:ext uri="{FF2B5EF4-FFF2-40B4-BE49-F238E27FC236}">
                <a16:creationId xmlns:a16="http://schemas.microsoft.com/office/drawing/2014/main" id="{19785AAE-1BA4-7DE7-D751-BD61CCCC707D}"/>
              </a:ext>
            </a:extLst>
          </p:cNvPr>
          <p:cNvPicPr preferRelativeResize="0"/>
          <p:nvPr/>
        </p:nvPicPr>
        <p:blipFill rotWithShape="1">
          <a:blip r:embed="rId3">
            <a:alphaModFix/>
          </a:blip>
          <a:srcRect/>
          <a:stretch/>
        </p:blipFill>
        <p:spPr>
          <a:xfrm>
            <a:off x="2790201" y="1300707"/>
            <a:ext cx="315390" cy="309993"/>
          </a:xfrm>
          <a:prstGeom prst="rect">
            <a:avLst/>
          </a:prstGeom>
          <a:noFill/>
          <a:ln>
            <a:noFill/>
          </a:ln>
        </p:spPr>
      </p:pic>
      <p:pic>
        <p:nvPicPr>
          <p:cNvPr id="47" name="Google Shape;263;p30" descr="A picture containing light&#10;&#10;Description automatically generated">
            <a:extLst>
              <a:ext uri="{FF2B5EF4-FFF2-40B4-BE49-F238E27FC236}">
                <a16:creationId xmlns:a16="http://schemas.microsoft.com/office/drawing/2014/main" id="{CBC2EB07-EB40-418D-5AE6-CBF981E6F1F9}"/>
              </a:ext>
            </a:extLst>
          </p:cNvPr>
          <p:cNvPicPr preferRelativeResize="0"/>
          <p:nvPr/>
        </p:nvPicPr>
        <p:blipFill rotWithShape="1">
          <a:blip r:embed="rId4">
            <a:alphaModFix/>
          </a:blip>
          <a:srcRect/>
          <a:stretch/>
        </p:blipFill>
        <p:spPr>
          <a:xfrm>
            <a:off x="4071562" y="1300707"/>
            <a:ext cx="315390" cy="309993"/>
          </a:xfrm>
          <a:prstGeom prst="rect">
            <a:avLst/>
          </a:prstGeom>
          <a:noFill/>
          <a:ln>
            <a:noFill/>
          </a:ln>
        </p:spPr>
      </p:pic>
      <p:pic>
        <p:nvPicPr>
          <p:cNvPr id="48" name="Google Shape;264;p30" descr="A close up of a sign&#10;&#10;Description automatically generated">
            <a:extLst>
              <a:ext uri="{FF2B5EF4-FFF2-40B4-BE49-F238E27FC236}">
                <a16:creationId xmlns:a16="http://schemas.microsoft.com/office/drawing/2014/main" id="{076C6B2C-B52D-595B-6B7F-8211FE4BEB2F}"/>
              </a:ext>
            </a:extLst>
          </p:cNvPr>
          <p:cNvPicPr preferRelativeResize="0"/>
          <p:nvPr/>
        </p:nvPicPr>
        <p:blipFill rotWithShape="1">
          <a:blip r:embed="rId5">
            <a:alphaModFix/>
          </a:blip>
          <a:srcRect/>
          <a:stretch/>
        </p:blipFill>
        <p:spPr>
          <a:xfrm>
            <a:off x="6038853" y="1300695"/>
            <a:ext cx="315390" cy="309993"/>
          </a:xfrm>
          <a:prstGeom prst="rect">
            <a:avLst/>
          </a:prstGeom>
          <a:noFill/>
          <a:ln>
            <a:noFill/>
          </a:ln>
        </p:spPr>
      </p:pic>
      <p:pic>
        <p:nvPicPr>
          <p:cNvPr id="49" name="Google Shape;265;p30">
            <a:extLst>
              <a:ext uri="{FF2B5EF4-FFF2-40B4-BE49-F238E27FC236}">
                <a16:creationId xmlns:a16="http://schemas.microsoft.com/office/drawing/2014/main" id="{6ACC2CCA-1B55-76FF-E3D1-0294AAE21F07}"/>
              </a:ext>
            </a:extLst>
          </p:cNvPr>
          <p:cNvPicPr preferRelativeResize="0"/>
          <p:nvPr/>
        </p:nvPicPr>
        <p:blipFill rotWithShape="1">
          <a:blip r:embed="rId6">
            <a:alphaModFix/>
          </a:blip>
          <a:srcRect/>
          <a:stretch/>
        </p:blipFill>
        <p:spPr>
          <a:xfrm>
            <a:off x="5383089" y="1300707"/>
            <a:ext cx="315390" cy="309993"/>
          </a:xfrm>
          <a:prstGeom prst="rect">
            <a:avLst/>
          </a:prstGeom>
          <a:noFill/>
          <a:ln>
            <a:noFill/>
          </a:ln>
        </p:spPr>
      </p:pic>
      <p:pic>
        <p:nvPicPr>
          <p:cNvPr id="50" name="Google Shape;266;p30">
            <a:extLst>
              <a:ext uri="{FF2B5EF4-FFF2-40B4-BE49-F238E27FC236}">
                <a16:creationId xmlns:a16="http://schemas.microsoft.com/office/drawing/2014/main" id="{A521890D-523D-0D8A-AD82-5203A30155E4}"/>
              </a:ext>
            </a:extLst>
          </p:cNvPr>
          <p:cNvPicPr preferRelativeResize="0"/>
          <p:nvPr/>
        </p:nvPicPr>
        <p:blipFill rotWithShape="1">
          <a:blip r:embed="rId7">
            <a:alphaModFix/>
          </a:blip>
          <a:srcRect/>
          <a:stretch/>
        </p:blipFill>
        <p:spPr>
          <a:xfrm>
            <a:off x="2104275" y="1300708"/>
            <a:ext cx="315388" cy="309992"/>
          </a:xfrm>
          <a:prstGeom prst="rect">
            <a:avLst/>
          </a:prstGeom>
          <a:noFill/>
          <a:ln>
            <a:noFill/>
          </a:ln>
        </p:spPr>
      </p:pic>
      <p:pic>
        <p:nvPicPr>
          <p:cNvPr id="51" name="Google Shape;267;p30">
            <a:extLst>
              <a:ext uri="{FF2B5EF4-FFF2-40B4-BE49-F238E27FC236}">
                <a16:creationId xmlns:a16="http://schemas.microsoft.com/office/drawing/2014/main" id="{D9B6174E-44DC-04B2-5BC7-8B982EED570D}"/>
              </a:ext>
            </a:extLst>
          </p:cNvPr>
          <p:cNvPicPr preferRelativeResize="0"/>
          <p:nvPr/>
        </p:nvPicPr>
        <p:blipFill rotWithShape="1">
          <a:blip r:embed="rId8">
            <a:alphaModFix/>
          </a:blip>
          <a:srcRect t="367" b="357"/>
          <a:stretch/>
        </p:blipFill>
        <p:spPr>
          <a:xfrm>
            <a:off x="6694612" y="1300701"/>
            <a:ext cx="315388" cy="309992"/>
          </a:xfrm>
          <a:prstGeom prst="rect">
            <a:avLst/>
          </a:prstGeom>
          <a:noFill/>
          <a:ln>
            <a:noFill/>
          </a:ln>
        </p:spPr>
      </p:pic>
      <p:sp>
        <p:nvSpPr>
          <p:cNvPr id="52" name="Google Shape;268;p30">
            <a:extLst>
              <a:ext uri="{FF2B5EF4-FFF2-40B4-BE49-F238E27FC236}">
                <a16:creationId xmlns:a16="http://schemas.microsoft.com/office/drawing/2014/main" id="{3C17AA16-055C-63E7-7F03-AD49D3D6A2FE}"/>
              </a:ext>
            </a:extLst>
          </p:cNvPr>
          <p:cNvSpPr/>
          <p:nvPr/>
        </p:nvSpPr>
        <p:spPr>
          <a:xfrm>
            <a:off x="1974419" y="1960992"/>
            <a:ext cx="5171400" cy="167100"/>
          </a:xfrm>
          <a:prstGeom prst="roundRect">
            <a:avLst>
              <a:gd name="adj" fmla="val 6931"/>
            </a:avLst>
          </a:prstGeom>
          <a:noFill/>
          <a:ln w="9525" cap="flat" cmpd="sng">
            <a:solidFill>
              <a:srgbClr val="FF8300"/>
            </a:solidFill>
            <a:prstDash val="solid"/>
            <a:round/>
            <a:headEnd type="none" w="sm" len="sm"/>
            <a:tailEnd type="none" w="sm" len="sm"/>
          </a:ln>
        </p:spPr>
        <p:txBody>
          <a:bodyPr spcFirstLastPara="1" wrap="square" lIns="45725" tIns="45725" rIns="45725" bIns="45725" anchor="ctr" anchorCtr="0">
            <a:noAutofit/>
          </a:bodyPr>
          <a:lstStyle/>
          <a:p>
            <a:pPr marL="0" lvl="0" indent="0" algn="ctr" rtl="0">
              <a:spcBef>
                <a:spcPts val="0"/>
              </a:spcBef>
              <a:spcAft>
                <a:spcPts val="0"/>
              </a:spcAft>
              <a:buNone/>
            </a:pPr>
            <a:endParaRPr sz="1000">
              <a:solidFill>
                <a:srgbClr val="FF8300"/>
              </a:solidFill>
              <a:latin typeface="Plus Jakarta Sans Light" panose="020B0604020202020204" charset="0"/>
              <a:ea typeface="Roboto"/>
              <a:cs typeface="Plus Jakarta Sans Light" panose="020B0604020202020204" charset="0"/>
              <a:sym typeface="Roboto"/>
            </a:endParaRPr>
          </a:p>
        </p:txBody>
      </p:sp>
      <p:pic>
        <p:nvPicPr>
          <p:cNvPr id="53" name="Google Shape;269;p30" descr="A picture containing drawing, light&#10;&#10;Description automatically generated">
            <a:extLst>
              <a:ext uri="{FF2B5EF4-FFF2-40B4-BE49-F238E27FC236}">
                <a16:creationId xmlns:a16="http://schemas.microsoft.com/office/drawing/2014/main" id="{10EB7029-1B64-C6B1-430F-11B6A871A330}"/>
              </a:ext>
            </a:extLst>
          </p:cNvPr>
          <p:cNvPicPr preferRelativeResize="0"/>
          <p:nvPr/>
        </p:nvPicPr>
        <p:blipFill rotWithShape="1">
          <a:blip r:embed="rId9">
            <a:alphaModFix/>
          </a:blip>
          <a:srcRect/>
          <a:stretch/>
        </p:blipFill>
        <p:spPr>
          <a:xfrm>
            <a:off x="3418046" y="1300250"/>
            <a:ext cx="310896" cy="310896"/>
          </a:xfrm>
          <a:prstGeom prst="rect">
            <a:avLst/>
          </a:prstGeom>
          <a:noFill/>
          <a:ln>
            <a:noFill/>
          </a:ln>
        </p:spPr>
      </p:pic>
      <p:sp>
        <p:nvSpPr>
          <p:cNvPr id="54" name="Google Shape;270;p30">
            <a:extLst>
              <a:ext uri="{FF2B5EF4-FFF2-40B4-BE49-F238E27FC236}">
                <a16:creationId xmlns:a16="http://schemas.microsoft.com/office/drawing/2014/main" id="{5E82FCCD-57D1-5A10-3D81-EA831B3CEBFE}"/>
              </a:ext>
            </a:extLst>
          </p:cNvPr>
          <p:cNvSpPr/>
          <p:nvPr/>
        </p:nvSpPr>
        <p:spPr>
          <a:xfrm>
            <a:off x="6791723" y="3115710"/>
            <a:ext cx="288093" cy="288093"/>
          </a:xfrm>
          <a:custGeom>
            <a:avLst/>
            <a:gdLst/>
            <a:ahLst/>
            <a:cxnLst/>
            <a:rect l="l" t="t" r="r" b="b"/>
            <a:pathLst>
              <a:path w="541020" h="541020" extrusionOk="0">
                <a:moveTo>
                  <a:pt x="507365" y="460375"/>
                </a:moveTo>
                <a:lnTo>
                  <a:pt x="507365" y="229235"/>
                </a:lnTo>
                <a:cubicBezTo>
                  <a:pt x="526415" y="226060"/>
                  <a:pt x="541020" y="209550"/>
                  <a:pt x="541020" y="189230"/>
                </a:cubicBezTo>
                <a:cubicBezTo>
                  <a:pt x="541020" y="167005"/>
                  <a:pt x="522605" y="148590"/>
                  <a:pt x="500380" y="148590"/>
                </a:cubicBezTo>
                <a:cubicBezTo>
                  <a:pt x="491490" y="148590"/>
                  <a:pt x="483235" y="151130"/>
                  <a:pt x="476885" y="156210"/>
                </a:cubicBezTo>
                <a:lnTo>
                  <a:pt x="384810" y="64135"/>
                </a:lnTo>
                <a:cubicBezTo>
                  <a:pt x="389255" y="57785"/>
                  <a:pt x="392430" y="49530"/>
                  <a:pt x="392430" y="40640"/>
                </a:cubicBezTo>
                <a:cubicBezTo>
                  <a:pt x="392430" y="18415"/>
                  <a:pt x="374015" y="0"/>
                  <a:pt x="351790" y="0"/>
                </a:cubicBezTo>
                <a:cubicBezTo>
                  <a:pt x="331470" y="0"/>
                  <a:pt x="314960" y="14605"/>
                  <a:pt x="311785" y="33655"/>
                </a:cubicBezTo>
                <a:lnTo>
                  <a:pt x="80645" y="33655"/>
                </a:lnTo>
                <a:cubicBezTo>
                  <a:pt x="77470" y="14605"/>
                  <a:pt x="60960" y="0"/>
                  <a:pt x="40640" y="0"/>
                </a:cubicBezTo>
                <a:cubicBezTo>
                  <a:pt x="18415" y="0"/>
                  <a:pt x="0" y="18415"/>
                  <a:pt x="0" y="40640"/>
                </a:cubicBezTo>
                <a:cubicBezTo>
                  <a:pt x="0" y="60960"/>
                  <a:pt x="14605" y="77470"/>
                  <a:pt x="33655" y="80645"/>
                </a:cubicBezTo>
                <a:lnTo>
                  <a:pt x="33655" y="311785"/>
                </a:lnTo>
                <a:cubicBezTo>
                  <a:pt x="14605" y="314960"/>
                  <a:pt x="0" y="331470"/>
                  <a:pt x="0" y="351790"/>
                </a:cubicBezTo>
                <a:cubicBezTo>
                  <a:pt x="0" y="374015"/>
                  <a:pt x="18415" y="392430"/>
                  <a:pt x="40640" y="392430"/>
                </a:cubicBezTo>
                <a:cubicBezTo>
                  <a:pt x="49530" y="392430"/>
                  <a:pt x="57785" y="389890"/>
                  <a:pt x="64135" y="384810"/>
                </a:cubicBezTo>
                <a:lnTo>
                  <a:pt x="156210" y="476885"/>
                </a:lnTo>
                <a:cubicBezTo>
                  <a:pt x="151765" y="483235"/>
                  <a:pt x="148590" y="491490"/>
                  <a:pt x="148590" y="500380"/>
                </a:cubicBezTo>
                <a:cubicBezTo>
                  <a:pt x="148590" y="522605"/>
                  <a:pt x="167005" y="541020"/>
                  <a:pt x="189230" y="541020"/>
                </a:cubicBezTo>
                <a:cubicBezTo>
                  <a:pt x="209550" y="541020"/>
                  <a:pt x="226060" y="526415"/>
                  <a:pt x="229235" y="507365"/>
                </a:cubicBezTo>
                <a:lnTo>
                  <a:pt x="460375" y="507365"/>
                </a:lnTo>
                <a:cubicBezTo>
                  <a:pt x="463550" y="526415"/>
                  <a:pt x="480060" y="541020"/>
                  <a:pt x="500380" y="541020"/>
                </a:cubicBezTo>
                <a:cubicBezTo>
                  <a:pt x="522605" y="541020"/>
                  <a:pt x="541020" y="522605"/>
                  <a:pt x="541020" y="500380"/>
                </a:cubicBezTo>
                <a:cubicBezTo>
                  <a:pt x="541020" y="480695"/>
                  <a:pt x="526415" y="463550"/>
                  <a:pt x="507365" y="460375"/>
                </a:cubicBezTo>
                <a:close/>
                <a:moveTo>
                  <a:pt x="476885" y="467360"/>
                </a:moveTo>
                <a:lnTo>
                  <a:pt x="384810" y="375285"/>
                </a:lnTo>
                <a:cubicBezTo>
                  <a:pt x="389255" y="368935"/>
                  <a:pt x="392430" y="360680"/>
                  <a:pt x="392430" y="351790"/>
                </a:cubicBezTo>
                <a:cubicBezTo>
                  <a:pt x="392430" y="331470"/>
                  <a:pt x="377825" y="314960"/>
                  <a:pt x="358775" y="311785"/>
                </a:cubicBezTo>
                <a:lnTo>
                  <a:pt x="358775" y="196215"/>
                </a:lnTo>
                <a:lnTo>
                  <a:pt x="461010" y="196215"/>
                </a:lnTo>
                <a:cubicBezTo>
                  <a:pt x="463550" y="213360"/>
                  <a:pt x="477520" y="226695"/>
                  <a:pt x="494030" y="229235"/>
                </a:cubicBezTo>
                <a:lnTo>
                  <a:pt x="494030" y="460375"/>
                </a:lnTo>
                <a:cubicBezTo>
                  <a:pt x="487680" y="461645"/>
                  <a:pt x="481965" y="464185"/>
                  <a:pt x="476885" y="467360"/>
                </a:cubicBezTo>
                <a:close/>
                <a:moveTo>
                  <a:pt x="196215" y="344805"/>
                </a:moveTo>
                <a:lnTo>
                  <a:pt x="196215" y="229235"/>
                </a:lnTo>
                <a:cubicBezTo>
                  <a:pt x="213360" y="226695"/>
                  <a:pt x="226695" y="212725"/>
                  <a:pt x="229235" y="196215"/>
                </a:cubicBezTo>
                <a:lnTo>
                  <a:pt x="344805" y="196215"/>
                </a:lnTo>
                <a:lnTo>
                  <a:pt x="344805" y="311785"/>
                </a:lnTo>
                <a:cubicBezTo>
                  <a:pt x="327660" y="314325"/>
                  <a:pt x="314325" y="328295"/>
                  <a:pt x="311785" y="344805"/>
                </a:cubicBezTo>
                <a:lnTo>
                  <a:pt x="196215" y="344805"/>
                </a:lnTo>
                <a:close/>
                <a:moveTo>
                  <a:pt x="182880" y="460375"/>
                </a:moveTo>
                <a:cubicBezTo>
                  <a:pt x="176530" y="461645"/>
                  <a:pt x="170815" y="463550"/>
                  <a:pt x="166370" y="467360"/>
                </a:cubicBezTo>
                <a:lnTo>
                  <a:pt x="74295" y="375285"/>
                </a:lnTo>
                <a:cubicBezTo>
                  <a:pt x="77470" y="370205"/>
                  <a:pt x="80010" y="364490"/>
                  <a:pt x="81280" y="358775"/>
                </a:cubicBezTo>
                <a:lnTo>
                  <a:pt x="183515" y="358775"/>
                </a:lnTo>
                <a:lnTo>
                  <a:pt x="182880" y="460375"/>
                </a:lnTo>
                <a:lnTo>
                  <a:pt x="182880" y="460375"/>
                </a:lnTo>
                <a:close/>
                <a:moveTo>
                  <a:pt x="80645" y="344805"/>
                </a:moveTo>
                <a:cubicBezTo>
                  <a:pt x="78105" y="327660"/>
                  <a:pt x="64135" y="314325"/>
                  <a:pt x="47625" y="311785"/>
                </a:cubicBezTo>
                <a:lnTo>
                  <a:pt x="47625" y="80645"/>
                </a:lnTo>
                <a:cubicBezTo>
                  <a:pt x="53975" y="79375"/>
                  <a:pt x="59690" y="77470"/>
                  <a:pt x="64135" y="73660"/>
                </a:cubicBezTo>
                <a:lnTo>
                  <a:pt x="156210" y="165735"/>
                </a:lnTo>
                <a:cubicBezTo>
                  <a:pt x="151765" y="172085"/>
                  <a:pt x="148590" y="180340"/>
                  <a:pt x="148590" y="189230"/>
                </a:cubicBezTo>
                <a:cubicBezTo>
                  <a:pt x="148590" y="209550"/>
                  <a:pt x="163195" y="226060"/>
                  <a:pt x="182245" y="229235"/>
                </a:cubicBezTo>
                <a:lnTo>
                  <a:pt x="182245" y="344805"/>
                </a:lnTo>
                <a:lnTo>
                  <a:pt x="80645" y="344805"/>
                </a:lnTo>
                <a:close/>
                <a:moveTo>
                  <a:pt x="358140" y="80645"/>
                </a:moveTo>
                <a:cubicBezTo>
                  <a:pt x="364490" y="79375"/>
                  <a:pt x="370205" y="77470"/>
                  <a:pt x="374650" y="73660"/>
                </a:cubicBezTo>
                <a:lnTo>
                  <a:pt x="466725" y="165735"/>
                </a:lnTo>
                <a:cubicBezTo>
                  <a:pt x="463550" y="170815"/>
                  <a:pt x="461010" y="176530"/>
                  <a:pt x="459740" y="182245"/>
                </a:cubicBezTo>
                <a:lnTo>
                  <a:pt x="357505" y="182245"/>
                </a:lnTo>
                <a:lnTo>
                  <a:pt x="358140" y="80645"/>
                </a:lnTo>
                <a:lnTo>
                  <a:pt x="358140" y="80645"/>
                </a:lnTo>
                <a:close/>
                <a:moveTo>
                  <a:pt x="351790" y="13335"/>
                </a:moveTo>
                <a:cubicBezTo>
                  <a:pt x="366395" y="13335"/>
                  <a:pt x="379095" y="25400"/>
                  <a:pt x="379095" y="40640"/>
                </a:cubicBezTo>
                <a:cubicBezTo>
                  <a:pt x="379095" y="55245"/>
                  <a:pt x="367030" y="67945"/>
                  <a:pt x="351790" y="67945"/>
                </a:cubicBezTo>
                <a:cubicBezTo>
                  <a:pt x="336550" y="67945"/>
                  <a:pt x="324485" y="55880"/>
                  <a:pt x="324485" y="40640"/>
                </a:cubicBezTo>
                <a:cubicBezTo>
                  <a:pt x="324485" y="26035"/>
                  <a:pt x="336550" y="13335"/>
                  <a:pt x="351790" y="13335"/>
                </a:cubicBezTo>
                <a:close/>
                <a:moveTo>
                  <a:pt x="344805" y="80645"/>
                </a:moveTo>
                <a:lnTo>
                  <a:pt x="344805" y="182880"/>
                </a:lnTo>
                <a:lnTo>
                  <a:pt x="229235" y="182880"/>
                </a:lnTo>
                <a:cubicBezTo>
                  <a:pt x="226060" y="163830"/>
                  <a:pt x="209550" y="149225"/>
                  <a:pt x="189230" y="149225"/>
                </a:cubicBezTo>
                <a:cubicBezTo>
                  <a:pt x="180340" y="149225"/>
                  <a:pt x="172085" y="151765"/>
                  <a:pt x="165735" y="156845"/>
                </a:cubicBezTo>
                <a:lnTo>
                  <a:pt x="73660" y="64770"/>
                </a:lnTo>
                <a:cubicBezTo>
                  <a:pt x="76835" y="59690"/>
                  <a:pt x="79375" y="53975"/>
                  <a:pt x="80645" y="48260"/>
                </a:cubicBezTo>
                <a:lnTo>
                  <a:pt x="311785" y="48260"/>
                </a:lnTo>
                <a:cubicBezTo>
                  <a:pt x="314325" y="64135"/>
                  <a:pt x="327660" y="77470"/>
                  <a:pt x="344805" y="80645"/>
                </a:cubicBezTo>
                <a:close/>
                <a:moveTo>
                  <a:pt x="189230" y="527685"/>
                </a:moveTo>
                <a:cubicBezTo>
                  <a:pt x="174625" y="527685"/>
                  <a:pt x="161925" y="515620"/>
                  <a:pt x="161925" y="500380"/>
                </a:cubicBezTo>
                <a:cubicBezTo>
                  <a:pt x="161925" y="485140"/>
                  <a:pt x="173990" y="473075"/>
                  <a:pt x="189230" y="473075"/>
                </a:cubicBezTo>
                <a:cubicBezTo>
                  <a:pt x="203835" y="473075"/>
                  <a:pt x="216535" y="485140"/>
                  <a:pt x="216535" y="500380"/>
                </a:cubicBezTo>
                <a:cubicBezTo>
                  <a:pt x="216535" y="515620"/>
                  <a:pt x="204470" y="527685"/>
                  <a:pt x="189230" y="527685"/>
                </a:cubicBezTo>
                <a:close/>
                <a:moveTo>
                  <a:pt x="196215" y="460375"/>
                </a:moveTo>
                <a:lnTo>
                  <a:pt x="196215" y="358140"/>
                </a:lnTo>
                <a:lnTo>
                  <a:pt x="311785" y="358140"/>
                </a:lnTo>
                <a:cubicBezTo>
                  <a:pt x="314960" y="377190"/>
                  <a:pt x="331470" y="391795"/>
                  <a:pt x="351790" y="391795"/>
                </a:cubicBezTo>
                <a:cubicBezTo>
                  <a:pt x="360680" y="391795"/>
                  <a:pt x="368935" y="389255"/>
                  <a:pt x="375285" y="384175"/>
                </a:cubicBezTo>
                <a:lnTo>
                  <a:pt x="467360" y="476250"/>
                </a:lnTo>
                <a:cubicBezTo>
                  <a:pt x="464185" y="481330"/>
                  <a:pt x="461645" y="487045"/>
                  <a:pt x="460375" y="492760"/>
                </a:cubicBezTo>
                <a:lnTo>
                  <a:pt x="229235" y="492760"/>
                </a:lnTo>
                <a:cubicBezTo>
                  <a:pt x="226695" y="476885"/>
                  <a:pt x="213360" y="463550"/>
                  <a:pt x="196215" y="460375"/>
                </a:cubicBezTo>
                <a:close/>
              </a:path>
            </a:pathLst>
          </a:custGeom>
          <a:solidFill>
            <a:srgbClr val="FF83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Plus Jakarta Sans Light" panose="020B0604020202020204" charset="0"/>
              <a:ea typeface="Calibri"/>
              <a:cs typeface="Plus Jakarta Sans Light" panose="020B0604020202020204" charset="0"/>
              <a:sym typeface="Calibri"/>
            </a:endParaRPr>
          </a:p>
        </p:txBody>
      </p:sp>
      <p:pic>
        <p:nvPicPr>
          <p:cNvPr id="55" name="Google Shape;271;p30">
            <a:extLst>
              <a:ext uri="{FF2B5EF4-FFF2-40B4-BE49-F238E27FC236}">
                <a16:creationId xmlns:a16="http://schemas.microsoft.com/office/drawing/2014/main" id="{061CC024-2075-A838-A549-66367F1641F5}"/>
              </a:ext>
            </a:extLst>
          </p:cNvPr>
          <p:cNvPicPr preferRelativeResize="0"/>
          <p:nvPr/>
        </p:nvPicPr>
        <p:blipFill>
          <a:blip r:embed="rId10">
            <a:alphaModFix/>
          </a:blip>
          <a:stretch>
            <a:fillRect/>
          </a:stretch>
        </p:blipFill>
        <p:spPr>
          <a:xfrm>
            <a:off x="3557944" y="3004669"/>
            <a:ext cx="920687" cy="205740"/>
          </a:xfrm>
          <a:prstGeom prst="rect">
            <a:avLst/>
          </a:prstGeom>
          <a:noFill/>
          <a:ln>
            <a:noFill/>
          </a:ln>
        </p:spPr>
      </p:pic>
      <p:pic>
        <p:nvPicPr>
          <p:cNvPr id="56" name="Google Shape;272;p30">
            <a:extLst>
              <a:ext uri="{FF2B5EF4-FFF2-40B4-BE49-F238E27FC236}">
                <a16:creationId xmlns:a16="http://schemas.microsoft.com/office/drawing/2014/main" id="{166682FE-809E-3CFD-926A-6F52C659A4C9}"/>
              </a:ext>
            </a:extLst>
          </p:cNvPr>
          <p:cNvPicPr preferRelativeResize="0"/>
          <p:nvPr/>
        </p:nvPicPr>
        <p:blipFill>
          <a:blip r:embed="rId11">
            <a:alphaModFix/>
          </a:blip>
          <a:stretch>
            <a:fillRect/>
          </a:stretch>
        </p:blipFill>
        <p:spPr>
          <a:xfrm>
            <a:off x="3152681" y="3257269"/>
            <a:ext cx="630749" cy="182880"/>
          </a:xfrm>
          <a:prstGeom prst="rect">
            <a:avLst/>
          </a:prstGeom>
          <a:noFill/>
          <a:ln>
            <a:noFill/>
          </a:ln>
        </p:spPr>
      </p:pic>
      <p:sp>
        <p:nvSpPr>
          <p:cNvPr id="57" name="Google Shape;273;p30">
            <a:extLst>
              <a:ext uri="{FF2B5EF4-FFF2-40B4-BE49-F238E27FC236}">
                <a16:creationId xmlns:a16="http://schemas.microsoft.com/office/drawing/2014/main" id="{843622B5-DD7B-1ED7-7803-DE927FF7A275}"/>
              </a:ext>
            </a:extLst>
          </p:cNvPr>
          <p:cNvSpPr/>
          <p:nvPr/>
        </p:nvSpPr>
        <p:spPr>
          <a:xfrm>
            <a:off x="4597469" y="1273198"/>
            <a:ext cx="575100" cy="574200"/>
          </a:xfrm>
          <a:prstGeom prst="roundRect">
            <a:avLst>
              <a:gd name="adj" fmla="val 6931"/>
            </a:avLst>
          </a:prstGeom>
          <a:noFill/>
          <a:ln w="9525" cap="flat" cmpd="sng">
            <a:solidFill>
              <a:srgbClr val="FF8300"/>
            </a:solidFill>
            <a:prstDash val="solid"/>
            <a:round/>
            <a:headEnd type="none" w="sm" len="sm"/>
            <a:tailEnd type="none" w="sm" len="sm"/>
          </a:ln>
        </p:spPr>
        <p:txBody>
          <a:bodyPr spcFirstLastPara="1" wrap="square" lIns="0" tIns="0" rIns="0" bIns="0" anchor="b" anchorCtr="0">
            <a:noAutofit/>
          </a:bodyPr>
          <a:lstStyle/>
          <a:p>
            <a:pPr marL="0" lvl="0" indent="0" algn="ctr" rtl="0">
              <a:spcBef>
                <a:spcPts val="0"/>
              </a:spcBef>
              <a:spcAft>
                <a:spcPts val="0"/>
              </a:spcAft>
              <a:buNone/>
            </a:pPr>
            <a:r>
              <a:rPr lang="en" sz="700" dirty="0">
                <a:solidFill>
                  <a:srgbClr val="FF8300"/>
                </a:solidFill>
                <a:latin typeface="Plus Jakarta Sans Light" panose="020B0604020202020204" charset="0"/>
                <a:ea typeface="Roboto"/>
                <a:cs typeface="Plus Jakarta Sans Light" panose="020B0604020202020204" charset="0"/>
                <a:sym typeface="Roboto"/>
              </a:rPr>
              <a:t>Operational Database</a:t>
            </a:r>
            <a:endParaRPr sz="700" dirty="0">
              <a:solidFill>
                <a:srgbClr val="FF8300"/>
              </a:solidFill>
              <a:latin typeface="Plus Jakarta Sans Light" panose="020B0604020202020204" charset="0"/>
              <a:ea typeface="Roboto"/>
              <a:cs typeface="Plus Jakarta Sans Light" panose="020B0604020202020204" charset="0"/>
              <a:sym typeface="Roboto"/>
            </a:endParaRPr>
          </a:p>
        </p:txBody>
      </p:sp>
      <p:pic>
        <p:nvPicPr>
          <p:cNvPr id="58" name="Google Shape;274;p30" descr="A close up of a sign&#10;&#10;Description automatically generated">
            <a:extLst>
              <a:ext uri="{FF2B5EF4-FFF2-40B4-BE49-F238E27FC236}">
                <a16:creationId xmlns:a16="http://schemas.microsoft.com/office/drawing/2014/main" id="{B4AAEDCF-DC4E-278C-F7FB-BFE4762E2A66}"/>
              </a:ext>
            </a:extLst>
          </p:cNvPr>
          <p:cNvPicPr preferRelativeResize="0"/>
          <p:nvPr/>
        </p:nvPicPr>
        <p:blipFill rotWithShape="1">
          <a:blip r:embed="rId12">
            <a:alphaModFix/>
          </a:blip>
          <a:srcRect/>
          <a:stretch/>
        </p:blipFill>
        <p:spPr>
          <a:xfrm>
            <a:off x="4742066" y="1300245"/>
            <a:ext cx="316077" cy="310896"/>
          </a:xfrm>
          <a:prstGeom prst="rect">
            <a:avLst/>
          </a:prstGeom>
          <a:noFill/>
          <a:ln>
            <a:noFill/>
          </a:ln>
        </p:spPr>
      </p:pic>
      <p:grpSp>
        <p:nvGrpSpPr>
          <p:cNvPr id="59" name="Google Shape;275;p30">
            <a:extLst>
              <a:ext uri="{FF2B5EF4-FFF2-40B4-BE49-F238E27FC236}">
                <a16:creationId xmlns:a16="http://schemas.microsoft.com/office/drawing/2014/main" id="{E5AF1F5F-C0CB-B866-DF33-11D09661F43B}"/>
              </a:ext>
            </a:extLst>
          </p:cNvPr>
          <p:cNvGrpSpPr/>
          <p:nvPr/>
        </p:nvGrpSpPr>
        <p:grpSpPr>
          <a:xfrm>
            <a:off x="1804693" y="3224064"/>
            <a:ext cx="914556" cy="249288"/>
            <a:chOff x="-3903850" y="-2385350"/>
            <a:chExt cx="8314150" cy="2575291"/>
          </a:xfrm>
        </p:grpSpPr>
        <p:sp>
          <p:nvSpPr>
            <p:cNvPr id="60" name="Google Shape;276;p30">
              <a:extLst>
                <a:ext uri="{FF2B5EF4-FFF2-40B4-BE49-F238E27FC236}">
                  <a16:creationId xmlns:a16="http://schemas.microsoft.com/office/drawing/2014/main" id="{9E053C3D-FDD0-8288-53A5-375049145949}"/>
                </a:ext>
              </a:extLst>
            </p:cNvPr>
            <p:cNvSpPr/>
            <p:nvPr/>
          </p:nvSpPr>
          <p:spPr>
            <a:xfrm>
              <a:off x="-3227050" y="-1461175"/>
              <a:ext cx="7503544" cy="842266"/>
            </a:xfrm>
            <a:custGeom>
              <a:avLst/>
              <a:gdLst/>
              <a:ahLst/>
              <a:cxnLst/>
              <a:rect l="l" t="t" r="r" b="b"/>
              <a:pathLst>
                <a:path w="297023" h="35142" extrusionOk="0">
                  <a:moveTo>
                    <a:pt x="0" y="28619"/>
                  </a:moveTo>
                  <a:cubicBezTo>
                    <a:pt x="12042" y="23853"/>
                    <a:pt x="49337" y="-146"/>
                    <a:pt x="72249" y="21"/>
                  </a:cubicBezTo>
                  <a:cubicBezTo>
                    <a:pt x="95161" y="188"/>
                    <a:pt x="115063" y="29456"/>
                    <a:pt x="137473" y="29623"/>
                  </a:cubicBezTo>
                  <a:cubicBezTo>
                    <a:pt x="159884" y="29790"/>
                    <a:pt x="180120" y="104"/>
                    <a:pt x="206712" y="1024"/>
                  </a:cubicBezTo>
                  <a:cubicBezTo>
                    <a:pt x="233304" y="1944"/>
                    <a:pt x="281971" y="29456"/>
                    <a:pt x="297023" y="35142"/>
                  </a:cubicBezTo>
                </a:path>
              </a:pathLst>
            </a:custGeom>
            <a:noFill/>
            <a:ln w="19050" cap="flat" cmpd="sng">
              <a:solidFill>
                <a:schemeClr val="dk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Plus Jakarta Sans Light" panose="020B0604020202020204" charset="0"/>
                <a:cs typeface="Plus Jakarta Sans Light" panose="020B0604020202020204" charset="0"/>
              </a:endParaRPr>
            </a:p>
          </p:txBody>
        </p:sp>
        <p:sp>
          <p:nvSpPr>
            <p:cNvPr id="61" name="Google Shape;277;p30">
              <a:extLst>
                <a:ext uri="{FF2B5EF4-FFF2-40B4-BE49-F238E27FC236}">
                  <a16:creationId xmlns:a16="http://schemas.microsoft.com/office/drawing/2014/main" id="{A236ED50-62CE-9A42-D1ED-D2B3FF84D833}"/>
                </a:ext>
              </a:extLst>
            </p:cNvPr>
            <p:cNvSpPr/>
            <p:nvPr/>
          </p:nvSpPr>
          <p:spPr>
            <a:xfrm>
              <a:off x="-3903850" y="-2385337"/>
              <a:ext cx="1371600" cy="1361100"/>
            </a:xfrm>
            <a:prstGeom prst="donut">
              <a:avLst>
                <a:gd name="adj" fmla="val 11297"/>
              </a:avLst>
            </a:prstGeom>
            <a:noFill/>
            <a:ln w="19050" cap="flat" cmpd="sng">
              <a:solidFill>
                <a:srgbClr val="FF83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rgbClr val="305868"/>
                </a:buClr>
                <a:buSzPts val="1000"/>
                <a:buFont typeface="Roboto"/>
                <a:buNone/>
              </a:pPr>
              <a:endParaRPr sz="1000">
                <a:solidFill>
                  <a:srgbClr val="305868"/>
                </a:solidFill>
                <a:latin typeface="Plus Jakarta Sans Light" panose="020B0604020202020204" charset="0"/>
                <a:ea typeface="Roboto"/>
                <a:cs typeface="Plus Jakarta Sans Light" panose="020B0604020202020204" charset="0"/>
                <a:sym typeface="Roboto"/>
              </a:endParaRPr>
            </a:p>
          </p:txBody>
        </p:sp>
        <p:sp>
          <p:nvSpPr>
            <p:cNvPr id="62" name="Google Shape;278;p30">
              <a:extLst>
                <a:ext uri="{FF2B5EF4-FFF2-40B4-BE49-F238E27FC236}">
                  <a16:creationId xmlns:a16="http://schemas.microsoft.com/office/drawing/2014/main" id="{2F4E32D1-1489-6E6F-2DA8-6C366715822A}"/>
                </a:ext>
              </a:extLst>
            </p:cNvPr>
            <p:cNvSpPr/>
            <p:nvPr/>
          </p:nvSpPr>
          <p:spPr>
            <a:xfrm>
              <a:off x="-457200" y="-2385350"/>
              <a:ext cx="1371600" cy="1361100"/>
            </a:xfrm>
            <a:prstGeom prst="donut">
              <a:avLst>
                <a:gd name="adj" fmla="val 11297"/>
              </a:avLst>
            </a:prstGeom>
            <a:noFill/>
            <a:ln w="19050" cap="flat" cmpd="sng">
              <a:solidFill>
                <a:srgbClr val="008C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rgbClr val="305868"/>
                </a:buClr>
                <a:buSzPts val="1000"/>
                <a:buFont typeface="Roboto"/>
                <a:buNone/>
              </a:pPr>
              <a:endParaRPr sz="1000">
                <a:solidFill>
                  <a:srgbClr val="305868"/>
                </a:solidFill>
                <a:latin typeface="Plus Jakarta Sans Light" panose="020B0604020202020204" charset="0"/>
                <a:ea typeface="Roboto"/>
                <a:cs typeface="Plus Jakarta Sans Light" panose="020B0604020202020204" charset="0"/>
                <a:sym typeface="Roboto"/>
              </a:endParaRPr>
            </a:p>
          </p:txBody>
        </p:sp>
        <p:sp>
          <p:nvSpPr>
            <p:cNvPr id="63" name="Google Shape;279;p30">
              <a:extLst>
                <a:ext uri="{FF2B5EF4-FFF2-40B4-BE49-F238E27FC236}">
                  <a16:creationId xmlns:a16="http://schemas.microsoft.com/office/drawing/2014/main" id="{76316C48-3D2C-633F-9008-C541A094A035}"/>
                </a:ext>
              </a:extLst>
            </p:cNvPr>
            <p:cNvSpPr/>
            <p:nvPr/>
          </p:nvSpPr>
          <p:spPr>
            <a:xfrm>
              <a:off x="-2135550" y="-1171159"/>
              <a:ext cx="1371600" cy="1361100"/>
            </a:xfrm>
            <a:prstGeom prst="donut">
              <a:avLst>
                <a:gd name="adj" fmla="val 11297"/>
              </a:avLst>
            </a:prstGeom>
            <a:noFill/>
            <a:ln w="19050" cap="flat" cmpd="sng">
              <a:solidFill>
                <a:srgbClr val="00A3A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rgbClr val="305868"/>
                </a:buClr>
                <a:buSzPts val="1000"/>
                <a:buFont typeface="Roboto"/>
                <a:buNone/>
              </a:pPr>
              <a:endParaRPr sz="1000">
                <a:solidFill>
                  <a:srgbClr val="305868"/>
                </a:solidFill>
                <a:latin typeface="Plus Jakarta Sans Light" panose="020B0604020202020204" charset="0"/>
                <a:ea typeface="Roboto"/>
                <a:cs typeface="Plus Jakarta Sans Light" panose="020B0604020202020204" charset="0"/>
                <a:sym typeface="Roboto"/>
              </a:endParaRPr>
            </a:p>
          </p:txBody>
        </p:sp>
        <p:sp>
          <p:nvSpPr>
            <p:cNvPr id="64" name="Google Shape;280;p30">
              <a:extLst>
                <a:ext uri="{FF2B5EF4-FFF2-40B4-BE49-F238E27FC236}">
                  <a16:creationId xmlns:a16="http://schemas.microsoft.com/office/drawing/2014/main" id="{D4D47474-5DF9-8764-113F-9E79D8FD46BB}"/>
                </a:ext>
              </a:extLst>
            </p:cNvPr>
            <p:cNvSpPr/>
            <p:nvPr/>
          </p:nvSpPr>
          <p:spPr>
            <a:xfrm>
              <a:off x="1281925" y="-1171159"/>
              <a:ext cx="1371600" cy="1361100"/>
            </a:xfrm>
            <a:prstGeom prst="donut">
              <a:avLst>
                <a:gd name="adj" fmla="val 11297"/>
              </a:avLst>
            </a:prstGeom>
            <a:noFill/>
            <a:ln w="19050" cap="flat" cmpd="sng">
              <a:solidFill>
                <a:srgbClr val="A4D65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rgbClr val="305868"/>
                </a:buClr>
                <a:buSzPts val="1000"/>
                <a:buFont typeface="Roboto"/>
                <a:buNone/>
              </a:pPr>
              <a:endParaRPr sz="1000">
                <a:solidFill>
                  <a:srgbClr val="305868"/>
                </a:solidFill>
                <a:latin typeface="Plus Jakarta Sans Light" panose="020B0604020202020204" charset="0"/>
                <a:ea typeface="Roboto"/>
                <a:cs typeface="Plus Jakarta Sans Light" panose="020B0604020202020204" charset="0"/>
                <a:sym typeface="Roboto"/>
              </a:endParaRPr>
            </a:p>
          </p:txBody>
        </p:sp>
        <p:sp>
          <p:nvSpPr>
            <p:cNvPr id="65" name="Google Shape;281;p30">
              <a:extLst>
                <a:ext uri="{FF2B5EF4-FFF2-40B4-BE49-F238E27FC236}">
                  <a16:creationId xmlns:a16="http://schemas.microsoft.com/office/drawing/2014/main" id="{AB500C4D-CB3F-0173-9BDA-092640FE26A4}"/>
                </a:ext>
              </a:extLst>
            </p:cNvPr>
            <p:cNvSpPr/>
            <p:nvPr/>
          </p:nvSpPr>
          <p:spPr>
            <a:xfrm>
              <a:off x="3038700" y="-2385337"/>
              <a:ext cx="1371600" cy="1361100"/>
            </a:xfrm>
            <a:prstGeom prst="donut">
              <a:avLst>
                <a:gd name="adj" fmla="val 11297"/>
              </a:avLst>
            </a:prstGeom>
            <a:noFill/>
            <a:ln w="19050" cap="flat" cmpd="sng">
              <a:solidFill>
                <a:srgbClr val="FFD66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rgbClr val="305868"/>
                </a:buClr>
                <a:buSzPts val="1000"/>
                <a:buFont typeface="Roboto"/>
                <a:buNone/>
              </a:pPr>
              <a:endParaRPr sz="1000">
                <a:solidFill>
                  <a:srgbClr val="305868"/>
                </a:solidFill>
                <a:latin typeface="Plus Jakarta Sans Light" panose="020B0604020202020204" charset="0"/>
                <a:ea typeface="Roboto"/>
                <a:cs typeface="Plus Jakarta Sans Light" panose="020B0604020202020204" charset="0"/>
                <a:sym typeface="Roboto"/>
              </a:endParaRPr>
            </a:p>
          </p:txBody>
        </p:sp>
      </p:grpSp>
      <p:pic>
        <p:nvPicPr>
          <p:cNvPr id="66" name="Google Shape;282;p30">
            <a:extLst>
              <a:ext uri="{FF2B5EF4-FFF2-40B4-BE49-F238E27FC236}">
                <a16:creationId xmlns:a16="http://schemas.microsoft.com/office/drawing/2014/main" id="{4A95FEF5-FDF3-691D-322B-AC272F02A2E0}"/>
              </a:ext>
            </a:extLst>
          </p:cNvPr>
          <p:cNvPicPr preferRelativeResize="0"/>
          <p:nvPr/>
        </p:nvPicPr>
        <p:blipFill rotWithShape="1">
          <a:blip r:embed="rId13">
            <a:alphaModFix/>
          </a:blip>
          <a:srcRect/>
          <a:stretch/>
        </p:blipFill>
        <p:spPr>
          <a:xfrm>
            <a:off x="5125494" y="3111163"/>
            <a:ext cx="569596" cy="297180"/>
          </a:xfrm>
          <a:prstGeom prst="rect">
            <a:avLst/>
          </a:prstGeom>
          <a:noFill/>
          <a:ln>
            <a:noFill/>
          </a:ln>
        </p:spPr>
      </p:pic>
      <p:pic>
        <p:nvPicPr>
          <p:cNvPr id="67" name="Google Shape;283;p30">
            <a:extLst>
              <a:ext uri="{FF2B5EF4-FFF2-40B4-BE49-F238E27FC236}">
                <a16:creationId xmlns:a16="http://schemas.microsoft.com/office/drawing/2014/main" id="{E2E64240-8144-3E78-0286-6A96AF57DDB5}"/>
              </a:ext>
            </a:extLst>
          </p:cNvPr>
          <p:cNvPicPr preferRelativeResize="0"/>
          <p:nvPr/>
        </p:nvPicPr>
        <p:blipFill>
          <a:blip r:embed="rId14">
            <a:alphaModFix/>
          </a:blip>
          <a:stretch>
            <a:fillRect/>
          </a:stretch>
        </p:blipFill>
        <p:spPr>
          <a:xfrm>
            <a:off x="3242444" y="3050382"/>
            <a:ext cx="266700" cy="160021"/>
          </a:xfrm>
          <a:prstGeom prst="rect">
            <a:avLst/>
          </a:prstGeom>
          <a:noFill/>
          <a:ln>
            <a:noFill/>
          </a:ln>
        </p:spPr>
      </p:pic>
      <p:pic>
        <p:nvPicPr>
          <p:cNvPr id="68" name="Google Shape;284;p30">
            <a:extLst>
              <a:ext uri="{FF2B5EF4-FFF2-40B4-BE49-F238E27FC236}">
                <a16:creationId xmlns:a16="http://schemas.microsoft.com/office/drawing/2014/main" id="{3C1F1FF9-3573-6CAF-7797-F817B6032E39}"/>
              </a:ext>
            </a:extLst>
          </p:cNvPr>
          <p:cNvPicPr preferRelativeResize="0"/>
          <p:nvPr/>
        </p:nvPicPr>
        <p:blipFill rotWithShape="1">
          <a:blip r:embed="rId15">
            <a:alphaModFix/>
          </a:blip>
          <a:srcRect t="25001" b="21439"/>
          <a:stretch/>
        </p:blipFill>
        <p:spPr>
          <a:xfrm>
            <a:off x="3798937" y="3257269"/>
            <a:ext cx="640081" cy="182880"/>
          </a:xfrm>
          <a:prstGeom prst="rect">
            <a:avLst/>
          </a:prstGeom>
          <a:noFill/>
          <a:ln>
            <a:noFill/>
          </a:ln>
        </p:spPr>
      </p:pic>
      <p:pic>
        <p:nvPicPr>
          <p:cNvPr id="69" name="Google Shape;285;p30">
            <a:extLst>
              <a:ext uri="{FF2B5EF4-FFF2-40B4-BE49-F238E27FC236}">
                <a16:creationId xmlns:a16="http://schemas.microsoft.com/office/drawing/2014/main" id="{1FA247D0-F4EB-71E5-0CB4-5B9667C3A0DD}"/>
              </a:ext>
            </a:extLst>
          </p:cNvPr>
          <p:cNvPicPr preferRelativeResize="0"/>
          <p:nvPr/>
        </p:nvPicPr>
        <p:blipFill rotWithShape="1">
          <a:blip r:embed="rId13">
            <a:alphaModFix/>
          </a:blip>
          <a:srcRect t="30764" b="6"/>
          <a:stretch/>
        </p:blipFill>
        <p:spPr>
          <a:xfrm>
            <a:off x="4337919" y="1969104"/>
            <a:ext cx="417423" cy="150876"/>
          </a:xfrm>
          <a:prstGeom prst="rect">
            <a:avLst/>
          </a:prstGeom>
          <a:noFill/>
          <a:ln>
            <a:noFill/>
          </a:ln>
        </p:spPr>
      </p:pic>
    </p:spTree>
    <p:extLst>
      <p:ext uri="{BB962C8B-B14F-4D97-AF65-F5344CB8AC3E}">
        <p14:creationId xmlns:p14="http://schemas.microsoft.com/office/powerpoint/2010/main" val="2810374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94"/>
        <p:cNvGrpSpPr/>
        <p:nvPr/>
      </p:nvGrpSpPr>
      <p:grpSpPr>
        <a:xfrm>
          <a:off x="0" y="0"/>
          <a:ext cx="0" cy="0"/>
          <a:chOff x="0" y="0"/>
          <a:chExt cx="0" cy="0"/>
        </a:xfrm>
      </p:grpSpPr>
      <p:sp>
        <p:nvSpPr>
          <p:cNvPr id="495" name="Google Shape;495;p56"/>
          <p:cNvSpPr txBox="1">
            <a:spLocks noGrp="1"/>
          </p:cNvSpPr>
          <p:nvPr>
            <p:ph type="body" idx="1"/>
          </p:nvPr>
        </p:nvSpPr>
        <p:spPr>
          <a:xfrm>
            <a:off x="533400" y="734285"/>
            <a:ext cx="8336280" cy="324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sz="1000" b="1" dirty="0">
                <a:solidFill>
                  <a:schemeClr val="accent2"/>
                </a:solidFill>
                <a:latin typeface="Plus Jakarta Sans" panose="020B0604020202020204" charset="0"/>
                <a:ea typeface="Roboto"/>
                <a:cs typeface="Plus Jakarta Sans" panose="020B0604020202020204" charset="0"/>
                <a:sym typeface="Roboto"/>
              </a:rPr>
              <a:t>On-premises data and analytics platform by offering faster analytics, improved hardware utilization, and increased storage density.</a:t>
            </a:r>
          </a:p>
        </p:txBody>
      </p:sp>
      <p:sp>
        <p:nvSpPr>
          <p:cNvPr id="496" name="Google Shape;496;p56"/>
          <p:cNvSpPr txBox="1">
            <a:spLocks noGrp="1"/>
          </p:cNvSpPr>
          <p:nvPr>
            <p:ph type="title"/>
          </p:nvPr>
        </p:nvSpPr>
        <p:spPr>
          <a:xfrm>
            <a:off x="533400" y="284253"/>
            <a:ext cx="7620000" cy="423513"/>
          </a:xfrm>
          <a:prstGeom prst="rect">
            <a:avLst/>
          </a:prstGeom>
        </p:spPr>
        <p:txBody>
          <a:bodyPr spcFirstLastPara="1" wrap="square" lIns="91425" tIns="0" rIns="91425" bIns="45700" anchor="t" anchorCtr="0">
            <a:noAutofit/>
          </a:bodyPr>
          <a:lstStyle/>
          <a:p>
            <a:pPr marL="0" lvl="0" indent="0" algn="l" rtl="0">
              <a:spcBef>
                <a:spcPts val="0"/>
              </a:spcBef>
              <a:spcAft>
                <a:spcPts val="0"/>
              </a:spcAft>
              <a:buNone/>
            </a:pPr>
            <a:r>
              <a:rPr lang="en" b="1" dirty="0"/>
              <a:t>Cloudera on Premises – </a:t>
            </a:r>
            <a:r>
              <a:rPr lang="en" b="1" dirty="0">
                <a:solidFill>
                  <a:schemeClr val="accent1"/>
                </a:solidFill>
              </a:rPr>
              <a:t>PRIVATE CLOUD</a:t>
            </a:r>
            <a:endParaRPr dirty="0">
              <a:solidFill>
                <a:schemeClr val="accent1"/>
              </a:solidFill>
            </a:endParaRPr>
          </a:p>
        </p:txBody>
      </p:sp>
      <p:sp>
        <p:nvSpPr>
          <p:cNvPr id="497" name="Google Shape;497;p56"/>
          <p:cNvSpPr txBox="1"/>
          <p:nvPr/>
        </p:nvSpPr>
        <p:spPr>
          <a:xfrm>
            <a:off x="5068888" y="1383025"/>
            <a:ext cx="3669300" cy="127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b="1" dirty="0">
                <a:solidFill>
                  <a:schemeClr val="accent1"/>
                </a:solidFill>
                <a:latin typeface="Plus Jakarta Sans"/>
                <a:ea typeface="Plus Jakarta Sans"/>
                <a:cs typeface="Plus Jakarta Sans"/>
                <a:sym typeface="Plus Jakarta Sans"/>
              </a:rPr>
              <a:t>Cloudera Data Services on premises***</a:t>
            </a:r>
            <a:endParaRPr sz="1300" b="1" dirty="0">
              <a:solidFill>
                <a:schemeClr val="accent1"/>
              </a:solidFill>
              <a:latin typeface="Plus Jakarta Sans"/>
              <a:ea typeface="Plus Jakarta Sans"/>
              <a:cs typeface="Plus Jakarta Sans"/>
              <a:sym typeface="Plus Jakarta Sans"/>
            </a:endParaRPr>
          </a:p>
          <a:p>
            <a:pPr marL="457200" marR="0" lvl="0" indent="-292100" algn="l" rtl="0">
              <a:lnSpc>
                <a:spcPct val="100000"/>
              </a:lnSpc>
              <a:spcBef>
                <a:spcPts val="500"/>
              </a:spcBef>
              <a:spcAft>
                <a:spcPts val="0"/>
              </a:spcAft>
              <a:buClr>
                <a:srgbClr val="646464"/>
              </a:buClr>
              <a:buSzPts val="1000"/>
              <a:buFont typeface="Plus Jakarta Sans Light"/>
              <a:buChar char="●"/>
            </a:pPr>
            <a:r>
              <a:rPr lang="en" sz="1000" dirty="0">
                <a:solidFill>
                  <a:srgbClr val="646464"/>
                </a:solidFill>
                <a:latin typeface="Plus Jakarta Sans Light"/>
                <a:ea typeface="Plus Jakarta Sans Light"/>
                <a:cs typeface="Plus Jakarta Sans Light"/>
                <a:sym typeface="Plus Jakarta Sans Light"/>
              </a:rPr>
              <a:t>Access to Data Engineering, Data Warehouse and Machine Learning</a:t>
            </a:r>
            <a:endParaRPr sz="1000" dirty="0">
              <a:solidFill>
                <a:srgbClr val="646464"/>
              </a:solidFill>
              <a:latin typeface="Plus Jakarta Sans Light"/>
              <a:ea typeface="Plus Jakarta Sans Light"/>
              <a:cs typeface="Plus Jakarta Sans Light"/>
              <a:sym typeface="Plus Jakarta Sans Light"/>
            </a:endParaRPr>
          </a:p>
          <a:p>
            <a:pPr marL="457200" marR="0" lvl="0" indent="-292100" algn="l" rtl="0">
              <a:lnSpc>
                <a:spcPct val="100000"/>
              </a:lnSpc>
              <a:spcBef>
                <a:spcPts val="0"/>
              </a:spcBef>
              <a:spcAft>
                <a:spcPts val="0"/>
              </a:spcAft>
              <a:buClr>
                <a:srgbClr val="646464"/>
              </a:buClr>
              <a:buSzPts val="1000"/>
              <a:buFont typeface="Plus Jakarta Sans Light"/>
              <a:buChar char="●"/>
            </a:pPr>
            <a:r>
              <a:rPr lang="en" sz="1000" dirty="0">
                <a:solidFill>
                  <a:srgbClr val="646464"/>
                </a:solidFill>
                <a:latin typeface="Plus Jakarta Sans Light"/>
                <a:ea typeface="Plus Jakarta Sans Light"/>
                <a:cs typeface="Plus Jakarta Sans Light"/>
                <a:sym typeface="Plus Jakarta Sans Light"/>
              </a:rPr>
              <a:t>Runs on Packaged ECS; supports Openshift (BYOL)</a:t>
            </a:r>
            <a:endParaRPr sz="1000" dirty="0">
              <a:solidFill>
                <a:srgbClr val="646464"/>
              </a:solidFill>
              <a:latin typeface="Plus Jakarta Sans Light"/>
              <a:ea typeface="Plus Jakarta Sans Light"/>
              <a:cs typeface="Plus Jakarta Sans Light"/>
              <a:sym typeface="Plus Jakarta Sans Light"/>
            </a:endParaRPr>
          </a:p>
          <a:p>
            <a:pPr marL="457200" marR="0" lvl="0" indent="-292100" algn="l" rtl="0">
              <a:lnSpc>
                <a:spcPct val="100000"/>
              </a:lnSpc>
              <a:spcBef>
                <a:spcPts val="0"/>
              </a:spcBef>
              <a:spcAft>
                <a:spcPts val="0"/>
              </a:spcAft>
              <a:buClr>
                <a:srgbClr val="646464"/>
              </a:buClr>
              <a:buSzPts val="1000"/>
              <a:buFont typeface="Plus Jakarta Sans Light"/>
              <a:buChar char="●"/>
            </a:pPr>
            <a:r>
              <a:rPr lang="en" sz="1000" dirty="0">
                <a:solidFill>
                  <a:srgbClr val="646464"/>
                </a:solidFill>
                <a:latin typeface="Plus Jakarta Sans Light"/>
                <a:ea typeface="Plus Jakarta Sans Light"/>
                <a:cs typeface="Plus Jakarta Sans Light"/>
                <a:sym typeface="Plus Jakarta Sans Light"/>
              </a:rPr>
              <a:t>Uses Base for SDX and Data</a:t>
            </a:r>
            <a:endParaRPr sz="1000" dirty="0">
              <a:solidFill>
                <a:srgbClr val="646464"/>
              </a:solidFill>
              <a:latin typeface="Plus Jakarta Sans Light"/>
              <a:ea typeface="Plus Jakarta Sans Light"/>
              <a:cs typeface="Plus Jakarta Sans Light"/>
              <a:sym typeface="Plus Jakarta Sans Light"/>
            </a:endParaRPr>
          </a:p>
          <a:p>
            <a:pPr marL="457200" marR="0" lvl="0" indent="-292100" algn="l" rtl="0">
              <a:lnSpc>
                <a:spcPct val="100000"/>
              </a:lnSpc>
              <a:spcBef>
                <a:spcPts val="0"/>
              </a:spcBef>
              <a:spcAft>
                <a:spcPts val="0"/>
              </a:spcAft>
              <a:buClr>
                <a:srgbClr val="646464"/>
              </a:buClr>
              <a:buSzPts val="1000"/>
              <a:buFont typeface="Plus Jakarta Sans Light"/>
              <a:buChar char="●"/>
            </a:pPr>
            <a:r>
              <a:rPr lang="en" sz="1000" dirty="0">
                <a:solidFill>
                  <a:srgbClr val="646464"/>
                </a:solidFill>
                <a:latin typeface="Plus Jakarta Sans Light"/>
                <a:ea typeface="Plus Jakarta Sans Light"/>
                <a:cs typeface="Plus Jakarta Sans Light"/>
                <a:sym typeface="Plus Jakarta Sans Light"/>
              </a:rPr>
              <a:t>Data Visualization</a:t>
            </a:r>
            <a:endParaRPr sz="1000" dirty="0">
              <a:solidFill>
                <a:srgbClr val="646464"/>
              </a:solidFill>
              <a:latin typeface="Plus Jakarta Sans Light"/>
              <a:ea typeface="Plus Jakarta Sans Light"/>
              <a:cs typeface="Plus Jakarta Sans Light"/>
              <a:sym typeface="Plus Jakarta Sans Light"/>
            </a:endParaRPr>
          </a:p>
        </p:txBody>
      </p:sp>
      <p:sp>
        <p:nvSpPr>
          <p:cNvPr id="498" name="Google Shape;498;p56"/>
          <p:cNvSpPr/>
          <p:nvPr/>
        </p:nvSpPr>
        <p:spPr>
          <a:xfrm>
            <a:off x="419100" y="1097280"/>
            <a:ext cx="4572000" cy="3286125"/>
          </a:xfrm>
          <a:custGeom>
            <a:avLst/>
            <a:gdLst/>
            <a:ahLst/>
            <a:cxnLst/>
            <a:rect l="l" t="t" r="r" b="b"/>
            <a:pathLst>
              <a:path w="6096000" h="4381500" extrusionOk="0">
                <a:moveTo>
                  <a:pt x="0" y="0"/>
                </a:moveTo>
                <a:lnTo>
                  <a:pt x="6096000" y="0"/>
                </a:lnTo>
                <a:lnTo>
                  <a:pt x="6096000" y="4381500"/>
                </a:lnTo>
                <a:lnTo>
                  <a:pt x="0" y="4381500"/>
                </a:lnTo>
                <a:close/>
              </a:path>
            </a:pathLst>
          </a:custGeom>
          <a:solidFill>
            <a:srgbClr val="F7F7F7"/>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499" name="Google Shape;499;p56"/>
          <p:cNvSpPr/>
          <p:nvPr/>
        </p:nvSpPr>
        <p:spPr>
          <a:xfrm>
            <a:off x="561975" y="1383030"/>
            <a:ext cx="4286250" cy="285750"/>
          </a:xfrm>
          <a:custGeom>
            <a:avLst/>
            <a:gdLst/>
            <a:ahLst/>
            <a:cxnLst/>
            <a:rect l="l" t="t" r="r" b="b"/>
            <a:pathLst>
              <a:path w="5715000" h="381000" extrusionOk="0">
                <a:moveTo>
                  <a:pt x="0" y="0"/>
                </a:moveTo>
                <a:lnTo>
                  <a:pt x="5715000" y="0"/>
                </a:lnTo>
                <a:lnTo>
                  <a:pt x="5715000" y="381000"/>
                </a:lnTo>
                <a:lnTo>
                  <a:pt x="0" y="381000"/>
                </a:lnTo>
                <a:close/>
              </a:path>
            </a:pathLst>
          </a:custGeom>
          <a:solidFill>
            <a:srgbClr val="EDEDED"/>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00" name="Google Shape;500;p56"/>
          <p:cNvSpPr/>
          <p:nvPr/>
        </p:nvSpPr>
        <p:spPr>
          <a:xfrm>
            <a:off x="561975" y="1764030"/>
            <a:ext cx="4286250" cy="762000"/>
          </a:xfrm>
          <a:custGeom>
            <a:avLst/>
            <a:gdLst/>
            <a:ahLst/>
            <a:cxnLst/>
            <a:rect l="l" t="t" r="r" b="b"/>
            <a:pathLst>
              <a:path w="5715000" h="1016000" extrusionOk="0">
                <a:moveTo>
                  <a:pt x="0" y="0"/>
                </a:moveTo>
                <a:lnTo>
                  <a:pt x="5715000" y="0"/>
                </a:lnTo>
                <a:lnTo>
                  <a:pt x="5715000" y="1016000"/>
                </a:lnTo>
                <a:lnTo>
                  <a:pt x="0" y="1016000"/>
                </a:lnTo>
                <a:close/>
              </a:path>
            </a:pathLst>
          </a:custGeom>
          <a:solidFill>
            <a:srgbClr val="EDEDED"/>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01" name="Google Shape;501;p56"/>
          <p:cNvSpPr/>
          <p:nvPr/>
        </p:nvSpPr>
        <p:spPr>
          <a:xfrm>
            <a:off x="561975" y="2621280"/>
            <a:ext cx="4286250" cy="1619250"/>
          </a:xfrm>
          <a:custGeom>
            <a:avLst/>
            <a:gdLst/>
            <a:ahLst/>
            <a:cxnLst/>
            <a:rect l="l" t="t" r="r" b="b"/>
            <a:pathLst>
              <a:path w="5715000" h="2159000" extrusionOk="0">
                <a:moveTo>
                  <a:pt x="0" y="0"/>
                </a:moveTo>
                <a:lnTo>
                  <a:pt x="5715000" y="0"/>
                </a:lnTo>
                <a:lnTo>
                  <a:pt x="5715000" y="2159000"/>
                </a:lnTo>
                <a:lnTo>
                  <a:pt x="0" y="2159000"/>
                </a:lnTo>
                <a:close/>
              </a:path>
            </a:pathLst>
          </a:custGeom>
          <a:solidFill>
            <a:srgbClr val="EDEDED"/>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02" name="Google Shape;502;p56"/>
          <p:cNvSpPr/>
          <p:nvPr/>
        </p:nvSpPr>
        <p:spPr>
          <a:xfrm>
            <a:off x="657225" y="3192780"/>
            <a:ext cx="2000250" cy="762000"/>
          </a:xfrm>
          <a:custGeom>
            <a:avLst/>
            <a:gdLst/>
            <a:ahLst/>
            <a:cxnLst/>
            <a:rect l="l" t="t" r="r" b="b"/>
            <a:pathLst>
              <a:path w="2667000" h="1016000" extrusionOk="0">
                <a:moveTo>
                  <a:pt x="0" y="0"/>
                </a:moveTo>
                <a:lnTo>
                  <a:pt x="2667000" y="0"/>
                </a:lnTo>
                <a:lnTo>
                  <a:pt x="2667000" y="1016000"/>
                </a:lnTo>
                <a:lnTo>
                  <a:pt x="0" y="1016000"/>
                </a:lnTo>
                <a:close/>
              </a:path>
            </a:pathLst>
          </a:custGeom>
          <a:solidFill>
            <a:srgbClr val="F7F7F7"/>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03" name="Google Shape;503;p56"/>
          <p:cNvSpPr/>
          <p:nvPr/>
        </p:nvSpPr>
        <p:spPr>
          <a:xfrm>
            <a:off x="2752725" y="3192775"/>
            <a:ext cx="2000250" cy="762000"/>
          </a:xfrm>
          <a:custGeom>
            <a:avLst/>
            <a:gdLst/>
            <a:ahLst/>
            <a:cxnLst/>
            <a:rect l="l" t="t" r="r" b="b"/>
            <a:pathLst>
              <a:path w="1270000" h="1016000" extrusionOk="0">
                <a:moveTo>
                  <a:pt x="0" y="0"/>
                </a:moveTo>
                <a:lnTo>
                  <a:pt x="1270000" y="0"/>
                </a:lnTo>
                <a:lnTo>
                  <a:pt x="1270000" y="1016000"/>
                </a:lnTo>
                <a:lnTo>
                  <a:pt x="0" y="1016000"/>
                </a:lnTo>
                <a:close/>
              </a:path>
            </a:pathLst>
          </a:custGeom>
          <a:solidFill>
            <a:srgbClr val="F7F7F7"/>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grpSp>
        <p:nvGrpSpPr>
          <p:cNvPr id="504" name="Google Shape;504;p56"/>
          <p:cNvGrpSpPr/>
          <p:nvPr/>
        </p:nvGrpSpPr>
        <p:grpSpPr>
          <a:xfrm>
            <a:off x="657225" y="2716530"/>
            <a:ext cx="4095750" cy="381000"/>
            <a:chOff x="3365500" y="3397250"/>
            <a:chExt cx="5461000" cy="508000"/>
          </a:xfrm>
        </p:grpSpPr>
        <p:sp>
          <p:nvSpPr>
            <p:cNvPr id="505" name="Google Shape;505;p56"/>
            <p:cNvSpPr/>
            <p:nvPr/>
          </p:nvSpPr>
          <p:spPr>
            <a:xfrm>
              <a:off x="8619490" y="3698240"/>
              <a:ext cx="207009" cy="207009"/>
            </a:xfrm>
            <a:custGeom>
              <a:avLst/>
              <a:gdLst/>
              <a:ahLst/>
              <a:cxnLst/>
              <a:rect l="l" t="t" r="r" b="b"/>
              <a:pathLst>
                <a:path w="207009" h="207009" extrusionOk="0">
                  <a:moveTo>
                    <a:pt x="207010" y="0"/>
                  </a:moveTo>
                  <a:lnTo>
                    <a:pt x="0" y="207010"/>
                  </a:lnTo>
                  <a:lnTo>
                    <a:pt x="8890" y="207010"/>
                  </a:lnTo>
                  <a:lnTo>
                    <a:pt x="207010" y="889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06" name="Google Shape;506;p56"/>
            <p:cNvSpPr/>
            <p:nvPr/>
          </p:nvSpPr>
          <p:spPr>
            <a:xfrm>
              <a:off x="8740140" y="3818890"/>
              <a:ext cx="86359" cy="86359"/>
            </a:xfrm>
            <a:custGeom>
              <a:avLst/>
              <a:gdLst/>
              <a:ahLst/>
              <a:cxnLst/>
              <a:rect l="l" t="t" r="r" b="b"/>
              <a:pathLst>
                <a:path w="86359" h="86359" extrusionOk="0">
                  <a:moveTo>
                    <a:pt x="86360" y="0"/>
                  </a:moveTo>
                  <a:lnTo>
                    <a:pt x="0" y="86360"/>
                  </a:lnTo>
                  <a:lnTo>
                    <a:pt x="8890" y="86360"/>
                  </a:lnTo>
                  <a:lnTo>
                    <a:pt x="86360" y="889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07" name="Google Shape;507;p56"/>
            <p:cNvSpPr/>
            <p:nvPr/>
          </p:nvSpPr>
          <p:spPr>
            <a:xfrm>
              <a:off x="7588250"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08" name="Google Shape;508;p56"/>
            <p:cNvSpPr/>
            <p:nvPr/>
          </p:nvSpPr>
          <p:spPr>
            <a:xfrm>
              <a:off x="7527925"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09" name="Google Shape;509;p56"/>
            <p:cNvSpPr/>
            <p:nvPr/>
          </p:nvSpPr>
          <p:spPr>
            <a:xfrm>
              <a:off x="8557894" y="3636645"/>
              <a:ext cx="268605" cy="268604"/>
            </a:xfrm>
            <a:custGeom>
              <a:avLst/>
              <a:gdLst/>
              <a:ahLst/>
              <a:cxnLst/>
              <a:rect l="l" t="t" r="r" b="b"/>
              <a:pathLst>
                <a:path w="268605" h="268604" extrusionOk="0">
                  <a:moveTo>
                    <a:pt x="268605" y="0"/>
                  </a:moveTo>
                  <a:lnTo>
                    <a:pt x="0" y="268605"/>
                  </a:lnTo>
                  <a:lnTo>
                    <a:pt x="8890" y="268605"/>
                  </a:lnTo>
                  <a:lnTo>
                    <a:pt x="268605" y="889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10" name="Google Shape;510;p56"/>
            <p:cNvSpPr/>
            <p:nvPr/>
          </p:nvSpPr>
          <p:spPr>
            <a:xfrm>
              <a:off x="8679815" y="3758565"/>
              <a:ext cx="146684" cy="146684"/>
            </a:xfrm>
            <a:custGeom>
              <a:avLst/>
              <a:gdLst/>
              <a:ahLst/>
              <a:cxnLst/>
              <a:rect l="l" t="t" r="r" b="b"/>
              <a:pathLst>
                <a:path w="146684" h="146684" extrusionOk="0">
                  <a:moveTo>
                    <a:pt x="146685" y="0"/>
                  </a:moveTo>
                  <a:lnTo>
                    <a:pt x="0" y="146685"/>
                  </a:lnTo>
                  <a:lnTo>
                    <a:pt x="8890" y="146685"/>
                  </a:lnTo>
                  <a:lnTo>
                    <a:pt x="146685" y="889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11" name="Google Shape;511;p56"/>
            <p:cNvSpPr/>
            <p:nvPr/>
          </p:nvSpPr>
          <p:spPr>
            <a:xfrm>
              <a:off x="8134350"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12" name="Google Shape;512;p56"/>
            <p:cNvSpPr/>
            <p:nvPr/>
          </p:nvSpPr>
          <p:spPr>
            <a:xfrm>
              <a:off x="8255000"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13" name="Google Shape;513;p56"/>
            <p:cNvSpPr/>
            <p:nvPr/>
          </p:nvSpPr>
          <p:spPr>
            <a:xfrm>
              <a:off x="7892415"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14" name="Google Shape;514;p56"/>
            <p:cNvSpPr/>
            <p:nvPr/>
          </p:nvSpPr>
          <p:spPr>
            <a:xfrm>
              <a:off x="8801100" y="3879850"/>
              <a:ext cx="25400" cy="25400"/>
            </a:xfrm>
            <a:custGeom>
              <a:avLst/>
              <a:gdLst/>
              <a:ahLst/>
              <a:cxnLst/>
              <a:rect l="l" t="t" r="r" b="b"/>
              <a:pathLst>
                <a:path w="25400" h="25400" extrusionOk="0">
                  <a:moveTo>
                    <a:pt x="25400" y="8890"/>
                  </a:moveTo>
                  <a:lnTo>
                    <a:pt x="25400" y="0"/>
                  </a:lnTo>
                  <a:lnTo>
                    <a:pt x="0" y="25400"/>
                  </a:lnTo>
                  <a:lnTo>
                    <a:pt x="8890" y="2540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15" name="Google Shape;515;p56"/>
            <p:cNvSpPr/>
            <p:nvPr/>
          </p:nvSpPr>
          <p:spPr>
            <a:xfrm>
              <a:off x="7952740"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16" name="Google Shape;516;p56"/>
            <p:cNvSpPr/>
            <p:nvPr/>
          </p:nvSpPr>
          <p:spPr>
            <a:xfrm>
              <a:off x="8073390"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17" name="Google Shape;517;p56"/>
            <p:cNvSpPr/>
            <p:nvPr/>
          </p:nvSpPr>
          <p:spPr>
            <a:xfrm>
              <a:off x="8013065"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18" name="Google Shape;518;p56"/>
            <p:cNvSpPr/>
            <p:nvPr/>
          </p:nvSpPr>
          <p:spPr>
            <a:xfrm>
              <a:off x="8194675"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19" name="Google Shape;519;p56"/>
            <p:cNvSpPr/>
            <p:nvPr/>
          </p:nvSpPr>
          <p:spPr>
            <a:xfrm>
              <a:off x="7648575"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20" name="Google Shape;520;p56"/>
            <p:cNvSpPr/>
            <p:nvPr/>
          </p:nvSpPr>
          <p:spPr>
            <a:xfrm>
              <a:off x="7709534"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21" name="Google Shape;521;p56"/>
            <p:cNvSpPr/>
            <p:nvPr/>
          </p:nvSpPr>
          <p:spPr>
            <a:xfrm>
              <a:off x="8496934" y="3575684"/>
              <a:ext cx="329565" cy="329565"/>
            </a:xfrm>
            <a:custGeom>
              <a:avLst/>
              <a:gdLst/>
              <a:ahLst/>
              <a:cxnLst/>
              <a:rect l="l" t="t" r="r" b="b"/>
              <a:pathLst>
                <a:path w="329565" h="329565" extrusionOk="0">
                  <a:moveTo>
                    <a:pt x="329565" y="0"/>
                  </a:moveTo>
                  <a:lnTo>
                    <a:pt x="0" y="329565"/>
                  </a:lnTo>
                  <a:lnTo>
                    <a:pt x="8890" y="329565"/>
                  </a:lnTo>
                  <a:lnTo>
                    <a:pt x="329565" y="889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22" name="Google Shape;522;p56"/>
            <p:cNvSpPr/>
            <p:nvPr/>
          </p:nvSpPr>
          <p:spPr>
            <a:xfrm>
              <a:off x="8436609" y="3515359"/>
              <a:ext cx="389890" cy="389890"/>
            </a:xfrm>
            <a:custGeom>
              <a:avLst/>
              <a:gdLst/>
              <a:ahLst/>
              <a:cxnLst/>
              <a:rect l="l" t="t" r="r" b="b"/>
              <a:pathLst>
                <a:path w="389890" h="389890" extrusionOk="0">
                  <a:moveTo>
                    <a:pt x="389890" y="0"/>
                  </a:moveTo>
                  <a:lnTo>
                    <a:pt x="0" y="389890"/>
                  </a:lnTo>
                  <a:lnTo>
                    <a:pt x="8890" y="389890"/>
                  </a:lnTo>
                  <a:lnTo>
                    <a:pt x="389890" y="889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23" name="Google Shape;523;p56"/>
            <p:cNvSpPr/>
            <p:nvPr/>
          </p:nvSpPr>
          <p:spPr>
            <a:xfrm>
              <a:off x="8376284" y="3455034"/>
              <a:ext cx="450215" cy="450215"/>
            </a:xfrm>
            <a:custGeom>
              <a:avLst/>
              <a:gdLst/>
              <a:ahLst/>
              <a:cxnLst/>
              <a:rect l="l" t="t" r="r" b="b"/>
              <a:pathLst>
                <a:path w="450215" h="450215" extrusionOk="0">
                  <a:moveTo>
                    <a:pt x="450215" y="0"/>
                  </a:moveTo>
                  <a:lnTo>
                    <a:pt x="0" y="450215"/>
                  </a:lnTo>
                  <a:lnTo>
                    <a:pt x="8890" y="450215"/>
                  </a:lnTo>
                  <a:lnTo>
                    <a:pt x="450215" y="889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24" name="Google Shape;524;p56"/>
            <p:cNvSpPr/>
            <p:nvPr/>
          </p:nvSpPr>
          <p:spPr>
            <a:xfrm>
              <a:off x="7832090"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25" name="Google Shape;525;p56"/>
            <p:cNvSpPr/>
            <p:nvPr/>
          </p:nvSpPr>
          <p:spPr>
            <a:xfrm>
              <a:off x="8315325" y="3397250"/>
              <a:ext cx="511175" cy="508000"/>
            </a:xfrm>
            <a:custGeom>
              <a:avLst/>
              <a:gdLst/>
              <a:ahLst/>
              <a:cxnLst/>
              <a:rect l="l" t="t" r="r" b="b"/>
              <a:pathLst>
                <a:path w="511175" h="508000" extrusionOk="0">
                  <a:moveTo>
                    <a:pt x="511175" y="0"/>
                  </a:moveTo>
                  <a:lnTo>
                    <a:pt x="508635" y="0"/>
                  </a:lnTo>
                  <a:lnTo>
                    <a:pt x="0" y="508000"/>
                  </a:lnTo>
                  <a:lnTo>
                    <a:pt x="8890" y="508000"/>
                  </a:lnTo>
                  <a:lnTo>
                    <a:pt x="511175" y="635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26" name="Google Shape;526;p56"/>
            <p:cNvSpPr/>
            <p:nvPr/>
          </p:nvSpPr>
          <p:spPr>
            <a:xfrm>
              <a:off x="7771130" y="3397250"/>
              <a:ext cx="517525" cy="508000"/>
            </a:xfrm>
            <a:custGeom>
              <a:avLst/>
              <a:gdLst/>
              <a:ahLst/>
              <a:cxnLst/>
              <a:rect l="l" t="t" r="r" b="b"/>
              <a:pathLst>
                <a:path w="517525" h="508000" extrusionOk="0">
                  <a:moveTo>
                    <a:pt x="508635" y="0"/>
                  </a:moveTo>
                  <a:lnTo>
                    <a:pt x="0" y="508000"/>
                  </a:lnTo>
                  <a:lnTo>
                    <a:pt x="8889"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27" name="Google Shape;527;p56"/>
            <p:cNvSpPr/>
            <p:nvPr/>
          </p:nvSpPr>
          <p:spPr>
            <a:xfrm>
              <a:off x="5471795" y="3397250"/>
              <a:ext cx="516889" cy="508000"/>
            </a:xfrm>
            <a:custGeom>
              <a:avLst/>
              <a:gdLst/>
              <a:ahLst/>
              <a:cxnLst/>
              <a:rect l="l" t="t" r="r" b="b"/>
              <a:pathLst>
                <a:path w="516889"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28" name="Google Shape;528;p56"/>
            <p:cNvSpPr/>
            <p:nvPr/>
          </p:nvSpPr>
          <p:spPr>
            <a:xfrm>
              <a:off x="4745990" y="3397250"/>
              <a:ext cx="516889" cy="508000"/>
            </a:xfrm>
            <a:custGeom>
              <a:avLst/>
              <a:gdLst/>
              <a:ahLst/>
              <a:cxnLst/>
              <a:rect l="l" t="t" r="r" b="b"/>
              <a:pathLst>
                <a:path w="516889"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29" name="Google Shape;529;p56"/>
            <p:cNvSpPr/>
            <p:nvPr/>
          </p:nvSpPr>
          <p:spPr>
            <a:xfrm>
              <a:off x="4201795" y="3397250"/>
              <a:ext cx="516889" cy="508000"/>
            </a:xfrm>
            <a:custGeom>
              <a:avLst/>
              <a:gdLst/>
              <a:ahLst/>
              <a:cxnLst/>
              <a:rect l="l" t="t" r="r" b="b"/>
              <a:pathLst>
                <a:path w="516889"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30" name="Google Shape;530;p56"/>
            <p:cNvSpPr/>
            <p:nvPr/>
          </p:nvSpPr>
          <p:spPr>
            <a:xfrm>
              <a:off x="6318250"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31" name="Google Shape;531;p56"/>
            <p:cNvSpPr/>
            <p:nvPr/>
          </p:nvSpPr>
          <p:spPr>
            <a:xfrm>
              <a:off x="4685665" y="3397250"/>
              <a:ext cx="516889" cy="508000"/>
            </a:xfrm>
            <a:custGeom>
              <a:avLst/>
              <a:gdLst/>
              <a:ahLst/>
              <a:cxnLst/>
              <a:rect l="l" t="t" r="r" b="b"/>
              <a:pathLst>
                <a:path w="516889"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32" name="Google Shape;532;p56"/>
            <p:cNvSpPr/>
            <p:nvPr/>
          </p:nvSpPr>
          <p:spPr>
            <a:xfrm>
              <a:off x="5048250"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33" name="Google Shape;533;p56"/>
            <p:cNvSpPr/>
            <p:nvPr/>
          </p:nvSpPr>
          <p:spPr>
            <a:xfrm>
              <a:off x="4987925"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34" name="Google Shape;534;p56"/>
            <p:cNvSpPr/>
            <p:nvPr/>
          </p:nvSpPr>
          <p:spPr>
            <a:xfrm>
              <a:off x="4867275"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35" name="Google Shape;535;p56"/>
            <p:cNvSpPr/>
            <p:nvPr/>
          </p:nvSpPr>
          <p:spPr>
            <a:xfrm>
              <a:off x="6257925"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36" name="Google Shape;536;p56"/>
            <p:cNvSpPr/>
            <p:nvPr/>
          </p:nvSpPr>
          <p:spPr>
            <a:xfrm>
              <a:off x="4927600"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37" name="Google Shape;537;p56"/>
            <p:cNvSpPr/>
            <p:nvPr/>
          </p:nvSpPr>
          <p:spPr>
            <a:xfrm>
              <a:off x="4806315"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38" name="Google Shape;538;p56"/>
            <p:cNvSpPr/>
            <p:nvPr/>
          </p:nvSpPr>
          <p:spPr>
            <a:xfrm>
              <a:off x="4383404"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39" name="Google Shape;539;p56"/>
            <p:cNvSpPr/>
            <p:nvPr/>
          </p:nvSpPr>
          <p:spPr>
            <a:xfrm>
              <a:off x="4322445"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40" name="Google Shape;540;p56"/>
            <p:cNvSpPr/>
            <p:nvPr/>
          </p:nvSpPr>
          <p:spPr>
            <a:xfrm>
              <a:off x="4262120"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41" name="Google Shape;541;p56"/>
            <p:cNvSpPr/>
            <p:nvPr/>
          </p:nvSpPr>
          <p:spPr>
            <a:xfrm>
              <a:off x="6499859"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42" name="Google Shape;542;p56"/>
            <p:cNvSpPr/>
            <p:nvPr/>
          </p:nvSpPr>
          <p:spPr>
            <a:xfrm>
              <a:off x="6439534"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43" name="Google Shape;543;p56"/>
            <p:cNvSpPr/>
            <p:nvPr/>
          </p:nvSpPr>
          <p:spPr>
            <a:xfrm>
              <a:off x="4564379"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44" name="Google Shape;544;p56"/>
            <p:cNvSpPr/>
            <p:nvPr/>
          </p:nvSpPr>
          <p:spPr>
            <a:xfrm>
              <a:off x="6378575"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45" name="Google Shape;545;p56"/>
            <p:cNvSpPr/>
            <p:nvPr/>
          </p:nvSpPr>
          <p:spPr>
            <a:xfrm>
              <a:off x="4504054"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46" name="Google Shape;546;p56"/>
            <p:cNvSpPr/>
            <p:nvPr/>
          </p:nvSpPr>
          <p:spPr>
            <a:xfrm>
              <a:off x="4443729"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47" name="Google Shape;547;p56"/>
            <p:cNvSpPr/>
            <p:nvPr/>
          </p:nvSpPr>
          <p:spPr>
            <a:xfrm>
              <a:off x="4625340" y="3397250"/>
              <a:ext cx="516889" cy="508000"/>
            </a:xfrm>
            <a:custGeom>
              <a:avLst/>
              <a:gdLst/>
              <a:ahLst/>
              <a:cxnLst/>
              <a:rect l="l" t="t" r="r" b="b"/>
              <a:pathLst>
                <a:path w="516889"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48" name="Google Shape;548;p56"/>
            <p:cNvSpPr/>
            <p:nvPr/>
          </p:nvSpPr>
          <p:spPr>
            <a:xfrm>
              <a:off x="5653404"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49" name="Google Shape;549;p56"/>
            <p:cNvSpPr/>
            <p:nvPr/>
          </p:nvSpPr>
          <p:spPr>
            <a:xfrm>
              <a:off x="5713729"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50" name="Google Shape;550;p56"/>
            <p:cNvSpPr/>
            <p:nvPr/>
          </p:nvSpPr>
          <p:spPr>
            <a:xfrm>
              <a:off x="6015990"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51" name="Google Shape;551;p56"/>
            <p:cNvSpPr/>
            <p:nvPr/>
          </p:nvSpPr>
          <p:spPr>
            <a:xfrm>
              <a:off x="5532120" y="3397250"/>
              <a:ext cx="516889" cy="508000"/>
            </a:xfrm>
            <a:custGeom>
              <a:avLst/>
              <a:gdLst/>
              <a:ahLst/>
              <a:cxnLst/>
              <a:rect l="l" t="t" r="r" b="b"/>
              <a:pathLst>
                <a:path w="516889"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52" name="Google Shape;552;p56"/>
            <p:cNvSpPr/>
            <p:nvPr/>
          </p:nvSpPr>
          <p:spPr>
            <a:xfrm>
              <a:off x="5592445"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53" name="Google Shape;553;p56"/>
            <p:cNvSpPr/>
            <p:nvPr/>
          </p:nvSpPr>
          <p:spPr>
            <a:xfrm>
              <a:off x="5895340" y="3397250"/>
              <a:ext cx="516889" cy="508000"/>
            </a:xfrm>
            <a:custGeom>
              <a:avLst/>
              <a:gdLst/>
              <a:ahLst/>
              <a:cxnLst/>
              <a:rect l="l" t="t" r="r" b="b"/>
              <a:pathLst>
                <a:path w="516889"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54" name="Google Shape;554;p56"/>
            <p:cNvSpPr/>
            <p:nvPr/>
          </p:nvSpPr>
          <p:spPr>
            <a:xfrm>
              <a:off x="5955665" y="3397250"/>
              <a:ext cx="516889" cy="508000"/>
            </a:xfrm>
            <a:custGeom>
              <a:avLst/>
              <a:gdLst/>
              <a:ahLst/>
              <a:cxnLst/>
              <a:rect l="l" t="t" r="r" b="b"/>
              <a:pathLst>
                <a:path w="516889"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55" name="Google Shape;555;p56"/>
            <p:cNvSpPr/>
            <p:nvPr/>
          </p:nvSpPr>
          <p:spPr>
            <a:xfrm>
              <a:off x="5834379"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56" name="Google Shape;556;p56"/>
            <p:cNvSpPr/>
            <p:nvPr/>
          </p:nvSpPr>
          <p:spPr>
            <a:xfrm>
              <a:off x="5774054"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57" name="Google Shape;557;p56"/>
            <p:cNvSpPr/>
            <p:nvPr/>
          </p:nvSpPr>
          <p:spPr>
            <a:xfrm>
              <a:off x="5290184"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58" name="Google Shape;558;p56"/>
            <p:cNvSpPr/>
            <p:nvPr/>
          </p:nvSpPr>
          <p:spPr>
            <a:xfrm>
              <a:off x="5229859"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59" name="Google Shape;559;p56"/>
            <p:cNvSpPr/>
            <p:nvPr/>
          </p:nvSpPr>
          <p:spPr>
            <a:xfrm>
              <a:off x="5108575"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60" name="Google Shape;560;p56"/>
            <p:cNvSpPr/>
            <p:nvPr/>
          </p:nvSpPr>
          <p:spPr>
            <a:xfrm>
              <a:off x="5169534"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61" name="Google Shape;561;p56"/>
            <p:cNvSpPr/>
            <p:nvPr/>
          </p:nvSpPr>
          <p:spPr>
            <a:xfrm>
              <a:off x="6197600"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62" name="Google Shape;562;p56"/>
            <p:cNvSpPr/>
            <p:nvPr/>
          </p:nvSpPr>
          <p:spPr>
            <a:xfrm>
              <a:off x="5350509"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63" name="Google Shape;563;p56"/>
            <p:cNvSpPr/>
            <p:nvPr/>
          </p:nvSpPr>
          <p:spPr>
            <a:xfrm>
              <a:off x="5411470" y="3397250"/>
              <a:ext cx="516889" cy="508000"/>
            </a:xfrm>
            <a:custGeom>
              <a:avLst/>
              <a:gdLst/>
              <a:ahLst/>
              <a:cxnLst/>
              <a:rect l="l" t="t" r="r" b="b"/>
              <a:pathLst>
                <a:path w="516889"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64" name="Google Shape;564;p56"/>
            <p:cNvSpPr/>
            <p:nvPr/>
          </p:nvSpPr>
          <p:spPr>
            <a:xfrm>
              <a:off x="6136640"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65" name="Google Shape;565;p56"/>
            <p:cNvSpPr/>
            <p:nvPr/>
          </p:nvSpPr>
          <p:spPr>
            <a:xfrm>
              <a:off x="6076315"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66" name="Google Shape;566;p56"/>
            <p:cNvSpPr/>
            <p:nvPr/>
          </p:nvSpPr>
          <p:spPr>
            <a:xfrm>
              <a:off x="6802119"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67" name="Google Shape;567;p56"/>
            <p:cNvSpPr/>
            <p:nvPr/>
          </p:nvSpPr>
          <p:spPr>
            <a:xfrm>
              <a:off x="3365500" y="3397250"/>
              <a:ext cx="144145" cy="144145"/>
            </a:xfrm>
            <a:custGeom>
              <a:avLst/>
              <a:gdLst/>
              <a:ahLst/>
              <a:cxnLst/>
              <a:rect l="l" t="t" r="r" b="b"/>
              <a:pathLst>
                <a:path w="144145" h="144145" extrusionOk="0">
                  <a:moveTo>
                    <a:pt x="135255" y="0"/>
                  </a:moveTo>
                  <a:lnTo>
                    <a:pt x="0" y="135255"/>
                  </a:lnTo>
                  <a:lnTo>
                    <a:pt x="0" y="144145"/>
                  </a:lnTo>
                  <a:lnTo>
                    <a:pt x="14414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68" name="Google Shape;568;p56"/>
            <p:cNvSpPr/>
            <p:nvPr/>
          </p:nvSpPr>
          <p:spPr>
            <a:xfrm>
              <a:off x="6922769" y="3397250"/>
              <a:ext cx="517525" cy="508000"/>
            </a:xfrm>
            <a:custGeom>
              <a:avLst/>
              <a:gdLst/>
              <a:ahLst/>
              <a:cxnLst/>
              <a:rect l="l" t="t" r="r" b="b"/>
              <a:pathLst>
                <a:path w="517525" h="508000" extrusionOk="0">
                  <a:moveTo>
                    <a:pt x="508636"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69" name="Google Shape;569;p56"/>
            <p:cNvSpPr/>
            <p:nvPr/>
          </p:nvSpPr>
          <p:spPr>
            <a:xfrm>
              <a:off x="3365500" y="3397250"/>
              <a:ext cx="83184" cy="83184"/>
            </a:xfrm>
            <a:custGeom>
              <a:avLst/>
              <a:gdLst/>
              <a:ahLst/>
              <a:cxnLst/>
              <a:rect l="l" t="t" r="r" b="b"/>
              <a:pathLst>
                <a:path w="83184" h="83184" extrusionOk="0">
                  <a:moveTo>
                    <a:pt x="74295" y="0"/>
                  </a:moveTo>
                  <a:lnTo>
                    <a:pt x="0" y="74295"/>
                  </a:lnTo>
                  <a:lnTo>
                    <a:pt x="0" y="83185"/>
                  </a:lnTo>
                  <a:lnTo>
                    <a:pt x="8318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70" name="Google Shape;570;p56"/>
            <p:cNvSpPr/>
            <p:nvPr/>
          </p:nvSpPr>
          <p:spPr>
            <a:xfrm>
              <a:off x="3365500" y="3397250"/>
              <a:ext cx="204470" cy="204470"/>
            </a:xfrm>
            <a:custGeom>
              <a:avLst/>
              <a:gdLst/>
              <a:ahLst/>
              <a:cxnLst/>
              <a:rect l="l" t="t" r="r" b="b"/>
              <a:pathLst>
                <a:path w="204470" h="204470" extrusionOk="0">
                  <a:moveTo>
                    <a:pt x="195580" y="0"/>
                  </a:moveTo>
                  <a:lnTo>
                    <a:pt x="0" y="195580"/>
                  </a:lnTo>
                  <a:lnTo>
                    <a:pt x="0" y="204470"/>
                  </a:lnTo>
                  <a:lnTo>
                    <a:pt x="20447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71" name="Google Shape;571;p56"/>
            <p:cNvSpPr/>
            <p:nvPr/>
          </p:nvSpPr>
          <p:spPr>
            <a:xfrm>
              <a:off x="3365500" y="3397250"/>
              <a:ext cx="325120" cy="325120"/>
            </a:xfrm>
            <a:custGeom>
              <a:avLst/>
              <a:gdLst/>
              <a:ahLst/>
              <a:cxnLst/>
              <a:rect l="l" t="t" r="r" b="b"/>
              <a:pathLst>
                <a:path w="325120" h="325120" extrusionOk="0">
                  <a:moveTo>
                    <a:pt x="316230" y="0"/>
                  </a:moveTo>
                  <a:lnTo>
                    <a:pt x="0" y="316230"/>
                  </a:lnTo>
                  <a:lnTo>
                    <a:pt x="0" y="325120"/>
                  </a:lnTo>
                  <a:lnTo>
                    <a:pt x="32512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72" name="Google Shape;572;p56"/>
            <p:cNvSpPr/>
            <p:nvPr/>
          </p:nvSpPr>
          <p:spPr>
            <a:xfrm>
              <a:off x="3365500" y="3397250"/>
              <a:ext cx="22859" cy="22859"/>
            </a:xfrm>
            <a:custGeom>
              <a:avLst/>
              <a:gdLst/>
              <a:ahLst/>
              <a:cxnLst/>
              <a:rect l="l" t="t" r="r" b="b"/>
              <a:pathLst>
                <a:path w="22859" h="22859" extrusionOk="0">
                  <a:moveTo>
                    <a:pt x="13970" y="0"/>
                  </a:moveTo>
                  <a:lnTo>
                    <a:pt x="0" y="13970"/>
                  </a:lnTo>
                  <a:lnTo>
                    <a:pt x="0" y="22860"/>
                  </a:lnTo>
                  <a:lnTo>
                    <a:pt x="2286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73" name="Google Shape;573;p56"/>
            <p:cNvSpPr/>
            <p:nvPr/>
          </p:nvSpPr>
          <p:spPr>
            <a:xfrm>
              <a:off x="3365500" y="3397250"/>
              <a:ext cx="386079" cy="385445"/>
            </a:xfrm>
            <a:custGeom>
              <a:avLst/>
              <a:gdLst/>
              <a:ahLst/>
              <a:cxnLst/>
              <a:rect l="l" t="t" r="r" b="b"/>
              <a:pathLst>
                <a:path w="386079" h="385445" extrusionOk="0">
                  <a:moveTo>
                    <a:pt x="377190" y="0"/>
                  </a:moveTo>
                  <a:lnTo>
                    <a:pt x="0" y="376555"/>
                  </a:lnTo>
                  <a:lnTo>
                    <a:pt x="0" y="385445"/>
                  </a:lnTo>
                  <a:lnTo>
                    <a:pt x="38608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74" name="Google Shape;574;p56"/>
            <p:cNvSpPr/>
            <p:nvPr/>
          </p:nvSpPr>
          <p:spPr>
            <a:xfrm>
              <a:off x="6862444" y="3397250"/>
              <a:ext cx="517525" cy="508000"/>
            </a:xfrm>
            <a:custGeom>
              <a:avLst/>
              <a:gdLst/>
              <a:ahLst/>
              <a:cxnLst/>
              <a:rect l="l" t="t" r="r" b="b"/>
              <a:pathLst>
                <a:path w="517525" h="508000" extrusionOk="0">
                  <a:moveTo>
                    <a:pt x="508636"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75" name="Google Shape;575;p56"/>
            <p:cNvSpPr/>
            <p:nvPr/>
          </p:nvSpPr>
          <p:spPr>
            <a:xfrm>
              <a:off x="3365500" y="3397250"/>
              <a:ext cx="264795" cy="264795"/>
            </a:xfrm>
            <a:custGeom>
              <a:avLst/>
              <a:gdLst/>
              <a:ahLst/>
              <a:cxnLst/>
              <a:rect l="l" t="t" r="r" b="b"/>
              <a:pathLst>
                <a:path w="264795" h="264795" extrusionOk="0">
                  <a:moveTo>
                    <a:pt x="255905" y="0"/>
                  </a:moveTo>
                  <a:lnTo>
                    <a:pt x="0" y="255905"/>
                  </a:lnTo>
                  <a:lnTo>
                    <a:pt x="0" y="264795"/>
                  </a:lnTo>
                  <a:lnTo>
                    <a:pt x="26479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76" name="Google Shape;576;p56"/>
            <p:cNvSpPr/>
            <p:nvPr/>
          </p:nvSpPr>
          <p:spPr>
            <a:xfrm>
              <a:off x="3365500" y="3397250"/>
              <a:ext cx="446404" cy="445770"/>
            </a:xfrm>
            <a:custGeom>
              <a:avLst/>
              <a:gdLst/>
              <a:ahLst/>
              <a:cxnLst/>
              <a:rect l="l" t="t" r="r" b="b"/>
              <a:pathLst>
                <a:path w="446404" h="445770" extrusionOk="0">
                  <a:moveTo>
                    <a:pt x="437515" y="0"/>
                  </a:moveTo>
                  <a:lnTo>
                    <a:pt x="0" y="436880"/>
                  </a:lnTo>
                  <a:lnTo>
                    <a:pt x="0" y="445770"/>
                  </a:lnTo>
                  <a:lnTo>
                    <a:pt x="44640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77" name="Google Shape;577;p56"/>
            <p:cNvSpPr/>
            <p:nvPr/>
          </p:nvSpPr>
          <p:spPr>
            <a:xfrm>
              <a:off x="7225665"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78" name="Google Shape;578;p56"/>
            <p:cNvSpPr/>
            <p:nvPr/>
          </p:nvSpPr>
          <p:spPr>
            <a:xfrm>
              <a:off x="7346315"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79" name="Google Shape;579;p56"/>
            <p:cNvSpPr/>
            <p:nvPr/>
          </p:nvSpPr>
          <p:spPr>
            <a:xfrm>
              <a:off x="7285990"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80" name="Google Shape;580;p56"/>
            <p:cNvSpPr/>
            <p:nvPr/>
          </p:nvSpPr>
          <p:spPr>
            <a:xfrm>
              <a:off x="7406640"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81" name="Google Shape;581;p56"/>
            <p:cNvSpPr/>
            <p:nvPr/>
          </p:nvSpPr>
          <p:spPr>
            <a:xfrm>
              <a:off x="4141470" y="3397250"/>
              <a:ext cx="516889" cy="508000"/>
            </a:xfrm>
            <a:custGeom>
              <a:avLst/>
              <a:gdLst/>
              <a:ahLst/>
              <a:cxnLst/>
              <a:rect l="l" t="t" r="r" b="b"/>
              <a:pathLst>
                <a:path w="516889"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82" name="Google Shape;582;p56"/>
            <p:cNvSpPr/>
            <p:nvPr/>
          </p:nvSpPr>
          <p:spPr>
            <a:xfrm>
              <a:off x="7164705" y="3397250"/>
              <a:ext cx="517525" cy="508000"/>
            </a:xfrm>
            <a:custGeom>
              <a:avLst/>
              <a:gdLst/>
              <a:ahLst/>
              <a:cxnLst/>
              <a:rect l="l" t="t" r="r" b="b"/>
              <a:pathLst>
                <a:path w="517525" h="508000" extrusionOk="0">
                  <a:moveTo>
                    <a:pt x="508635" y="0"/>
                  </a:moveTo>
                  <a:lnTo>
                    <a:pt x="0" y="508000"/>
                  </a:lnTo>
                  <a:lnTo>
                    <a:pt x="8889"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83" name="Google Shape;583;p56"/>
            <p:cNvSpPr/>
            <p:nvPr/>
          </p:nvSpPr>
          <p:spPr>
            <a:xfrm>
              <a:off x="6983730" y="3397250"/>
              <a:ext cx="516889" cy="508000"/>
            </a:xfrm>
            <a:custGeom>
              <a:avLst/>
              <a:gdLst/>
              <a:ahLst/>
              <a:cxnLst/>
              <a:rect l="l" t="t" r="r" b="b"/>
              <a:pathLst>
                <a:path w="516889" h="508000" extrusionOk="0">
                  <a:moveTo>
                    <a:pt x="508000" y="0"/>
                  </a:moveTo>
                  <a:lnTo>
                    <a:pt x="0" y="508000"/>
                  </a:lnTo>
                  <a:lnTo>
                    <a:pt x="8889" y="508000"/>
                  </a:lnTo>
                  <a:lnTo>
                    <a:pt x="516889"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84" name="Google Shape;584;p56"/>
            <p:cNvSpPr/>
            <p:nvPr/>
          </p:nvSpPr>
          <p:spPr>
            <a:xfrm>
              <a:off x="7104380" y="3397250"/>
              <a:ext cx="517525" cy="508000"/>
            </a:xfrm>
            <a:custGeom>
              <a:avLst/>
              <a:gdLst/>
              <a:ahLst/>
              <a:cxnLst/>
              <a:rect l="l" t="t" r="r" b="b"/>
              <a:pathLst>
                <a:path w="517525" h="508000" extrusionOk="0">
                  <a:moveTo>
                    <a:pt x="508635" y="0"/>
                  </a:moveTo>
                  <a:lnTo>
                    <a:pt x="0" y="508000"/>
                  </a:lnTo>
                  <a:lnTo>
                    <a:pt x="8889"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85" name="Google Shape;585;p56"/>
            <p:cNvSpPr/>
            <p:nvPr/>
          </p:nvSpPr>
          <p:spPr>
            <a:xfrm>
              <a:off x="7044055" y="3397250"/>
              <a:ext cx="516889" cy="508000"/>
            </a:xfrm>
            <a:custGeom>
              <a:avLst/>
              <a:gdLst/>
              <a:ahLst/>
              <a:cxnLst/>
              <a:rect l="l" t="t" r="r" b="b"/>
              <a:pathLst>
                <a:path w="516889" h="508000" extrusionOk="0">
                  <a:moveTo>
                    <a:pt x="508000" y="0"/>
                  </a:moveTo>
                  <a:lnTo>
                    <a:pt x="0" y="508000"/>
                  </a:lnTo>
                  <a:lnTo>
                    <a:pt x="8889" y="508000"/>
                  </a:lnTo>
                  <a:lnTo>
                    <a:pt x="516889"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86" name="Google Shape;586;p56"/>
            <p:cNvSpPr/>
            <p:nvPr/>
          </p:nvSpPr>
          <p:spPr>
            <a:xfrm>
              <a:off x="3717925"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87" name="Google Shape;587;p56"/>
            <p:cNvSpPr/>
            <p:nvPr/>
          </p:nvSpPr>
          <p:spPr>
            <a:xfrm>
              <a:off x="3899534"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88" name="Google Shape;588;p56"/>
            <p:cNvSpPr/>
            <p:nvPr/>
          </p:nvSpPr>
          <p:spPr>
            <a:xfrm>
              <a:off x="6620509"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89" name="Google Shape;589;p56"/>
            <p:cNvSpPr/>
            <p:nvPr/>
          </p:nvSpPr>
          <p:spPr>
            <a:xfrm>
              <a:off x="3778250"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90" name="Google Shape;590;p56"/>
            <p:cNvSpPr/>
            <p:nvPr/>
          </p:nvSpPr>
          <p:spPr>
            <a:xfrm>
              <a:off x="3839209"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91" name="Google Shape;591;p56"/>
            <p:cNvSpPr/>
            <p:nvPr/>
          </p:nvSpPr>
          <p:spPr>
            <a:xfrm>
              <a:off x="4081145" y="3397250"/>
              <a:ext cx="516889" cy="508000"/>
            </a:xfrm>
            <a:custGeom>
              <a:avLst/>
              <a:gdLst/>
              <a:ahLst/>
              <a:cxnLst/>
              <a:rect l="l" t="t" r="r" b="b"/>
              <a:pathLst>
                <a:path w="516889"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92" name="Google Shape;592;p56"/>
            <p:cNvSpPr/>
            <p:nvPr/>
          </p:nvSpPr>
          <p:spPr>
            <a:xfrm>
              <a:off x="6560184"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93" name="Google Shape;593;p56"/>
            <p:cNvSpPr/>
            <p:nvPr/>
          </p:nvSpPr>
          <p:spPr>
            <a:xfrm>
              <a:off x="3959859"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94" name="Google Shape;594;p56"/>
            <p:cNvSpPr/>
            <p:nvPr/>
          </p:nvSpPr>
          <p:spPr>
            <a:xfrm>
              <a:off x="4020184"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95" name="Google Shape;595;p56"/>
            <p:cNvSpPr/>
            <p:nvPr/>
          </p:nvSpPr>
          <p:spPr>
            <a:xfrm>
              <a:off x="7467600"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96" name="Google Shape;596;p56"/>
            <p:cNvSpPr/>
            <p:nvPr/>
          </p:nvSpPr>
          <p:spPr>
            <a:xfrm>
              <a:off x="3475990"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97" name="Google Shape;597;p56"/>
            <p:cNvSpPr/>
            <p:nvPr/>
          </p:nvSpPr>
          <p:spPr>
            <a:xfrm>
              <a:off x="6741794"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98" name="Google Shape;598;p56"/>
            <p:cNvSpPr/>
            <p:nvPr/>
          </p:nvSpPr>
          <p:spPr>
            <a:xfrm>
              <a:off x="6681469"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99" name="Google Shape;599;p56"/>
            <p:cNvSpPr/>
            <p:nvPr/>
          </p:nvSpPr>
          <p:spPr>
            <a:xfrm>
              <a:off x="3365500" y="3397250"/>
              <a:ext cx="506729" cy="506729"/>
            </a:xfrm>
            <a:custGeom>
              <a:avLst/>
              <a:gdLst/>
              <a:ahLst/>
              <a:cxnLst/>
              <a:rect l="l" t="t" r="r" b="b"/>
              <a:pathLst>
                <a:path w="506729" h="506729" extrusionOk="0">
                  <a:moveTo>
                    <a:pt x="497840" y="0"/>
                  </a:moveTo>
                  <a:lnTo>
                    <a:pt x="0" y="497840"/>
                  </a:lnTo>
                  <a:lnTo>
                    <a:pt x="0" y="506730"/>
                  </a:lnTo>
                  <a:lnTo>
                    <a:pt x="50673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00" name="Google Shape;600;p56"/>
            <p:cNvSpPr/>
            <p:nvPr/>
          </p:nvSpPr>
          <p:spPr>
            <a:xfrm>
              <a:off x="3415665" y="3397250"/>
              <a:ext cx="516889" cy="508000"/>
            </a:xfrm>
            <a:custGeom>
              <a:avLst/>
              <a:gdLst/>
              <a:ahLst/>
              <a:cxnLst/>
              <a:rect l="l" t="t" r="r" b="b"/>
              <a:pathLst>
                <a:path w="516889"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01" name="Google Shape;601;p56"/>
            <p:cNvSpPr/>
            <p:nvPr/>
          </p:nvSpPr>
          <p:spPr>
            <a:xfrm>
              <a:off x="3657600"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02" name="Google Shape;602;p56"/>
            <p:cNvSpPr/>
            <p:nvPr/>
          </p:nvSpPr>
          <p:spPr>
            <a:xfrm>
              <a:off x="3536315"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03" name="Google Shape;603;p56"/>
            <p:cNvSpPr/>
            <p:nvPr/>
          </p:nvSpPr>
          <p:spPr>
            <a:xfrm>
              <a:off x="3597275"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grpSp>
      <p:grpSp>
        <p:nvGrpSpPr>
          <p:cNvPr id="604" name="Google Shape;604;p56"/>
          <p:cNvGrpSpPr/>
          <p:nvPr/>
        </p:nvGrpSpPr>
        <p:grpSpPr>
          <a:xfrm>
            <a:off x="657225" y="2716530"/>
            <a:ext cx="4095750" cy="381000"/>
            <a:chOff x="3365500" y="3397250"/>
            <a:chExt cx="5461000" cy="508000"/>
          </a:xfrm>
        </p:grpSpPr>
        <p:sp>
          <p:nvSpPr>
            <p:cNvPr id="605" name="Google Shape;605;p56"/>
            <p:cNvSpPr/>
            <p:nvPr/>
          </p:nvSpPr>
          <p:spPr>
            <a:xfrm>
              <a:off x="8619490" y="3698240"/>
              <a:ext cx="207009" cy="207009"/>
            </a:xfrm>
            <a:custGeom>
              <a:avLst/>
              <a:gdLst/>
              <a:ahLst/>
              <a:cxnLst/>
              <a:rect l="l" t="t" r="r" b="b"/>
              <a:pathLst>
                <a:path w="207009" h="207009" extrusionOk="0">
                  <a:moveTo>
                    <a:pt x="207010" y="0"/>
                  </a:moveTo>
                  <a:lnTo>
                    <a:pt x="0" y="207010"/>
                  </a:lnTo>
                  <a:lnTo>
                    <a:pt x="8890" y="207010"/>
                  </a:lnTo>
                  <a:lnTo>
                    <a:pt x="207010" y="889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06" name="Google Shape;606;p56"/>
            <p:cNvSpPr/>
            <p:nvPr/>
          </p:nvSpPr>
          <p:spPr>
            <a:xfrm>
              <a:off x="8740140" y="3818890"/>
              <a:ext cx="86359" cy="86359"/>
            </a:xfrm>
            <a:custGeom>
              <a:avLst/>
              <a:gdLst/>
              <a:ahLst/>
              <a:cxnLst/>
              <a:rect l="l" t="t" r="r" b="b"/>
              <a:pathLst>
                <a:path w="86359" h="86359" extrusionOk="0">
                  <a:moveTo>
                    <a:pt x="86360" y="0"/>
                  </a:moveTo>
                  <a:lnTo>
                    <a:pt x="0" y="86360"/>
                  </a:lnTo>
                  <a:lnTo>
                    <a:pt x="8890" y="86360"/>
                  </a:lnTo>
                  <a:lnTo>
                    <a:pt x="86360" y="889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07" name="Google Shape;607;p56"/>
            <p:cNvSpPr/>
            <p:nvPr/>
          </p:nvSpPr>
          <p:spPr>
            <a:xfrm>
              <a:off x="7588250"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08" name="Google Shape;608;p56"/>
            <p:cNvSpPr/>
            <p:nvPr/>
          </p:nvSpPr>
          <p:spPr>
            <a:xfrm>
              <a:off x="7527925"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09" name="Google Shape;609;p56"/>
            <p:cNvSpPr/>
            <p:nvPr/>
          </p:nvSpPr>
          <p:spPr>
            <a:xfrm>
              <a:off x="8557894" y="3636645"/>
              <a:ext cx="268605" cy="268604"/>
            </a:xfrm>
            <a:custGeom>
              <a:avLst/>
              <a:gdLst/>
              <a:ahLst/>
              <a:cxnLst/>
              <a:rect l="l" t="t" r="r" b="b"/>
              <a:pathLst>
                <a:path w="268605" h="268604" extrusionOk="0">
                  <a:moveTo>
                    <a:pt x="268605" y="0"/>
                  </a:moveTo>
                  <a:lnTo>
                    <a:pt x="0" y="268605"/>
                  </a:lnTo>
                  <a:lnTo>
                    <a:pt x="8890" y="268605"/>
                  </a:lnTo>
                  <a:lnTo>
                    <a:pt x="268605" y="889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10" name="Google Shape;610;p56"/>
            <p:cNvSpPr/>
            <p:nvPr/>
          </p:nvSpPr>
          <p:spPr>
            <a:xfrm>
              <a:off x="8679815" y="3758565"/>
              <a:ext cx="146684" cy="146684"/>
            </a:xfrm>
            <a:custGeom>
              <a:avLst/>
              <a:gdLst/>
              <a:ahLst/>
              <a:cxnLst/>
              <a:rect l="l" t="t" r="r" b="b"/>
              <a:pathLst>
                <a:path w="146684" h="146684" extrusionOk="0">
                  <a:moveTo>
                    <a:pt x="146685" y="0"/>
                  </a:moveTo>
                  <a:lnTo>
                    <a:pt x="0" y="146685"/>
                  </a:lnTo>
                  <a:lnTo>
                    <a:pt x="8890" y="146685"/>
                  </a:lnTo>
                  <a:lnTo>
                    <a:pt x="146685" y="889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11" name="Google Shape;611;p56"/>
            <p:cNvSpPr/>
            <p:nvPr/>
          </p:nvSpPr>
          <p:spPr>
            <a:xfrm>
              <a:off x="8134350"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12" name="Google Shape;612;p56"/>
            <p:cNvSpPr/>
            <p:nvPr/>
          </p:nvSpPr>
          <p:spPr>
            <a:xfrm>
              <a:off x="8255000"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13" name="Google Shape;613;p56"/>
            <p:cNvSpPr/>
            <p:nvPr/>
          </p:nvSpPr>
          <p:spPr>
            <a:xfrm>
              <a:off x="7892415"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14" name="Google Shape;614;p56"/>
            <p:cNvSpPr/>
            <p:nvPr/>
          </p:nvSpPr>
          <p:spPr>
            <a:xfrm>
              <a:off x="8801100" y="3879850"/>
              <a:ext cx="25400" cy="25400"/>
            </a:xfrm>
            <a:custGeom>
              <a:avLst/>
              <a:gdLst/>
              <a:ahLst/>
              <a:cxnLst/>
              <a:rect l="l" t="t" r="r" b="b"/>
              <a:pathLst>
                <a:path w="25400" h="25400" extrusionOk="0">
                  <a:moveTo>
                    <a:pt x="25400" y="8890"/>
                  </a:moveTo>
                  <a:lnTo>
                    <a:pt x="25400" y="0"/>
                  </a:lnTo>
                  <a:lnTo>
                    <a:pt x="0" y="25400"/>
                  </a:lnTo>
                  <a:lnTo>
                    <a:pt x="8890" y="2540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15" name="Google Shape;615;p56"/>
            <p:cNvSpPr/>
            <p:nvPr/>
          </p:nvSpPr>
          <p:spPr>
            <a:xfrm>
              <a:off x="7952740"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16" name="Google Shape;616;p56"/>
            <p:cNvSpPr/>
            <p:nvPr/>
          </p:nvSpPr>
          <p:spPr>
            <a:xfrm>
              <a:off x="8073390"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17" name="Google Shape;617;p56"/>
            <p:cNvSpPr/>
            <p:nvPr/>
          </p:nvSpPr>
          <p:spPr>
            <a:xfrm>
              <a:off x="8013065"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18" name="Google Shape;618;p56"/>
            <p:cNvSpPr/>
            <p:nvPr/>
          </p:nvSpPr>
          <p:spPr>
            <a:xfrm>
              <a:off x="8194675"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19" name="Google Shape;619;p56"/>
            <p:cNvSpPr/>
            <p:nvPr/>
          </p:nvSpPr>
          <p:spPr>
            <a:xfrm>
              <a:off x="7648575"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20" name="Google Shape;620;p56"/>
            <p:cNvSpPr/>
            <p:nvPr/>
          </p:nvSpPr>
          <p:spPr>
            <a:xfrm>
              <a:off x="7709534"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21" name="Google Shape;621;p56"/>
            <p:cNvSpPr/>
            <p:nvPr/>
          </p:nvSpPr>
          <p:spPr>
            <a:xfrm>
              <a:off x="8496934" y="3575684"/>
              <a:ext cx="329565" cy="329565"/>
            </a:xfrm>
            <a:custGeom>
              <a:avLst/>
              <a:gdLst/>
              <a:ahLst/>
              <a:cxnLst/>
              <a:rect l="l" t="t" r="r" b="b"/>
              <a:pathLst>
                <a:path w="329565" h="329565" extrusionOk="0">
                  <a:moveTo>
                    <a:pt x="329565" y="0"/>
                  </a:moveTo>
                  <a:lnTo>
                    <a:pt x="0" y="329565"/>
                  </a:lnTo>
                  <a:lnTo>
                    <a:pt x="8890" y="329565"/>
                  </a:lnTo>
                  <a:lnTo>
                    <a:pt x="329565" y="889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22" name="Google Shape;622;p56"/>
            <p:cNvSpPr/>
            <p:nvPr/>
          </p:nvSpPr>
          <p:spPr>
            <a:xfrm>
              <a:off x="8436609" y="3515359"/>
              <a:ext cx="389890" cy="389890"/>
            </a:xfrm>
            <a:custGeom>
              <a:avLst/>
              <a:gdLst/>
              <a:ahLst/>
              <a:cxnLst/>
              <a:rect l="l" t="t" r="r" b="b"/>
              <a:pathLst>
                <a:path w="389890" h="389890" extrusionOk="0">
                  <a:moveTo>
                    <a:pt x="389890" y="0"/>
                  </a:moveTo>
                  <a:lnTo>
                    <a:pt x="0" y="389890"/>
                  </a:lnTo>
                  <a:lnTo>
                    <a:pt x="8890" y="389890"/>
                  </a:lnTo>
                  <a:lnTo>
                    <a:pt x="389890" y="889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23" name="Google Shape;623;p56"/>
            <p:cNvSpPr/>
            <p:nvPr/>
          </p:nvSpPr>
          <p:spPr>
            <a:xfrm>
              <a:off x="8376284" y="3455034"/>
              <a:ext cx="450215" cy="450215"/>
            </a:xfrm>
            <a:custGeom>
              <a:avLst/>
              <a:gdLst/>
              <a:ahLst/>
              <a:cxnLst/>
              <a:rect l="l" t="t" r="r" b="b"/>
              <a:pathLst>
                <a:path w="450215" h="450215" extrusionOk="0">
                  <a:moveTo>
                    <a:pt x="450215" y="0"/>
                  </a:moveTo>
                  <a:lnTo>
                    <a:pt x="0" y="450215"/>
                  </a:lnTo>
                  <a:lnTo>
                    <a:pt x="8890" y="450215"/>
                  </a:lnTo>
                  <a:lnTo>
                    <a:pt x="450215" y="889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24" name="Google Shape;624;p56"/>
            <p:cNvSpPr/>
            <p:nvPr/>
          </p:nvSpPr>
          <p:spPr>
            <a:xfrm>
              <a:off x="7832090"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25" name="Google Shape;625;p56"/>
            <p:cNvSpPr/>
            <p:nvPr/>
          </p:nvSpPr>
          <p:spPr>
            <a:xfrm>
              <a:off x="8315325" y="3397250"/>
              <a:ext cx="511175" cy="508000"/>
            </a:xfrm>
            <a:custGeom>
              <a:avLst/>
              <a:gdLst/>
              <a:ahLst/>
              <a:cxnLst/>
              <a:rect l="l" t="t" r="r" b="b"/>
              <a:pathLst>
                <a:path w="511175" h="508000" extrusionOk="0">
                  <a:moveTo>
                    <a:pt x="511175" y="0"/>
                  </a:moveTo>
                  <a:lnTo>
                    <a:pt x="508635" y="0"/>
                  </a:lnTo>
                  <a:lnTo>
                    <a:pt x="0" y="508000"/>
                  </a:lnTo>
                  <a:lnTo>
                    <a:pt x="8890" y="508000"/>
                  </a:lnTo>
                  <a:lnTo>
                    <a:pt x="511175" y="635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26" name="Google Shape;626;p56"/>
            <p:cNvSpPr/>
            <p:nvPr/>
          </p:nvSpPr>
          <p:spPr>
            <a:xfrm>
              <a:off x="7771130" y="3397250"/>
              <a:ext cx="517525" cy="508000"/>
            </a:xfrm>
            <a:custGeom>
              <a:avLst/>
              <a:gdLst/>
              <a:ahLst/>
              <a:cxnLst/>
              <a:rect l="l" t="t" r="r" b="b"/>
              <a:pathLst>
                <a:path w="517525" h="508000" extrusionOk="0">
                  <a:moveTo>
                    <a:pt x="508635" y="0"/>
                  </a:moveTo>
                  <a:lnTo>
                    <a:pt x="0" y="508000"/>
                  </a:lnTo>
                  <a:lnTo>
                    <a:pt x="8889"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27" name="Google Shape;627;p56"/>
            <p:cNvSpPr/>
            <p:nvPr/>
          </p:nvSpPr>
          <p:spPr>
            <a:xfrm>
              <a:off x="5471795" y="3397250"/>
              <a:ext cx="516889" cy="508000"/>
            </a:xfrm>
            <a:custGeom>
              <a:avLst/>
              <a:gdLst/>
              <a:ahLst/>
              <a:cxnLst/>
              <a:rect l="l" t="t" r="r" b="b"/>
              <a:pathLst>
                <a:path w="516889"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28" name="Google Shape;628;p56"/>
            <p:cNvSpPr/>
            <p:nvPr/>
          </p:nvSpPr>
          <p:spPr>
            <a:xfrm>
              <a:off x="4745990" y="3397250"/>
              <a:ext cx="516889" cy="508000"/>
            </a:xfrm>
            <a:custGeom>
              <a:avLst/>
              <a:gdLst/>
              <a:ahLst/>
              <a:cxnLst/>
              <a:rect l="l" t="t" r="r" b="b"/>
              <a:pathLst>
                <a:path w="516889"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29" name="Google Shape;629;p56"/>
            <p:cNvSpPr/>
            <p:nvPr/>
          </p:nvSpPr>
          <p:spPr>
            <a:xfrm>
              <a:off x="4201795" y="3397250"/>
              <a:ext cx="516889" cy="508000"/>
            </a:xfrm>
            <a:custGeom>
              <a:avLst/>
              <a:gdLst/>
              <a:ahLst/>
              <a:cxnLst/>
              <a:rect l="l" t="t" r="r" b="b"/>
              <a:pathLst>
                <a:path w="516889"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30" name="Google Shape;630;p56"/>
            <p:cNvSpPr/>
            <p:nvPr/>
          </p:nvSpPr>
          <p:spPr>
            <a:xfrm>
              <a:off x="6318250"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31" name="Google Shape;631;p56"/>
            <p:cNvSpPr/>
            <p:nvPr/>
          </p:nvSpPr>
          <p:spPr>
            <a:xfrm>
              <a:off x="4685665" y="3397250"/>
              <a:ext cx="516889" cy="508000"/>
            </a:xfrm>
            <a:custGeom>
              <a:avLst/>
              <a:gdLst/>
              <a:ahLst/>
              <a:cxnLst/>
              <a:rect l="l" t="t" r="r" b="b"/>
              <a:pathLst>
                <a:path w="516889"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32" name="Google Shape;632;p56"/>
            <p:cNvSpPr/>
            <p:nvPr/>
          </p:nvSpPr>
          <p:spPr>
            <a:xfrm>
              <a:off x="5048250"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33" name="Google Shape;633;p56"/>
            <p:cNvSpPr/>
            <p:nvPr/>
          </p:nvSpPr>
          <p:spPr>
            <a:xfrm>
              <a:off x="4987925"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34" name="Google Shape;634;p56"/>
            <p:cNvSpPr/>
            <p:nvPr/>
          </p:nvSpPr>
          <p:spPr>
            <a:xfrm>
              <a:off x="4867275"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35" name="Google Shape;635;p56"/>
            <p:cNvSpPr/>
            <p:nvPr/>
          </p:nvSpPr>
          <p:spPr>
            <a:xfrm>
              <a:off x="6257925"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36" name="Google Shape;636;p56"/>
            <p:cNvSpPr/>
            <p:nvPr/>
          </p:nvSpPr>
          <p:spPr>
            <a:xfrm>
              <a:off x="4927600"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37" name="Google Shape;637;p56"/>
            <p:cNvSpPr/>
            <p:nvPr/>
          </p:nvSpPr>
          <p:spPr>
            <a:xfrm>
              <a:off x="4806315"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38" name="Google Shape;638;p56"/>
            <p:cNvSpPr/>
            <p:nvPr/>
          </p:nvSpPr>
          <p:spPr>
            <a:xfrm>
              <a:off x="4383404"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39" name="Google Shape;639;p56"/>
            <p:cNvSpPr/>
            <p:nvPr/>
          </p:nvSpPr>
          <p:spPr>
            <a:xfrm>
              <a:off x="4322445"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40" name="Google Shape;640;p56"/>
            <p:cNvSpPr/>
            <p:nvPr/>
          </p:nvSpPr>
          <p:spPr>
            <a:xfrm>
              <a:off x="4262120"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41" name="Google Shape;641;p56"/>
            <p:cNvSpPr/>
            <p:nvPr/>
          </p:nvSpPr>
          <p:spPr>
            <a:xfrm>
              <a:off x="6499859"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42" name="Google Shape;642;p56"/>
            <p:cNvSpPr/>
            <p:nvPr/>
          </p:nvSpPr>
          <p:spPr>
            <a:xfrm>
              <a:off x="6439534"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43" name="Google Shape;643;p56"/>
            <p:cNvSpPr/>
            <p:nvPr/>
          </p:nvSpPr>
          <p:spPr>
            <a:xfrm>
              <a:off x="4564379"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44" name="Google Shape;644;p56"/>
            <p:cNvSpPr/>
            <p:nvPr/>
          </p:nvSpPr>
          <p:spPr>
            <a:xfrm>
              <a:off x="6378575"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45" name="Google Shape;645;p56"/>
            <p:cNvSpPr/>
            <p:nvPr/>
          </p:nvSpPr>
          <p:spPr>
            <a:xfrm>
              <a:off x="4504054"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46" name="Google Shape;646;p56"/>
            <p:cNvSpPr/>
            <p:nvPr/>
          </p:nvSpPr>
          <p:spPr>
            <a:xfrm>
              <a:off x="4443729"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47" name="Google Shape;647;p56"/>
            <p:cNvSpPr/>
            <p:nvPr/>
          </p:nvSpPr>
          <p:spPr>
            <a:xfrm>
              <a:off x="4625340" y="3397250"/>
              <a:ext cx="516889" cy="508000"/>
            </a:xfrm>
            <a:custGeom>
              <a:avLst/>
              <a:gdLst/>
              <a:ahLst/>
              <a:cxnLst/>
              <a:rect l="l" t="t" r="r" b="b"/>
              <a:pathLst>
                <a:path w="516889"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48" name="Google Shape;648;p56"/>
            <p:cNvSpPr/>
            <p:nvPr/>
          </p:nvSpPr>
          <p:spPr>
            <a:xfrm>
              <a:off x="5653404"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49" name="Google Shape;649;p56"/>
            <p:cNvSpPr/>
            <p:nvPr/>
          </p:nvSpPr>
          <p:spPr>
            <a:xfrm>
              <a:off x="5713729"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50" name="Google Shape;650;p56"/>
            <p:cNvSpPr/>
            <p:nvPr/>
          </p:nvSpPr>
          <p:spPr>
            <a:xfrm>
              <a:off x="6015990"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51" name="Google Shape;651;p56"/>
            <p:cNvSpPr/>
            <p:nvPr/>
          </p:nvSpPr>
          <p:spPr>
            <a:xfrm>
              <a:off x="5532120" y="3397250"/>
              <a:ext cx="516889" cy="508000"/>
            </a:xfrm>
            <a:custGeom>
              <a:avLst/>
              <a:gdLst/>
              <a:ahLst/>
              <a:cxnLst/>
              <a:rect l="l" t="t" r="r" b="b"/>
              <a:pathLst>
                <a:path w="516889"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52" name="Google Shape;652;p56"/>
            <p:cNvSpPr/>
            <p:nvPr/>
          </p:nvSpPr>
          <p:spPr>
            <a:xfrm>
              <a:off x="5592445"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53" name="Google Shape;653;p56"/>
            <p:cNvSpPr/>
            <p:nvPr/>
          </p:nvSpPr>
          <p:spPr>
            <a:xfrm>
              <a:off x="5895340" y="3397250"/>
              <a:ext cx="516889" cy="508000"/>
            </a:xfrm>
            <a:custGeom>
              <a:avLst/>
              <a:gdLst/>
              <a:ahLst/>
              <a:cxnLst/>
              <a:rect l="l" t="t" r="r" b="b"/>
              <a:pathLst>
                <a:path w="516889"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54" name="Google Shape;654;p56"/>
            <p:cNvSpPr/>
            <p:nvPr/>
          </p:nvSpPr>
          <p:spPr>
            <a:xfrm>
              <a:off x="5955665" y="3397250"/>
              <a:ext cx="516889" cy="508000"/>
            </a:xfrm>
            <a:custGeom>
              <a:avLst/>
              <a:gdLst/>
              <a:ahLst/>
              <a:cxnLst/>
              <a:rect l="l" t="t" r="r" b="b"/>
              <a:pathLst>
                <a:path w="516889"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55" name="Google Shape;655;p56"/>
            <p:cNvSpPr/>
            <p:nvPr/>
          </p:nvSpPr>
          <p:spPr>
            <a:xfrm>
              <a:off x="5834379"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56" name="Google Shape;656;p56"/>
            <p:cNvSpPr/>
            <p:nvPr/>
          </p:nvSpPr>
          <p:spPr>
            <a:xfrm>
              <a:off x="5774054"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57" name="Google Shape;657;p56"/>
            <p:cNvSpPr/>
            <p:nvPr/>
          </p:nvSpPr>
          <p:spPr>
            <a:xfrm>
              <a:off x="5290184"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58" name="Google Shape;658;p56"/>
            <p:cNvSpPr/>
            <p:nvPr/>
          </p:nvSpPr>
          <p:spPr>
            <a:xfrm>
              <a:off x="5229859"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59" name="Google Shape;659;p56"/>
            <p:cNvSpPr/>
            <p:nvPr/>
          </p:nvSpPr>
          <p:spPr>
            <a:xfrm>
              <a:off x="5108575"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60" name="Google Shape;660;p56"/>
            <p:cNvSpPr/>
            <p:nvPr/>
          </p:nvSpPr>
          <p:spPr>
            <a:xfrm>
              <a:off x="5169534"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61" name="Google Shape;661;p56"/>
            <p:cNvSpPr/>
            <p:nvPr/>
          </p:nvSpPr>
          <p:spPr>
            <a:xfrm>
              <a:off x="6197600"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62" name="Google Shape;662;p56"/>
            <p:cNvSpPr/>
            <p:nvPr/>
          </p:nvSpPr>
          <p:spPr>
            <a:xfrm>
              <a:off x="5350509"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63" name="Google Shape;663;p56"/>
            <p:cNvSpPr/>
            <p:nvPr/>
          </p:nvSpPr>
          <p:spPr>
            <a:xfrm>
              <a:off x="5411470" y="3397250"/>
              <a:ext cx="516889" cy="508000"/>
            </a:xfrm>
            <a:custGeom>
              <a:avLst/>
              <a:gdLst/>
              <a:ahLst/>
              <a:cxnLst/>
              <a:rect l="l" t="t" r="r" b="b"/>
              <a:pathLst>
                <a:path w="516889"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64" name="Google Shape;664;p56"/>
            <p:cNvSpPr/>
            <p:nvPr/>
          </p:nvSpPr>
          <p:spPr>
            <a:xfrm>
              <a:off x="6136640"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65" name="Google Shape;665;p56"/>
            <p:cNvSpPr/>
            <p:nvPr/>
          </p:nvSpPr>
          <p:spPr>
            <a:xfrm>
              <a:off x="6076315"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66" name="Google Shape;666;p56"/>
            <p:cNvSpPr/>
            <p:nvPr/>
          </p:nvSpPr>
          <p:spPr>
            <a:xfrm>
              <a:off x="6802119"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67" name="Google Shape;667;p56"/>
            <p:cNvSpPr/>
            <p:nvPr/>
          </p:nvSpPr>
          <p:spPr>
            <a:xfrm>
              <a:off x="3365500" y="3397250"/>
              <a:ext cx="144145" cy="144145"/>
            </a:xfrm>
            <a:custGeom>
              <a:avLst/>
              <a:gdLst/>
              <a:ahLst/>
              <a:cxnLst/>
              <a:rect l="l" t="t" r="r" b="b"/>
              <a:pathLst>
                <a:path w="144145" h="144145" extrusionOk="0">
                  <a:moveTo>
                    <a:pt x="135255" y="0"/>
                  </a:moveTo>
                  <a:lnTo>
                    <a:pt x="0" y="135255"/>
                  </a:lnTo>
                  <a:lnTo>
                    <a:pt x="0" y="144145"/>
                  </a:lnTo>
                  <a:lnTo>
                    <a:pt x="14414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68" name="Google Shape;668;p56"/>
            <p:cNvSpPr/>
            <p:nvPr/>
          </p:nvSpPr>
          <p:spPr>
            <a:xfrm>
              <a:off x="6922769" y="3397250"/>
              <a:ext cx="517525" cy="508000"/>
            </a:xfrm>
            <a:custGeom>
              <a:avLst/>
              <a:gdLst/>
              <a:ahLst/>
              <a:cxnLst/>
              <a:rect l="l" t="t" r="r" b="b"/>
              <a:pathLst>
                <a:path w="517525" h="508000" extrusionOk="0">
                  <a:moveTo>
                    <a:pt x="508636"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69" name="Google Shape;669;p56"/>
            <p:cNvSpPr/>
            <p:nvPr/>
          </p:nvSpPr>
          <p:spPr>
            <a:xfrm>
              <a:off x="3365500" y="3397250"/>
              <a:ext cx="83184" cy="83184"/>
            </a:xfrm>
            <a:custGeom>
              <a:avLst/>
              <a:gdLst/>
              <a:ahLst/>
              <a:cxnLst/>
              <a:rect l="l" t="t" r="r" b="b"/>
              <a:pathLst>
                <a:path w="83184" h="83184" extrusionOk="0">
                  <a:moveTo>
                    <a:pt x="74295" y="0"/>
                  </a:moveTo>
                  <a:lnTo>
                    <a:pt x="0" y="74295"/>
                  </a:lnTo>
                  <a:lnTo>
                    <a:pt x="0" y="83185"/>
                  </a:lnTo>
                  <a:lnTo>
                    <a:pt x="8318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70" name="Google Shape;670;p56"/>
            <p:cNvSpPr/>
            <p:nvPr/>
          </p:nvSpPr>
          <p:spPr>
            <a:xfrm>
              <a:off x="3365500" y="3397250"/>
              <a:ext cx="204470" cy="204470"/>
            </a:xfrm>
            <a:custGeom>
              <a:avLst/>
              <a:gdLst/>
              <a:ahLst/>
              <a:cxnLst/>
              <a:rect l="l" t="t" r="r" b="b"/>
              <a:pathLst>
                <a:path w="204470" h="204470" extrusionOk="0">
                  <a:moveTo>
                    <a:pt x="195580" y="0"/>
                  </a:moveTo>
                  <a:lnTo>
                    <a:pt x="0" y="195580"/>
                  </a:lnTo>
                  <a:lnTo>
                    <a:pt x="0" y="204470"/>
                  </a:lnTo>
                  <a:lnTo>
                    <a:pt x="20447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71" name="Google Shape;671;p56"/>
            <p:cNvSpPr/>
            <p:nvPr/>
          </p:nvSpPr>
          <p:spPr>
            <a:xfrm>
              <a:off x="3365500" y="3397250"/>
              <a:ext cx="325120" cy="325120"/>
            </a:xfrm>
            <a:custGeom>
              <a:avLst/>
              <a:gdLst/>
              <a:ahLst/>
              <a:cxnLst/>
              <a:rect l="l" t="t" r="r" b="b"/>
              <a:pathLst>
                <a:path w="325120" h="325120" extrusionOk="0">
                  <a:moveTo>
                    <a:pt x="316230" y="0"/>
                  </a:moveTo>
                  <a:lnTo>
                    <a:pt x="0" y="316230"/>
                  </a:lnTo>
                  <a:lnTo>
                    <a:pt x="0" y="325120"/>
                  </a:lnTo>
                  <a:lnTo>
                    <a:pt x="32512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72" name="Google Shape;672;p56"/>
            <p:cNvSpPr/>
            <p:nvPr/>
          </p:nvSpPr>
          <p:spPr>
            <a:xfrm>
              <a:off x="3365500" y="3397250"/>
              <a:ext cx="22859" cy="22859"/>
            </a:xfrm>
            <a:custGeom>
              <a:avLst/>
              <a:gdLst/>
              <a:ahLst/>
              <a:cxnLst/>
              <a:rect l="l" t="t" r="r" b="b"/>
              <a:pathLst>
                <a:path w="22859" h="22859" extrusionOk="0">
                  <a:moveTo>
                    <a:pt x="13970" y="0"/>
                  </a:moveTo>
                  <a:lnTo>
                    <a:pt x="0" y="13970"/>
                  </a:lnTo>
                  <a:lnTo>
                    <a:pt x="0" y="22860"/>
                  </a:lnTo>
                  <a:lnTo>
                    <a:pt x="2286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73" name="Google Shape;673;p56"/>
            <p:cNvSpPr/>
            <p:nvPr/>
          </p:nvSpPr>
          <p:spPr>
            <a:xfrm>
              <a:off x="3365500" y="3397250"/>
              <a:ext cx="386079" cy="385445"/>
            </a:xfrm>
            <a:custGeom>
              <a:avLst/>
              <a:gdLst/>
              <a:ahLst/>
              <a:cxnLst/>
              <a:rect l="l" t="t" r="r" b="b"/>
              <a:pathLst>
                <a:path w="386079" h="385445" extrusionOk="0">
                  <a:moveTo>
                    <a:pt x="377190" y="0"/>
                  </a:moveTo>
                  <a:lnTo>
                    <a:pt x="0" y="376555"/>
                  </a:lnTo>
                  <a:lnTo>
                    <a:pt x="0" y="385445"/>
                  </a:lnTo>
                  <a:lnTo>
                    <a:pt x="38608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74" name="Google Shape;674;p56"/>
            <p:cNvSpPr/>
            <p:nvPr/>
          </p:nvSpPr>
          <p:spPr>
            <a:xfrm>
              <a:off x="6862444" y="3397250"/>
              <a:ext cx="517525" cy="508000"/>
            </a:xfrm>
            <a:custGeom>
              <a:avLst/>
              <a:gdLst/>
              <a:ahLst/>
              <a:cxnLst/>
              <a:rect l="l" t="t" r="r" b="b"/>
              <a:pathLst>
                <a:path w="517525" h="508000" extrusionOk="0">
                  <a:moveTo>
                    <a:pt x="508636"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75" name="Google Shape;675;p56"/>
            <p:cNvSpPr/>
            <p:nvPr/>
          </p:nvSpPr>
          <p:spPr>
            <a:xfrm>
              <a:off x="3365500" y="3397250"/>
              <a:ext cx="264795" cy="264795"/>
            </a:xfrm>
            <a:custGeom>
              <a:avLst/>
              <a:gdLst/>
              <a:ahLst/>
              <a:cxnLst/>
              <a:rect l="l" t="t" r="r" b="b"/>
              <a:pathLst>
                <a:path w="264795" h="264795" extrusionOk="0">
                  <a:moveTo>
                    <a:pt x="255905" y="0"/>
                  </a:moveTo>
                  <a:lnTo>
                    <a:pt x="0" y="255905"/>
                  </a:lnTo>
                  <a:lnTo>
                    <a:pt x="0" y="264795"/>
                  </a:lnTo>
                  <a:lnTo>
                    <a:pt x="26479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76" name="Google Shape;676;p56"/>
            <p:cNvSpPr/>
            <p:nvPr/>
          </p:nvSpPr>
          <p:spPr>
            <a:xfrm>
              <a:off x="3365500" y="3397250"/>
              <a:ext cx="446404" cy="445770"/>
            </a:xfrm>
            <a:custGeom>
              <a:avLst/>
              <a:gdLst/>
              <a:ahLst/>
              <a:cxnLst/>
              <a:rect l="l" t="t" r="r" b="b"/>
              <a:pathLst>
                <a:path w="446404" h="445770" extrusionOk="0">
                  <a:moveTo>
                    <a:pt x="437515" y="0"/>
                  </a:moveTo>
                  <a:lnTo>
                    <a:pt x="0" y="436880"/>
                  </a:lnTo>
                  <a:lnTo>
                    <a:pt x="0" y="445770"/>
                  </a:lnTo>
                  <a:lnTo>
                    <a:pt x="44640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77" name="Google Shape;677;p56"/>
            <p:cNvSpPr/>
            <p:nvPr/>
          </p:nvSpPr>
          <p:spPr>
            <a:xfrm>
              <a:off x="7225665"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78" name="Google Shape;678;p56"/>
            <p:cNvSpPr/>
            <p:nvPr/>
          </p:nvSpPr>
          <p:spPr>
            <a:xfrm>
              <a:off x="7346315"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79" name="Google Shape;679;p56"/>
            <p:cNvSpPr/>
            <p:nvPr/>
          </p:nvSpPr>
          <p:spPr>
            <a:xfrm>
              <a:off x="7285990"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80" name="Google Shape;680;p56"/>
            <p:cNvSpPr/>
            <p:nvPr/>
          </p:nvSpPr>
          <p:spPr>
            <a:xfrm>
              <a:off x="7406640"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81" name="Google Shape;681;p56"/>
            <p:cNvSpPr/>
            <p:nvPr/>
          </p:nvSpPr>
          <p:spPr>
            <a:xfrm>
              <a:off x="4141470" y="3397250"/>
              <a:ext cx="516889" cy="508000"/>
            </a:xfrm>
            <a:custGeom>
              <a:avLst/>
              <a:gdLst/>
              <a:ahLst/>
              <a:cxnLst/>
              <a:rect l="l" t="t" r="r" b="b"/>
              <a:pathLst>
                <a:path w="516889"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82" name="Google Shape;682;p56"/>
            <p:cNvSpPr/>
            <p:nvPr/>
          </p:nvSpPr>
          <p:spPr>
            <a:xfrm>
              <a:off x="7164705" y="3397250"/>
              <a:ext cx="517525" cy="508000"/>
            </a:xfrm>
            <a:custGeom>
              <a:avLst/>
              <a:gdLst/>
              <a:ahLst/>
              <a:cxnLst/>
              <a:rect l="l" t="t" r="r" b="b"/>
              <a:pathLst>
                <a:path w="517525" h="508000" extrusionOk="0">
                  <a:moveTo>
                    <a:pt x="508635" y="0"/>
                  </a:moveTo>
                  <a:lnTo>
                    <a:pt x="0" y="508000"/>
                  </a:lnTo>
                  <a:lnTo>
                    <a:pt x="8889"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83" name="Google Shape;683;p56"/>
            <p:cNvSpPr/>
            <p:nvPr/>
          </p:nvSpPr>
          <p:spPr>
            <a:xfrm>
              <a:off x="6983730" y="3397250"/>
              <a:ext cx="516889" cy="508000"/>
            </a:xfrm>
            <a:custGeom>
              <a:avLst/>
              <a:gdLst/>
              <a:ahLst/>
              <a:cxnLst/>
              <a:rect l="l" t="t" r="r" b="b"/>
              <a:pathLst>
                <a:path w="516889" h="508000" extrusionOk="0">
                  <a:moveTo>
                    <a:pt x="508000" y="0"/>
                  </a:moveTo>
                  <a:lnTo>
                    <a:pt x="0" y="508000"/>
                  </a:lnTo>
                  <a:lnTo>
                    <a:pt x="8889" y="508000"/>
                  </a:lnTo>
                  <a:lnTo>
                    <a:pt x="516889"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84" name="Google Shape;684;p56"/>
            <p:cNvSpPr/>
            <p:nvPr/>
          </p:nvSpPr>
          <p:spPr>
            <a:xfrm>
              <a:off x="7104380" y="3397250"/>
              <a:ext cx="517525" cy="508000"/>
            </a:xfrm>
            <a:custGeom>
              <a:avLst/>
              <a:gdLst/>
              <a:ahLst/>
              <a:cxnLst/>
              <a:rect l="l" t="t" r="r" b="b"/>
              <a:pathLst>
                <a:path w="517525" h="508000" extrusionOk="0">
                  <a:moveTo>
                    <a:pt x="508635" y="0"/>
                  </a:moveTo>
                  <a:lnTo>
                    <a:pt x="0" y="508000"/>
                  </a:lnTo>
                  <a:lnTo>
                    <a:pt x="8889"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85" name="Google Shape;685;p56"/>
            <p:cNvSpPr/>
            <p:nvPr/>
          </p:nvSpPr>
          <p:spPr>
            <a:xfrm>
              <a:off x="7044055" y="3397250"/>
              <a:ext cx="516889" cy="508000"/>
            </a:xfrm>
            <a:custGeom>
              <a:avLst/>
              <a:gdLst/>
              <a:ahLst/>
              <a:cxnLst/>
              <a:rect l="l" t="t" r="r" b="b"/>
              <a:pathLst>
                <a:path w="516889" h="508000" extrusionOk="0">
                  <a:moveTo>
                    <a:pt x="508000" y="0"/>
                  </a:moveTo>
                  <a:lnTo>
                    <a:pt x="0" y="508000"/>
                  </a:lnTo>
                  <a:lnTo>
                    <a:pt x="8889" y="508000"/>
                  </a:lnTo>
                  <a:lnTo>
                    <a:pt x="516889"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86" name="Google Shape;686;p56"/>
            <p:cNvSpPr/>
            <p:nvPr/>
          </p:nvSpPr>
          <p:spPr>
            <a:xfrm>
              <a:off x="3717925"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87" name="Google Shape;687;p56"/>
            <p:cNvSpPr/>
            <p:nvPr/>
          </p:nvSpPr>
          <p:spPr>
            <a:xfrm>
              <a:off x="3899534"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88" name="Google Shape;688;p56"/>
            <p:cNvSpPr/>
            <p:nvPr/>
          </p:nvSpPr>
          <p:spPr>
            <a:xfrm>
              <a:off x="6620509"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89" name="Google Shape;689;p56"/>
            <p:cNvSpPr/>
            <p:nvPr/>
          </p:nvSpPr>
          <p:spPr>
            <a:xfrm>
              <a:off x="3778250"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90" name="Google Shape;690;p56"/>
            <p:cNvSpPr/>
            <p:nvPr/>
          </p:nvSpPr>
          <p:spPr>
            <a:xfrm>
              <a:off x="3839209"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91" name="Google Shape;691;p56"/>
            <p:cNvSpPr/>
            <p:nvPr/>
          </p:nvSpPr>
          <p:spPr>
            <a:xfrm>
              <a:off x="4081145" y="3397250"/>
              <a:ext cx="516889" cy="508000"/>
            </a:xfrm>
            <a:custGeom>
              <a:avLst/>
              <a:gdLst/>
              <a:ahLst/>
              <a:cxnLst/>
              <a:rect l="l" t="t" r="r" b="b"/>
              <a:pathLst>
                <a:path w="516889"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92" name="Google Shape;692;p56"/>
            <p:cNvSpPr/>
            <p:nvPr/>
          </p:nvSpPr>
          <p:spPr>
            <a:xfrm>
              <a:off x="6560184"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93" name="Google Shape;693;p56"/>
            <p:cNvSpPr/>
            <p:nvPr/>
          </p:nvSpPr>
          <p:spPr>
            <a:xfrm>
              <a:off x="3959859"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94" name="Google Shape;694;p56"/>
            <p:cNvSpPr/>
            <p:nvPr/>
          </p:nvSpPr>
          <p:spPr>
            <a:xfrm>
              <a:off x="4020184"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95" name="Google Shape;695;p56"/>
            <p:cNvSpPr/>
            <p:nvPr/>
          </p:nvSpPr>
          <p:spPr>
            <a:xfrm>
              <a:off x="7467600"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96" name="Google Shape;696;p56"/>
            <p:cNvSpPr/>
            <p:nvPr/>
          </p:nvSpPr>
          <p:spPr>
            <a:xfrm>
              <a:off x="3475990"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97" name="Google Shape;697;p56"/>
            <p:cNvSpPr/>
            <p:nvPr/>
          </p:nvSpPr>
          <p:spPr>
            <a:xfrm>
              <a:off x="6741794"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98" name="Google Shape;698;p56"/>
            <p:cNvSpPr/>
            <p:nvPr/>
          </p:nvSpPr>
          <p:spPr>
            <a:xfrm>
              <a:off x="6681469"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99" name="Google Shape;699;p56"/>
            <p:cNvSpPr/>
            <p:nvPr/>
          </p:nvSpPr>
          <p:spPr>
            <a:xfrm>
              <a:off x="3365500" y="3397250"/>
              <a:ext cx="506729" cy="506729"/>
            </a:xfrm>
            <a:custGeom>
              <a:avLst/>
              <a:gdLst/>
              <a:ahLst/>
              <a:cxnLst/>
              <a:rect l="l" t="t" r="r" b="b"/>
              <a:pathLst>
                <a:path w="506729" h="506729" extrusionOk="0">
                  <a:moveTo>
                    <a:pt x="497840" y="0"/>
                  </a:moveTo>
                  <a:lnTo>
                    <a:pt x="0" y="497840"/>
                  </a:lnTo>
                  <a:lnTo>
                    <a:pt x="0" y="506730"/>
                  </a:lnTo>
                  <a:lnTo>
                    <a:pt x="50673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700" name="Google Shape;700;p56"/>
            <p:cNvSpPr/>
            <p:nvPr/>
          </p:nvSpPr>
          <p:spPr>
            <a:xfrm>
              <a:off x="3415665" y="3397250"/>
              <a:ext cx="516889" cy="508000"/>
            </a:xfrm>
            <a:custGeom>
              <a:avLst/>
              <a:gdLst/>
              <a:ahLst/>
              <a:cxnLst/>
              <a:rect l="l" t="t" r="r" b="b"/>
              <a:pathLst>
                <a:path w="516889"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701" name="Google Shape;701;p56"/>
            <p:cNvSpPr/>
            <p:nvPr/>
          </p:nvSpPr>
          <p:spPr>
            <a:xfrm>
              <a:off x="3657600"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702" name="Google Shape;702;p56"/>
            <p:cNvSpPr/>
            <p:nvPr/>
          </p:nvSpPr>
          <p:spPr>
            <a:xfrm>
              <a:off x="3536315"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703" name="Google Shape;703;p56"/>
            <p:cNvSpPr/>
            <p:nvPr/>
          </p:nvSpPr>
          <p:spPr>
            <a:xfrm>
              <a:off x="3597275"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grpSp>
      <p:grpSp>
        <p:nvGrpSpPr>
          <p:cNvPr id="704" name="Google Shape;704;p56"/>
          <p:cNvGrpSpPr/>
          <p:nvPr/>
        </p:nvGrpSpPr>
        <p:grpSpPr>
          <a:xfrm>
            <a:off x="4113370" y="1858803"/>
            <a:ext cx="326708" cy="293370"/>
            <a:chOff x="7973694" y="2253614"/>
            <a:chExt cx="435611" cy="391160"/>
          </a:xfrm>
          <a:solidFill>
            <a:schemeClr val="accent1"/>
          </a:solidFill>
        </p:grpSpPr>
        <p:sp>
          <p:nvSpPr>
            <p:cNvPr id="705" name="Google Shape;705;p56"/>
            <p:cNvSpPr/>
            <p:nvPr/>
          </p:nvSpPr>
          <p:spPr>
            <a:xfrm>
              <a:off x="8092440" y="2253614"/>
              <a:ext cx="168275" cy="107314"/>
            </a:xfrm>
            <a:custGeom>
              <a:avLst/>
              <a:gdLst/>
              <a:ahLst/>
              <a:cxnLst/>
              <a:rect l="l" t="t" r="r" b="b"/>
              <a:pathLst>
                <a:path w="168275" h="107314" extrusionOk="0">
                  <a:moveTo>
                    <a:pt x="159385" y="107315"/>
                  </a:moveTo>
                  <a:lnTo>
                    <a:pt x="8890" y="107315"/>
                  </a:lnTo>
                  <a:cubicBezTo>
                    <a:pt x="3810" y="107315"/>
                    <a:pt x="0" y="103505"/>
                    <a:pt x="0" y="98425"/>
                  </a:cubicBezTo>
                  <a:lnTo>
                    <a:pt x="0" y="8890"/>
                  </a:lnTo>
                  <a:cubicBezTo>
                    <a:pt x="0" y="3810"/>
                    <a:pt x="3810" y="0"/>
                    <a:pt x="8890" y="0"/>
                  </a:cubicBezTo>
                  <a:lnTo>
                    <a:pt x="159385" y="0"/>
                  </a:lnTo>
                  <a:cubicBezTo>
                    <a:pt x="164465" y="0"/>
                    <a:pt x="168275" y="3810"/>
                    <a:pt x="168275" y="8890"/>
                  </a:cubicBezTo>
                  <a:lnTo>
                    <a:pt x="168275" y="98425"/>
                  </a:lnTo>
                  <a:cubicBezTo>
                    <a:pt x="168275" y="103505"/>
                    <a:pt x="164465" y="107315"/>
                    <a:pt x="159385" y="107315"/>
                  </a:cubicBezTo>
                  <a:close/>
                  <a:moveTo>
                    <a:pt x="17780" y="90170"/>
                  </a:moveTo>
                  <a:lnTo>
                    <a:pt x="151130" y="90170"/>
                  </a:lnTo>
                  <a:lnTo>
                    <a:pt x="151130" y="17780"/>
                  </a:lnTo>
                  <a:lnTo>
                    <a:pt x="17780" y="17780"/>
                  </a:lnTo>
                  <a:lnTo>
                    <a:pt x="17780" y="90170"/>
                  </a:lnTo>
                  <a:close/>
                </a:path>
              </a:pathLst>
            </a:custGeom>
            <a:grp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chemeClr val="accent1"/>
                </a:solidFill>
                <a:latin typeface="Calibri"/>
                <a:ea typeface="Calibri"/>
                <a:cs typeface="Calibri"/>
                <a:sym typeface="Calibri"/>
              </a:endParaRPr>
            </a:p>
          </p:txBody>
        </p:sp>
        <p:sp>
          <p:nvSpPr>
            <p:cNvPr id="706" name="Google Shape;706;p56"/>
            <p:cNvSpPr/>
            <p:nvPr/>
          </p:nvSpPr>
          <p:spPr>
            <a:xfrm>
              <a:off x="8161655" y="2395854"/>
              <a:ext cx="168275" cy="107315"/>
            </a:xfrm>
            <a:custGeom>
              <a:avLst/>
              <a:gdLst/>
              <a:ahLst/>
              <a:cxnLst/>
              <a:rect l="l" t="t" r="r" b="b"/>
              <a:pathLst>
                <a:path w="168275" h="107315" extrusionOk="0">
                  <a:moveTo>
                    <a:pt x="159385" y="107315"/>
                  </a:moveTo>
                  <a:lnTo>
                    <a:pt x="8889" y="107315"/>
                  </a:lnTo>
                  <a:cubicBezTo>
                    <a:pt x="3810" y="107315"/>
                    <a:pt x="0" y="103505"/>
                    <a:pt x="0" y="98425"/>
                  </a:cubicBezTo>
                  <a:lnTo>
                    <a:pt x="0" y="8890"/>
                  </a:lnTo>
                  <a:cubicBezTo>
                    <a:pt x="0" y="3810"/>
                    <a:pt x="3810" y="0"/>
                    <a:pt x="8889" y="0"/>
                  </a:cubicBezTo>
                  <a:lnTo>
                    <a:pt x="159385" y="0"/>
                  </a:lnTo>
                  <a:cubicBezTo>
                    <a:pt x="164464" y="0"/>
                    <a:pt x="168275" y="3810"/>
                    <a:pt x="168275" y="8890"/>
                  </a:cubicBezTo>
                  <a:lnTo>
                    <a:pt x="168275" y="98425"/>
                  </a:lnTo>
                  <a:cubicBezTo>
                    <a:pt x="168275" y="103505"/>
                    <a:pt x="164464" y="107315"/>
                    <a:pt x="159385" y="107315"/>
                  </a:cubicBezTo>
                  <a:close/>
                  <a:moveTo>
                    <a:pt x="17145" y="89535"/>
                  </a:moveTo>
                  <a:lnTo>
                    <a:pt x="150495" y="89535"/>
                  </a:lnTo>
                  <a:lnTo>
                    <a:pt x="150495" y="17145"/>
                  </a:lnTo>
                  <a:lnTo>
                    <a:pt x="17145" y="17145"/>
                  </a:lnTo>
                  <a:lnTo>
                    <a:pt x="17145" y="89535"/>
                  </a:lnTo>
                  <a:close/>
                </a:path>
              </a:pathLst>
            </a:custGeom>
            <a:grp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chemeClr val="accent1"/>
                </a:solidFill>
                <a:latin typeface="Calibri"/>
                <a:ea typeface="Calibri"/>
                <a:cs typeface="Calibri"/>
                <a:sym typeface="Calibri"/>
              </a:endParaRPr>
            </a:p>
          </p:txBody>
        </p:sp>
        <p:sp>
          <p:nvSpPr>
            <p:cNvPr id="707" name="Google Shape;707;p56"/>
            <p:cNvSpPr/>
            <p:nvPr/>
          </p:nvSpPr>
          <p:spPr>
            <a:xfrm>
              <a:off x="8092440" y="2537460"/>
              <a:ext cx="168275" cy="107314"/>
            </a:xfrm>
            <a:custGeom>
              <a:avLst/>
              <a:gdLst/>
              <a:ahLst/>
              <a:cxnLst/>
              <a:rect l="l" t="t" r="r" b="b"/>
              <a:pathLst>
                <a:path w="168275" h="107314" extrusionOk="0">
                  <a:moveTo>
                    <a:pt x="159385" y="107315"/>
                  </a:moveTo>
                  <a:lnTo>
                    <a:pt x="8890" y="107315"/>
                  </a:lnTo>
                  <a:cubicBezTo>
                    <a:pt x="3810" y="107315"/>
                    <a:pt x="0" y="103505"/>
                    <a:pt x="0" y="98425"/>
                  </a:cubicBezTo>
                  <a:lnTo>
                    <a:pt x="0" y="8890"/>
                  </a:lnTo>
                  <a:cubicBezTo>
                    <a:pt x="0" y="3810"/>
                    <a:pt x="3810" y="0"/>
                    <a:pt x="8890" y="0"/>
                  </a:cubicBezTo>
                  <a:lnTo>
                    <a:pt x="159385" y="0"/>
                  </a:lnTo>
                  <a:cubicBezTo>
                    <a:pt x="164465" y="0"/>
                    <a:pt x="168275" y="3810"/>
                    <a:pt x="168275" y="8890"/>
                  </a:cubicBezTo>
                  <a:lnTo>
                    <a:pt x="168275" y="98425"/>
                  </a:lnTo>
                  <a:cubicBezTo>
                    <a:pt x="168275" y="103505"/>
                    <a:pt x="164465" y="107315"/>
                    <a:pt x="159385" y="107315"/>
                  </a:cubicBezTo>
                  <a:close/>
                  <a:moveTo>
                    <a:pt x="17780" y="90170"/>
                  </a:moveTo>
                  <a:lnTo>
                    <a:pt x="151130" y="90170"/>
                  </a:lnTo>
                  <a:lnTo>
                    <a:pt x="151130" y="17780"/>
                  </a:lnTo>
                  <a:lnTo>
                    <a:pt x="17780" y="17780"/>
                  </a:lnTo>
                  <a:lnTo>
                    <a:pt x="17780" y="90170"/>
                  </a:lnTo>
                  <a:close/>
                </a:path>
              </a:pathLst>
            </a:custGeom>
            <a:grp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chemeClr val="accent1"/>
                </a:solidFill>
                <a:latin typeface="Calibri"/>
                <a:ea typeface="Calibri"/>
                <a:cs typeface="Calibri"/>
                <a:sym typeface="Calibri"/>
              </a:endParaRPr>
            </a:p>
          </p:txBody>
        </p:sp>
        <p:sp>
          <p:nvSpPr>
            <p:cNvPr id="708" name="Google Shape;708;p56"/>
            <p:cNvSpPr/>
            <p:nvPr/>
          </p:nvSpPr>
          <p:spPr>
            <a:xfrm>
              <a:off x="7973694" y="2298700"/>
              <a:ext cx="168275" cy="202564"/>
            </a:xfrm>
            <a:custGeom>
              <a:avLst/>
              <a:gdLst/>
              <a:ahLst/>
              <a:cxnLst/>
              <a:rect l="l" t="t" r="r" b="b"/>
              <a:pathLst>
                <a:path w="168275" h="202564" extrusionOk="0">
                  <a:moveTo>
                    <a:pt x="116205" y="99060"/>
                  </a:moveTo>
                  <a:lnTo>
                    <a:pt x="104140" y="111125"/>
                  </a:lnTo>
                  <a:lnTo>
                    <a:pt x="135255" y="142240"/>
                  </a:lnTo>
                  <a:lnTo>
                    <a:pt x="49530" y="142240"/>
                  </a:lnTo>
                  <a:cubicBezTo>
                    <a:pt x="31750" y="142240"/>
                    <a:pt x="17145" y="127635"/>
                    <a:pt x="17145" y="109855"/>
                  </a:cubicBezTo>
                  <a:lnTo>
                    <a:pt x="17145" y="49530"/>
                  </a:lnTo>
                  <a:cubicBezTo>
                    <a:pt x="17145" y="31750"/>
                    <a:pt x="31750" y="17145"/>
                    <a:pt x="49530" y="17145"/>
                  </a:cubicBezTo>
                  <a:lnTo>
                    <a:pt x="95886" y="17145"/>
                  </a:lnTo>
                  <a:lnTo>
                    <a:pt x="95886" y="0"/>
                  </a:lnTo>
                  <a:lnTo>
                    <a:pt x="49530" y="0"/>
                  </a:lnTo>
                  <a:cubicBezTo>
                    <a:pt x="22225" y="0"/>
                    <a:pt x="0" y="22225"/>
                    <a:pt x="0" y="49530"/>
                  </a:cubicBezTo>
                  <a:lnTo>
                    <a:pt x="0" y="109855"/>
                  </a:lnTo>
                  <a:cubicBezTo>
                    <a:pt x="0" y="137160"/>
                    <a:pt x="22225" y="159385"/>
                    <a:pt x="49530" y="159385"/>
                  </a:cubicBezTo>
                  <a:lnTo>
                    <a:pt x="135255" y="159385"/>
                  </a:lnTo>
                  <a:lnTo>
                    <a:pt x="104140" y="190500"/>
                  </a:lnTo>
                  <a:lnTo>
                    <a:pt x="116205" y="202565"/>
                  </a:lnTo>
                  <a:lnTo>
                    <a:pt x="168275" y="150495"/>
                  </a:lnTo>
                  <a:lnTo>
                    <a:pt x="116205" y="99060"/>
                  </a:lnTo>
                  <a:close/>
                </a:path>
              </a:pathLst>
            </a:custGeom>
            <a:grp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chemeClr val="accent1"/>
                </a:solidFill>
                <a:latin typeface="Calibri"/>
                <a:ea typeface="Calibri"/>
                <a:cs typeface="Calibri"/>
                <a:sym typeface="Calibri"/>
              </a:endParaRPr>
            </a:p>
          </p:txBody>
        </p:sp>
        <p:sp>
          <p:nvSpPr>
            <p:cNvPr id="709" name="Google Shape;709;p56"/>
            <p:cNvSpPr/>
            <p:nvPr/>
          </p:nvSpPr>
          <p:spPr>
            <a:xfrm>
              <a:off x="8280400" y="2256154"/>
              <a:ext cx="128905" cy="344170"/>
            </a:xfrm>
            <a:custGeom>
              <a:avLst/>
              <a:gdLst/>
              <a:ahLst/>
              <a:cxnLst/>
              <a:rect l="l" t="t" r="r" b="b"/>
              <a:pathLst>
                <a:path w="128905" h="344170" extrusionOk="0">
                  <a:moveTo>
                    <a:pt x="52070" y="103505"/>
                  </a:moveTo>
                  <a:lnTo>
                    <a:pt x="64135" y="91440"/>
                  </a:lnTo>
                  <a:lnTo>
                    <a:pt x="33020" y="60325"/>
                  </a:lnTo>
                  <a:lnTo>
                    <a:pt x="79375" y="60325"/>
                  </a:lnTo>
                  <a:cubicBezTo>
                    <a:pt x="97155" y="60325"/>
                    <a:pt x="111760" y="74930"/>
                    <a:pt x="111760" y="92710"/>
                  </a:cubicBezTo>
                  <a:lnTo>
                    <a:pt x="111760" y="294640"/>
                  </a:lnTo>
                  <a:cubicBezTo>
                    <a:pt x="111760" y="312420"/>
                    <a:pt x="97155" y="327025"/>
                    <a:pt x="79375" y="327025"/>
                  </a:cubicBezTo>
                  <a:lnTo>
                    <a:pt x="3175" y="327025"/>
                  </a:lnTo>
                  <a:lnTo>
                    <a:pt x="3175" y="344170"/>
                  </a:lnTo>
                  <a:lnTo>
                    <a:pt x="79375" y="344170"/>
                  </a:lnTo>
                  <a:cubicBezTo>
                    <a:pt x="106680" y="344170"/>
                    <a:pt x="128905" y="321945"/>
                    <a:pt x="128905" y="294640"/>
                  </a:cubicBezTo>
                  <a:lnTo>
                    <a:pt x="128905" y="92710"/>
                  </a:lnTo>
                  <a:cubicBezTo>
                    <a:pt x="128905" y="65405"/>
                    <a:pt x="106680" y="43180"/>
                    <a:pt x="79375" y="43180"/>
                  </a:cubicBezTo>
                  <a:lnTo>
                    <a:pt x="33020" y="43180"/>
                  </a:lnTo>
                  <a:lnTo>
                    <a:pt x="64135" y="12065"/>
                  </a:lnTo>
                  <a:lnTo>
                    <a:pt x="52070" y="0"/>
                  </a:lnTo>
                  <a:lnTo>
                    <a:pt x="0" y="52070"/>
                  </a:lnTo>
                  <a:lnTo>
                    <a:pt x="52070" y="103505"/>
                  </a:lnTo>
                  <a:close/>
                </a:path>
              </a:pathLst>
            </a:custGeom>
            <a:grp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chemeClr val="accent1"/>
                </a:solidFill>
                <a:latin typeface="Calibri"/>
                <a:ea typeface="Calibri"/>
                <a:cs typeface="Calibri"/>
                <a:sym typeface="Calibri"/>
              </a:endParaRPr>
            </a:p>
          </p:txBody>
        </p:sp>
      </p:grpSp>
      <p:grpSp>
        <p:nvGrpSpPr>
          <p:cNvPr id="710" name="Google Shape;710;p56"/>
          <p:cNvGrpSpPr/>
          <p:nvPr/>
        </p:nvGrpSpPr>
        <p:grpSpPr>
          <a:xfrm>
            <a:off x="1803082" y="3288030"/>
            <a:ext cx="327661" cy="327659"/>
            <a:chOff x="4893309" y="4159250"/>
            <a:chExt cx="436881" cy="436879"/>
          </a:xfrm>
          <a:solidFill>
            <a:schemeClr val="accent2"/>
          </a:solidFill>
        </p:grpSpPr>
        <p:sp>
          <p:nvSpPr>
            <p:cNvPr id="711" name="Google Shape;711;p56"/>
            <p:cNvSpPr/>
            <p:nvPr/>
          </p:nvSpPr>
          <p:spPr>
            <a:xfrm>
              <a:off x="5041900" y="4307840"/>
              <a:ext cx="139700" cy="139700"/>
            </a:xfrm>
            <a:custGeom>
              <a:avLst/>
              <a:gdLst/>
              <a:ahLst/>
              <a:cxnLst/>
              <a:rect l="l" t="t" r="r" b="b"/>
              <a:pathLst>
                <a:path w="139700" h="139700" extrusionOk="0">
                  <a:moveTo>
                    <a:pt x="69850" y="139700"/>
                  </a:moveTo>
                  <a:cubicBezTo>
                    <a:pt x="31750" y="139700"/>
                    <a:pt x="0" y="108585"/>
                    <a:pt x="0" y="69850"/>
                  </a:cubicBezTo>
                  <a:cubicBezTo>
                    <a:pt x="0" y="31750"/>
                    <a:pt x="31115" y="0"/>
                    <a:pt x="69850" y="0"/>
                  </a:cubicBezTo>
                  <a:cubicBezTo>
                    <a:pt x="108585" y="0"/>
                    <a:pt x="139700" y="31115"/>
                    <a:pt x="139700" y="69850"/>
                  </a:cubicBezTo>
                  <a:cubicBezTo>
                    <a:pt x="139700" y="107950"/>
                    <a:pt x="107950" y="139700"/>
                    <a:pt x="69850" y="139700"/>
                  </a:cubicBezTo>
                  <a:close/>
                  <a:moveTo>
                    <a:pt x="69850" y="17780"/>
                  </a:moveTo>
                  <a:cubicBezTo>
                    <a:pt x="41275" y="17780"/>
                    <a:pt x="17780" y="41275"/>
                    <a:pt x="17780" y="69850"/>
                  </a:cubicBezTo>
                  <a:cubicBezTo>
                    <a:pt x="17780" y="98425"/>
                    <a:pt x="41275" y="121920"/>
                    <a:pt x="69850" y="121920"/>
                  </a:cubicBezTo>
                  <a:cubicBezTo>
                    <a:pt x="98425" y="121920"/>
                    <a:pt x="121920" y="98425"/>
                    <a:pt x="121920" y="69850"/>
                  </a:cubicBezTo>
                  <a:cubicBezTo>
                    <a:pt x="121920" y="41275"/>
                    <a:pt x="98425" y="17780"/>
                    <a:pt x="69850" y="17780"/>
                  </a:cubicBezTo>
                  <a:close/>
                </a:path>
              </a:pathLst>
            </a:custGeom>
            <a:grp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grpSp>
          <p:nvGrpSpPr>
            <p:cNvPr id="712" name="Google Shape;712;p56"/>
            <p:cNvGrpSpPr/>
            <p:nvPr/>
          </p:nvGrpSpPr>
          <p:grpSpPr>
            <a:xfrm>
              <a:off x="4893309" y="4159250"/>
              <a:ext cx="436881" cy="436879"/>
              <a:chOff x="4893309" y="4159250"/>
              <a:chExt cx="436881" cy="436879"/>
            </a:xfrm>
            <a:grpFill/>
          </p:grpSpPr>
          <p:sp>
            <p:nvSpPr>
              <p:cNvPr id="713" name="Google Shape;713;p56"/>
              <p:cNvSpPr/>
              <p:nvPr/>
            </p:nvSpPr>
            <p:spPr>
              <a:xfrm>
                <a:off x="5066665" y="4159250"/>
                <a:ext cx="90804" cy="132715"/>
              </a:xfrm>
              <a:custGeom>
                <a:avLst/>
                <a:gdLst/>
                <a:ahLst/>
                <a:cxnLst/>
                <a:rect l="l" t="t" r="r" b="b"/>
                <a:pathLst>
                  <a:path w="90804" h="132715" extrusionOk="0">
                    <a:moveTo>
                      <a:pt x="81280" y="0"/>
                    </a:moveTo>
                    <a:lnTo>
                      <a:pt x="8890" y="0"/>
                    </a:lnTo>
                    <a:cubicBezTo>
                      <a:pt x="3810" y="0"/>
                      <a:pt x="0" y="3810"/>
                      <a:pt x="0" y="8890"/>
                    </a:cubicBezTo>
                    <a:lnTo>
                      <a:pt x="0" y="81280"/>
                    </a:lnTo>
                    <a:cubicBezTo>
                      <a:pt x="0" y="86360"/>
                      <a:pt x="3810" y="90170"/>
                      <a:pt x="8890" y="90170"/>
                    </a:cubicBezTo>
                    <a:lnTo>
                      <a:pt x="36830" y="90170"/>
                    </a:lnTo>
                    <a:lnTo>
                      <a:pt x="36830" y="132715"/>
                    </a:lnTo>
                    <a:lnTo>
                      <a:pt x="53975" y="132715"/>
                    </a:lnTo>
                    <a:lnTo>
                      <a:pt x="53975" y="90170"/>
                    </a:lnTo>
                    <a:lnTo>
                      <a:pt x="81915" y="90170"/>
                    </a:lnTo>
                    <a:cubicBezTo>
                      <a:pt x="86995" y="90170"/>
                      <a:pt x="90805" y="86360"/>
                      <a:pt x="90805" y="81280"/>
                    </a:cubicBezTo>
                    <a:lnTo>
                      <a:pt x="90805" y="8890"/>
                    </a:lnTo>
                    <a:cubicBezTo>
                      <a:pt x="90170" y="3810"/>
                      <a:pt x="86360" y="0"/>
                      <a:pt x="81280" y="0"/>
                    </a:cubicBezTo>
                    <a:close/>
                    <a:moveTo>
                      <a:pt x="73025" y="72390"/>
                    </a:moveTo>
                    <a:lnTo>
                      <a:pt x="17780" y="72390"/>
                    </a:lnTo>
                    <a:lnTo>
                      <a:pt x="17780" y="17145"/>
                    </a:lnTo>
                    <a:lnTo>
                      <a:pt x="73025" y="17145"/>
                    </a:lnTo>
                    <a:lnTo>
                      <a:pt x="73025" y="72390"/>
                    </a:lnTo>
                    <a:close/>
                  </a:path>
                </a:pathLst>
              </a:custGeom>
              <a:grp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714" name="Google Shape;714;p56"/>
              <p:cNvSpPr/>
              <p:nvPr/>
            </p:nvSpPr>
            <p:spPr>
              <a:xfrm>
                <a:off x="4893309" y="4332604"/>
                <a:ext cx="132715" cy="90170"/>
              </a:xfrm>
              <a:custGeom>
                <a:avLst/>
                <a:gdLst/>
                <a:ahLst/>
                <a:cxnLst/>
                <a:rect l="l" t="t" r="r" b="b"/>
                <a:pathLst>
                  <a:path w="132715" h="90170" extrusionOk="0">
                    <a:moveTo>
                      <a:pt x="90170" y="8890"/>
                    </a:moveTo>
                    <a:cubicBezTo>
                      <a:pt x="90170" y="3810"/>
                      <a:pt x="86360" y="0"/>
                      <a:pt x="81280" y="0"/>
                    </a:cubicBezTo>
                    <a:lnTo>
                      <a:pt x="8890" y="0"/>
                    </a:lnTo>
                    <a:cubicBezTo>
                      <a:pt x="3810" y="0"/>
                      <a:pt x="0" y="3810"/>
                      <a:pt x="0" y="8890"/>
                    </a:cubicBezTo>
                    <a:lnTo>
                      <a:pt x="0" y="81280"/>
                    </a:lnTo>
                    <a:cubicBezTo>
                      <a:pt x="0" y="86360"/>
                      <a:pt x="3810" y="90170"/>
                      <a:pt x="8890" y="90170"/>
                    </a:cubicBezTo>
                    <a:lnTo>
                      <a:pt x="81280" y="90170"/>
                    </a:lnTo>
                    <a:cubicBezTo>
                      <a:pt x="86360" y="90170"/>
                      <a:pt x="90170" y="86360"/>
                      <a:pt x="90170" y="81280"/>
                    </a:cubicBezTo>
                    <a:lnTo>
                      <a:pt x="90170" y="53340"/>
                    </a:lnTo>
                    <a:lnTo>
                      <a:pt x="132715" y="53340"/>
                    </a:lnTo>
                    <a:lnTo>
                      <a:pt x="132715" y="36195"/>
                    </a:lnTo>
                    <a:lnTo>
                      <a:pt x="90170" y="36195"/>
                    </a:lnTo>
                    <a:lnTo>
                      <a:pt x="90170" y="8890"/>
                    </a:lnTo>
                    <a:lnTo>
                      <a:pt x="90170" y="8890"/>
                    </a:lnTo>
                    <a:close/>
                    <a:moveTo>
                      <a:pt x="73025" y="72390"/>
                    </a:moveTo>
                    <a:lnTo>
                      <a:pt x="17780" y="72390"/>
                    </a:lnTo>
                    <a:lnTo>
                      <a:pt x="17780" y="17145"/>
                    </a:lnTo>
                    <a:lnTo>
                      <a:pt x="73025" y="17145"/>
                    </a:lnTo>
                    <a:lnTo>
                      <a:pt x="73025" y="72390"/>
                    </a:lnTo>
                    <a:close/>
                  </a:path>
                </a:pathLst>
              </a:custGeom>
              <a:grp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715" name="Google Shape;715;p56"/>
              <p:cNvSpPr/>
              <p:nvPr/>
            </p:nvSpPr>
            <p:spPr>
              <a:xfrm>
                <a:off x="5066029" y="4463415"/>
                <a:ext cx="90239" cy="132714"/>
              </a:xfrm>
              <a:custGeom>
                <a:avLst/>
                <a:gdLst/>
                <a:ahLst/>
                <a:cxnLst/>
                <a:rect l="l" t="t" r="r" b="b"/>
                <a:pathLst>
                  <a:path w="90239" h="132714" extrusionOk="0">
                    <a:moveTo>
                      <a:pt x="81915" y="42545"/>
                    </a:moveTo>
                    <a:lnTo>
                      <a:pt x="53975" y="42545"/>
                    </a:lnTo>
                    <a:lnTo>
                      <a:pt x="53975" y="0"/>
                    </a:lnTo>
                    <a:lnTo>
                      <a:pt x="36830" y="0"/>
                    </a:lnTo>
                    <a:lnTo>
                      <a:pt x="36830" y="42545"/>
                    </a:lnTo>
                    <a:lnTo>
                      <a:pt x="8890" y="42545"/>
                    </a:lnTo>
                    <a:cubicBezTo>
                      <a:pt x="3810" y="42545"/>
                      <a:pt x="0" y="46355"/>
                      <a:pt x="0" y="51435"/>
                    </a:cubicBezTo>
                    <a:lnTo>
                      <a:pt x="0" y="123825"/>
                    </a:lnTo>
                    <a:cubicBezTo>
                      <a:pt x="0" y="128905"/>
                      <a:pt x="3810" y="132715"/>
                      <a:pt x="8890" y="132715"/>
                    </a:cubicBezTo>
                    <a:lnTo>
                      <a:pt x="81280" y="132715"/>
                    </a:lnTo>
                    <a:cubicBezTo>
                      <a:pt x="86360" y="132715"/>
                      <a:pt x="90170" y="128905"/>
                      <a:pt x="90170" y="123825"/>
                    </a:cubicBezTo>
                    <a:lnTo>
                      <a:pt x="90170" y="51435"/>
                    </a:lnTo>
                    <a:cubicBezTo>
                      <a:pt x="90805" y="46355"/>
                      <a:pt x="86995" y="42545"/>
                      <a:pt x="81915" y="42545"/>
                    </a:cubicBezTo>
                    <a:close/>
                    <a:moveTo>
                      <a:pt x="73660" y="114935"/>
                    </a:moveTo>
                    <a:lnTo>
                      <a:pt x="18415" y="114935"/>
                    </a:lnTo>
                    <a:lnTo>
                      <a:pt x="18415" y="59690"/>
                    </a:lnTo>
                    <a:lnTo>
                      <a:pt x="73660" y="59690"/>
                    </a:lnTo>
                    <a:lnTo>
                      <a:pt x="73660" y="114935"/>
                    </a:lnTo>
                    <a:close/>
                  </a:path>
                </a:pathLst>
              </a:custGeom>
              <a:grp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716" name="Google Shape;716;p56"/>
              <p:cNvSpPr/>
              <p:nvPr/>
            </p:nvSpPr>
            <p:spPr>
              <a:xfrm>
                <a:off x="5197475" y="4332604"/>
                <a:ext cx="132715" cy="90804"/>
              </a:xfrm>
              <a:custGeom>
                <a:avLst/>
                <a:gdLst/>
                <a:ahLst/>
                <a:cxnLst/>
                <a:rect l="l" t="t" r="r" b="b"/>
                <a:pathLst>
                  <a:path w="132715" h="90804" extrusionOk="0">
                    <a:moveTo>
                      <a:pt x="123825" y="0"/>
                    </a:moveTo>
                    <a:lnTo>
                      <a:pt x="51435" y="0"/>
                    </a:lnTo>
                    <a:cubicBezTo>
                      <a:pt x="46355" y="0"/>
                      <a:pt x="42545" y="3810"/>
                      <a:pt x="42545" y="8890"/>
                    </a:cubicBezTo>
                    <a:lnTo>
                      <a:pt x="42545" y="36830"/>
                    </a:lnTo>
                    <a:lnTo>
                      <a:pt x="0" y="36830"/>
                    </a:lnTo>
                    <a:lnTo>
                      <a:pt x="0" y="53975"/>
                    </a:lnTo>
                    <a:lnTo>
                      <a:pt x="42545" y="53975"/>
                    </a:lnTo>
                    <a:lnTo>
                      <a:pt x="42545" y="81915"/>
                    </a:lnTo>
                    <a:cubicBezTo>
                      <a:pt x="42545" y="86995"/>
                      <a:pt x="46355" y="90805"/>
                      <a:pt x="51435" y="90805"/>
                    </a:cubicBezTo>
                    <a:lnTo>
                      <a:pt x="123825" y="90805"/>
                    </a:lnTo>
                    <a:cubicBezTo>
                      <a:pt x="128905" y="90805"/>
                      <a:pt x="132715" y="86995"/>
                      <a:pt x="132715" y="81915"/>
                    </a:cubicBezTo>
                    <a:lnTo>
                      <a:pt x="132715" y="9525"/>
                    </a:lnTo>
                    <a:cubicBezTo>
                      <a:pt x="132715" y="3810"/>
                      <a:pt x="128905" y="0"/>
                      <a:pt x="123825" y="0"/>
                    </a:cubicBezTo>
                    <a:close/>
                    <a:moveTo>
                      <a:pt x="115570" y="72390"/>
                    </a:moveTo>
                    <a:lnTo>
                      <a:pt x="60325" y="72390"/>
                    </a:lnTo>
                    <a:lnTo>
                      <a:pt x="60325" y="17145"/>
                    </a:lnTo>
                    <a:lnTo>
                      <a:pt x="115570" y="17145"/>
                    </a:lnTo>
                    <a:lnTo>
                      <a:pt x="115570" y="72390"/>
                    </a:lnTo>
                    <a:close/>
                  </a:path>
                </a:pathLst>
              </a:custGeom>
              <a:grp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grpSp>
      </p:grpSp>
      <p:grpSp>
        <p:nvGrpSpPr>
          <p:cNvPr id="717" name="Google Shape;717;p56"/>
          <p:cNvGrpSpPr/>
          <p:nvPr/>
        </p:nvGrpSpPr>
        <p:grpSpPr>
          <a:xfrm>
            <a:off x="3006967" y="1859518"/>
            <a:ext cx="307332" cy="330279"/>
            <a:chOff x="6498489" y="2254567"/>
            <a:chExt cx="409776" cy="440372"/>
          </a:xfrm>
          <a:solidFill>
            <a:schemeClr val="accent1"/>
          </a:solidFill>
        </p:grpSpPr>
        <p:sp>
          <p:nvSpPr>
            <p:cNvPr id="718" name="Google Shape;718;p56"/>
            <p:cNvSpPr/>
            <p:nvPr/>
          </p:nvSpPr>
          <p:spPr>
            <a:xfrm>
              <a:off x="6543675" y="2350770"/>
              <a:ext cx="213359" cy="252729"/>
            </a:xfrm>
            <a:custGeom>
              <a:avLst/>
              <a:gdLst/>
              <a:ahLst/>
              <a:cxnLst/>
              <a:rect l="l" t="t" r="r" b="b"/>
              <a:pathLst>
                <a:path w="213359" h="252729" extrusionOk="0">
                  <a:moveTo>
                    <a:pt x="97790" y="234950"/>
                  </a:moveTo>
                  <a:cubicBezTo>
                    <a:pt x="45720" y="233045"/>
                    <a:pt x="17780" y="217805"/>
                    <a:pt x="17780" y="209550"/>
                  </a:cubicBezTo>
                  <a:lnTo>
                    <a:pt x="17780" y="178435"/>
                  </a:lnTo>
                  <a:cubicBezTo>
                    <a:pt x="36195" y="189230"/>
                    <a:pt x="66675" y="195580"/>
                    <a:pt x="97790" y="196850"/>
                  </a:cubicBezTo>
                  <a:lnTo>
                    <a:pt x="97790" y="179705"/>
                  </a:lnTo>
                  <a:cubicBezTo>
                    <a:pt x="45720" y="177800"/>
                    <a:pt x="17780" y="162560"/>
                    <a:pt x="17780" y="154305"/>
                  </a:cubicBezTo>
                  <a:lnTo>
                    <a:pt x="17780" y="123190"/>
                  </a:lnTo>
                  <a:cubicBezTo>
                    <a:pt x="36195" y="133985"/>
                    <a:pt x="66675" y="140335"/>
                    <a:pt x="97790" y="141605"/>
                  </a:cubicBezTo>
                  <a:lnTo>
                    <a:pt x="97790" y="134620"/>
                  </a:lnTo>
                  <a:cubicBezTo>
                    <a:pt x="97790" y="130810"/>
                    <a:pt x="98425" y="127635"/>
                    <a:pt x="100330" y="123825"/>
                  </a:cubicBezTo>
                  <a:cubicBezTo>
                    <a:pt x="46990" y="122555"/>
                    <a:pt x="17780" y="106680"/>
                    <a:pt x="17780" y="98425"/>
                  </a:cubicBezTo>
                  <a:lnTo>
                    <a:pt x="17780" y="67310"/>
                  </a:lnTo>
                  <a:cubicBezTo>
                    <a:pt x="38100" y="79375"/>
                    <a:pt x="72390" y="85725"/>
                    <a:pt x="106680" y="85725"/>
                  </a:cubicBezTo>
                  <a:cubicBezTo>
                    <a:pt x="140970" y="85725"/>
                    <a:pt x="175895" y="79375"/>
                    <a:pt x="195580" y="67310"/>
                  </a:cubicBezTo>
                  <a:lnTo>
                    <a:pt x="195580" y="91440"/>
                  </a:lnTo>
                  <a:cubicBezTo>
                    <a:pt x="198755" y="91440"/>
                    <a:pt x="201295" y="91440"/>
                    <a:pt x="204470" y="91440"/>
                  </a:cubicBezTo>
                  <a:cubicBezTo>
                    <a:pt x="207645" y="91440"/>
                    <a:pt x="210185" y="91440"/>
                    <a:pt x="213360" y="91440"/>
                  </a:cubicBezTo>
                  <a:lnTo>
                    <a:pt x="213360" y="42545"/>
                  </a:lnTo>
                  <a:cubicBezTo>
                    <a:pt x="213360" y="14605"/>
                    <a:pt x="160020" y="0"/>
                    <a:pt x="106680" y="0"/>
                  </a:cubicBezTo>
                  <a:cubicBezTo>
                    <a:pt x="53975" y="0"/>
                    <a:pt x="0" y="14605"/>
                    <a:pt x="0" y="42545"/>
                  </a:cubicBezTo>
                  <a:lnTo>
                    <a:pt x="0" y="210185"/>
                  </a:lnTo>
                  <a:cubicBezTo>
                    <a:pt x="0" y="236855"/>
                    <a:pt x="47625" y="251460"/>
                    <a:pt x="97155" y="252730"/>
                  </a:cubicBezTo>
                  <a:lnTo>
                    <a:pt x="97790" y="234950"/>
                  </a:lnTo>
                  <a:lnTo>
                    <a:pt x="97790" y="234950"/>
                  </a:lnTo>
                  <a:close/>
                  <a:moveTo>
                    <a:pt x="106680" y="16510"/>
                  </a:moveTo>
                  <a:cubicBezTo>
                    <a:pt x="164465" y="16510"/>
                    <a:pt x="195580" y="33020"/>
                    <a:pt x="195580" y="41910"/>
                  </a:cubicBezTo>
                  <a:cubicBezTo>
                    <a:pt x="195580" y="50800"/>
                    <a:pt x="164465" y="67310"/>
                    <a:pt x="106680" y="67310"/>
                  </a:cubicBezTo>
                  <a:cubicBezTo>
                    <a:pt x="48895" y="67310"/>
                    <a:pt x="17780" y="50800"/>
                    <a:pt x="17780" y="41910"/>
                  </a:cubicBezTo>
                  <a:cubicBezTo>
                    <a:pt x="17780" y="33020"/>
                    <a:pt x="48895" y="16510"/>
                    <a:pt x="106680" y="16510"/>
                  </a:cubicBezTo>
                  <a:close/>
                </a:path>
              </a:pathLst>
            </a:custGeom>
            <a:grp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chemeClr val="accent1"/>
                </a:solidFill>
                <a:latin typeface="Calibri"/>
                <a:ea typeface="Calibri"/>
                <a:cs typeface="Calibri"/>
                <a:sym typeface="Calibri"/>
              </a:endParaRPr>
            </a:p>
          </p:txBody>
        </p:sp>
        <p:sp>
          <p:nvSpPr>
            <p:cNvPr id="719" name="Google Shape;719;p56"/>
            <p:cNvSpPr/>
            <p:nvPr/>
          </p:nvSpPr>
          <p:spPr>
            <a:xfrm>
              <a:off x="6498489" y="2254567"/>
              <a:ext cx="409776" cy="105828"/>
            </a:xfrm>
            <a:custGeom>
              <a:avLst/>
              <a:gdLst/>
              <a:ahLst/>
              <a:cxnLst/>
              <a:rect l="l" t="t" r="r" b="b"/>
              <a:pathLst>
                <a:path w="409776" h="105828" extrusionOk="0">
                  <a:moveTo>
                    <a:pt x="8991" y="105728"/>
                  </a:moveTo>
                  <a:cubicBezTo>
                    <a:pt x="5816" y="105728"/>
                    <a:pt x="2640" y="103822"/>
                    <a:pt x="736" y="100647"/>
                  </a:cubicBezTo>
                  <a:cubicBezTo>
                    <a:pt x="-1169" y="96203"/>
                    <a:pt x="736" y="91122"/>
                    <a:pt x="5180" y="89218"/>
                  </a:cubicBezTo>
                  <a:lnTo>
                    <a:pt x="201395" y="953"/>
                  </a:lnTo>
                  <a:cubicBezTo>
                    <a:pt x="203936" y="-318"/>
                    <a:pt x="206476" y="-318"/>
                    <a:pt x="208380" y="953"/>
                  </a:cubicBezTo>
                  <a:lnTo>
                    <a:pt x="404595" y="89218"/>
                  </a:lnTo>
                  <a:cubicBezTo>
                    <a:pt x="409041" y="91122"/>
                    <a:pt x="410945" y="96203"/>
                    <a:pt x="409041" y="100647"/>
                  </a:cubicBezTo>
                  <a:cubicBezTo>
                    <a:pt x="407136" y="105093"/>
                    <a:pt x="402055" y="106997"/>
                    <a:pt x="397611" y="105093"/>
                  </a:cubicBezTo>
                  <a:lnTo>
                    <a:pt x="205205" y="18097"/>
                  </a:lnTo>
                  <a:lnTo>
                    <a:pt x="12801" y="105093"/>
                  </a:lnTo>
                  <a:cubicBezTo>
                    <a:pt x="11530" y="105093"/>
                    <a:pt x="10261" y="105728"/>
                    <a:pt x="8991" y="105728"/>
                  </a:cubicBezTo>
                  <a:close/>
                </a:path>
              </a:pathLst>
            </a:custGeom>
            <a:grp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chemeClr val="accent1"/>
                </a:solidFill>
                <a:latin typeface="Calibri"/>
                <a:ea typeface="Calibri"/>
                <a:cs typeface="Calibri"/>
                <a:sym typeface="Calibri"/>
              </a:endParaRPr>
            </a:p>
          </p:txBody>
        </p:sp>
        <p:sp>
          <p:nvSpPr>
            <p:cNvPr id="720" name="Google Shape;720;p56"/>
            <p:cNvSpPr/>
            <p:nvPr/>
          </p:nvSpPr>
          <p:spPr>
            <a:xfrm>
              <a:off x="6641465" y="2440939"/>
              <a:ext cx="213359" cy="254000"/>
            </a:xfrm>
            <a:custGeom>
              <a:avLst/>
              <a:gdLst/>
              <a:ahLst/>
              <a:cxnLst/>
              <a:rect l="l" t="t" r="r" b="b"/>
              <a:pathLst>
                <a:path w="213359" h="254000" extrusionOk="0">
                  <a:moveTo>
                    <a:pt x="106680" y="0"/>
                  </a:moveTo>
                  <a:cubicBezTo>
                    <a:pt x="53340" y="0"/>
                    <a:pt x="0" y="14605"/>
                    <a:pt x="0" y="43180"/>
                  </a:cubicBezTo>
                  <a:lnTo>
                    <a:pt x="0" y="210820"/>
                  </a:lnTo>
                  <a:cubicBezTo>
                    <a:pt x="0" y="239395"/>
                    <a:pt x="53975" y="254000"/>
                    <a:pt x="106680" y="254000"/>
                  </a:cubicBezTo>
                  <a:cubicBezTo>
                    <a:pt x="159385" y="254000"/>
                    <a:pt x="213360" y="239395"/>
                    <a:pt x="213360" y="210820"/>
                  </a:cubicBezTo>
                  <a:lnTo>
                    <a:pt x="213360" y="43180"/>
                  </a:lnTo>
                  <a:cubicBezTo>
                    <a:pt x="213360" y="15240"/>
                    <a:pt x="159385" y="0"/>
                    <a:pt x="106680" y="0"/>
                  </a:cubicBezTo>
                  <a:close/>
                  <a:moveTo>
                    <a:pt x="106680" y="18415"/>
                  </a:moveTo>
                  <a:cubicBezTo>
                    <a:pt x="163830" y="18415"/>
                    <a:pt x="195580" y="34925"/>
                    <a:pt x="195580" y="43180"/>
                  </a:cubicBezTo>
                  <a:cubicBezTo>
                    <a:pt x="195580" y="51435"/>
                    <a:pt x="164465" y="67945"/>
                    <a:pt x="106680" y="67945"/>
                  </a:cubicBezTo>
                  <a:cubicBezTo>
                    <a:pt x="48895" y="67945"/>
                    <a:pt x="17780" y="51435"/>
                    <a:pt x="17780" y="43180"/>
                  </a:cubicBezTo>
                  <a:cubicBezTo>
                    <a:pt x="17780" y="34925"/>
                    <a:pt x="49530" y="18415"/>
                    <a:pt x="106680" y="18415"/>
                  </a:cubicBezTo>
                  <a:close/>
                  <a:moveTo>
                    <a:pt x="106680" y="236220"/>
                  </a:moveTo>
                  <a:cubicBezTo>
                    <a:pt x="49530" y="236220"/>
                    <a:pt x="17780" y="219710"/>
                    <a:pt x="17780" y="211455"/>
                  </a:cubicBezTo>
                  <a:lnTo>
                    <a:pt x="17780" y="180975"/>
                  </a:lnTo>
                  <a:cubicBezTo>
                    <a:pt x="38100" y="193040"/>
                    <a:pt x="72390" y="198755"/>
                    <a:pt x="106680" y="198755"/>
                  </a:cubicBezTo>
                  <a:cubicBezTo>
                    <a:pt x="140970" y="198755"/>
                    <a:pt x="175260" y="192405"/>
                    <a:pt x="195580" y="180975"/>
                  </a:cubicBezTo>
                  <a:lnTo>
                    <a:pt x="195580" y="211455"/>
                  </a:lnTo>
                  <a:cubicBezTo>
                    <a:pt x="194945" y="219710"/>
                    <a:pt x="163830" y="236220"/>
                    <a:pt x="106680" y="236220"/>
                  </a:cubicBezTo>
                  <a:close/>
                  <a:moveTo>
                    <a:pt x="106680" y="180340"/>
                  </a:moveTo>
                  <a:cubicBezTo>
                    <a:pt x="49530" y="180340"/>
                    <a:pt x="17780" y="163830"/>
                    <a:pt x="17780" y="155575"/>
                  </a:cubicBezTo>
                  <a:lnTo>
                    <a:pt x="17780" y="124460"/>
                  </a:lnTo>
                  <a:cubicBezTo>
                    <a:pt x="38100" y="136525"/>
                    <a:pt x="72390" y="142240"/>
                    <a:pt x="106680" y="142240"/>
                  </a:cubicBezTo>
                  <a:cubicBezTo>
                    <a:pt x="140970" y="142240"/>
                    <a:pt x="175260" y="135890"/>
                    <a:pt x="195580" y="124460"/>
                  </a:cubicBezTo>
                  <a:lnTo>
                    <a:pt x="195580" y="154940"/>
                  </a:lnTo>
                  <a:cubicBezTo>
                    <a:pt x="194945" y="163830"/>
                    <a:pt x="163830" y="180340"/>
                    <a:pt x="106680" y="180340"/>
                  </a:cubicBezTo>
                  <a:close/>
                  <a:moveTo>
                    <a:pt x="106680" y="124460"/>
                  </a:moveTo>
                  <a:cubicBezTo>
                    <a:pt x="49530" y="124460"/>
                    <a:pt x="17780" y="107950"/>
                    <a:pt x="17780" y="99695"/>
                  </a:cubicBezTo>
                  <a:lnTo>
                    <a:pt x="17780" y="69215"/>
                  </a:lnTo>
                  <a:cubicBezTo>
                    <a:pt x="38100" y="81280"/>
                    <a:pt x="72390" y="86995"/>
                    <a:pt x="106680" y="86995"/>
                  </a:cubicBezTo>
                  <a:cubicBezTo>
                    <a:pt x="140970" y="86995"/>
                    <a:pt x="175260" y="80645"/>
                    <a:pt x="195580" y="69215"/>
                  </a:cubicBezTo>
                  <a:lnTo>
                    <a:pt x="195580" y="99695"/>
                  </a:lnTo>
                  <a:cubicBezTo>
                    <a:pt x="194945" y="107950"/>
                    <a:pt x="163830" y="124460"/>
                    <a:pt x="106680" y="124460"/>
                  </a:cubicBezTo>
                  <a:close/>
                </a:path>
              </a:pathLst>
            </a:custGeom>
            <a:grp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chemeClr val="accent1"/>
                </a:solidFill>
                <a:latin typeface="Calibri"/>
                <a:ea typeface="Calibri"/>
                <a:cs typeface="Calibri"/>
                <a:sym typeface="Calibri"/>
              </a:endParaRPr>
            </a:p>
          </p:txBody>
        </p:sp>
      </p:grpSp>
      <p:grpSp>
        <p:nvGrpSpPr>
          <p:cNvPr id="721" name="Google Shape;721;p56"/>
          <p:cNvGrpSpPr/>
          <p:nvPr/>
        </p:nvGrpSpPr>
        <p:grpSpPr>
          <a:xfrm>
            <a:off x="750094" y="2787491"/>
            <a:ext cx="453390" cy="237707"/>
            <a:chOff x="3489325" y="3491865"/>
            <a:chExt cx="604520" cy="316943"/>
          </a:xfrm>
        </p:grpSpPr>
        <p:sp>
          <p:nvSpPr>
            <p:cNvPr id="722" name="Google Shape;722;p56"/>
            <p:cNvSpPr/>
            <p:nvPr/>
          </p:nvSpPr>
          <p:spPr>
            <a:xfrm>
              <a:off x="3494404" y="3491865"/>
              <a:ext cx="587375" cy="72389"/>
            </a:xfrm>
            <a:custGeom>
              <a:avLst/>
              <a:gdLst/>
              <a:ahLst/>
              <a:cxnLst/>
              <a:rect l="l" t="t" r="r" b="b"/>
              <a:pathLst>
                <a:path w="587375" h="72389" extrusionOk="0">
                  <a:moveTo>
                    <a:pt x="372110" y="1905"/>
                  </a:moveTo>
                  <a:lnTo>
                    <a:pt x="431800" y="1905"/>
                  </a:lnTo>
                  <a:lnTo>
                    <a:pt x="431800" y="15875"/>
                  </a:lnTo>
                  <a:lnTo>
                    <a:pt x="381635" y="15875"/>
                  </a:lnTo>
                  <a:cubicBezTo>
                    <a:pt x="379095" y="10795"/>
                    <a:pt x="375920" y="6350"/>
                    <a:pt x="372110" y="1905"/>
                  </a:cubicBezTo>
                  <a:moveTo>
                    <a:pt x="423545" y="43180"/>
                  </a:moveTo>
                  <a:lnTo>
                    <a:pt x="423545" y="29210"/>
                  </a:lnTo>
                  <a:lnTo>
                    <a:pt x="385445" y="29210"/>
                  </a:lnTo>
                  <a:cubicBezTo>
                    <a:pt x="386080" y="31750"/>
                    <a:pt x="386080" y="34290"/>
                    <a:pt x="386080" y="36830"/>
                  </a:cubicBezTo>
                  <a:cubicBezTo>
                    <a:pt x="386080" y="39370"/>
                    <a:pt x="386080" y="41275"/>
                    <a:pt x="385445" y="43180"/>
                  </a:cubicBezTo>
                  <a:lnTo>
                    <a:pt x="423545" y="43180"/>
                  </a:lnTo>
                  <a:close/>
                  <a:moveTo>
                    <a:pt x="372745" y="70485"/>
                  </a:moveTo>
                  <a:lnTo>
                    <a:pt x="431800" y="70485"/>
                  </a:lnTo>
                  <a:lnTo>
                    <a:pt x="431800" y="56515"/>
                  </a:lnTo>
                  <a:lnTo>
                    <a:pt x="381635" y="56515"/>
                  </a:lnTo>
                  <a:cubicBezTo>
                    <a:pt x="379730" y="61595"/>
                    <a:pt x="376555" y="66675"/>
                    <a:pt x="372745" y="70485"/>
                  </a:cubicBezTo>
                  <a:moveTo>
                    <a:pt x="203200" y="36830"/>
                  </a:moveTo>
                  <a:cubicBezTo>
                    <a:pt x="203200" y="57150"/>
                    <a:pt x="187960" y="72390"/>
                    <a:pt x="167005" y="72390"/>
                  </a:cubicBezTo>
                  <a:cubicBezTo>
                    <a:pt x="146050" y="72390"/>
                    <a:pt x="130810" y="56515"/>
                    <a:pt x="130810" y="36830"/>
                  </a:cubicBezTo>
                  <a:cubicBezTo>
                    <a:pt x="130810" y="16510"/>
                    <a:pt x="146050" y="635"/>
                    <a:pt x="167005" y="635"/>
                  </a:cubicBezTo>
                  <a:cubicBezTo>
                    <a:pt x="187960" y="635"/>
                    <a:pt x="203200" y="16510"/>
                    <a:pt x="203200" y="36830"/>
                  </a:cubicBezTo>
                  <a:moveTo>
                    <a:pt x="186690" y="36830"/>
                  </a:moveTo>
                  <a:cubicBezTo>
                    <a:pt x="186690" y="24130"/>
                    <a:pt x="178435" y="15240"/>
                    <a:pt x="167005" y="15240"/>
                  </a:cubicBezTo>
                  <a:cubicBezTo>
                    <a:pt x="155575" y="15240"/>
                    <a:pt x="147320" y="24130"/>
                    <a:pt x="147320" y="36830"/>
                  </a:cubicBezTo>
                  <a:cubicBezTo>
                    <a:pt x="147320" y="48895"/>
                    <a:pt x="155575" y="58420"/>
                    <a:pt x="167005" y="58420"/>
                  </a:cubicBezTo>
                  <a:cubicBezTo>
                    <a:pt x="179070" y="57785"/>
                    <a:pt x="186690" y="48895"/>
                    <a:pt x="186690" y="36830"/>
                  </a:cubicBezTo>
                  <a:moveTo>
                    <a:pt x="365125" y="36195"/>
                  </a:moveTo>
                  <a:cubicBezTo>
                    <a:pt x="365125" y="56515"/>
                    <a:pt x="349885" y="70485"/>
                    <a:pt x="327660" y="70485"/>
                  </a:cubicBezTo>
                  <a:lnTo>
                    <a:pt x="300355" y="70485"/>
                  </a:lnTo>
                  <a:lnTo>
                    <a:pt x="300355" y="1905"/>
                  </a:lnTo>
                  <a:lnTo>
                    <a:pt x="327025" y="1905"/>
                  </a:lnTo>
                  <a:cubicBezTo>
                    <a:pt x="349885" y="1905"/>
                    <a:pt x="365125" y="15875"/>
                    <a:pt x="365125" y="36195"/>
                  </a:cubicBezTo>
                  <a:moveTo>
                    <a:pt x="349250" y="36195"/>
                  </a:moveTo>
                  <a:cubicBezTo>
                    <a:pt x="349250" y="24130"/>
                    <a:pt x="340360" y="15875"/>
                    <a:pt x="327025" y="15875"/>
                  </a:cubicBezTo>
                  <a:lnTo>
                    <a:pt x="316865" y="15875"/>
                  </a:lnTo>
                  <a:lnTo>
                    <a:pt x="316865" y="57150"/>
                  </a:lnTo>
                  <a:lnTo>
                    <a:pt x="327025" y="57150"/>
                  </a:lnTo>
                  <a:cubicBezTo>
                    <a:pt x="339725" y="57150"/>
                    <a:pt x="349250" y="48895"/>
                    <a:pt x="349250" y="36195"/>
                  </a:cubicBezTo>
                  <a:moveTo>
                    <a:pt x="36195" y="57785"/>
                  </a:moveTo>
                  <a:cubicBezTo>
                    <a:pt x="24765" y="57785"/>
                    <a:pt x="15875" y="48260"/>
                    <a:pt x="15875" y="36195"/>
                  </a:cubicBezTo>
                  <a:cubicBezTo>
                    <a:pt x="15875" y="24130"/>
                    <a:pt x="24130" y="14605"/>
                    <a:pt x="36195" y="14605"/>
                  </a:cubicBezTo>
                  <a:cubicBezTo>
                    <a:pt x="41910" y="14605"/>
                    <a:pt x="46355" y="16510"/>
                    <a:pt x="50800" y="20320"/>
                  </a:cubicBezTo>
                  <a:lnTo>
                    <a:pt x="60960" y="10160"/>
                  </a:lnTo>
                  <a:cubicBezTo>
                    <a:pt x="54610" y="3810"/>
                    <a:pt x="46355" y="0"/>
                    <a:pt x="36195" y="0"/>
                  </a:cubicBezTo>
                  <a:cubicBezTo>
                    <a:pt x="15875" y="0"/>
                    <a:pt x="0" y="15875"/>
                    <a:pt x="0" y="35560"/>
                  </a:cubicBezTo>
                  <a:cubicBezTo>
                    <a:pt x="0" y="55880"/>
                    <a:pt x="15875" y="71120"/>
                    <a:pt x="36195" y="71120"/>
                  </a:cubicBezTo>
                  <a:cubicBezTo>
                    <a:pt x="46355" y="71120"/>
                    <a:pt x="55880" y="66675"/>
                    <a:pt x="62230" y="59690"/>
                  </a:cubicBezTo>
                  <a:lnTo>
                    <a:pt x="52070" y="49530"/>
                  </a:lnTo>
                  <a:cubicBezTo>
                    <a:pt x="47625" y="55245"/>
                    <a:pt x="42545" y="57785"/>
                    <a:pt x="36195" y="57785"/>
                  </a:cubicBezTo>
                  <a:moveTo>
                    <a:pt x="93345" y="1905"/>
                  </a:moveTo>
                  <a:lnTo>
                    <a:pt x="77470" y="1905"/>
                  </a:lnTo>
                  <a:lnTo>
                    <a:pt x="77470" y="70485"/>
                  </a:lnTo>
                  <a:lnTo>
                    <a:pt x="125730" y="70485"/>
                  </a:lnTo>
                  <a:lnTo>
                    <a:pt x="125730" y="56515"/>
                  </a:lnTo>
                  <a:lnTo>
                    <a:pt x="93345" y="56515"/>
                  </a:lnTo>
                  <a:lnTo>
                    <a:pt x="93345" y="1905"/>
                  </a:lnTo>
                  <a:close/>
                  <a:moveTo>
                    <a:pt x="492125" y="47625"/>
                  </a:moveTo>
                  <a:lnTo>
                    <a:pt x="511810" y="70485"/>
                  </a:lnTo>
                  <a:lnTo>
                    <a:pt x="493395" y="70485"/>
                  </a:lnTo>
                  <a:lnTo>
                    <a:pt x="474980" y="48895"/>
                  </a:lnTo>
                  <a:lnTo>
                    <a:pt x="466090" y="48895"/>
                  </a:lnTo>
                  <a:lnTo>
                    <a:pt x="466090" y="70485"/>
                  </a:lnTo>
                  <a:lnTo>
                    <a:pt x="450850" y="70485"/>
                  </a:lnTo>
                  <a:lnTo>
                    <a:pt x="450850" y="1905"/>
                  </a:lnTo>
                  <a:lnTo>
                    <a:pt x="482600" y="1905"/>
                  </a:lnTo>
                  <a:cubicBezTo>
                    <a:pt x="491490" y="1905"/>
                    <a:pt x="497840" y="3810"/>
                    <a:pt x="502285" y="8255"/>
                  </a:cubicBezTo>
                  <a:cubicBezTo>
                    <a:pt x="506730" y="12065"/>
                    <a:pt x="509905" y="18415"/>
                    <a:pt x="509905" y="25400"/>
                  </a:cubicBezTo>
                  <a:cubicBezTo>
                    <a:pt x="509270" y="34925"/>
                    <a:pt x="505460" y="43815"/>
                    <a:pt x="492125" y="47625"/>
                  </a:cubicBezTo>
                  <a:moveTo>
                    <a:pt x="493395" y="26035"/>
                  </a:moveTo>
                  <a:cubicBezTo>
                    <a:pt x="493395" y="22860"/>
                    <a:pt x="492125" y="20320"/>
                    <a:pt x="490220" y="18415"/>
                  </a:cubicBezTo>
                  <a:cubicBezTo>
                    <a:pt x="488315" y="16510"/>
                    <a:pt x="485140" y="15875"/>
                    <a:pt x="480695" y="15875"/>
                  </a:cubicBezTo>
                  <a:lnTo>
                    <a:pt x="465455" y="15875"/>
                  </a:lnTo>
                  <a:lnTo>
                    <a:pt x="465455" y="36195"/>
                  </a:lnTo>
                  <a:lnTo>
                    <a:pt x="480695" y="36195"/>
                  </a:lnTo>
                  <a:cubicBezTo>
                    <a:pt x="484505" y="36195"/>
                    <a:pt x="487680" y="35560"/>
                    <a:pt x="489585" y="33655"/>
                  </a:cubicBezTo>
                  <a:cubicBezTo>
                    <a:pt x="492125" y="31750"/>
                    <a:pt x="493395" y="29210"/>
                    <a:pt x="493395" y="26035"/>
                  </a:cubicBezTo>
                  <a:moveTo>
                    <a:pt x="587375" y="70485"/>
                  </a:moveTo>
                  <a:lnTo>
                    <a:pt x="571500" y="70485"/>
                  </a:lnTo>
                  <a:lnTo>
                    <a:pt x="565785" y="56515"/>
                  </a:lnTo>
                  <a:lnTo>
                    <a:pt x="536575" y="56515"/>
                  </a:lnTo>
                  <a:lnTo>
                    <a:pt x="531495" y="70485"/>
                  </a:lnTo>
                  <a:lnTo>
                    <a:pt x="515620" y="70485"/>
                  </a:lnTo>
                  <a:lnTo>
                    <a:pt x="544830" y="1905"/>
                  </a:lnTo>
                  <a:lnTo>
                    <a:pt x="558800" y="1905"/>
                  </a:lnTo>
                  <a:lnTo>
                    <a:pt x="587375" y="70485"/>
                  </a:lnTo>
                  <a:close/>
                  <a:moveTo>
                    <a:pt x="560705" y="43815"/>
                  </a:moveTo>
                  <a:lnTo>
                    <a:pt x="551180" y="19685"/>
                  </a:lnTo>
                  <a:lnTo>
                    <a:pt x="541655" y="43815"/>
                  </a:lnTo>
                  <a:lnTo>
                    <a:pt x="560705" y="43815"/>
                  </a:lnTo>
                  <a:close/>
                  <a:moveTo>
                    <a:pt x="264795" y="40640"/>
                  </a:moveTo>
                  <a:cubicBezTo>
                    <a:pt x="264795" y="51435"/>
                    <a:pt x="258445" y="57785"/>
                    <a:pt x="249555" y="57785"/>
                  </a:cubicBezTo>
                  <a:cubicBezTo>
                    <a:pt x="240665" y="57785"/>
                    <a:pt x="234315" y="51435"/>
                    <a:pt x="234315" y="40640"/>
                  </a:cubicBezTo>
                  <a:lnTo>
                    <a:pt x="234315" y="2540"/>
                  </a:lnTo>
                  <a:lnTo>
                    <a:pt x="218440" y="2540"/>
                  </a:lnTo>
                  <a:lnTo>
                    <a:pt x="218440" y="40005"/>
                  </a:lnTo>
                  <a:cubicBezTo>
                    <a:pt x="218440" y="59690"/>
                    <a:pt x="231140" y="72390"/>
                    <a:pt x="249555" y="72390"/>
                  </a:cubicBezTo>
                  <a:cubicBezTo>
                    <a:pt x="267970" y="72390"/>
                    <a:pt x="280670" y="59690"/>
                    <a:pt x="280670" y="40005"/>
                  </a:cubicBezTo>
                  <a:lnTo>
                    <a:pt x="280670" y="2540"/>
                  </a:lnTo>
                  <a:lnTo>
                    <a:pt x="264795" y="2540"/>
                  </a:lnTo>
                  <a:lnTo>
                    <a:pt x="264795" y="40640"/>
                  </a:lnTo>
                  <a:close/>
                </a:path>
              </a:pathLst>
            </a:custGeom>
            <a:solidFill>
              <a:srgbClr val="F96702"/>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723" name="Google Shape;723;p56"/>
            <p:cNvSpPr/>
            <p:nvPr/>
          </p:nvSpPr>
          <p:spPr>
            <a:xfrm>
              <a:off x="3489325" y="3597909"/>
              <a:ext cx="188595" cy="210899"/>
            </a:xfrm>
            <a:custGeom>
              <a:avLst/>
              <a:gdLst/>
              <a:ahLst/>
              <a:cxnLst/>
              <a:rect l="l" t="t" r="r" b="b"/>
              <a:pathLst>
                <a:path w="188595" h="210899" extrusionOk="0">
                  <a:moveTo>
                    <a:pt x="5715" y="170815"/>
                  </a:moveTo>
                  <a:cubicBezTo>
                    <a:pt x="1905" y="162560"/>
                    <a:pt x="0" y="153035"/>
                    <a:pt x="0" y="142240"/>
                  </a:cubicBezTo>
                  <a:lnTo>
                    <a:pt x="48260" y="142240"/>
                  </a:lnTo>
                  <a:cubicBezTo>
                    <a:pt x="48260" y="147955"/>
                    <a:pt x="49530" y="153035"/>
                    <a:pt x="51435" y="158115"/>
                  </a:cubicBezTo>
                  <a:cubicBezTo>
                    <a:pt x="57150" y="171450"/>
                    <a:pt x="73660" y="177800"/>
                    <a:pt x="95885" y="177800"/>
                  </a:cubicBezTo>
                  <a:cubicBezTo>
                    <a:pt x="115570" y="177800"/>
                    <a:pt x="131445" y="172720"/>
                    <a:pt x="136525" y="161925"/>
                  </a:cubicBezTo>
                  <a:cubicBezTo>
                    <a:pt x="137795" y="158750"/>
                    <a:pt x="138430" y="155575"/>
                    <a:pt x="138430" y="152400"/>
                  </a:cubicBezTo>
                  <a:cubicBezTo>
                    <a:pt x="138430" y="149225"/>
                    <a:pt x="137795" y="146050"/>
                    <a:pt x="136525" y="143510"/>
                  </a:cubicBezTo>
                  <a:cubicBezTo>
                    <a:pt x="129540" y="127635"/>
                    <a:pt x="99060" y="124460"/>
                    <a:pt x="70485" y="118110"/>
                  </a:cubicBezTo>
                  <a:cubicBezTo>
                    <a:pt x="41275" y="111760"/>
                    <a:pt x="18415" y="102235"/>
                    <a:pt x="8890" y="81915"/>
                  </a:cubicBezTo>
                  <a:cubicBezTo>
                    <a:pt x="6350" y="76200"/>
                    <a:pt x="5080" y="69215"/>
                    <a:pt x="5080" y="60960"/>
                  </a:cubicBezTo>
                  <a:cubicBezTo>
                    <a:pt x="5080" y="52705"/>
                    <a:pt x="6985" y="45085"/>
                    <a:pt x="9525" y="38735"/>
                  </a:cubicBezTo>
                  <a:cubicBezTo>
                    <a:pt x="20320" y="13970"/>
                    <a:pt x="53340" y="0"/>
                    <a:pt x="92710" y="0"/>
                  </a:cubicBezTo>
                  <a:cubicBezTo>
                    <a:pt x="132080" y="0"/>
                    <a:pt x="163830" y="13335"/>
                    <a:pt x="175895" y="39370"/>
                  </a:cubicBezTo>
                  <a:cubicBezTo>
                    <a:pt x="179070" y="46990"/>
                    <a:pt x="180975" y="55880"/>
                    <a:pt x="180975" y="66040"/>
                  </a:cubicBezTo>
                  <a:lnTo>
                    <a:pt x="133985" y="66040"/>
                  </a:lnTo>
                  <a:cubicBezTo>
                    <a:pt x="133985" y="60325"/>
                    <a:pt x="132715" y="55245"/>
                    <a:pt x="130810" y="50800"/>
                  </a:cubicBezTo>
                  <a:cubicBezTo>
                    <a:pt x="125095" y="38100"/>
                    <a:pt x="111760" y="32385"/>
                    <a:pt x="92075" y="32385"/>
                  </a:cubicBezTo>
                  <a:cubicBezTo>
                    <a:pt x="74930" y="32385"/>
                    <a:pt x="59055" y="37465"/>
                    <a:pt x="54610" y="47625"/>
                  </a:cubicBezTo>
                  <a:cubicBezTo>
                    <a:pt x="53340" y="50165"/>
                    <a:pt x="53340" y="52705"/>
                    <a:pt x="53340" y="55245"/>
                  </a:cubicBezTo>
                  <a:cubicBezTo>
                    <a:pt x="53340" y="57785"/>
                    <a:pt x="53340" y="60325"/>
                    <a:pt x="54610" y="62865"/>
                  </a:cubicBezTo>
                  <a:cubicBezTo>
                    <a:pt x="60960" y="76835"/>
                    <a:pt x="87630" y="80010"/>
                    <a:pt x="115570" y="86360"/>
                  </a:cubicBezTo>
                  <a:cubicBezTo>
                    <a:pt x="146050" y="92710"/>
                    <a:pt x="173355" y="101600"/>
                    <a:pt x="184150" y="124460"/>
                  </a:cubicBezTo>
                  <a:cubicBezTo>
                    <a:pt x="186690" y="130810"/>
                    <a:pt x="188595" y="138430"/>
                    <a:pt x="188595" y="147320"/>
                  </a:cubicBezTo>
                  <a:cubicBezTo>
                    <a:pt x="188595" y="156210"/>
                    <a:pt x="186690" y="164465"/>
                    <a:pt x="183515" y="171450"/>
                  </a:cubicBezTo>
                  <a:cubicBezTo>
                    <a:pt x="171450" y="198120"/>
                    <a:pt x="137795" y="210820"/>
                    <a:pt x="95250" y="210820"/>
                  </a:cubicBezTo>
                  <a:cubicBezTo>
                    <a:pt x="50165" y="212090"/>
                    <a:pt x="17780" y="198120"/>
                    <a:pt x="5715" y="170815"/>
                  </a:cubicBezTo>
                </a:path>
              </a:pathLst>
            </a:custGeom>
            <a:solidFill>
              <a:srgbClr val="646464"/>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724" name="Google Shape;724;p56"/>
            <p:cNvSpPr/>
            <p:nvPr/>
          </p:nvSpPr>
          <p:spPr>
            <a:xfrm>
              <a:off x="3703954" y="3604259"/>
              <a:ext cx="189229" cy="199390"/>
            </a:xfrm>
            <a:custGeom>
              <a:avLst/>
              <a:gdLst/>
              <a:ahLst/>
              <a:cxnLst/>
              <a:rect l="l" t="t" r="r" b="b"/>
              <a:pathLst>
                <a:path w="189229" h="199390" extrusionOk="0">
                  <a:moveTo>
                    <a:pt x="0" y="0"/>
                  </a:moveTo>
                  <a:lnTo>
                    <a:pt x="80645" y="0"/>
                  </a:lnTo>
                  <a:cubicBezTo>
                    <a:pt x="130175" y="0"/>
                    <a:pt x="165100" y="18415"/>
                    <a:pt x="180340" y="52705"/>
                  </a:cubicBezTo>
                  <a:cubicBezTo>
                    <a:pt x="186055" y="66040"/>
                    <a:pt x="189230" y="81280"/>
                    <a:pt x="189230" y="99695"/>
                  </a:cubicBezTo>
                  <a:cubicBezTo>
                    <a:pt x="189230" y="118110"/>
                    <a:pt x="186690" y="133985"/>
                    <a:pt x="180340" y="147320"/>
                  </a:cubicBezTo>
                  <a:cubicBezTo>
                    <a:pt x="164465" y="181610"/>
                    <a:pt x="130175" y="199390"/>
                    <a:pt x="80645" y="199390"/>
                  </a:cubicBezTo>
                  <a:lnTo>
                    <a:pt x="0" y="199390"/>
                  </a:lnTo>
                  <a:lnTo>
                    <a:pt x="0" y="0"/>
                  </a:lnTo>
                  <a:close/>
                  <a:moveTo>
                    <a:pt x="75565" y="161925"/>
                  </a:moveTo>
                  <a:cubicBezTo>
                    <a:pt x="106680" y="161925"/>
                    <a:pt x="125730" y="151765"/>
                    <a:pt x="135255" y="131445"/>
                  </a:cubicBezTo>
                  <a:cubicBezTo>
                    <a:pt x="139065" y="123190"/>
                    <a:pt x="140970" y="113030"/>
                    <a:pt x="140970" y="99695"/>
                  </a:cubicBezTo>
                  <a:cubicBezTo>
                    <a:pt x="140970" y="86360"/>
                    <a:pt x="139065" y="76200"/>
                    <a:pt x="135255" y="67945"/>
                  </a:cubicBezTo>
                  <a:cubicBezTo>
                    <a:pt x="126365" y="48260"/>
                    <a:pt x="106680" y="38100"/>
                    <a:pt x="75565" y="38100"/>
                  </a:cubicBezTo>
                  <a:lnTo>
                    <a:pt x="45720" y="38100"/>
                  </a:lnTo>
                  <a:lnTo>
                    <a:pt x="45720" y="161925"/>
                  </a:lnTo>
                  <a:lnTo>
                    <a:pt x="75565" y="161925"/>
                  </a:lnTo>
                  <a:close/>
                </a:path>
              </a:pathLst>
            </a:custGeom>
            <a:solidFill>
              <a:srgbClr val="646464"/>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725" name="Google Shape;725;p56"/>
            <p:cNvSpPr/>
            <p:nvPr/>
          </p:nvSpPr>
          <p:spPr>
            <a:xfrm>
              <a:off x="3883025" y="3604259"/>
              <a:ext cx="210820" cy="200025"/>
            </a:xfrm>
            <a:custGeom>
              <a:avLst/>
              <a:gdLst/>
              <a:ahLst/>
              <a:cxnLst/>
              <a:rect l="l" t="t" r="r" b="b"/>
              <a:pathLst>
                <a:path w="210820" h="200025" extrusionOk="0">
                  <a:moveTo>
                    <a:pt x="133350" y="97790"/>
                  </a:moveTo>
                  <a:lnTo>
                    <a:pt x="207010" y="0"/>
                  </a:lnTo>
                  <a:lnTo>
                    <a:pt x="151130" y="0"/>
                  </a:lnTo>
                  <a:lnTo>
                    <a:pt x="105410" y="60960"/>
                  </a:lnTo>
                  <a:lnTo>
                    <a:pt x="59055" y="0"/>
                  </a:lnTo>
                  <a:lnTo>
                    <a:pt x="3810" y="0"/>
                  </a:lnTo>
                  <a:lnTo>
                    <a:pt x="49530" y="60960"/>
                  </a:lnTo>
                  <a:lnTo>
                    <a:pt x="105410" y="60960"/>
                  </a:lnTo>
                  <a:lnTo>
                    <a:pt x="77470" y="97790"/>
                  </a:lnTo>
                  <a:lnTo>
                    <a:pt x="0" y="200025"/>
                  </a:lnTo>
                  <a:lnTo>
                    <a:pt x="56515" y="200025"/>
                  </a:lnTo>
                  <a:lnTo>
                    <a:pt x="105410" y="134620"/>
                  </a:lnTo>
                  <a:lnTo>
                    <a:pt x="154940" y="200025"/>
                  </a:lnTo>
                  <a:lnTo>
                    <a:pt x="210820" y="200025"/>
                  </a:lnTo>
                  <a:close/>
                </a:path>
              </a:pathLst>
            </a:custGeom>
            <a:solidFill>
              <a:srgbClr val="F96702"/>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grpSp>
      <p:grpSp>
        <p:nvGrpSpPr>
          <p:cNvPr id="726" name="Google Shape;726;p56"/>
          <p:cNvGrpSpPr/>
          <p:nvPr/>
        </p:nvGrpSpPr>
        <p:grpSpPr>
          <a:xfrm>
            <a:off x="1893569" y="1859280"/>
            <a:ext cx="244792" cy="307181"/>
            <a:chOff x="5013959" y="2254250"/>
            <a:chExt cx="326390" cy="409575"/>
          </a:xfrm>
          <a:solidFill>
            <a:schemeClr val="accent1"/>
          </a:solidFill>
        </p:grpSpPr>
        <p:sp>
          <p:nvSpPr>
            <p:cNvPr id="727" name="Google Shape;727;p56"/>
            <p:cNvSpPr/>
            <p:nvPr/>
          </p:nvSpPr>
          <p:spPr>
            <a:xfrm>
              <a:off x="5013959" y="2413000"/>
              <a:ext cx="222250" cy="250825"/>
            </a:xfrm>
            <a:custGeom>
              <a:avLst/>
              <a:gdLst/>
              <a:ahLst/>
              <a:cxnLst/>
              <a:rect l="l" t="t" r="r" b="b"/>
              <a:pathLst>
                <a:path w="222250" h="250825" extrusionOk="0">
                  <a:moveTo>
                    <a:pt x="205740" y="96520"/>
                  </a:moveTo>
                  <a:cubicBezTo>
                    <a:pt x="204470" y="102870"/>
                    <a:pt x="171450" y="117475"/>
                    <a:pt x="111760" y="117475"/>
                  </a:cubicBezTo>
                  <a:cubicBezTo>
                    <a:pt x="50800" y="117475"/>
                    <a:pt x="17780" y="102870"/>
                    <a:pt x="17780" y="96520"/>
                  </a:cubicBezTo>
                  <a:lnTo>
                    <a:pt x="17780" y="59690"/>
                  </a:lnTo>
                  <a:cubicBezTo>
                    <a:pt x="38735" y="70485"/>
                    <a:pt x="76200" y="76200"/>
                    <a:pt x="111760" y="76200"/>
                  </a:cubicBezTo>
                  <a:cubicBezTo>
                    <a:pt x="139065" y="76200"/>
                    <a:pt x="167640" y="73025"/>
                    <a:pt x="188595" y="66675"/>
                  </a:cubicBezTo>
                  <a:lnTo>
                    <a:pt x="187960" y="48895"/>
                  </a:lnTo>
                  <a:cubicBezTo>
                    <a:pt x="172720" y="54610"/>
                    <a:pt x="147955" y="59055"/>
                    <a:pt x="111125" y="59055"/>
                  </a:cubicBezTo>
                  <a:cubicBezTo>
                    <a:pt x="46355" y="59055"/>
                    <a:pt x="17145" y="43180"/>
                    <a:pt x="17145" y="38100"/>
                  </a:cubicBezTo>
                  <a:cubicBezTo>
                    <a:pt x="17145" y="33020"/>
                    <a:pt x="46355" y="17145"/>
                    <a:pt x="111125" y="17145"/>
                  </a:cubicBezTo>
                  <a:cubicBezTo>
                    <a:pt x="112395" y="17145"/>
                    <a:pt x="113665" y="17145"/>
                    <a:pt x="115570" y="17145"/>
                  </a:cubicBezTo>
                  <a:lnTo>
                    <a:pt x="130810" y="635"/>
                  </a:lnTo>
                  <a:cubicBezTo>
                    <a:pt x="123825" y="0"/>
                    <a:pt x="117475" y="0"/>
                    <a:pt x="111125" y="0"/>
                  </a:cubicBezTo>
                  <a:cubicBezTo>
                    <a:pt x="57785" y="0"/>
                    <a:pt x="0" y="11430"/>
                    <a:pt x="0" y="38100"/>
                  </a:cubicBezTo>
                  <a:lnTo>
                    <a:pt x="0" y="212725"/>
                  </a:lnTo>
                  <a:cubicBezTo>
                    <a:pt x="0" y="238760"/>
                    <a:pt x="57150" y="250825"/>
                    <a:pt x="111125" y="250825"/>
                  </a:cubicBezTo>
                  <a:cubicBezTo>
                    <a:pt x="152400" y="250825"/>
                    <a:pt x="222250" y="243205"/>
                    <a:pt x="222250" y="212725"/>
                  </a:cubicBezTo>
                  <a:lnTo>
                    <a:pt x="222250" y="68580"/>
                  </a:lnTo>
                  <a:lnTo>
                    <a:pt x="205740" y="68580"/>
                  </a:lnTo>
                  <a:lnTo>
                    <a:pt x="205740" y="96520"/>
                  </a:lnTo>
                  <a:lnTo>
                    <a:pt x="205740" y="96520"/>
                  </a:lnTo>
                  <a:close/>
                  <a:moveTo>
                    <a:pt x="205740" y="212725"/>
                  </a:moveTo>
                  <a:cubicBezTo>
                    <a:pt x="205740" y="219075"/>
                    <a:pt x="172720" y="233680"/>
                    <a:pt x="111760" y="233680"/>
                  </a:cubicBezTo>
                  <a:cubicBezTo>
                    <a:pt x="52070" y="233680"/>
                    <a:pt x="19050" y="219075"/>
                    <a:pt x="17780" y="212725"/>
                  </a:cubicBezTo>
                  <a:lnTo>
                    <a:pt x="17780" y="175895"/>
                  </a:lnTo>
                  <a:cubicBezTo>
                    <a:pt x="40640" y="187960"/>
                    <a:pt x="83185" y="191770"/>
                    <a:pt x="111760" y="191770"/>
                  </a:cubicBezTo>
                  <a:cubicBezTo>
                    <a:pt x="147320" y="191770"/>
                    <a:pt x="184785" y="186055"/>
                    <a:pt x="205740" y="175260"/>
                  </a:cubicBezTo>
                  <a:lnTo>
                    <a:pt x="205740" y="212725"/>
                  </a:lnTo>
                  <a:close/>
                  <a:moveTo>
                    <a:pt x="205740" y="154305"/>
                  </a:moveTo>
                  <a:cubicBezTo>
                    <a:pt x="204470" y="160655"/>
                    <a:pt x="171450" y="175260"/>
                    <a:pt x="111760" y="175260"/>
                  </a:cubicBezTo>
                  <a:cubicBezTo>
                    <a:pt x="50800" y="175260"/>
                    <a:pt x="17780" y="160655"/>
                    <a:pt x="17780" y="154305"/>
                  </a:cubicBezTo>
                  <a:lnTo>
                    <a:pt x="17780" y="118110"/>
                  </a:lnTo>
                  <a:cubicBezTo>
                    <a:pt x="40640" y="130175"/>
                    <a:pt x="83185" y="133985"/>
                    <a:pt x="111760" y="133985"/>
                  </a:cubicBezTo>
                  <a:cubicBezTo>
                    <a:pt x="147320" y="133985"/>
                    <a:pt x="184785" y="128270"/>
                    <a:pt x="205740" y="117475"/>
                  </a:cubicBezTo>
                  <a:lnTo>
                    <a:pt x="205740" y="154305"/>
                  </a:lnTo>
                  <a:close/>
                </a:path>
              </a:pathLst>
            </a:custGeom>
            <a:grp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chemeClr val="accent1"/>
                </a:solidFill>
                <a:highlight>
                  <a:schemeClr val="accent2"/>
                </a:highlight>
                <a:latin typeface="Calibri"/>
                <a:ea typeface="Calibri"/>
                <a:cs typeface="Calibri"/>
                <a:sym typeface="Calibri"/>
              </a:endParaRPr>
            </a:p>
          </p:txBody>
        </p:sp>
        <p:sp>
          <p:nvSpPr>
            <p:cNvPr id="728" name="Google Shape;728;p56"/>
            <p:cNvSpPr/>
            <p:nvPr/>
          </p:nvSpPr>
          <p:spPr>
            <a:xfrm>
              <a:off x="5112384" y="2254250"/>
              <a:ext cx="227965" cy="227964"/>
            </a:xfrm>
            <a:custGeom>
              <a:avLst/>
              <a:gdLst/>
              <a:ahLst/>
              <a:cxnLst/>
              <a:rect l="l" t="t" r="r" b="b"/>
              <a:pathLst>
                <a:path w="227965" h="227964" extrusionOk="0">
                  <a:moveTo>
                    <a:pt x="137160" y="227965"/>
                  </a:moveTo>
                  <a:lnTo>
                    <a:pt x="90805" y="227965"/>
                  </a:lnTo>
                  <a:lnTo>
                    <a:pt x="90170" y="198120"/>
                  </a:lnTo>
                  <a:cubicBezTo>
                    <a:pt x="83820" y="196215"/>
                    <a:pt x="78105" y="193675"/>
                    <a:pt x="71755" y="190500"/>
                  </a:cubicBezTo>
                  <a:lnTo>
                    <a:pt x="49530" y="211455"/>
                  </a:lnTo>
                  <a:lnTo>
                    <a:pt x="16510" y="178435"/>
                  </a:lnTo>
                  <a:lnTo>
                    <a:pt x="37465" y="156210"/>
                  </a:lnTo>
                  <a:cubicBezTo>
                    <a:pt x="33655" y="149860"/>
                    <a:pt x="31115" y="144145"/>
                    <a:pt x="29845" y="137795"/>
                  </a:cubicBezTo>
                  <a:lnTo>
                    <a:pt x="0" y="137160"/>
                  </a:lnTo>
                  <a:lnTo>
                    <a:pt x="0" y="90805"/>
                  </a:lnTo>
                  <a:lnTo>
                    <a:pt x="29845" y="90170"/>
                  </a:lnTo>
                  <a:cubicBezTo>
                    <a:pt x="31750" y="83820"/>
                    <a:pt x="34290" y="78105"/>
                    <a:pt x="37465" y="71755"/>
                  </a:cubicBezTo>
                  <a:lnTo>
                    <a:pt x="16510" y="49530"/>
                  </a:lnTo>
                  <a:lnTo>
                    <a:pt x="49530" y="16510"/>
                  </a:lnTo>
                  <a:lnTo>
                    <a:pt x="71755" y="37465"/>
                  </a:lnTo>
                  <a:cubicBezTo>
                    <a:pt x="78105" y="33655"/>
                    <a:pt x="83820" y="31115"/>
                    <a:pt x="90170" y="29845"/>
                  </a:cubicBezTo>
                  <a:lnTo>
                    <a:pt x="90805" y="0"/>
                  </a:lnTo>
                  <a:lnTo>
                    <a:pt x="137160" y="0"/>
                  </a:lnTo>
                  <a:lnTo>
                    <a:pt x="137795" y="29845"/>
                  </a:lnTo>
                  <a:cubicBezTo>
                    <a:pt x="144145" y="31750"/>
                    <a:pt x="149860" y="34290"/>
                    <a:pt x="156210" y="37465"/>
                  </a:cubicBezTo>
                  <a:lnTo>
                    <a:pt x="178435" y="16510"/>
                  </a:lnTo>
                  <a:lnTo>
                    <a:pt x="211455" y="49530"/>
                  </a:lnTo>
                  <a:lnTo>
                    <a:pt x="190500" y="71755"/>
                  </a:lnTo>
                  <a:cubicBezTo>
                    <a:pt x="194310" y="78105"/>
                    <a:pt x="196850" y="83820"/>
                    <a:pt x="198120" y="90170"/>
                  </a:cubicBezTo>
                  <a:lnTo>
                    <a:pt x="227965" y="90805"/>
                  </a:lnTo>
                  <a:lnTo>
                    <a:pt x="227965" y="137160"/>
                  </a:lnTo>
                  <a:lnTo>
                    <a:pt x="198120" y="137795"/>
                  </a:lnTo>
                  <a:cubicBezTo>
                    <a:pt x="196215" y="144145"/>
                    <a:pt x="193675" y="149860"/>
                    <a:pt x="190500" y="156210"/>
                  </a:cubicBezTo>
                  <a:lnTo>
                    <a:pt x="211455" y="178435"/>
                  </a:lnTo>
                  <a:lnTo>
                    <a:pt x="178435" y="211455"/>
                  </a:lnTo>
                  <a:lnTo>
                    <a:pt x="156210" y="190500"/>
                  </a:lnTo>
                  <a:cubicBezTo>
                    <a:pt x="149860" y="194310"/>
                    <a:pt x="144145" y="196850"/>
                    <a:pt x="137795" y="198120"/>
                  </a:cubicBezTo>
                  <a:lnTo>
                    <a:pt x="137160" y="227965"/>
                  </a:lnTo>
                  <a:close/>
                  <a:moveTo>
                    <a:pt x="107315" y="210820"/>
                  </a:moveTo>
                  <a:lnTo>
                    <a:pt x="120650" y="210820"/>
                  </a:lnTo>
                  <a:lnTo>
                    <a:pt x="121285" y="184150"/>
                  </a:lnTo>
                  <a:lnTo>
                    <a:pt x="128270" y="182880"/>
                  </a:lnTo>
                  <a:cubicBezTo>
                    <a:pt x="136525" y="181610"/>
                    <a:pt x="144780" y="177800"/>
                    <a:pt x="153035" y="172720"/>
                  </a:cubicBezTo>
                  <a:lnTo>
                    <a:pt x="158750" y="168910"/>
                  </a:lnTo>
                  <a:lnTo>
                    <a:pt x="178435" y="187325"/>
                  </a:lnTo>
                  <a:lnTo>
                    <a:pt x="187960" y="177800"/>
                  </a:lnTo>
                  <a:lnTo>
                    <a:pt x="169545" y="158115"/>
                  </a:lnTo>
                  <a:lnTo>
                    <a:pt x="173355" y="152400"/>
                  </a:lnTo>
                  <a:cubicBezTo>
                    <a:pt x="179070" y="144145"/>
                    <a:pt x="182245" y="135890"/>
                    <a:pt x="183515" y="127635"/>
                  </a:cubicBezTo>
                  <a:lnTo>
                    <a:pt x="184785" y="120650"/>
                  </a:lnTo>
                  <a:lnTo>
                    <a:pt x="211455" y="120015"/>
                  </a:lnTo>
                  <a:lnTo>
                    <a:pt x="211455" y="106680"/>
                  </a:lnTo>
                  <a:lnTo>
                    <a:pt x="184785" y="106045"/>
                  </a:lnTo>
                  <a:lnTo>
                    <a:pt x="183515" y="99060"/>
                  </a:lnTo>
                  <a:cubicBezTo>
                    <a:pt x="182245" y="90805"/>
                    <a:pt x="178435" y="82550"/>
                    <a:pt x="173355" y="74295"/>
                  </a:cubicBezTo>
                  <a:lnTo>
                    <a:pt x="169545" y="68580"/>
                  </a:lnTo>
                  <a:lnTo>
                    <a:pt x="187960" y="48895"/>
                  </a:lnTo>
                  <a:lnTo>
                    <a:pt x="178435" y="39370"/>
                  </a:lnTo>
                  <a:lnTo>
                    <a:pt x="158750" y="57785"/>
                  </a:lnTo>
                  <a:lnTo>
                    <a:pt x="153035" y="53975"/>
                  </a:lnTo>
                  <a:cubicBezTo>
                    <a:pt x="144780" y="48260"/>
                    <a:pt x="136525" y="45085"/>
                    <a:pt x="128270" y="43815"/>
                  </a:cubicBezTo>
                  <a:lnTo>
                    <a:pt x="121285" y="42545"/>
                  </a:lnTo>
                  <a:lnTo>
                    <a:pt x="120650" y="15875"/>
                  </a:lnTo>
                  <a:lnTo>
                    <a:pt x="107315" y="15875"/>
                  </a:lnTo>
                  <a:lnTo>
                    <a:pt x="106680" y="42545"/>
                  </a:lnTo>
                  <a:lnTo>
                    <a:pt x="99695" y="43815"/>
                  </a:lnTo>
                  <a:cubicBezTo>
                    <a:pt x="91440" y="45085"/>
                    <a:pt x="83185" y="48895"/>
                    <a:pt x="74930" y="53975"/>
                  </a:cubicBezTo>
                  <a:lnTo>
                    <a:pt x="69215" y="57785"/>
                  </a:lnTo>
                  <a:lnTo>
                    <a:pt x="49530" y="39370"/>
                  </a:lnTo>
                  <a:lnTo>
                    <a:pt x="40005" y="48895"/>
                  </a:lnTo>
                  <a:lnTo>
                    <a:pt x="58420" y="68580"/>
                  </a:lnTo>
                  <a:lnTo>
                    <a:pt x="54610" y="74295"/>
                  </a:lnTo>
                  <a:cubicBezTo>
                    <a:pt x="48895" y="82550"/>
                    <a:pt x="45720" y="90805"/>
                    <a:pt x="44450" y="99060"/>
                  </a:cubicBezTo>
                  <a:lnTo>
                    <a:pt x="43180" y="106045"/>
                  </a:lnTo>
                  <a:lnTo>
                    <a:pt x="16510" y="106680"/>
                  </a:lnTo>
                  <a:lnTo>
                    <a:pt x="16510" y="120015"/>
                  </a:lnTo>
                  <a:lnTo>
                    <a:pt x="43180" y="120650"/>
                  </a:lnTo>
                  <a:lnTo>
                    <a:pt x="44450" y="127635"/>
                  </a:lnTo>
                  <a:cubicBezTo>
                    <a:pt x="45720" y="135890"/>
                    <a:pt x="49530" y="144145"/>
                    <a:pt x="54610" y="152400"/>
                  </a:cubicBezTo>
                  <a:lnTo>
                    <a:pt x="58420" y="158115"/>
                  </a:lnTo>
                  <a:lnTo>
                    <a:pt x="40005" y="177800"/>
                  </a:lnTo>
                  <a:lnTo>
                    <a:pt x="49530" y="187325"/>
                  </a:lnTo>
                  <a:lnTo>
                    <a:pt x="69215" y="168910"/>
                  </a:lnTo>
                  <a:lnTo>
                    <a:pt x="74930" y="172720"/>
                  </a:lnTo>
                  <a:cubicBezTo>
                    <a:pt x="83185" y="178435"/>
                    <a:pt x="91440" y="181610"/>
                    <a:pt x="99695" y="182880"/>
                  </a:cubicBezTo>
                  <a:lnTo>
                    <a:pt x="106680" y="184150"/>
                  </a:lnTo>
                  <a:lnTo>
                    <a:pt x="107315" y="210820"/>
                  </a:lnTo>
                  <a:close/>
                  <a:moveTo>
                    <a:pt x="219710" y="128905"/>
                  </a:moveTo>
                  <a:lnTo>
                    <a:pt x="219710" y="128905"/>
                  </a:lnTo>
                  <a:lnTo>
                    <a:pt x="219710" y="128905"/>
                  </a:lnTo>
                  <a:close/>
                </a:path>
              </a:pathLst>
            </a:custGeom>
            <a:grp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chemeClr val="accent1"/>
                </a:solidFill>
                <a:highlight>
                  <a:schemeClr val="accent2"/>
                </a:highlight>
                <a:latin typeface="Calibri"/>
                <a:ea typeface="Calibri"/>
                <a:cs typeface="Calibri"/>
                <a:sym typeface="Calibri"/>
              </a:endParaRPr>
            </a:p>
          </p:txBody>
        </p:sp>
        <p:sp>
          <p:nvSpPr>
            <p:cNvPr id="729" name="Google Shape;729;p56"/>
            <p:cNvSpPr/>
            <p:nvPr/>
          </p:nvSpPr>
          <p:spPr>
            <a:xfrm>
              <a:off x="5172709" y="2313939"/>
              <a:ext cx="106680" cy="106680"/>
            </a:xfrm>
            <a:custGeom>
              <a:avLst/>
              <a:gdLst/>
              <a:ahLst/>
              <a:cxnLst/>
              <a:rect l="l" t="t" r="r" b="b"/>
              <a:pathLst>
                <a:path w="106680" h="106680" extrusionOk="0">
                  <a:moveTo>
                    <a:pt x="53340" y="106680"/>
                  </a:moveTo>
                  <a:cubicBezTo>
                    <a:pt x="24130" y="106680"/>
                    <a:pt x="0" y="83185"/>
                    <a:pt x="0" y="53340"/>
                  </a:cubicBezTo>
                  <a:cubicBezTo>
                    <a:pt x="0" y="24130"/>
                    <a:pt x="23495" y="0"/>
                    <a:pt x="53340" y="0"/>
                  </a:cubicBezTo>
                  <a:cubicBezTo>
                    <a:pt x="83185" y="0"/>
                    <a:pt x="106680" y="23495"/>
                    <a:pt x="106680" y="53340"/>
                  </a:cubicBezTo>
                  <a:cubicBezTo>
                    <a:pt x="106680" y="83185"/>
                    <a:pt x="82550" y="106680"/>
                    <a:pt x="53340" y="106680"/>
                  </a:cubicBezTo>
                  <a:close/>
                  <a:moveTo>
                    <a:pt x="53340" y="17780"/>
                  </a:moveTo>
                  <a:cubicBezTo>
                    <a:pt x="33020" y="17780"/>
                    <a:pt x="17145" y="34290"/>
                    <a:pt x="17145" y="53975"/>
                  </a:cubicBezTo>
                  <a:cubicBezTo>
                    <a:pt x="17145" y="74295"/>
                    <a:pt x="33655" y="90170"/>
                    <a:pt x="53340" y="90170"/>
                  </a:cubicBezTo>
                  <a:cubicBezTo>
                    <a:pt x="73660" y="90170"/>
                    <a:pt x="89535" y="73660"/>
                    <a:pt x="89535" y="53975"/>
                  </a:cubicBezTo>
                  <a:cubicBezTo>
                    <a:pt x="89535" y="33655"/>
                    <a:pt x="73660" y="17780"/>
                    <a:pt x="53340" y="17780"/>
                  </a:cubicBezTo>
                  <a:close/>
                </a:path>
              </a:pathLst>
            </a:custGeom>
            <a:grp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chemeClr val="accent1"/>
                </a:solidFill>
                <a:highlight>
                  <a:schemeClr val="accent2"/>
                </a:highlight>
                <a:latin typeface="Calibri"/>
                <a:ea typeface="Calibri"/>
                <a:cs typeface="Calibri"/>
                <a:sym typeface="Calibri"/>
              </a:endParaRPr>
            </a:p>
          </p:txBody>
        </p:sp>
      </p:grpSp>
      <p:sp>
        <p:nvSpPr>
          <p:cNvPr id="730" name="Google Shape;730;p56"/>
          <p:cNvSpPr txBox="1"/>
          <p:nvPr/>
        </p:nvSpPr>
        <p:spPr>
          <a:xfrm>
            <a:off x="561975" y="1383025"/>
            <a:ext cx="4286400" cy="285900"/>
          </a:xfrm>
          <a:prstGeom prst="rect">
            <a:avLst/>
          </a:prstGeom>
          <a:noFill/>
          <a:ln>
            <a:noFill/>
          </a:ln>
        </p:spPr>
        <p:txBody>
          <a:bodyPr spcFirstLastPara="1" wrap="square" lIns="45725" tIns="45725" rIns="45725" bIns="45725" anchor="ctr" anchorCtr="0">
            <a:noAutofit/>
          </a:bodyPr>
          <a:lstStyle/>
          <a:p>
            <a:pPr marL="0" lvl="0" indent="0" algn="ctr" rtl="0">
              <a:spcBef>
                <a:spcPts val="0"/>
              </a:spcBef>
              <a:spcAft>
                <a:spcPts val="0"/>
              </a:spcAft>
              <a:buNone/>
            </a:pPr>
            <a:r>
              <a:rPr lang="en" sz="700" b="1" dirty="0">
                <a:solidFill>
                  <a:srgbClr val="7F7F7F"/>
                </a:solidFill>
                <a:latin typeface="Plus Jakarta Sans"/>
                <a:ea typeface="Plus Jakarta Sans"/>
                <a:cs typeface="Plus Jakarta Sans"/>
                <a:sym typeface="Plus Jakarta Sans"/>
              </a:rPr>
              <a:t>DATA CATALOG | MANAGEMENT CONSOLE | REPLICATION MANAGER** | OBSERVABILITY**</a:t>
            </a:r>
            <a:endParaRPr sz="700" b="1" dirty="0">
              <a:solidFill>
                <a:srgbClr val="7F7F7F"/>
              </a:solidFill>
              <a:latin typeface="Plus Jakarta Sans"/>
              <a:ea typeface="Plus Jakarta Sans"/>
              <a:cs typeface="Plus Jakarta Sans"/>
              <a:sym typeface="Plus Jakarta Sans"/>
            </a:endParaRPr>
          </a:p>
        </p:txBody>
      </p:sp>
      <p:sp>
        <p:nvSpPr>
          <p:cNvPr id="731" name="Google Shape;731;p56"/>
          <p:cNvSpPr txBox="1"/>
          <p:nvPr/>
        </p:nvSpPr>
        <p:spPr>
          <a:xfrm>
            <a:off x="750094" y="2002155"/>
            <a:ext cx="624000" cy="285900"/>
          </a:xfrm>
          <a:prstGeom prst="rect">
            <a:avLst/>
          </a:prstGeom>
          <a:noFill/>
          <a:ln>
            <a:noFill/>
          </a:ln>
        </p:spPr>
        <p:txBody>
          <a:bodyPr spcFirstLastPara="1" wrap="square" lIns="0" tIns="45725" rIns="0" bIns="45725" anchor="ctr" anchorCtr="0">
            <a:noAutofit/>
          </a:bodyPr>
          <a:lstStyle/>
          <a:p>
            <a:pPr marL="0" lvl="0" indent="0" algn="l" rtl="0">
              <a:spcBef>
                <a:spcPts val="0"/>
              </a:spcBef>
              <a:spcAft>
                <a:spcPts val="0"/>
              </a:spcAft>
              <a:buNone/>
            </a:pPr>
            <a:r>
              <a:rPr lang="en" sz="700" b="1" dirty="0">
                <a:solidFill>
                  <a:schemeClr val="accent1"/>
                </a:solidFill>
                <a:latin typeface="Plus Jakarta Sans"/>
                <a:ea typeface="Plus Jakarta Sans"/>
                <a:cs typeface="Plus Jakarta Sans"/>
                <a:sym typeface="Plus Jakarta Sans"/>
              </a:rPr>
              <a:t>DATA</a:t>
            </a:r>
            <a:br>
              <a:rPr lang="en" sz="700" b="1" dirty="0">
                <a:solidFill>
                  <a:schemeClr val="accent1"/>
                </a:solidFill>
                <a:latin typeface="Plus Jakarta Sans"/>
                <a:ea typeface="Plus Jakarta Sans"/>
                <a:cs typeface="Plus Jakarta Sans"/>
                <a:sym typeface="Plus Jakarta Sans"/>
              </a:rPr>
            </a:br>
            <a:r>
              <a:rPr lang="en" sz="700" b="1" dirty="0">
                <a:solidFill>
                  <a:schemeClr val="accent1"/>
                </a:solidFill>
                <a:latin typeface="Plus Jakarta Sans"/>
                <a:ea typeface="Plus Jakarta Sans"/>
                <a:cs typeface="Plus Jakarta Sans"/>
                <a:sym typeface="Plus Jakarta Sans"/>
              </a:rPr>
              <a:t>SERVICES</a:t>
            </a:r>
            <a:endParaRPr sz="700" b="1" dirty="0">
              <a:solidFill>
                <a:schemeClr val="accent1"/>
              </a:solidFill>
              <a:latin typeface="Plus Jakarta Sans"/>
              <a:ea typeface="Plus Jakarta Sans"/>
              <a:cs typeface="Plus Jakarta Sans"/>
              <a:sym typeface="Plus Jakarta Sans"/>
            </a:endParaRPr>
          </a:p>
        </p:txBody>
      </p:sp>
      <p:sp>
        <p:nvSpPr>
          <p:cNvPr id="732" name="Google Shape;732;p56"/>
          <p:cNvSpPr txBox="1"/>
          <p:nvPr/>
        </p:nvSpPr>
        <p:spPr>
          <a:xfrm>
            <a:off x="1631974" y="2202180"/>
            <a:ext cx="724800" cy="285900"/>
          </a:xfrm>
          <a:prstGeom prst="rect">
            <a:avLst/>
          </a:prstGeom>
          <a:noFill/>
          <a:ln>
            <a:noFill/>
          </a:ln>
        </p:spPr>
        <p:txBody>
          <a:bodyPr spcFirstLastPara="1" wrap="square" lIns="0" tIns="45725" rIns="0" bIns="45725" anchor="ctr" anchorCtr="0">
            <a:noAutofit/>
          </a:bodyPr>
          <a:lstStyle/>
          <a:p>
            <a:pPr marL="0" lvl="0" indent="0" algn="ctr" rtl="0">
              <a:spcBef>
                <a:spcPts val="0"/>
              </a:spcBef>
              <a:spcAft>
                <a:spcPts val="0"/>
              </a:spcAft>
              <a:buNone/>
            </a:pPr>
            <a:r>
              <a:rPr lang="en" sz="600" b="1">
                <a:solidFill>
                  <a:schemeClr val="accent1"/>
                </a:solidFill>
                <a:latin typeface="Plus Jakarta Sans"/>
                <a:ea typeface="Plus Jakarta Sans"/>
                <a:cs typeface="Plus Jakarta Sans"/>
                <a:sym typeface="Plus Jakarta Sans"/>
              </a:rPr>
              <a:t>DATA</a:t>
            </a:r>
            <a:br>
              <a:rPr lang="en" sz="600" b="1">
                <a:solidFill>
                  <a:schemeClr val="accent1"/>
                </a:solidFill>
                <a:latin typeface="Plus Jakarta Sans"/>
                <a:ea typeface="Plus Jakarta Sans"/>
                <a:cs typeface="Plus Jakarta Sans"/>
                <a:sym typeface="Plus Jakarta Sans"/>
              </a:rPr>
            </a:br>
            <a:r>
              <a:rPr lang="en" sz="600" b="1">
                <a:solidFill>
                  <a:schemeClr val="accent1"/>
                </a:solidFill>
                <a:latin typeface="Plus Jakarta Sans"/>
                <a:ea typeface="Plus Jakarta Sans"/>
                <a:cs typeface="Plus Jakarta Sans"/>
                <a:sym typeface="Plus Jakarta Sans"/>
              </a:rPr>
              <a:t>ENGINEERING</a:t>
            </a:r>
            <a:endParaRPr sz="600" b="1">
              <a:solidFill>
                <a:schemeClr val="accent1"/>
              </a:solidFill>
              <a:latin typeface="Plus Jakarta Sans"/>
              <a:ea typeface="Plus Jakarta Sans"/>
              <a:cs typeface="Plus Jakarta Sans"/>
              <a:sym typeface="Plus Jakarta Sans"/>
            </a:endParaRPr>
          </a:p>
        </p:txBody>
      </p:sp>
      <p:sp>
        <p:nvSpPr>
          <p:cNvPr id="733" name="Google Shape;733;p56"/>
          <p:cNvSpPr txBox="1"/>
          <p:nvPr/>
        </p:nvSpPr>
        <p:spPr>
          <a:xfrm>
            <a:off x="2798234" y="2202180"/>
            <a:ext cx="724800" cy="285900"/>
          </a:xfrm>
          <a:prstGeom prst="rect">
            <a:avLst/>
          </a:prstGeom>
          <a:noFill/>
          <a:ln>
            <a:noFill/>
          </a:ln>
        </p:spPr>
        <p:txBody>
          <a:bodyPr spcFirstLastPara="1" wrap="square" lIns="0" tIns="45725" rIns="0" bIns="45725" anchor="ctr" anchorCtr="0">
            <a:noAutofit/>
          </a:bodyPr>
          <a:lstStyle/>
          <a:p>
            <a:pPr marL="0" lvl="0" indent="0" algn="ctr" rtl="0">
              <a:spcBef>
                <a:spcPts val="0"/>
              </a:spcBef>
              <a:spcAft>
                <a:spcPts val="0"/>
              </a:spcAft>
              <a:buNone/>
            </a:pPr>
            <a:r>
              <a:rPr lang="en" sz="600" b="1">
                <a:solidFill>
                  <a:schemeClr val="accent1"/>
                </a:solidFill>
                <a:latin typeface="Plus Jakarta Sans"/>
                <a:ea typeface="Plus Jakarta Sans"/>
                <a:cs typeface="Plus Jakarta Sans"/>
                <a:sym typeface="Plus Jakarta Sans"/>
              </a:rPr>
              <a:t>DATA</a:t>
            </a:r>
            <a:br>
              <a:rPr lang="en" sz="600" b="1">
                <a:solidFill>
                  <a:schemeClr val="accent1"/>
                </a:solidFill>
                <a:latin typeface="Plus Jakarta Sans"/>
                <a:ea typeface="Plus Jakarta Sans"/>
                <a:cs typeface="Plus Jakarta Sans"/>
                <a:sym typeface="Plus Jakarta Sans"/>
              </a:rPr>
            </a:br>
            <a:r>
              <a:rPr lang="en" sz="600" b="1">
                <a:solidFill>
                  <a:schemeClr val="accent1"/>
                </a:solidFill>
                <a:latin typeface="Plus Jakarta Sans"/>
                <a:ea typeface="Plus Jakarta Sans"/>
                <a:cs typeface="Plus Jakarta Sans"/>
                <a:sym typeface="Plus Jakarta Sans"/>
              </a:rPr>
              <a:t>WAREHOUSE</a:t>
            </a:r>
            <a:endParaRPr sz="600" b="1">
              <a:solidFill>
                <a:schemeClr val="accent1"/>
              </a:solidFill>
              <a:latin typeface="Plus Jakarta Sans"/>
              <a:ea typeface="Plus Jakarta Sans"/>
              <a:cs typeface="Plus Jakarta Sans"/>
              <a:sym typeface="Plus Jakarta Sans"/>
            </a:endParaRPr>
          </a:p>
        </p:txBody>
      </p:sp>
      <p:sp>
        <p:nvSpPr>
          <p:cNvPr id="734" name="Google Shape;734;p56"/>
          <p:cNvSpPr txBox="1"/>
          <p:nvPr/>
        </p:nvSpPr>
        <p:spPr>
          <a:xfrm>
            <a:off x="3914319" y="2202180"/>
            <a:ext cx="724800" cy="285900"/>
          </a:xfrm>
          <a:prstGeom prst="rect">
            <a:avLst/>
          </a:prstGeom>
          <a:noFill/>
          <a:ln>
            <a:noFill/>
          </a:ln>
        </p:spPr>
        <p:txBody>
          <a:bodyPr spcFirstLastPara="1" wrap="square" lIns="0" tIns="45725" rIns="0" bIns="45725" anchor="ctr" anchorCtr="0">
            <a:noAutofit/>
          </a:bodyPr>
          <a:lstStyle/>
          <a:p>
            <a:pPr marL="0" lvl="0" indent="0" algn="ctr" rtl="0">
              <a:spcBef>
                <a:spcPts val="0"/>
              </a:spcBef>
              <a:spcAft>
                <a:spcPts val="0"/>
              </a:spcAft>
              <a:buNone/>
            </a:pPr>
            <a:r>
              <a:rPr lang="en" sz="600" b="1">
                <a:solidFill>
                  <a:schemeClr val="accent1"/>
                </a:solidFill>
                <a:latin typeface="Plus Jakarta Sans"/>
                <a:ea typeface="Plus Jakarta Sans"/>
                <a:cs typeface="Plus Jakarta Sans"/>
                <a:sym typeface="Plus Jakarta Sans"/>
              </a:rPr>
              <a:t>MACHINE</a:t>
            </a:r>
            <a:br>
              <a:rPr lang="en" sz="600" b="1">
                <a:solidFill>
                  <a:schemeClr val="accent1"/>
                </a:solidFill>
                <a:latin typeface="Plus Jakarta Sans"/>
                <a:ea typeface="Plus Jakarta Sans"/>
                <a:cs typeface="Plus Jakarta Sans"/>
                <a:sym typeface="Plus Jakarta Sans"/>
              </a:rPr>
            </a:br>
            <a:r>
              <a:rPr lang="en" sz="600" b="1">
                <a:solidFill>
                  <a:schemeClr val="accent1"/>
                </a:solidFill>
                <a:latin typeface="Plus Jakarta Sans"/>
                <a:ea typeface="Plus Jakarta Sans"/>
                <a:cs typeface="Plus Jakarta Sans"/>
                <a:sym typeface="Plus Jakarta Sans"/>
              </a:rPr>
              <a:t>LEARNING</a:t>
            </a:r>
            <a:endParaRPr sz="600" b="1">
              <a:solidFill>
                <a:schemeClr val="accent1"/>
              </a:solidFill>
              <a:latin typeface="Plus Jakarta Sans"/>
              <a:ea typeface="Plus Jakarta Sans"/>
              <a:cs typeface="Plus Jakarta Sans"/>
              <a:sym typeface="Plus Jakarta Sans"/>
            </a:endParaRPr>
          </a:p>
        </p:txBody>
      </p:sp>
      <p:sp>
        <p:nvSpPr>
          <p:cNvPr id="735" name="Google Shape;735;p56"/>
          <p:cNvSpPr txBox="1"/>
          <p:nvPr/>
        </p:nvSpPr>
        <p:spPr>
          <a:xfrm>
            <a:off x="559163" y="3954775"/>
            <a:ext cx="4286400" cy="285900"/>
          </a:xfrm>
          <a:prstGeom prst="rect">
            <a:avLst/>
          </a:prstGeom>
          <a:noFill/>
          <a:ln>
            <a:noFill/>
          </a:ln>
        </p:spPr>
        <p:txBody>
          <a:bodyPr spcFirstLastPara="1" wrap="square" lIns="45725" tIns="45725" rIns="45725" bIns="45725" anchor="ctr" anchorCtr="0">
            <a:noAutofit/>
          </a:bodyPr>
          <a:lstStyle/>
          <a:p>
            <a:pPr marL="0" lvl="0" indent="0" algn="ctr" rtl="0">
              <a:spcBef>
                <a:spcPts val="0"/>
              </a:spcBef>
              <a:spcAft>
                <a:spcPts val="0"/>
              </a:spcAft>
              <a:buNone/>
            </a:pPr>
            <a:r>
              <a:rPr lang="en-US" sz="700" b="1" dirty="0">
                <a:solidFill>
                  <a:srgbClr val="7F7F7F"/>
                </a:solidFill>
                <a:latin typeface="Lato"/>
                <a:ea typeface="Lato"/>
                <a:cs typeface="Lato"/>
                <a:sym typeface="Lato"/>
              </a:rPr>
              <a:t>CLOUDERA BASE</a:t>
            </a:r>
          </a:p>
        </p:txBody>
      </p:sp>
      <p:sp>
        <p:nvSpPr>
          <p:cNvPr id="736" name="Google Shape;736;p56"/>
          <p:cNvSpPr txBox="1"/>
          <p:nvPr/>
        </p:nvSpPr>
        <p:spPr>
          <a:xfrm>
            <a:off x="1412268" y="3642356"/>
            <a:ext cx="1113900" cy="285900"/>
          </a:xfrm>
          <a:prstGeom prst="rect">
            <a:avLst/>
          </a:prstGeom>
          <a:noFill/>
          <a:ln>
            <a:noFill/>
          </a:ln>
        </p:spPr>
        <p:txBody>
          <a:bodyPr spcFirstLastPara="1" wrap="square" lIns="0" tIns="45725" rIns="0" bIns="45725" anchor="ctr" anchorCtr="0">
            <a:noAutofit/>
          </a:bodyPr>
          <a:lstStyle/>
          <a:p>
            <a:pPr marL="0" lvl="0" indent="0" algn="ctr" rtl="0">
              <a:spcBef>
                <a:spcPts val="0"/>
              </a:spcBef>
              <a:spcAft>
                <a:spcPts val="0"/>
              </a:spcAft>
              <a:buNone/>
            </a:pPr>
            <a:r>
              <a:rPr lang="en" sz="600" b="1" dirty="0">
                <a:solidFill>
                  <a:schemeClr val="accent2"/>
                </a:solidFill>
                <a:latin typeface="Plus Jakarta Sans"/>
                <a:ea typeface="Plus Jakarta Sans"/>
                <a:cs typeface="Plus Jakarta Sans"/>
                <a:sym typeface="Plus Jakarta Sans"/>
              </a:rPr>
              <a:t>NiFi*, Kafka, Flink*,</a:t>
            </a:r>
            <a:br>
              <a:rPr lang="en" sz="600" b="1" dirty="0">
                <a:solidFill>
                  <a:schemeClr val="accent2"/>
                </a:solidFill>
                <a:latin typeface="Plus Jakarta Sans"/>
                <a:ea typeface="Plus Jakarta Sans"/>
                <a:cs typeface="Plus Jakarta Sans"/>
                <a:sym typeface="Plus Jakarta Sans"/>
              </a:rPr>
            </a:br>
            <a:r>
              <a:rPr lang="en" sz="600" b="1" dirty="0">
                <a:solidFill>
                  <a:schemeClr val="accent2"/>
                </a:solidFill>
                <a:latin typeface="Plus Jakarta Sans"/>
                <a:ea typeface="Plus Jakarta Sans"/>
                <a:cs typeface="Plus Jakarta Sans"/>
                <a:sym typeface="Plus Jakarta Sans"/>
              </a:rPr>
              <a:t>Spark, Impala, Hive, HBase, Phoenix</a:t>
            </a:r>
            <a:endParaRPr sz="600" b="1" dirty="0">
              <a:solidFill>
                <a:schemeClr val="accent2"/>
              </a:solidFill>
              <a:latin typeface="Plus Jakarta Sans"/>
              <a:ea typeface="Plus Jakarta Sans"/>
              <a:cs typeface="Plus Jakarta Sans"/>
              <a:sym typeface="Plus Jakarta Sans"/>
            </a:endParaRPr>
          </a:p>
        </p:txBody>
      </p:sp>
      <p:sp>
        <p:nvSpPr>
          <p:cNvPr id="737" name="Google Shape;737;p56"/>
          <p:cNvSpPr txBox="1"/>
          <p:nvPr/>
        </p:nvSpPr>
        <p:spPr>
          <a:xfrm>
            <a:off x="3412575" y="3430905"/>
            <a:ext cx="699600" cy="285900"/>
          </a:xfrm>
          <a:prstGeom prst="rect">
            <a:avLst/>
          </a:prstGeom>
          <a:noFill/>
          <a:ln>
            <a:noFill/>
          </a:ln>
        </p:spPr>
        <p:txBody>
          <a:bodyPr spcFirstLastPara="1" wrap="square" lIns="0" tIns="45725" rIns="0" bIns="45725" anchor="ctr" anchorCtr="0">
            <a:noAutofit/>
          </a:bodyPr>
          <a:lstStyle/>
          <a:p>
            <a:pPr marL="0" lvl="0" indent="0" algn="ctr" rtl="0">
              <a:spcBef>
                <a:spcPts val="0"/>
              </a:spcBef>
              <a:spcAft>
                <a:spcPts val="0"/>
              </a:spcAft>
              <a:buNone/>
            </a:pPr>
            <a:r>
              <a:rPr lang="en" sz="700" b="1" dirty="0">
                <a:solidFill>
                  <a:schemeClr val="accent2"/>
                </a:solidFill>
                <a:latin typeface="Plus Jakarta Sans"/>
                <a:ea typeface="Plus Jakarta Sans"/>
                <a:cs typeface="Plus Jakarta Sans"/>
                <a:sym typeface="Plus Jakarta Sans"/>
              </a:rPr>
              <a:t>Data Under Management</a:t>
            </a:r>
            <a:endParaRPr sz="700" b="1" dirty="0">
              <a:solidFill>
                <a:schemeClr val="accent2"/>
              </a:solidFill>
              <a:latin typeface="Plus Jakarta Sans"/>
              <a:ea typeface="Plus Jakarta Sans"/>
              <a:cs typeface="Plus Jakarta Sans"/>
              <a:sym typeface="Plus Jakarta Sans"/>
            </a:endParaRPr>
          </a:p>
          <a:p>
            <a:pPr marL="0" lvl="0" indent="0" algn="ctr" rtl="0">
              <a:spcBef>
                <a:spcPts val="0"/>
              </a:spcBef>
              <a:spcAft>
                <a:spcPts val="0"/>
              </a:spcAft>
              <a:buNone/>
            </a:pPr>
            <a:endParaRPr sz="700" b="1" dirty="0">
              <a:solidFill>
                <a:schemeClr val="accent2"/>
              </a:solidFill>
              <a:latin typeface="Plus Jakarta Sans"/>
              <a:ea typeface="Plus Jakarta Sans"/>
              <a:cs typeface="Plus Jakarta Sans"/>
              <a:sym typeface="Plus Jakarta Sans"/>
            </a:endParaRPr>
          </a:p>
          <a:p>
            <a:pPr marL="0" lvl="0" indent="0" algn="ctr" rtl="0">
              <a:spcBef>
                <a:spcPts val="0"/>
              </a:spcBef>
              <a:spcAft>
                <a:spcPts val="0"/>
              </a:spcAft>
              <a:buNone/>
            </a:pPr>
            <a:r>
              <a:rPr lang="en" sz="600" b="1" dirty="0">
                <a:solidFill>
                  <a:schemeClr val="accent2"/>
                </a:solidFill>
                <a:latin typeface="Plus Jakarta Sans"/>
                <a:ea typeface="Plus Jakarta Sans"/>
                <a:cs typeface="Plus Jakarta Sans"/>
                <a:sym typeface="Plus Jakarta Sans"/>
              </a:rPr>
              <a:t>HDFS, OZONE, KUDU, KAFKA, 3RD PARTY, NFS, ETC</a:t>
            </a:r>
            <a:endParaRPr sz="600" b="1" dirty="0">
              <a:solidFill>
                <a:schemeClr val="accent2"/>
              </a:solidFill>
              <a:latin typeface="Plus Jakarta Sans"/>
              <a:ea typeface="Plus Jakarta Sans"/>
              <a:cs typeface="Plus Jakarta Sans"/>
              <a:sym typeface="Plus Jakarta Sans"/>
            </a:endParaRPr>
          </a:p>
        </p:txBody>
      </p:sp>
      <p:sp>
        <p:nvSpPr>
          <p:cNvPr id="738" name="Google Shape;738;p56"/>
          <p:cNvSpPr txBox="1"/>
          <p:nvPr/>
        </p:nvSpPr>
        <p:spPr>
          <a:xfrm>
            <a:off x="1893575" y="4373875"/>
            <a:ext cx="2954700" cy="417900"/>
          </a:xfrm>
          <a:prstGeom prst="rect">
            <a:avLst/>
          </a:prstGeom>
          <a:noFill/>
          <a:ln>
            <a:noFill/>
          </a:ln>
        </p:spPr>
        <p:txBody>
          <a:bodyPr spcFirstLastPara="1" wrap="square" lIns="45725" tIns="45725" rIns="45725" bIns="45725" anchor="t" anchorCtr="0">
            <a:noAutofit/>
          </a:bodyPr>
          <a:lstStyle/>
          <a:p>
            <a:pPr marL="0" lvl="0" indent="0" algn="r" rtl="0">
              <a:spcBef>
                <a:spcPts val="0"/>
              </a:spcBef>
              <a:spcAft>
                <a:spcPts val="0"/>
              </a:spcAft>
              <a:buNone/>
            </a:pPr>
            <a:r>
              <a:rPr lang="en" sz="700" b="1">
                <a:solidFill>
                  <a:srgbClr val="A5A5A5"/>
                </a:solidFill>
                <a:latin typeface="Plus Jakarta Sans"/>
                <a:ea typeface="Plus Jakarta Sans"/>
                <a:cs typeface="Plus Jakarta Sans"/>
                <a:sym typeface="Plus Jakarta Sans"/>
              </a:rPr>
              <a:t>* Standalone SKU</a:t>
            </a:r>
            <a:endParaRPr sz="700" b="1">
              <a:solidFill>
                <a:srgbClr val="A5A5A5"/>
              </a:solidFill>
              <a:latin typeface="Plus Jakarta Sans"/>
              <a:ea typeface="Plus Jakarta Sans"/>
              <a:cs typeface="Plus Jakarta Sans"/>
              <a:sym typeface="Plus Jakarta Sans"/>
            </a:endParaRPr>
          </a:p>
          <a:p>
            <a:pPr marL="0" lvl="0" indent="0" algn="r" rtl="0">
              <a:spcBef>
                <a:spcPts val="0"/>
              </a:spcBef>
              <a:spcAft>
                <a:spcPts val="0"/>
              </a:spcAft>
              <a:buNone/>
            </a:pPr>
            <a:r>
              <a:rPr lang="en" sz="700" b="1">
                <a:solidFill>
                  <a:srgbClr val="A5A5A5"/>
                </a:solidFill>
                <a:latin typeface="Plus Jakarta Sans"/>
                <a:ea typeface="Plus Jakarta Sans"/>
                <a:cs typeface="Plus Jakarta Sans"/>
                <a:sym typeface="Plus Jakarta Sans"/>
              </a:rPr>
              <a:t>** Available on Cloudera Base</a:t>
            </a:r>
            <a:endParaRPr sz="700" b="1">
              <a:solidFill>
                <a:srgbClr val="A5A5A5"/>
              </a:solidFill>
              <a:latin typeface="Plus Jakarta Sans"/>
              <a:ea typeface="Plus Jakarta Sans"/>
              <a:cs typeface="Plus Jakarta Sans"/>
              <a:sym typeface="Plus Jakarta Sans"/>
            </a:endParaRPr>
          </a:p>
          <a:p>
            <a:pPr marL="0" lvl="0" indent="0" algn="r" rtl="0">
              <a:spcBef>
                <a:spcPts val="0"/>
              </a:spcBef>
              <a:spcAft>
                <a:spcPts val="0"/>
              </a:spcAft>
              <a:buNone/>
            </a:pPr>
            <a:r>
              <a:rPr lang="en" sz="700" b="1">
                <a:solidFill>
                  <a:srgbClr val="A5A5A5"/>
                </a:solidFill>
                <a:latin typeface="Plus Jakarta Sans"/>
                <a:ea typeface="Plus Jakarta Sans"/>
                <a:cs typeface="Plus Jakarta Sans"/>
                <a:sym typeface="Plus Jakarta Sans"/>
              </a:rPr>
              <a:t>***Cloudera Base is a prerequisite for Cloudera Data Services</a:t>
            </a:r>
            <a:endParaRPr sz="700" b="1">
              <a:solidFill>
                <a:srgbClr val="A5A5A5"/>
              </a:solidFill>
              <a:latin typeface="Plus Jakarta Sans"/>
              <a:ea typeface="Plus Jakarta Sans"/>
              <a:cs typeface="Plus Jakarta Sans"/>
              <a:sym typeface="Plus Jakarta Sans"/>
            </a:endParaRPr>
          </a:p>
          <a:p>
            <a:pPr marL="0" lvl="0" indent="0" algn="r" rtl="0">
              <a:spcBef>
                <a:spcPts val="0"/>
              </a:spcBef>
              <a:spcAft>
                <a:spcPts val="0"/>
              </a:spcAft>
              <a:buNone/>
            </a:pPr>
            <a:endParaRPr sz="700" b="1">
              <a:solidFill>
                <a:srgbClr val="A5A5A5"/>
              </a:solidFill>
              <a:latin typeface="Plus Jakarta Sans"/>
              <a:ea typeface="Plus Jakarta Sans"/>
              <a:cs typeface="Plus Jakarta Sans"/>
              <a:sym typeface="Plus Jakarta Sans"/>
            </a:endParaRPr>
          </a:p>
        </p:txBody>
      </p:sp>
      <p:sp>
        <p:nvSpPr>
          <p:cNvPr id="739" name="Google Shape;739;p56"/>
          <p:cNvSpPr txBox="1"/>
          <p:nvPr/>
        </p:nvSpPr>
        <p:spPr>
          <a:xfrm>
            <a:off x="1345150" y="2764155"/>
            <a:ext cx="3284100" cy="285900"/>
          </a:xfrm>
          <a:prstGeom prst="rect">
            <a:avLst/>
          </a:prstGeom>
          <a:noFill/>
          <a:ln>
            <a:noFill/>
          </a:ln>
        </p:spPr>
        <p:txBody>
          <a:bodyPr spcFirstLastPara="1" wrap="square" lIns="0" tIns="45725" rIns="0" bIns="45725" anchor="ctr" anchorCtr="0">
            <a:noAutofit/>
          </a:bodyPr>
          <a:lstStyle/>
          <a:p>
            <a:pPr marL="0" lvl="0" indent="0" algn="ctr" rtl="0">
              <a:spcBef>
                <a:spcPts val="0"/>
              </a:spcBef>
              <a:spcAft>
                <a:spcPts val="0"/>
              </a:spcAft>
              <a:buNone/>
            </a:pPr>
            <a:r>
              <a:rPr lang="en" sz="700" b="1">
                <a:solidFill>
                  <a:srgbClr val="7F7F7F"/>
                </a:solidFill>
                <a:latin typeface="Plus Jakarta Sans"/>
                <a:ea typeface="Plus Jakarta Sans"/>
                <a:cs typeface="Plus Jakarta Sans"/>
                <a:sym typeface="Plus Jakarta Sans"/>
              </a:rPr>
              <a:t>METADATA | SECURITY | ENCRYPTION | CONTROL | GOVERNANCE</a:t>
            </a:r>
            <a:endParaRPr sz="700" b="1">
              <a:solidFill>
                <a:srgbClr val="7F7F7F"/>
              </a:solidFill>
              <a:latin typeface="Plus Jakarta Sans"/>
              <a:ea typeface="Plus Jakarta Sans"/>
              <a:cs typeface="Plus Jakarta Sans"/>
              <a:sym typeface="Plus Jakarta Sans"/>
            </a:endParaRPr>
          </a:p>
        </p:txBody>
      </p:sp>
      <p:sp>
        <p:nvSpPr>
          <p:cNvPr id="741" name="Google Shape;741;p56"/>
          <p:cNvSpPr txBox="1"/>
          <p:nvPr/>
        </p:nvSpPr>
        <p:spPr>
          <a:xfrm>
            <a:off x="5068888" y="2795050"/>
            <a:ext cx="3594900" cy="127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b="1" dirty="0">
                <a:solidFill>
                  <a:schemeClr val="accent2"/>
                </a:solidFill>
                <a:latin typeface="Plus Jakarta Sans"/>
                <a:ea typeface="Plus Jakarta Sans"/>
                <a:cs typeface="Plus Jakarta Sans"/>
                <a:sym typeface="Plus Jakarta Sans"/>
              </a:rPr>
              <a:t>Cloudera Base on premises</a:t>
            </a:r>
            <a:endParaRPr sz="1300" b="1" dirty="0">
              <a:solidFill>
                <a:schemeClr val="accent2"/>
              </a:solidFill>
              <a:latin typeface="Plus Jakarta Sans"/>
              <a:ea typeface="Plus Jakarta Sans"/>
              <a:cs typeface="Plus Jakarta Sans"/>
              <a:sym typeface="Plus Jakarta Sans"/>
            </a:endParaRPr>
          </a:p>
          <a:p>
            <a:pPr marL="457200" marR="0" lvl="0" indent="-292100" algn="l" rtl="0">
              <a:lnSpc>
                <a:spcPct val="100000"/>
              </a:lnSpc>
              <a:spcBef>
                <a:spcPts val="500"/>
              </a:spcBef>
              <a:spcAft>
                <a:spcPts val="0"/>
              </a:spcAft>
              <a:buClr>
                <a:srgbClr val="646464"/>
              </a:buClr>
              <a:buSzPts val="1000"/>
              <a:buFont typeface="Plus Jakarta Sans Light"/>
              <a:buChar char="●"/>
            </a:pPr>
            <a:r>
              <a:rPr lang="en" sz="1000" dirty="0">
                <a:solidFill>
                  <a:srgbClr val="646464"/>
                </a:solidFill>
                <a:latin typeface="Plus Jakarta Sans Light"/>
                <a:ea typeface="Plus Jakarta Sans Light"/>
                <a:cs typeface="Plus Jakarta Sans Light"/>
                <a:sym typeface="Plus Jakarta Sans Light"/>
              </a:rPr>
              <a:t>Deploy traditional Data Clusters</a:t>
            </a:r>
            <a:endParaRPr sz="1000" dirty="0">
              <a:solidFill>
                <a:srgbClr val="646464"/>
              </a:solidFill>
              <a:latin typeface="Plus Jakarta Sans Light"/>
              <a:ea typeface="Plus Jakarta Sans Light"/>
              <a:cs typeface="Plus Jakarta Sans Light"/>
              <a:sym typeface="Plus Jakarta Sans Light"/>
            </a:endParaRPr>
          </a:p>
          <a:p>
            <a:pPr marL="457200" marR="0" lvl="0" indent="-292100" algn="l" rtl="0">
              <a:lnSpc>
                <a:spcPct val="100000"/>
              </a:lnSpc>
              <a:spcBef>
                <a:spcPts val="0"/>
              </a:spcBef>
              <a:spcAft>
                <a:spcPts val="0"/>
              </a:spcAft>
              <a:buClr>
                <a:srgbClr val="646464"/>
              </a:buClr>
              <a:buSzPts val="1000"/>
              <a:buFont typeface="Plus Jakarta Sans Light"/>
              <a:buChar char="●"/>
            </a:pPr>
            <a:r>
              <a:rPr lang="en" sz="1000" dirty="0">
                <a:solidFill>
                  <a:srgbClr val="646464"/>
                </a:solidFill>
                <a:latin typeface="Plus Jakarta Sans Light"/>
                <a:ea typeface="Plus Jakarta Sans Light"/>
                <a:cs typeface="Plus Jakarta Sans Light"/>
                <a:sym typeface="Plus Jakarta Sans Light"/>
              </a:rPr>
              <a:t>Shared Data Experience (SDX), advanced security and governance </a:t>
            </a:r>
            <a:endParaRPr sz="1000" dirty="0">
              <a:solidFill>
                <a:srgbClr val="646464"/>
              </a:solidFill>
              <a:latin typeface="Plus Jakarta Sans Light"/>
              <a:ea typeface="Plus Jakarta Sans Light"/>
              <a:cs typeface="Plus Jakarta Sans Light"/>
              <a:sym typeface="Plus Jakarta Sans Light"/>
            </a:endParaRPr>
          </a:p>
          <a:p>
            <a:pPr marL="457200" marR="0" lvl="0" indent="-292100" algn="l" rtl="0">
              <a:lnSpc>
                <a:spcPct val="100000"/>
              </a:lnSpc>
              <a:spcBef>
                <a:spcPts val="0"/>
              </a:spcBef>
              <a:spcAft>
                <a:spcPts val="0"/>
              </a:spcAft>
              <a:buClr>
                <a:srgbClr val="646464"/>
              </a:buClr>
              <a:buSzPts val="1000"/>
              <a:buFont typeface="Plus Jakarta Sans Light"/>
              <a:buChar char="●"/>
            </a:pPr>
            <a:r>
              <a:rPr lang="en" sz="1000" dirty="0">
                <a:solidFill>
                  <a:srgbClr val="646464"/>
                </a:solidFill>
                <a:latin typeface="Plus Jakarta Sans Light"/>
                <a:ea typeface="Plus Jakarta Sans Light"/>
                <a:cs typeface="Plus Jakarta Sans Light"/>
                <a:sym typeface="Plus Jakarta Sans Light"/>
              </a:rPr>
              <a:t>Data Management (HDFS, Ozone, Kudu, Kafka, 3rd Party or NFS)</a:t>
            </a:r>
            <a:endParaRPr sz="1000" dirty="0">
              <a:solidFill>
                <a:srgbClr val="646464"/>
              </a:solidFill>
              <a:latin typeface="Plus Jakarta Sans Light"/>
              <a:ea typeface="Plus Jakarta Sans Light"/>
              <a:cs typeface="Plus Jakarta Sans Light"/>
              <a:sym typeface="Plus Jakarta Sans Light"/>
            </a:endParaRPr>
          </a:p>
          <a:p>
            <a:pPr marL="457200" marR="0" lvl="0" indent="-292100" algn="l" rtl="0">
              <a:lnSpc>
                <a:spcPct val="100000"/>
              </a:lnSpc>
              <a:spcBef>
                <a:spcPts val="0"/>
              </a:spcBef>
              <a:spcAft>
                <a:spcPts val="0"/>
              </a:spcAft>
              <a:buClr>
                <a:srgbClr val="646464"/>
              </a:buClr>
              <a:buSzPts val="1000"/>
              <a:buFont typeface="Plus Jakarta Sans Light"/>
              <a:buChar char="●"/>
            </a:pPr>
            <a:r>
              <a:rPr lang="en" sz="1000" dirty="0">
                <a:solidFill>
                  <a:srgbClr val="646464"/>
                </a:solidFill>
                <a:latin typeface="Plus Jakarta Sans Light"/>
                <a:ea typeface="Plus Jakarta Sans Light"/>
                <a:cs typeface="Plus Jakarta Sans Light"/>
                <a:sym typeface="Plus Jakarta Sans Light"/>
              </a:rPr>
              <a:t>Cloudera Manager </a:t>
            </a:r>
            <a:endParaRPr sz="1000" dirty="0">
              <a:solidFill>
                <a:srgbClr val="646464"/>
              </a:solidFill>
              <a:latin typeface="Plus Jakarta Sans Light"/>
              <a:ea typeface="Plus Jakarta Sans Light"/>
              <a:cs typeface="Plus Jakarta Sans Light"/>
              <a:sym typeface="Plus Jakarta Sans Light"/>
            </a:endParaRPr>
          </a:p>
          <a:p>
            <a:pPr marL="457200" marR="0" lvl="0" indent="-292100" algn="l" rtl="0">
              <a:lnSpc>
                <a:spcPct val="100000"/>
              </a:lnSpc>
              <a:spcBef>
                <a:spcPts val="0"/>
              </a:spcBef>
              <a:spcAft>
                <a:spcPts val="0"/>
              </a:spcAft>
              <a:buClr>
                <a:srgbClr val="646464"/>
              </a:buClr>
              <a:buSzPts val="1000"/>
              <a:buFont typeface="Plus Jakarta Sans Light"/>
              <a:buChar char="●"/>
            </a:pPr>
            <a:r>
              <a:rPr lang="en" sz="1000" dirty="0">
                <a:solidFill>
                  <a:srgbClr val="646464"/>
                </a:solidFill>
                <a:latin typeface="Plus Jakarta Sans Light"/>
                <a:ea typeface="Plus Jakarta Sans Light"/>
                <a:cs typeface="Plus Jakarta Sans Light"/>
                <a:sym typeface="Plus Jakarta Sans Light"/>
              </a:rPr>
              <a:t>Observability Add-On (for PVC Base workloads) - sold separately</a:t>
            </a:r>
            <a:endParaRPr sz="1000" dirty="0">
              <a:solidFill>
                <a:srgbClr val="646464"/>
              </a:solidFill>
              <a:latin typeface="Plus Jakarta Sans Light"/>
              <a:ea typeface="Plus Jakarta Sans Light"/>
              <a:cs typeface="Plus Jakarta Sans Light"/>
              <a:sym typeface="Plus Jakarta Sans Light"/>
            </a:endParaRPr>
          </a:p>
          <a:p>
            <a:pPr marL="457200" marR="0" lvl="0" indent="0" algn="l" rtl="0">
              <a:lnSpc>
                <a:spcPct val="100000"/>
              </a:lnSpc>
              <a:spcBef>
                <a:spcPts val="500"/>
              </a:spcBef>
              <a:spcAft>
                <a:spcPts val="0"/>
              </a:spcAft>
              <a:buNone/>
            </a:pPr>
            <a:endParaRPr sz="1000" dirty="0">
              <a:solidFill>
                <a:srgbClr val="646464"/>
              </a:solidFill>
              <a:latin typeface="Plus Jakarta Sans Light"/>
              <a:ea typeface="Plus Jakarta Sans Light"/>
              <a:cs typeface="Plus Jakarta Sans Light"/>
              <a:sym typeface="Plus Jakarta Sans Light"/>
            </a:endParaRPr>
          </a:p>
        </p:txBody>
      </p:sp>
      <p:sp>
        <p:nvSpPr>
          <p:cNvPr id="742" name="Google Shape;742;p56"/>
          <p:cNvSpPr txBox="1"/>
          <p:nvPr/>
        </p:nvSpPr>
        <p:spPr>
          <a:xfrm>
            <a:off x="750094" y="3430900"/>
            <a:ext cx="699600" cy="285900"/>
          </a:xfrm>
          <a:prstGeom prst="rect">
            <a:avLst/>
          </a:prstGeom>
          <a:noFill/>
          <a:ln>
            <a:noFill/>
          </a:ln>
        </p:spPr>
        <p:txBody>
          <a:bodyPr spcFirstLastPara="1" wrap="square" lIns="0" tIns="45725" rIns="0" bIns="45725" anchor="ctr" anchorCtr="0">
            <a:noAutofit/>
          </a:bodyPr>
          <a:lstStyle/>
          <a:p>
            <a:pPr marL="0" lvl="0" indent="0" algn="l" rtl="0">
              <a:spcBef>
                <a:spcPts val="0"/>
              </a:spcBef>
              <a:spcAft>
                <a:spcPts val="0"/>
              </a:spcAft>
              <a:buNone/>
            </a:pPr>
            <a:r>
              <a:rPr lang="en" sz="700" b="1" dirty="0">
                <a:solidFill>
                  <a:schemeClr val="accent2"/>
                </a:solidFill>
                <a:latin typeface="Plus Jakarta Sans"/>
                <a:ea typeface="Plus Jakarta Sans"/>
                <a:cs typeface="Plus Jakarta Sans"/>
                <a:sym typeface="Plus Jakarta Sans"/>
              </a:rPr>
              <a:t>DATA</a:t>
            </a:r>
            <a:br>
              <a:rPr lang="en" sz="700" b="1" dirty="0">
                <a:solidFill>
                  <a:schemeClr val="accent2"/>
                </a:solidFill>
                <a:latin typeface="Plus Jakarta Sans"/>
                <a:ea typeface="Plus Jakarta Sans"/>
                <a:cs typeface="Plus Jakarta Sans"/>
                <a:sym typeface="Plus Jakarta Sans"/>
              </a:rPr>
            </a:br>
            <a:r>
              <a:rPr lang="en" sz="700" b="1" dirty="0">
                <a:solidFill>
                  <a:schemeClr val="accent2"/>
                </a:solidFill>
                <a:latin typeface="Plus Jakarta Sans"/>
                <a:ea typeface="Plus Jakarta Sans"/>
                <a:cs typeface="Plus Jakarta Sans"/>
                <a:sym typeface="Plus Jakarta Sans"/>
              </a:rPr>
              <a:t>CLUSTERS</a:t>
            </a:r>
            <a:endParaRPr sz="700" b="1" dirty="0">
              <a:solidFill>
                <a:schemeClr val="accent2"/>
              </a:solidFill>
              <a:latin typeface="Plus Jakarta Sans"/>
              <a:ea typeface="Plus Jakarta Sans"/>
              <a:cs typeface="Plus Jakarta Sans"/>
              <a:sym typeface="Plus Jakarta Sans"/>
            </a:endParaRPr>
          </a:p>
        </p:txBody>
      </p:sp>
      <p:sp>
        <p:nvSpPr>
          <p:cNvPr id="743" name="Google Shape;743;p56"/>
          <p:cNvSpPr txBox="1"/>
          <p:nvPr/>
        </p:nvSpPr>
        <p:spPr>
          <a:xfrm>
            <a:off x="8668062" y="73969"/>
            <a:ext cx="642000" cy="323100"/>
          </a:xfrm>
          <a:prstGeom prst="rect">
            <a:avLst/>
          </a:prstGeom>
          <a:noFill/>
          <a:ln>
            <a:noFill/>
          </a:ln>
        </p:spPr>
        <p:txBody>
          <a:bodyPr spcFirstLastPara="1" wrap="square" lIns="0" tIns="45700" rIns="91425" bIns="45700" anchor="t" anchorCtr="0">
            <a:noAutofit/>
          </a:bodyPr>
          <a:lstStyle/>
          <a:p>
            <a:pPr marL="0" marR="0" lvl="0" indent="0" algn="l" rtl="0">
              <a:spcBef>
                <a:spcPts val="0"/>
              </a:spcBef>
              <a:spcAft>
                <a:spcPts val="0"/>
              </a:spcAft>
              <a:buNone/>
            </a:pPr>
            <a:r>
              <a:rPr lang="en" sz="1500" b="1">
                <a:solidFill>
                  <a:srgbClr val="FFFFFF"/>
                </a:solidFill>
                <a:latin typeface="Roboto"/>
                <a:ea typeface="Roboto"/>
                <a:cs typeface="Roboto"/>
                <a:sym typeface="Roboto"/>
              </a:rPr>
              <a:t>NDA</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41"/>
                                        </p:tgtEl>
                                        <p:attrNameLst>
                                          <p:attrName>style.visibility</p:attrName>
                                        </p:attrNameLst>
                                      </p:cBhvr>
                                      <p:to>
                                        <p:strVal val="visible"/>
                                      </p:to>
                                    </p:set>
                                    <p:animEffect transition="in" filter="fade">
                                      <p:cBhvr>
                                        <p:cTn id="7" dur="1000"/>
                                        <p:tgtEl>
                                          <p:spTgt spid="74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97"/>
                                        </p:tgtEl>
                                        <p:attrNameLst>
                                          <p:attrName>style.visibility</p:attrName>
                                        </p:attrNameLst>
                                      </p:cBhvr>
                                      <p:to>
                                        <p:strVal val="visible"/>
                                      </p:to>
                                    </p:set>
                                    <p:animEffect transition="in" filter="fade">
                                      <p:cBhvr>
                                        <p:cTn id="12" dur="1000"/>
                                        <p:tgtEl>
                                          <p:spTgt spid="4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94">
          <a:extLst>
            <a:ext uri="{FF2B5EF4-FFF2-40B4-BE49-F238E27FC236}">
              <a16:creationId xmlns:a16="http://schemas.microsoft.com/office/drawing/2014/main" id="{6E734F64-DED7-B027-253E-1E42D3C75D54}"/>
            </a:ext>
          </a:extLst>
        </p:cNvPr>
        <p:cNvGrpSpPr/>
        <p:nvPr/>
      </p:nvGrpSpPr>
      <p:grpSpPr>
        <a:xfrm>
          <a:off x="0" y="0"/>
          <a:ext cx="0" cy="0"/>
          <a:chOff x="0" y="0"/>
          <a:chExt cx="0" cy="0"/>
        </a:xfrm>
      </p:grpSpPr>
      <p:sp>
        <p:nvSpPr>
          <p:cNvPr id="495" name="Google Shape;495;p56">
            <a:extLst>
              <a:ext uri="{FF2B5EF4-FFF2-40B4-BE49-F238E27FC236}">
                <a16:creationId xmlns:a16="http://schemas.microsoft.com/office/drawing/2014/main" id="{DD23FEC0-D835-C633-F114-A517DFF8E57F}"/>
              </a:ext>
            </a:extLst>
          </p:cNvPr>
          <p:cNvSpPr txBox="1">
            <a:spLocks noGrp="1"/>
          </p:cNvSpPr>
          <p:nvPr>
            <p:ph type="body" idx="1"/>
          </p:nvPr>
        </p:nvSpPr>
        <p:spPr>
          <a:xfrm>
            <a:off x="533399" y="734285"/>
            <a:ext cx="7182729" cy="324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sz="1000" b="1" dirty="0">
                <a:solidFill>
                  <a:schemeClr val="accent2"/>
                </a:solidFill>
                <a:latin typeface="Plus Jakarta Sans" panose="020B0604020202020204" charset="0"/>
                <a:ea typeface="Roboto"/>
                <a:cs typeface="Plus Jakarta Sans" panose="020B0604020202020204" charset="0"/>
                <a:sym typeface="Roboto"/>
              </a:rPr>
              <a:t>Integrated analytics and data management platform deployed on cloud services</a:t>
            </a:r>
            <a:endParaRPr sz="1000" b="1" dirty="0">
              <a:solidFill>
                <a:schemeClr val="accent2"/>
              </a:solidFill>
              <a:latin typeface="Plus Jakarta Sans" panose="020B0604020202020204" charset="0"/>
              <a:ea typeface="Roboto"/>
              <a:cs typeface="Plus Jakarta Sans" panose="020B0604020202020204" charset="0"/>
              <a:sym typeface="Roboto"/>
            </a:endParaRPr>
          </a:p>
        </p:txBody>
      </p:sp>
      <p:sp>
        <p:nvSpPr>
          <p:cNvPr id="496" name="Google Shape;496;p56">
            <a:extLst>
              <a:ext uri="{FF2B5EF4-FFF2-40B4-BE49-F238E27FC236}">
                <a16:creationId xmlns:a16="http://schemas.microsoft.com/office/drawing/2014/main" id="{1D88FB46-F2DA-0E6F-57BC-AA0F474F19EE}"/>
              </a:ext>
            </a:extLst>
          </p:cNvPr>
          <p:cNvSpPr txBox="1">
            <a:spLocks noGrp="1"/>
          </p:cNvSpPr>
          <p:nvPr>
            <p:ph type="title"/>
          </p:nvPr>
        </p:nvSpPr>
        <p:spPr>
          <a:xfrm>
            <a:off x="533400" y="284253"/>
            <a:ext cx="7620000" cy="411037"/>
          </a:xfrm>
          <a:prstGeom prst="rect">
            <a:avLst/>
          </a:prstGeom>
        </p:spPr>
        <p:txBody>
          <a:bodyPr spcFirstLastPara="1" wrap="square" lIns="91425" tIns="0" rIns="91425" bIns="45700" anchor="t" anchorCtr="0">
            <a:noAutofit/>
          </a:bodyPr>
          <a:lstStyle/>
          <a:p>
            <a:pPr marL="0" lvl="0" indent="0" algn="l" rtl="0">
              <a:spcBef>
                <a:spcPts val="0"/>
              </a:spcBef>
              <a:spcAft>
                <a:spcPts val="0"/>
              </a:spcAft>
              <a:buNone/>
            </a:pPr>
            <a:r>
              <a:rPr lang="en" b="1" dirty="0"/>
              <a:t>Cloudera on Cloud – </a:t>
            </a:r>
            <a:r>
              <a:rPr lang="en" b="1" dirty="0">
                <a:solidFill>
                  <a:schemeClr val="accent1"/>
                </a:solidFill>
              </a:rPr>
              <a:t>PUBLIC CLOUD</a:t>
            </a:r>
            <a:endParaRPr dirty="0">
              <a:solidFill>
                <a:schemeClr val="accent1"/>
              </a:solidFill>
            </a:endParaRPr>
          </a:p>
        </p:txBody>
      </p:sp>
      <p:sp>
        <p:nvSpPr>
          <p:cNvPr id="497" name="Google Shape;497;p56">
            <a:extLst>
              <a:ext uri="{FF2B5EF4-FFF2-40B4-BE49-F238E27FC236}">
                <a16:creationId xmlns:a16="http://schemas.microsoft.com/office/drawing/2014/main" id="{49AA9C81-F75E-CF9F-E302-2908DAC6444A}"/>
              </a:ext>
            </a:extLst>
          </p:cNvPr>
          <p:cNvSpPr txBox="1"/>
          <p:nvPr/>
        </p:nvSpPr>
        <p:spPr>
          <a:xfrm>
            <a:off x="5130100" y="1263850"/>
            <a:ext cx="3669300" cy="150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b="1" dirty="0">
                <a:solidFill>
                  <a:schemeClr val="accent1"/>
                </a:solidFill>
                <a:latin typeface="Plus Jakarta Sans"/>
                <a:ea typeface="Plus Jakarta Sans"/>
                <a:cs typeface="Plus Jakarta Sans"/>
                <a:sym typeface="Plus Jakarta Sans"/>
              </a:rPr>
              <a:t>Cloudera Data Services On Cloud</a:t>
            </a:r>
            <a:endParaRPr sz="1300" b="1" dirty="0">
              <a:solidFill>
                <a:schemeClr val="accent1"/>
              </a:solidFill>
              <a:latin typeface="Plus Jakarta Sans"/>
              <a:ea typeface="Plus Jakarta Sans"/>
              <a:cs typeface="Plus Jakarta Sans"/>
              <a:sym typeface="Plus Jakarta Sans"/>
            </a:endParaRPr>
          </a:p>
          <a:p>
            <a:pPr marL="457200" lvl="0" indent="-292100">
              <a:spcBef>
                <a:spcPts val="500"/>
              </a:spcBef>
              <a:buClr>
                <a:srgbClr val="646464"/>
              </a:buClr>
              <a:buSzPts val="1000"/>
              <a:buFont typeface="Plus Jakarta Sans Light"/>
              <a:buChar char="●"/>
            </a:pPr>
            <a:r>
              <a:rPr lang="en-US" sz="1000" dirty="0">
                <a:solidFill>
                  <a:srgbClr val="646464"/>
                </a:solidFill>
                <a:latin typeface="Plus Jakarta Sans Light"/>
                <a:ea typeface="Plus Jakarta Sans Light"/>
                <a:cs typeface="Plus Jakarta Sans Light"/>
                <a:sym typeface="Plus Jakarta Sans Light"/>
              </a:rPr>
              <a:t>Access to Data Flow, Data Engineering, Data Warehouse, Operational Database and Machine Learning</a:t>
            </a:r>
          </a:p>
          <a:p>
            <a:pPr marL="457200" lvl="0" indent="-292100">
              <a:buClr>
                <a:srgbClr val="646464"/>
              </a:buClr>
              <a:buSzPts val="1000"/>
              <a:buFont typeface="Plus Jakarta Sans Light"/>
              <a:buChar char="●"/>
            </a:pPr>
            <a:r>
              <a:rPr lang="en-US" sz="1000" dirty="0">
                <a:solidFill>
                  <a:srgbClr val="646464"/>
                </a:solidFill>
                <a:latin typeface="Plus Jakarta Sans Light"/>
                <a:ea typeface="Plus Jakarta Sans Light"/>
                <a:cs typeface="Plus Jakarta Sans Light"/>
                <a:sym typeface="Plus Jakarta Sans Light"/>
              </a:rPr>
              <a:t>Runs on Cloud IaaS; supports AWS, Azure, GCP(BYOL)</a:t>
            </a:r>
          </a:p>
          <a:p>
            <a:pPr marL="457200" lvl="0" indent="-292100">
              <a:buClr>
                <a:srgbClr val="646464"/>
              </a:buClr>
              <a:buSzPts val="1000"/>
              <a:buFont typeface="Plus Jakarta Sans Light"/>
              <a:buChar char="●"/>
            </a:pPr>
            <a:r>
              <a:rPr lang="en-US" sz="1000" dirty="0">
                <a:solidFill>
                  <a:srgbClr val="646464"/>
                </a:solidFill>
                <a:latin typeface="Plus Jakarta Sans Light"/>
                <a:ea typeface="Plus Jakarta Sans Light"/>
                <a:cs typeface="Plus Jakarta Sans Light"/>
                <a:sym typeface="Plus Jakarta Sans Light"/>
              </a:rPr>
              <a:t>Data Visualization</a:t>
            </a:r>
          </a:p>
        </p:txBody>
      </p:sp>
      <p:sp>
        <p:nvSpPr>
          <p:cNvPr id="498" name="Google Shape;498;p56">
            <a:extLst>
              <a:ext uri="{FF2B5EF4-FFF2-40B4-BE49-F238E27FC236}">
                <a16:creationId xmlns:a16="http://schemas.microsoft.com/office/drawing/2014/main" id="{B33D641D-16D9-B639-9627-0BE886194577}"/>
              </a:ext>
            </a:extLst>
          </p:cNvPr>
          <p:cNvSpPr/>
          <p:nvPr/>
        </p:nvSpPr>
        <p:spPr>
          <a:xfrm>
            <a:off x="419100" y="1097280"/>
            <a:ext cx="4572000" cy="3286125"/>
          </a:xfrm>
          <a:custGeom>
            <a:avLst/>
            <a:gdLst/>
            <a:ahLst/>
            <a:cxnLst/>
            <a:rect l="l" t="t" r="r" b="b"/>
            <a:pathLst>
              <a:path w="6096000" h="4381500" extrusionOk="0">
                <a:moveTo>
                  <a:pt x="0" y="0"/>
                </a:moveTo>
                <a:lnTo>
                  <a:pt x="6096000" y="0"/>
                </a:lnTo>
                <a:lnTo>
                  <a:pt x="6096000" y="4381500"/>
                </a:lnTo>
                <a:lnTo>
                  <a:pt x="0" y="4381500"/>
                </a:lnTo>
                <a:close/>
              </a:path>
            </a:pathLst>
          </a:custGeom>
          <a:solidFill>
            <a:srgbClr val="F7F7F7"/>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499" name="Google Shape;499;p56">
            <a:extLst>
              <a:ext uri="{FF2B5EF4-FFF2-40B4-BE49-F238E27FC236}">
                <a16:creationId xmlns:a16="http://schemas.microsoft.com/office/drawing/2014/main" id="{832CFA02-1284-D415-F26A-663E5EDCD69F}"/>
              </a:ext>
            </a:extLst>
          </p:cNvPr>
          <p:cNvSpPr/>
          <p:nvPr/>
        </p:nvSpPr>
        <p:spPr>
          <a:xfrm>
            <a:off x="561975" y="1383030"/>
            <a:ext cx="4286250" cy="285750"/>
          </a:xfrm>
          <a:custGeom>
            <a:avLst/>
            <a:gdLst/>
            <a:ahLst/>
            <a:cxnLst/>
            <a:rect l="l" t="t" r="r" b="b"/>
            <a:pathLst>
              <a:path w="5715000" h="381000" extrusionOk="0">
                <a:moveTo>
                  <a:pt x="0" y="0"/>
                </a:moveTo>
                <a:lnTo>
                  <a:pt x="5715000" y="0"/>
                </a:lnTo>
                <a:lnTo>
                  <a:pt x="5715000" y="381000"/>
                </a:lnTo>
                <a:lnTo>
                  <a:pt x="0" y="381000"/>
                </a:lnTo>
                <a:close/>
              </a:path>
            </a:pathLst>
          </a:custGeom>
          <a:solidFill>
            <a:srgbClr val="EDEDED"/>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00" name="Google Shape;500;p56">
            <a:extLst>
              <a:ext uri="{FF2B5EF4-FFF2-40B4-BE49-F238E27FC236}">
                <a16:creationId xmlns:a16="http://schemas.microsoft.com/office/drawing/2014/main" id="{F4C07E6F-F74E-41AC-09F3-2A35B3660FDA}"/>
              </a:ext>
            </a:extLst>
          </p:cNvPr>
          <p:cNvSpPr/>
          <p:nvPr/>
        </p:nvSpPr>
        <p:spPr>
          <a:xfrm>
            <a:off x="561975" y="1764030"/>
            <a:ext cx="4286250" cy="762000"/>
          </a:xfrm>
          <a:custGeom>
            <a:avLst/>
            <a:gdLst/>
            <a:ahLst/>
            <a:cxnLst/>
            <a:rect l="l" t="t" r="r" b="b"/>
            <a:pathLst>
              <a:path w="5715000" h="1016000" extrusionOk="0">
                <a:moveTo>
                  <a:pt x="0" y="0"/>
                </a:moveTo>
                <a:lnTo>
                  <a:pt x="5715000" y="0"/>
                </a:lnTo>
                <a:lnTo>
                  <a:pt x="5715000" y="1016000"/>
                </a:lnTo>
                <a:lnTo>
                  <a:pt x="0" y="1016000"/>
                </a:lnTo>
                <a:close/>
              </a:path>
            </a:pathLst>
          </a:custGeom>
          <a:solidFill>
            <a:srgbClr val="EDEDED"/>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dirty="0">
              <a:solidFill>
                <a:srgbClr val="000000"/>
              </a:solidFill>
              <a:latin typeface="Calibri"/>
              <a:ea typeface="Calibri"/>
              <a:cs typeface="Calibri"/>
              <a:sym typeface="Calibri"/>
            </a:endParaRPr>
          </a:p>
        </p:txBody>
      </p:sp>
      <p:sp>
        <p:nvSpPr>
          <p:cNvPr id="501" name="Google Shape;501;p56">
            <a:extLst>
              <a:ext uri="{FF2B5EF4-FFF2-40B4-BE49-F238E27FC236}">
                <a16:creationId xmlns:a16="http://schemas.microsoft.com/office/drawing/2014/main" id="{013674CC-7610-350F-C59B-D2221F6B9682}"/>
              </a:ext>
            </a:extLst>
          </p:cNvPr>
          <p:cNvSpPr/>
          <p:nvPr/>
        </p:nvSpPr>
        <p:spPr>
          <a:xfrm>
            <a:off x="561975" y="2621280"/>
            <a:ext cx="4286250" cy="1619250"/>
          </a:xfrm>
          <a:custGeom>
            <a:avLst/>
            <a:gdLst/>
            <a:ahLst/>
            <a:cxnLst/>
            <a:rect l="l" t="t" r="r" b="b"/>
            <a:pathLst>
              <a:path w="5715000" h="2159000" extrusionOk="0">
                <a:moveTo>
                  <a:pt x="0" y="0"/>
                </a:moveTo>
                <a:lnTo>
                  <a:pt x="5715000" y="0"/>
                </a:lnTo>
                <a:lnTo>
                  <a:pt x="5715000" y="2159000"/>
                </a:lnTo>
                <a:lnTo>
                  <a:pt x="0" y="2159000"/>
                </a:lnTo>
                <a:close/>
              </a:path>
            </a:pathLst>
          </a:custGeom>
          <a:solidFill>
            <a:srgbClr val="EDEDED"/>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02" name="Google Shape;502;p56">
            <a:extLst>
              <a:ext uri="{FF2B5EF4-FFF2-40B4-BE49-F238E27FC236}">
                <a16:creationId xmlns:a16="http://schemas.microsoft.com/office/drawing/2014/main" id="{08D5676B-4EE1-4849-3386-E988E527BB12}"/>
              </a:ext>
            </a:extLst>
          </p:cNvPr>
          <p:cNvSpPr/>
          <p:nvPr/>
        </p:nvSpPr>
        <p:spPr>
          <a:xfrm>
            <a:off x="657225" y="3192780"/>
            <a:ext cx="2000250" cy="762000"/>
          </a:xfrm>
          <a:custGeom>
            <a:avLst/>
            <a:gdLst/>
            <a:ahLst/>
            <a:cxnLst/>
            <a:rect l="l" t="t" r="r" b="b"/>
            <a:pathLst>
              <a:path w="2667000" h="1016000" extrusionOk="0">
                <a:moveTo>
                  <a:pt x="0" y="0"/>
                </a:moveTo>
                <a:lnTo>
                  <a:pt x="2667000" y="0"/>
                </a:lnTo>
                <a:lnTo>
                  <a:pt x="2667000" y="1016000"/>
                </a:lnTo>
                <a:lnTo>
                  <a:pt x="0" y="1016000"/>
                </a:lnTo>
                <a:close/>
              </a:path>
            </a:pathLst>
          </a:custGeom>
          <a:solidFill>
            <a:srgbClr val="F7F7F7"/>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dirty="0">
              <a:solidFill>
                <a:srgbClr val="000000"/>
              </a:solidFill>
              <a:latin typeface="Calibri"/>
              <a:ea typeface="Calibri"/>
              <a:cs typeface="Calibri"/>
              <a:sym typeface="Calibri"/>
            </a:endParaRPr>
          </a:p>
        </p:txBody>
      </p:sp>
      <p:sp>
        <p:nvSpPr>
          <p:cNvPr id="503" name="Google Shape;503;p56">
            <a:extLst>
              <a:ext uri="{FF2B5EF4-FFF2-40B4-BE49-F238E27FC236}">
                <a16:creationId xmlns:a16="http://schemas.microsoft.com/office/drawing/2014/main" id="{ED37E2E9-1D07-05E7-6F9D-DE4D36650EE5}"/>
              </a:ext>
            </a:extLst>
          </p:cNvPr>
          <p:cNvSpPr/>
          <p:nvPr/>
        </p:nvSpPr>
        <p:spPr>
          <a:xfrm>
            <a:off x="2752725" y="3192775"/>
            <a:ext cx="2000250" cy="762000"/>
          </a:xfrm>
          <a:custGeom>
            <a:avLst/>
            <a:gdLst/>
            <a:ahLst/>
            <a:cxnLst/>
            <a:rect l="l" t="t" r="r" b="b"/>
            <a:pathLst>
              <a:path w="1270000" h="1016000" extrusionOk="0">
                <a:moveTo>
                  <a:pt x="0" y="0"/>
                </a:moveTo>
                <a:lnTo>
                  <a:pt x="1270000" y="0"/>
                </a:lnTo>
                <a:lnTo>
                  <a:pt x="1270000" y="1016000"/>
                </a:lnTo>
                <a:lnTo>
                  <a:pt x="0" y="1016000"/>
                </a:lnTo>
                <a:close/>
              </a:path>
            </a:pathLst>
          </a:custGeom>
          <a:solidFill>
            <a:srgbClr val="F7F7F7"/>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grpSp>
        <p:nvGrpSpPr>
          <p:cNvPr id="504" name="Google Shape;504;p56">
            <a:extLst>
              <a:ext uri="{FF2B5EF4-FFF2-40B4-BE49-F238E27FC236}">
                <a16:creationId xmlns:a16="http://schemas.microsoft.com/office/drawing/2014/main" id="{687B9F76-AAD6-A0AF-0A67-D9CA810B1B15}"/>
              </a:ext>
            </a:extLst>
          </p:cNvPr>
          <p:cNvGrpSpPr/>
          <p:nvPr/>
        </p:nvGrpSpPr>
        <p:grpSpPr>
          <a:xfrm>
            <a:off x="657225" y="2716530"/>
            <a:ext cx="4095750" cy="381000"/>
            <a:chOff x="3365500" y="3397250"/>
            <a:chExt cx="5461000" cy="508000"/>
          </a:xfrm>
        </p:grpSpPr>
        <p:sp>
          <p:nvSpPr>
            <p:cNvPr id="505" name="Google Shape;505;p56">
              <a:extLst>
                <a:ext uri="{FF2B5EF4-FFF2-40B4-BE49-F238E27FC236}">
                  <a16:creationId xmlns:a16="http://schemas.microsoft.com/office/drawing/2014/main" id="{6011CC32-A5F5-D36A-561D-5B5650F91A20}"/>
                </a:ext>
              </a:extLst>
            </p:cNvPr>
            <p:cNvSpPr/>
            <p:nvPr/>
          </p:nvSpPr>
          <p:spPr>
            <a:xfrm>
              <a:off x="8619490" y="3698240"/>
              <a:ext cx="207009" cy="207009"/>
            </a:xfrm>
            <a:custGeom>
              <a:avLst/>
              <a:gdLst/>
              <a:ahLst/>
              <a:cxnLst/>
              <a:rect l="l" t="t" r="r" b="b"/>
              <a:pathLst>
                <a:path w="207009" h="207009" extrusionOk="0">
                  <a:moveTo>
                    <a:pt x="207010" y="0"/>
                  </a:moveTo>
                  <a:lnTo>
                    <a:pt x="0" y="207010"/>
                  </a:lnTo>
                  <a:lnTo>
                    <a:pt x="8890" y="207010"/>
                  </a:lnTo>
                  <a:lnTo>
                    <a:pt x="207010" y="889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06" name="Google Shape;506;p56">
              <a:extLst>
                <a:ext uri="{FF2B5EF4-FFF2-40B4-BE49-F238E27FC236}">
                  <a16:creationId xmlns:a16="http://schemas.microsoft.com/office/drawing/2014/main" id="{4B5235E5-52F5-18DB-49C9-102F783F04C8}"/>
                </a:ext>
              </a:extLst>
            </p:cNvPr>
            <p:cNvSpPr/>
            <p:nvPr/>
          </p:nvSpPr>
          <p:spPr>
            <a:xfrm>
              <a:off x="8740140" y="3818890"/>
              <a:ext cx="86359" cy="86359"/>
            </a:xfrm>
            <a:custGeom>
              <a:avLst/>
              <a:gdLst/>
              <a:ahLst/>
              <a:cxnLst/>
              <a:rect l="l" t="t" r="r" b="b"/>
              <a:pathLst>
                <a:path w="86359" h="86359" extrusionOk="0">
                  <a:moveTo>
                    <a:pt x="86360" y="0"/>
                  </a:moveTo>
                  <a:lnTo>
                    <a:pt x="0" y="86360"/>
                  </a:lnTo>
                  <a:lnTo>
                    <a:pt x="8890" y="86360"/>
                  </a:lnTo>
                  <a:lnTo>
                    <a:pt x="86360" y="889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07" name="Google Shape;507;p56">
              <a:extLst>
                <a:ext uri="{FF2B5EF4-FFF2-40B4-BE49-F238E27FC236}">
                  <a16:creationId xmlns:a16="http://schemas.microsoft.com/office/drawing/2014/main" id="{34150E93-1A2F-D9F4-D56F-DB63DD9EA6DC}"/>
                </a:ext>
              </a:extLst>
            </p:cNvPr>
            <p:cNvSpPr/>
            <p:nvPr/>
          </p:nvSpPr>
          <p:spPr>
            <a:xfrm>
              <a:off x="7588250"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08" name="Google Shape;508;p56">
              <a:extLst>
                <a:ext uri="{FF2B5EF4-FFF2-40B4-BE49-F238E27FC236}">
                  <a16:creationId xmlns:a16="http://schemas.microsoft.com/office/drawing/2014/main" id="{D174A14E-C671-33EF-2915-25821E5FBA81}"/>
                </a:ext>
              </a:extLst>
            </p:cNvPr>
            <p:cNvSpPr/>
            <p:nvPr/>
          </p:nvSpPr>
          <p:spPr>
            <a:xfrm>
              <a:off x="7527925"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09" name="Google Shape;509;p56">
              <a:extLst>
                <a:ext uri="{FF2B5EF4-FFF2-40B4-BE49-F238E27FC236}">
                  <a16:creationId xmlns:a16="http://schemas.microsoft.com/office/drawing/2014/main" id="{A6FD9FA4-1786-1340-1A32-657C16D744A8}"/>
                </a:ext>
              </a:extLst>
            </p:cNvPr>
            <p:cNvSpPr/>
            <p:nvPr/>
          </p:nvSpPr>
          <p:spPr>
            <a:xfrm>
              <a:off x="8557894" y="3636645"/>
              <a:ext cx="268605" cy="268604"/>
            </a:xfrm>
            <a:custGeom>
              <a:avLst/>
              <a:gdLst/>
              <a:ahLst/>
              <a:cxnLst/>
              <a:rect l="l" t="t" r="r" b="b"/>
              <a:pathLst>
                <a:path w="268605" h="268604" extrusionOk="0">
                  <a:moveTo>
                    <a:pt x="268605" y="0"/>
                  </a:moveTo>
                  <a:lnTo>
                    <a:pt x="0" y="268605"/>
                  </a:lnTo>
                  <a:lnTo>
                    <a:pt x="8890" y="268605"/>
                  </a:lnTo>
                  <a:lnTo>
                    <a:pt x="268605" y="889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10" name="Google Shape;510;p56">
              <a:extLst>
                <a:ext uri="{FF2B5EF4-FFF2-40B4-BE49-F238E27FC236}">
                  <a16:creationId xmlns:a16="http://schemas.microsoft.com/office/drawing/2014/main" id="{EE8EA913-C2DD-BA7D-A278-B1E13C343DBC}"/>
                </a:ext>
              </a:extLst>
            </p:cNvPr>
            <p:cNvSpPr/>
            <p:nvPr/>
          </p:nvSpPr>
          <p:spPr>
            <a:xfrm>
              <a:off x="8679815" y="3758565"/>
              <a:ext cx="146684" cy="146684"/>
            </a:xfrm>
            <a:custGeom>
              <a:avLst/>
              <a:gdLst/>
              <a:ahLst/>
              <a:cxnLst/>
              <a:rect l="l" t="t" r="r" b="b"/>
              <a:pathLst>
                <a:path w="146684" h="146684" extrusionOk="0">
                  <a:moveTo>
                    <a:pt x="146685" y="0"/>
                  </a:moveTo>
                  <a:lnTo>
                    <a:pt x="0" y="146685"/>
                  </a:lnTo>
                  <a:lnTo>
                    <a:pt x="8890" y="146685"/>
                  </a:lnTo>
                  <a:lnTo>
                    <a:pt x="146685" y="889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11" name="Google Shape;511;p56">
              <a:extLst>
                <a:ext uri="{FF2B5EF4-FFF2-40B4-BE49-F238E27FC236}">
                  <a16:creationId xmlns:a16="http://schemas.microsoft.com/office/drawing/2014/main" id="{F7F5984A-3346-034D-EF86-77D6E3CD79E6}"/>
                </a:ext>
              </a:extLst>
            </p:cNvPr>
            <p:cNvSpPr/>
            <p:nvPr/>
          </p:nvSpPr>
          <p:spPr>
            <a:xfrm>
              <a:off x="8134350"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12" name="Google Shape;512;p56">
              <a:extLst>
                <a:ext uri="{FF2B5EF4-FFF2-40B4-BE49-F238E27FC236}">
                  <a16:creationId xmlns:a16="http://schemas.microsoft.com/office/drawing/2014/main" id="{6CE1F237-E667-FF20-4EEC-ABA20769B5D9}"/>
                </a:ext>
              </a:extLst>
            </p:cNvPr>
            <p:cNvSpPr/>
            <p:nvPr/>
          </p:nvSpPr>
          <p:spPr>
            <a:xfrm>
              <a:off x="8255000"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13" name="Google Shape;513;p56">
              <a:extLst>
                <a:ext uri="{FF2B5EF4-FFF2-40B4-BE49-F238E27FC236}">
                  <a16:creationId xmlns:a16="http://schemas.microsoft.com/office/drawing/2014/main" id="{4C05F2D3-2383-63F3-4F5B-3945403247F2}"/>
                </a:ext>
              </a:extLst>
            </p:cNvPr>
            <p:cNvSpPr/>
            <p:nvPr/>
          </p:nvSpPr>
          <p:spPr>
            <a:xfrm>
              <a:off x="7892415"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14" name="Google Shape;514;p56">
              <a:extLst>
                <a:ext uri="{FF2B5EF4-FFF2-40B4-BE49-F238E27FC236}">
                  <a16:creationId xmlns:a16="http://schemas.microsoft.com/office/drawing/2014/main" id="{AB7AE142-5855-E1F3-E7D3-5C7590198C06}"/>
                </a:ext>
              </a:extLst>
            </p:cNvPr>
            <p:cNvSpPr/>
            <p:nvPr/>
          </p:nvSpPr>
          <p:spPr>
            <a:xfrm>
              <a:off x="8801100" y="3879850"/>
              <a:ext cx="25400" cy="25400"/>
            </a:xfrm>
            <a:custGeom>
              <a:avLst/>
              <a:gdLst/>
              <a:ahLst/>
              <a:cxnLst/>
              <a:rect l="l" t="t" r="r" b="b"/>
              <a:pathLst>
                <a:path w="25400" h="25400" extrusionOk="0">
                  <a:moveTo>
                    <a:pt x="25400" y="8890"/>
                  </a:moveTo>
                  <a:lnTo>
                    <a:pt x="25400" y="0"/>
                  </a:lnTo>
                  <a:lnTo>
                    <a:pt x="0" y="25400"/>
                  </a:lnTo>
                  <a:lnTo>
                    <a:pt x="8890" y="2540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15" name="Google Shape;515;p56">
              <a:extLst>
                <a:ext uri="{FF2B5EF4-FFF2-40B4-BE49-F238E27FC236}">
                  <a16:creationId xmlns:a16="http://schemas.microsoft.com/office/drawing/2014/main" id="{C962CADA-4321-47E0-2B36-E1A1F51FCA39}"/>
                </a:ext>
              </a:extLst>
            </p:cNvPr>
            <p:cNvSpPr/>
            <p:nvPr/>
          </p:nvSpPr>
          <p:spPr>
            <a:xfrm>
              <a:off x="7952740"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16" name="Google Shape;516;p56">
              <a:extLst>
                <a:ext uri="{FF2B5EF4-FFF2-40B4-BE49-F238E27FC236}">
                  <a16:creationId xmlns:a16="http://schemas.microsoft.com/office/drawing/2014/main" id="{61E99C4B-5E3C-1C1A-3C51-F6A425A4B947}"/>
                </a:ext>
              </a:extLst>
            </p:cNvPr>
            <p:cNvSpPr/>
            <p:nvPr/>
          </p:nvSpPr>
          <p:spPr>
            <a:xfrm>
              <a:off x="8073390"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17" name="Google Shape;517;p56">
              <a:extLst>
                <a:ext uri="{FF2B5EF4-FFF2-40B4-BE49-F238E27FC236}">
                  <a16:creationId xmlns:a16="http://schemas.microsoft.com/office/drawing/2014/main" id="{345C0643-E9E7-42BD-172A-2FC39831AE07}"/>
                </a:ext>
              </a:extLst>
            </p:cNvPr>
            <p:cNvSpPr/>
            <p:nvPr/>
          </p:nvSpPr>
          <p:spPr>
            <a:xfrm>
              <a:off x="8013065"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18" name="Google Shape;518;p56">
              <a:extLst>
                <a:ext uri="{FF2B5EF4-FFF2-40B4-BE49-F238E27FC236}">
                  <a16:creationId xmlns:a16="http://schemas.microsoft.com/office/drawing/2014/main" id="{19747504-DCF9-3498-3FF0-A6E09956B36B}"/>
                </a:ext>
              </a:extLst>
            </p:cNvPr>
            <p:cNvSpPr/>
            <p:nvPr/>
          </p:nvSpPr>
          <p:spPr>
            <a:xfrm>
              <a:off x="8194675"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19" name="Google Shape;519;p56">
              <a:extLst>
                <a:ext uri="{FF2B5EF4-FFF2-40B4-BE49-F238E27FC236}">
                  <a16:creationId xmlns:a16="http://schemas.microsoft.com/office/drawing/2014/main" id="{F26D04AA-A7AE-3F38-805D-60421E87C376}"/>
                </a:ext>
              </a:extLst>
            </p:cNvPr>
            <p:cNvSpPr/>
            <p:nvPr/>
          </p:nvSpPr>
          <p:spPr>
            <a:xfrm>
              <a:off x="7648575"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20" name="Google Shape;520;p56">
              <a:extLst>
                <a:ext uri="{FF2B5EF4-FFF2-40B4-BE49-F238E27FC236}">
                  <a16:creationId xmlns:a16="http://schemas.microsoft.com/office/drawing/2014/main" id="{9B2C74C5-C7D6-D594-87EF-BD257D2DD779}"/>
                </a:ext>
              </a:extLst>
            </p:cNvPr>
            <p:cNvSpPr/>
            <p:nvPr/>
          </p:nvSpPr>
          <p:spPr>
            <a:xfrm>
              <a:off x="7709534"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21" name="Google Shape;521;p56">
              <a:extLst>
                <a:ext uri="{FF2B5EF4-FFF2-40B4-BE49-F238E27FC236}">
                  <a16:creationId xmlns:a16="http://schemas.microsoft.com/office/drawing/2014/main" id="{5607B356-EEFE-B099-5D8B-C35EED277FA0}"/>
                </a:ext>
              </a:extLst>
            </p:cNvPr>
            <p:cNvSpPr/>
            <p:nvPr/>
          </p:nvSpPr>
          <p:spPr>
            <a:xfrm>
              <a:off x="8496934" y="3575684"/>
              <a:ext cx="329565" cy="329565"/>
            </a:xfrm>
            <a:custGeom>
              <a:avLst/>
              <a:gdLst/>
              <a:ahLst/>
              <a:cxnLst/>
              <a:rect l="l" t="t" r="r" b="b"/>
              <a:pathLst>
                <a:path w="329565" h="329565" extrusionOk="0">
                  <a:moveTo>
                    <a:pt x="329565" y="0"/>
                  </a:moveTo>
                  <a:lnTo>
                    <a:pt x="0" y="329565"/>
                  </a:lnTo>
                  <a:lnTo>
                    <a:pt x="8890" y="329565"/>
                  </a:lnTo>
                  <a:lnTo>
                    <a:pt x="329565" y="889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22" name="Google Shape;522;p56">
              <a:extLst>
                <a:ext uri="{FF2B5EF4-FFF2-40B4-BE49-F238E27FC236}">
                  <a16:creationId xmlns:a16="http://schemas.microsoft.com/office/drawing/2014/main" id="{FA57C6F0-159F-EED6-9B17-E3E0138C5727}"/>
                </a:ext>
              </a:extLst>
            </p:cNvPr>
            <p:cNvSpPr/>
            <p:nvPr/>
          </p:nvSpPr>
          <p:spPr>
            <a:xfrm>
              <a:off x="8436609" y="3515359"/>
              <a:ext cx="389890" cy="389890"/>
            </a:xfrm>
            <a:custGeom>
              <a:avLst/>
              <a:gdLst/>
              <a:ahLst/>
              <a:cxnLst/>
              <a:rect l="l" t="t" r="r" b="b"/>
              <a:pathLst>
                <a:path w="389890" h="389890" extrusionOk="0">
                  <a:moveTo>
                    <a:pt x="389890" y="0"/>
                  </a:moveTo>
                  <a:lnTo>
                    <a:pt x="0" y="389890"/>
                  </a:lnTo>
                  <a:lnTo>
                    <a:pt x="8890" y="389890"/>
                  </a:lnTo>
                  <a:lnTo>
                    <a:pt x="389890" y="889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23" name="Google Shape;523;p56">
              <a:extLst>
                <a:ext uri="{FF2B5EF4-FFF2-40B4-BE49-F238E27FC236}">
                  <a16:creationId xmlns:a16="http://schemas.microsoft.com/office/drawing/2014/main" id="{42F55AD2-B88D-A755-4A74-A418673D1930}"/>
                </a:ext>
              </a:extLst>
            </p:cNvPr>
            <p:cNvSpPr/>
            <p:nvPr/>
          </p:nvSpPr>
          <p:spPr>
            <a:xfrm>
              <a:off x="8376284" y="3455034"/>
              <a:ext cx="450215" cy="450215"/>
            </a:xfrm>
            <a:custGeom>
              <a:avLst/>
              <a:gdLst/>
              <a:ahLst/>
              <a:cxnLst/>
              <a:rect l="l" t="t" r="r" b="b"/>
              <a:pathLst>
                <a:path w="450215" h="450215" extrusionOk="0">
                  <a:moveTo>
                    <a:pt x="450215" y="0"/>
                  </a:moveTo>
                  <a:lnTo>
                    <a:pt x="0" y="450215"/>
                  </a:lnTo>
                  <a:lnTo>
                    <a:pt x="8890" y="450215"/>
                  </a:lnTo>
                  <a:lnTo>
                    <a:pt x="450215" y="889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24" name="Google Shape;524;p56">
              <a:extLst>
                <a:ext uri="{FF2B5EF4-FFF2-40B4-BE49-F238E27FC236}">
                  <a16:creationId xmlns:a16="http://schemas.microsoft.com/office/drawing/2014/main" id="{B4055E27-6E93-A46E-8C30-F50F2E0CE2B6}"/>
                </a:ext>
              </a:extLst>
            </p:cNvPr>
            <p:cNvSpPr/>
            <p:nvPr/>
          </p:nvSpPr>
          <p:spPr>
            <a:xfrm>
              <a:off x="7832090"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25" name="Google Shape;525;p56">
              <a:extLst>
                <a:ext uri="{FF2B5EF4-FFF2-40B4-BE49-F238E27FC236}">
                  <a16:creationId xmlns:a16="http://schemas.microsoft.com/office/drawing/2014/main" id="{4D90F8CB-D892-C8D9-9398-A5E12DFB89D6}"/>
                </a:ext>
              </a:extLst>
            </p:cNvPr>
            <p:cNvSpPr/>
            <p:nvPr/>
          </p:nvSpPr>
          <p:spPr>
            <a:xfrm>
              <a:off x="8315325" y="3397250"/>
              <a:ext cx="511175" cy="508000"/>
            </a:xfrm>
            <a:custGeom>
              <a:avLst/>
              <a:gdLst/>
              <a:ahLst/>
              <a:cxnLst/>
              <a:rect l="l" t="t" r="r" b="b"/>
              <a:pathLst>
                <a:path w="511175" h="508000" extrusionOk="0">
                  <a:moveTo>
                    <a:pt x="511175" y="0"/>
                  </a:moveTo>
                  <a:lnTo>
                    <a:pt x="508635" y="0"/>
                  </a:lnTo>
                  <a:lnTo>
                    <a:pt x="0" y="508000"/>
                  </a:lnTo>
                  <a:lnTo>
                    <a:pt x="8890" y="508000"/>
                  </a:lnTo>
                  <a:lnTo>
                    <a:pt x="511175" y="635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26" name="Google Shape;526;p56">
              <a:extLst>
                <a:ext uri="{FF2B5EF4-FFF2-40B4-BE49-F238E27FC236}">
                  <a16:creationId xmlns:a16="http://schemas.microsoft.com/office/drawing/2014/main" id="{B788FBE2-C4DF-BE9D-4FAE-C8108C79018B}"/>
                </a:ext>
              </a:extLst>
            </p:cNvPr>
            <p:cNvSpPr/>
            <p:nvPr/>
          </p:nvSpPr>
          <p:spPr>
            <a:xfrm>
              <a:off x="7771130" y="3397250"/>
              <a:ext cx="517525" cy="508000"/>
            </a:xfrm>
            <a:custGeom>
              <a:avLst/>
              <a:gdLst/>
              <a:ahLst/>
              <a:cxnLst/>
              <a:rect l="l" t="t" r="r" b="b"/>
              <a:pathLst>
                <a:path w="517525" h="508000" extrusionOk="0">
                  <a:moveTo>
                    <a:pt x="508635" y="0"/>
                  </a:moveTo>
                  <a:lnTo>
                    <a:pt x="0" y="508000"/>
                  </a:lnTo>
                  <a:lnTo>
                    <a:pt x="8889"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27" name="Google Shape;527;p56">
              <a:extLst>
                <a:ext uri="{FF2B5EF4-FFF2-40B4-BE49-F238E27FC236}">
                  <a16:creationId xmlns:a16="http://schemas.microsoft.com/office/drawing/2014/main" id="{61191F8A-F654-6D20-E35D-704C2FEC2127}"/>
                </a:ext>
              </a:extLst>
            </p:cNvPr>
            <p:cNvSpPr/>
            <p:nvPr/>
          </p:nvSpPr>
          <p:spPr>
            <a:xfrm>
              <a:off x="5471795" y="3397250"/>
              <a:ext cx="516889" cy="508000"/>
            </a:xfrm>
            <a:custGeom>
              <a:avLst/>
              <a:gdLst/>
              <a:ahLst/>
              <a:cxnLst/>
              <a:rect l="l" t="t" r="r" b="b"/>
              <a:pathLst>
                <a:path w="516889"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28" name="Google Shape;528;p56">
              <a:extLst>
                <a:ext uri="{FF2B5EF4-FFF2-40B4-BE49-F238E27FC236}">
                  <a16:creationId xmlns:a16="http://schemas.microsoft.com/office/drawing/2014/main" id="{CA45F9BE-5DD3-A049-82C4-5C4AB31550DD}"/>
                </a:ext>
              </a:extLst>
            </p:cNvPr>
            <p:cNvSpPr/>
            <p:nvPr/>
          </p:nvSpPr>
          <p:spPr>
            <a:xfrm>
              <a:off x="4745990" y="3397250"/>
              <a:ext cx="516889" cy="508000"/>
            </a:xfrm>
            <a:custGeom>
              <a:avLst/>
              <a:gdLst/>
              <a:ahLst/>
              <a:cxnLst/>
              <a:rect l="l" t="t" r="r" b="b"/>
              <a:pathLst>
                <a:path w="516889"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29" name="Google Shape;529;p56">
              <a:extLst>
                <a:ext uri="{FF2B5EF4-FFF2-40B4-BE49-F238E27FC236}">
                  <a16:creationId xmlns:a16="http://schemas.microsoft.com/office/drawing/2014/main" id="{71D6BCE7-2B6D-1FB4-4BE1-22CA22D5E081}"/>
                </a:ext>
              </a:extLst>
            </p:cNvPr>
            <p:cNvSpPr/>
            <p:nvPr/>
          </p:nvSpPr>
          <p:spPr>
            <a:xfrm>
              <a:off x="4201795" y="3397250"/>
              <a:ext cx="516889" cy="508000"/>
            </a:xfrm>
            <a:custGeom>
              <a:avLst/>
              <a:gdLst/>
              <a:ahLst/>
              <a:cxnLst/>
              <a:rect l="l" t="t" r="r" b="b"/>
              <a:pathLst>
                <a:path w="516889"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30" name="Google Shape;530;p56">
              <a:extLst>
                <a:ext uri="{FF2B5EF4-FFF2-40B4-BE49-F238E27FC236}">
                  <a16:creationId xmlns:a16="http://schemas.microsoft.com/office/drawing/2014/main" id="{1C2836BF-AB35-F037-BA21-8C0ED4653B22}"/>
                </a:ext>
              </a:extLst>
            </p:cNvPr>
            <p:cNvSpPr/>
            <p:nvPr/>
          </p:nvSpPr>
          <p:spPr>
            <a:xfrm>
              <a:off x="6318250"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31" name="Google Shape;531;p56">
              <a:extLst>
                <a:ext uri="{FF2B5EF4-FFF2-40B4-BE49-F238E27FC236}">
                  <a16:creationId xmlns:a16="http://schemas.microsoft.com/office/drawing/2014/main" id="{6E33E413-4C08-80A6-C72B-88E8F707BBEC}"/>
                </a:ext>
              </a:extLst>
            </p:cNvPr>
            <p:cNvSpPr/>
            <p:nvPr/>
          </p:nvSpPr>
          <p:spPr>
            <a:xfrm>
              <a:off x="4685665" y="3397250"/>
              <a:ext cx="516889" cy="508000"/>
            </a:xfrm>
            <a:custGeom>
              <a:avLst/>
              <a:gdLst/>
              <a:ahLst/>
              <a:cxnLst/>
              <a:rect l="l" t="t" r="r" b="b"/>
              <a:pathLst>
                <a:path w="516889"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32" name="Google Shape;532;p56">
              <a:extLst>
                <a:ext uri="{FF2B5EF4-FFF2-40B4-BE49-F238E27FC236}">
                  <a16:creationId xmlns:a16="http://schemas.microsoft.com/office/drawing/2014/main" id="{D3CE164B-D70F-0436-62BD-920A0F15E398}"/>
                </a:ext>
              </a:extLst>
            </p:cNvPr>
            <p:cNvSpPr/>
            <p:nvPr/>
          </p:nvSpPr>
          <p:spPr>
            <a:xfrm>
              <a:off x="5048250"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33" name="Google Shape;533;p56">
              <a:extLst>
                <a:ext uri="{FF2B5EF4-FFF2-40B4-BE49-F238E27FC236}">
                  <a16:creationId xmlns:a16="http://schemas.microsoft.com/office/drawing/2014/main" id="{06287052-FF80-4D06-8125-952943A8F283}"/>
                </a:ext>
              </a:extLst>
            </p:cNvPr>
            <p:cNvSpPr/>
            <p:nvPr/>
          </p:nvSpPr>
          <p:spPr>
            <a:xfrm>
              <a:off x="4987925"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34" name="Google Shape;534;p56">
              <a:extLst>
                <a:ext uri="{FF2B5EF4-FFF2-40B4-BE49-F238E27FC236}">
                  <a16:creationId xmlns:a16="http://schemas.microsoft.com/office/drawing/2014/main" id="{05C60107-78E6-FC51-E65B-46019AAA3735}"/>
                </a:ext>
              </a:extLst>
            </p:cNvPr>
            <p:cNvSpPr/>
            <p:nvPr/>
          </p:nvSpPr>
          <p:spPr>
            <a:xfrm>
              <a:off x="4867275"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35" name="Google Shape;535;p56">
              <a:extLst>
                <a:ext uri="{FF2B5EF4-FFF2-40B4-BE49-F238E27FC236}">
                  <a16:creationId xmlns:a16="http://schemas.microsoft.com/office/drawing/2014/main" id="{FC0EA071-4171-3CF4-ECC4-1B60B9BA6C06}"/>
                </a:ext>
              </a:extLst>
            </p:cNvPr>
            <p:cNvSpPr/>
            <p:nvPr/>
          </p:nvSpPr>
          <p:spPr>
            <a:xfrm>
              <a:off x="6257925"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36" name="Google Shape;536;p56">
              <a:extLst>
                <a:ext uri="{FF2B5EF4-FFF2-40B4-BE49-F238E27FC236}">
                  <a16:creationId xmlns:a16="http://schemas.microsoft.com/office/drawing/2014/main" id="{3C9B6B1A-5176-576B-9646-3DF563CD22C3}"/>
                </a:ext>
              </a:extLst>
            </p:cNvPr>
            <p:cNvSpPr/>
            <p:nvPr/>
          </p:nvSpPr>
          <p:spPr>
            <a:xfrm>
              <a:off x="4927600"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37" name="Google Shape;537;p56">
              <a:extLst>
                <a:ext uri="{FF2B5EF4-FFF2-40B4-BE49-F238E27FC236}">
                  <a16:creationId xmlns:a16="http://schemas.microsoft.com/office/drawing/2014/main" id="{91947021-C0A1-A2E8-EBEC-AA6F9E7F5A70}"/>
                </a:ext>
              </a:extLst>
            </p:cNvPr>
            <p:cNvSpPr/>
            <p:nvPr/>
          </p:nvSpPr>
          <p:spPr>
            <a:xfrm>
              <a:off x="4806315"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38" name="Google Shape;538;p56">
              <a:extLst>
                <a:ext uri="{FF2B5EF4-FFF2-40B4-BE49-F238E27FC236}">
                  <a16:creationId xmlns:a16="http://schemas.microsoft.com/office/drawing/2014/main" id="{7179455F-45E3-06C5-4102-8A7DB0EFEC1D}"/>
                </a:ext>
              </a:extLst>
            </p:cNvPr>
            <p:cNvSpPr/>
            <p:nvPr/>
          </p:nvSpPr>
          <p:spPr>
            <a:xfrm>
              <a:off x="4383404"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39" name="Google Shape;539;p56">
              <a:extLst>
                <a:ext uri="{FF2B5EF4-FFF2-40B4-BE49-F238E27FC236}">
                  <a16:creationId xmlns:a16="http://schemas.microsoft.com/office/drawing/2014/main" id="{D0FB95A3-5CF9-351B-DA80-3D4C7A8E2AC5}"/>
                </a:ext>
              </a:extLst>
            </p:cNvPr>
            <p:cNvSpPr/>
            <p:nvPr/>
          </p:nvSpPr>
          <p:spPr>
            <a:xfrm>
              <a:off x="4322445"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40" name="Google Shape;540;p56">
              <a:extLst>
                <a:ext uri="{FF2B5EF4-FFF2-40B4-BE49-F238E27FC236}">
                  <a16:creationId xmlns:a16="http://schemas.microsoft.com/office/drawing/2014/main" id="{4025CB60-FD28-52D5-5AAE-A6A758930474}"/>
                </a:ext>
              </a:extLst>
            </p:cNvPr>
            <p:cNvSpPr/>
            <p:nvPr/>
          </p:nvSpPr>
          <p:spPr>
            <a:xfrm>
              <a:off x="4262120"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41" name="Google Shape;541;p56">
              <a:extLst>
                <a:ext uri="{FF2B5EF4-FFF2-40B4-BE49-F238E27FC236}">
                  <a16:creationId xmlns:a16="http://schemas.microsoft.com/office/drawing/2014/main" id="{59EC34F0-C6BF-E8C0-F826-B479C1079AB1}"/>
                </a:ext>
              </a:extLst>
            </p:cNvPr>
            <p:cNvSpPr/>
            <p:nvPr/>
          </p:nvSpPr>
          <p:spPr>
            <a:xfrm>
              <a:off x="6499859"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42" name="Google Shape;542;p56">
              <a:extLst>
                <a:ext uri="{FF2B5EF4-FFF2-40B4-BE49-F238E27FC236}">
                  <a16:creationId xmlns:a16="http://schemas.microsoft.com/office/drawing/2014/main" id="{90FFA522-8509-744C-63C4-531ADBE0EAD6}"/>
                </a:ext>
              </a:extLst>
            </p:cNvPr>
            <p:cNvSpPr/>
            <p:nvPr/>
          </p:nvSpPr>
          <p:spPr>
            <a:xfrm>
              <a:off x="6439534"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43" name="Google Shape;543;p56">
              <a:extLst>
                <a:ext uri="{FF2B5EF4-FFF2-40B4-BE49-F238E27FC236}">
                  <a16:creationId xmlns:a16="http://schemas.microsoft.com/office/drawing/2014/main" id="{A2BC6E39-4E1A-8027-F665-0957660A79EB}"/>
                </a:ext>
              </a:extLst>
            </p:cNvPr>
            <p:cNvSpPr/>
            <p:nvPr/>
          </p:nvSpPr>
          <p:spPr>
            <a:xfrm>
              <a:off x="4564379"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44" name="Google Shape;544;p56">
              <a:extLst>
                <a:ext uri="{FF2B5EF4-FFF2-40B4-BE49-F238E27FC236}">
                  <a16:creationId xmlns:a16="http://schemas.microsoft.com/office/drawing/2014/main" id="{B571C164-B410-20F6-B161-D1A810FAF0D7}"/>
                </a:ext>
              </a:extLst>
            </p:cNvPr>
            <p:cNvSpPr/>
            <p:nvPr/>
          </p:nvSpPr>
          <p:spPr>
            <a:xfrm>
              <a:off x="6378575"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45" name="Google Shape;545;p56">
              <a:extLst>
                <a:ext uri="{FF2B5EF4-FFF2-40B4-BE49-F238E27FC236}">
                  <a16:creationId xmlns:a16="http://schemas.microsoft.com/office/drawing/2014/main" id="{A59F53A8-195F-1B35-627D-EBEB2DE656CC}"/>
                </a:ext>
              </a:extLst>
            </p:cNvPr>
            <p:cNvSpPr/>
            <p:nvPr/>
          </p:nvSpPr>
          <p:spPr>
            <a:xfrm>
              <a:off x="4504054"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46" name="Google Shape;546;p56">
              <a:extLst>
                <a:ext uri="{FF2B5EF4-FFF2-40B4-BE49-F238E27FC236}">
                  <a16:creationId xmlns:a16="http://schemas.microsoft.com/office/drawing/2014/main" id="{F040C179-539F-CF46-6D03-994D18E844B6}"/>
                </a:ext>
              </a:extLst>
            </p:cNvPr>
            <p:cNvSpPr/>
            <p:nvPr/>
          </p:nvSpPr>
          <p:spPr>
            <a:xfrm>
              <a:off x="4443729"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47" name="Google Shape;547;p56">
              <a:extLst>
                <a:ext uri="{FF2B5EF4-FFF2-40B4-BE49-F238E27FC236}">
                  <a16:creationId xmlns:a16="http://schemas.microsoft.com/office/drawing/2014/main" id="{773324E2-DBCB-F29E-4E82-875D4F76EC1F}"/>
                </a:ext>
              </a:extLst>
            </p:cNvPr>
            <p:cNvSpPr/>
            <p:nvPr/>
          </p:nvSpPr>
          <p:spPr>
            <a:xfrm>
              <a:off x="4625340" y="3397250"/>
              <a:ext cx="516889" cy="508000"/>
            </a:xfrm>
            <a:custGeom>
              <a:avLst/>
              <a:gdLst/>
              <a:ahLst/>
              <a:cxnLst/>
              <a:rect l="l" t="t" r="r" b="b"/>
              <a:pathLst>
                <a:path w="516889"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48" name="Google Shape;548;p56">
              <a:extLst>
                <a:ext uri="{FF2B5EF4-FFF2-40B4-BE49-F238E27FC236}">
                  <a16:creationId xmlns:a16="http://schemas.microsoft.com/office/drawing/2014/main" id="{21A13885-025C-B16D-E69B-184CF1B5F9A3}"/>
                </a:ext>
              </a:extLst>
            </p:cNvPr>
            <p:cNvSpPr/>
            <p:nvPr/>
          </p:nvSpPr>
          <p:spPr>
            <a:xfrm>
              <a:off x="5653404"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49" name="Google Shape;549;p56">
              <a:extLst>
                <a:ext uri="{FF2B5EF4-FFF2-40B4-BE49-F238E27FC236}">
                  <a16:creationId xmlns:a16="http://schemas.microsoft.com/office/drawing/2014/main" id="{B87EA949-F86D-9759-44A3-A06D7A6C4482}"/>
                </a:ext>
              </a:extLst>
            </p:cNvPr>
            <p:cNvSpPr/>
            <p:nvPr/>
          </p:nvSpPr>
          <p:spPr>
            <a:xfrm>
              <a:off x="5713729"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50" name="Google Shape;550;p56">
              <a:extLst>
                <a:ext uri="{FF2B5EF4-FFF2-40B4-BE49-F238E27FC236}">
                  <a16:creationId xmlns:a16="http://schemas.microsoft.com/office/drawing/2014/main" id="{9B657251-D1D7-D242-9105-0F12D31417A1}"/>
                </a:ext>
              </a:extLst>
            </p:cNvPr>
            <p:cNvSpPr/>
            <p:nvPr/>
          </p:nvSpPr>
          <p:spPr>
            <a:xfrm>
              <a:off x="6015990"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51" name="Google Shape;551;p56">
              <a:extLst>
                <a:ext uri="{FF2B5EF4-FFF2-40B4-BE49-F238E27FC236}">
                  <a16:creationId xmlns:a16="http://schemas.microsoft.com/office/drawing/2014/main" id="{377E4BA7-2E33-09D7-9A50-76645FF794A7}"/>
                </a:ext>
              </a:extLst>
            </p:cNvPr>
            <p:cNvSpPr/>
            <p:nvPr/>
          </p:nvSpPr>
          <p:spPr>
            <a:xfrm>
              <a:off x="5532120" y="3397250"/>
              <a:ext cx="516889" cy="508000"/>
            </a:xfrm>
            <a:custGeom>
              <a:avLst/>
              <a:gdLst/>
              <a:ahLst/>
              <a:cxnLst/>
              <a:rect l="l" t="t" r="r" b="b"/>
              <a:pathLst>
                <a:path w="516889"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52" name="Google Shape;552;p56">
              <a:extLst>
                <a:ext uri="{FF2B5EF4-FFF2-40B4-BE49-F238E27FC236}">
                  <a16:creationId xmlns:a16="http://schemas.microsoft.com/office/drawing/2014/main" id="{A958C5F0-2FA2-56DA-D976-01558B1ABF7E}"/>
                </a:ext>
              </a:extLst>
            </p:cNvPr>
            <p:cNvSpPr/>
            <p:nvPr/>
          </p:nvSpPr>
          <p:spPr>
            <a:xfrm>
              <a:off x="5592445"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53" name="Google Shape;553;p56">
              <a:extLst>
                <a:ext uri="{FF2B5EF4-FFF2-40B4-BE49-F238E27FC236}">
                  <a16:creationId xmlns:a16="http://schemas.microsoft.com/office/drawing/2014/main" id="{FAEA8648-31E8-8BED-41AD-D7CF15878AEF}"/>
                </a:ext>
              </a:extLst>
            </p:cNvPr>
            <p:cNvSpPr/>
            <p:nvPr/>
          </p:nvSpPr>
          <p:spPr>
            <a:xfrm>
              <a:off x="5895340" y="3397250"/>
              <a:ext cx="516889" cy="508000"/>
            </a:xfrm>
            <a:custGeom>
              <a:avLst/>
              <a:gdLst/>
              <a:ahLst/>
              <a:cxnLst/>
              <a:rect l="l" t="t" r="r" b="b"/>
              <a:pathLst>
                <a:path w="516889"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54" name="Google Shape;554;p56">
              <a:extLst>
                <a:ext uri="{FF2B5EF4-FFF2-40B4-BE49-F238E27FC236}">
                  <a16:creationId xmlns:a16="http://schemas.microsoft.com/office/drawing/2014/main" id="{17445BE1-4DB7-8D21-8B70-BA68251C7ACA}"/>
                </a:ext>
              </a:extLst>
            </p:cNvPr>
            <p:cNvSpPr/>
            <p:nvPr/>
          </p:nvSpPr>
          <p:spPr>
            <a:xfrm>
              <a:off x="5955665" y="3397250"/>
              <a:ext cx="516889" cy="508000"/>
            </a:xfrm>
            <a:custGeom>
              <a:avLst/>
              <a:gdLst/>
              <a:ahLst/>
              <a:cxnLst/>
              <a:rect l="l" t="t" r="r" b="b"/>
              <a:pathLst>
                <a:path w="516889"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55" name="Google Shape;555;p56">
              <a:extLst>
                <a:ext uri="{FF2B5EF4-FFF2-40B4-BE49-F238E27FC236}">
                  <a16:creationId xmlns:a16="http://schemas.microsoft.com/office/drawing/2014/main" id="{475103D3-4BF5-72D3-2514-B108C04119FE}"/>
                </a:ext>
              </a:extLst>
            </p:cNvPr>
            <p:cNvSpPr/>
            <p:nvPr/>
          </p:nvSpPr>
          <p:spPr>
            <a:xfrm>
              <a:off x="5834379"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56" name="Google Shape;556;p56">
              <a:extLst>
                <a:ext uri="{FF2B5EF4-FFF2-40B4-BE49-F238E27FC236}">
                  <a16:creationId xmlns:a16="http://schemas.microsoft.com/office/drawing/2014/main" id="{BE917EBB-B1EC-59FA-D997-728F1EDE11B6}"/>
                </a:ext>
              </a:extLst>
            </p:cNvPr>
            <p:cNvSpPr/>
            <p:nvPr/>
          </p:nvSpPr>
          <p:spPr>
            <a:xfrm>
              <a:off x="5774054"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57" name="Google Shape;557;p56">
              <a:extLst>
                <a:ext uri="{FF2B5EF4-FFF2-40B4-BE49-F238E27FC236}">
                  <a16:creationId xmlns:a16="http://schemas.microsoft.com/office/drawing/2014/main" id="{788C35DA-3790-65AA-ABAA-321CDD4A0E60}"/>
                </a:ext>
              </a:extLst>
            </p:cNvPr>
            <p:cNvSpPr/>
            <p:nvPr/>
          </p:nvSpPr>
          <p:spPr>
            <a:xfrm>
              <a:off x="5290184"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58" name="Google Shape;558;p56">
              <a:extLst>
                <a:ext uri="{FF2B5EF4-FFF2-40B4-BE49-F238E27FC236}">
                  <a16:creationId xmlns:a16="http://schemas.microsoft.com/office/drawing/2014/main" id="{64626B3E-2AC8-5AD9-AFD8-BF1A270FFE35}"/>
                </a:ext>
              </a:extLst>
            </p:cNvPr>
            <p:cNvSpPr/>
            <p:nvPr/>
          </p:nvSpPr>
          <p:spPr>
            <a:xfrm>
              <a:off x="5229859"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59" name="Google Shape;559;p56">
              <a:extLst>
                <a:ext uri="{FF2B5EF4-FFF2-40B4-BE49-F238E27FC236}">
                  <a16:creationId xmlns:a16="http://schemas.microsoft.com/office/drawing/2014/main" id="{5CD3DF8A-BEB0-F4F8-2D45-0535CDCE8E7A}"/>
                </a:ext>
              </a:extLst>
            </p:cNvPr>
            <p:cNvSpPr/>
            <p:nvPr/>
          </p:nvSpPr>
          <p:spPr>
            <a:xfrm>
              <a:off x="5108575"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60" name="Google Shape;560;p56">
              <a:extLst>
                <a:ext uri="{FF2B5EF4-FFF2-40B4-BE49-F238E27FC236}">
                  <a16:creationId xmlns:a16="http://schemas.microsoft.com/office/drawing/2014/main" id="{BA7043F0-A296-21A4-E6DC-65EFFD6D19D0}"/>
                </a:ext>
              </a:extLst>
            </p:cNvPr>
            <p:cNvSpPr/>
            <p:nvPr/>
          </p:nvSpPr>
          <p:spPr>
            <a:xfrm>
              <a:off x="5169534"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61" name="Google Shape;561;p56">
              <a:extLst>
                <a:ext uri="{FF2B5EF4-FFF2-40B4-BE49-F238E27FC236}">
                  <a16:creationId xmlns:a16="http://schemas.microsoft.com/office/drawing/2014/main" id="{89FE75F5-41F5-86B6-E87F-BB885206ABB2}"/>
                </a:ext>
              </a:extLst>
            </p:cNvPr>
            <p:cNvSpPr/>
            <p:nvPr/>
          </p:nvSpPr>
          <p:spPr>
            <a:xfrm>
              <a:off x="6197600"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62" name="Google Shape;562;p56">
              <a:extLst>
                <a:ext uri="{FF2B5EF4-FFF2-40B4-BE49-F238E27FC236}">
                  <a16:creationId xmlns:a16="http://schemas.microsoft.com/office/drawing/2014/main" id="{BDEE5A36-4CB7-4100-609B-251C432B90A7}"/>
                </a:ext>
              </a:extLst>
            </p:cNvPr>
            <p:cNvSpPr/>
            <p:nvPr/>
          </p:nvSpPr>
          <p:spPr>
            <a:xfrm>
              <a:off x="5350509"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63" name="Google Shape;563;p56">
              <a:extLst>
                <a:ext uri="{FF2B5EF4-FFF2-40B4-BE49-F238E27FC236}">
                  <a16:creationId xmlns:a16="http://schemas.microsoft.com/office/drawing/2014/main" id="{ED187676-CF88-4574-E4EC-E4446E48D6D1}"/>
                </a:ext>
              </a:extLst>
            </p:cNvPr>
            <p:cNvSpPr/>
            <p:nvPr/>
          </p:nvSpPr>
          <p:spPr>
            <a:xfrm>
              <a:off x="5411470" y="3397250"/>
              <a:ext cx="516889" cy="508000"/>
            </a:xfrm>
            <a:custGeom>
              <a:avLst/>
              <a:gdLst/>
              <a:ahLst/>
              <a:cxnLst/>
              <a:rect l="l" t="t" r="r" b="b"/>
              <a:pathLst>
                <a:path w="516889"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64" name="Google Shape;564;p56">
              <a:extLst>
                <a:ext uri="{FF2B5EF4-FFF2-40B4-BE49-F238E27FC236}">
                  <a16:creationId xmlns:a16="http://schemas.microsoft.com/office/drawing/2014/main" id="{D52CA1BA-640F-EFEB-7DBE-ED8CC90ED6F2}"/>
                </a:ext>
              </a:extLst>
            </p:cNvPr>
            <p:cNvSpPr/>
            <p:nvPr/>
          </p:nvSpPr>
          <p:spPr>
            <a:xfrm>
              <a:off x="6136640"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65" name="Google Shape;565;p56">
              <a:extLst>
                <a:ext uri="{FF2B5EF4-FFF2-40B4-BE49-F238E27FC236}">
                  <a16:creationId xmlns:a16="http://schemas.microsoft.com/office/drawing/2014/main" id="{8EF72B6E-6908-0889-DD74-2DFFF1778A92}"/>
                </a:ext>
              </a:extLst>
            </p:cNvPr>
            <p:cNvSpPr/>
            <p:nvPr/>
          </p:nvSpPr>
          <p:spPr>
            <a:xfrm>
              <a:off x="6076315"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66" name="Google Shape;566;p56">
              <a:extLst>
                <a:ext uri="{FF2B5EF4-FFF2-40B4-BE49-F238E27FC236}">
                  <a16:creationId xmlns:a16="http://schemas.microsoft.com/office/drawing/2014/main" id="{BE544783-E950-C215-CECE-495E3468281B}"/>
                </a:ext>
              </a:extLst>
            </p:cNvPr>
            <p:cNvSpPr/>
            <p:nvPr/>
          </p:nvSpPr>
          <p:spPr>
            <a:xfrm>
              <a:off x="6802119"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67" name="Google Shape;567;p56">
              <a:extLst>
                <a:ext uri="{FF2B5EF4-FFF2-40B4-BE49-F238E27FC236}">
                  <a16:creationId xmlns:a16="http://schemas.microsoft.com/office/drawing/2014/main" id="{8E0A07B0-600E-92C4-B2B1-2EDF0B56667E}"/>
                </a:ext>
              </a:extLst>
            </p:cNvPr>
            <p:cNvSpPr/>
            <p:nvPr/>
          </p:nvSpPr>
          <p:spPr>
            <a:xfrm>
              <a:off x="3365500" y="3397250"/>
              <a:ext cx="144145" cy="144145"/>
            </a:xfrm>
            <a:custGeom>
              <a:avLst/>
              <a:gdLst/>
              <a:ahLst/>
              <a:cxnLst/>
              <a:rect l="l" t="t" r="r" b="b"/>
              <a:pathLst>
                <a:path w="144145" h="144145" extrusionOk="0">
                  <a:moveTo>
                    <a:pt x="135255" y="0"/>
                  </a:moveTo>
                  <a:lnTo>
                    <a:pt x="0" y="135255"/>
                  </a:lnTo>
                  <a:lnTo>
                    <a:pt x="0" y="144145"/>
                  </a:lnTo>
                  <a:lnTo>
                    <a:pt x="14414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68" name="Google Shape;568;p56">
              <a:extLst>
                <a:ext uri="{FF2B5EF4-FFF2-40B4-BE49-F238E27FC236}">
                  <a16:creationId xmlns:a16="http://schemas.microsoft.com/office/drawing/2014/main" id="{3AD7042F-613F-6789-D36A-AE6007D7966C}"/>
                </a:ext>
              </a:extLst>
            </p:cNvPr>
            <p:cNvSpPr/>
            <p:nvPr/>
          </p:nvSpPr>
          <p:spPr>
            <a:xfrm>
              <a:off x="6922769" y="3397250"/>
              <a:ext cx="517525" cy="508000"/>
            </a:xfrm>
            <a:custGeom>
              <a:avLst/>
              <a:gdLst/>
              <a:ahLst/>
              <a:cxnLst/>
              <a:rect l="l" t="t" r="r" b="b"/>
              <a:pathLst>
                <a:path w="517525" h="508000" extrusionOk="0">
                  <a:moveTo>
                    <a:pt x="508636"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69" name="Google Shape;569;p56">
              <a:extLst>
                <a:ext uri="{FF2B5EF4-FFF2-40B4-BE49-F238E27FC236}">
                  <a16:creationId xmlns:a16="http://schemas.microsoft.com/office/drawing/2014/main" id="{74FEDF51-C2E7-EC6E-3925-035CAEBEAE87}"/>
                </a:ext>
              </a:extLst>
            </p:cNvPr>
            <p:cNvSpPr/>
            <p:nvPr/>
          </p:nvSpPr>
          <p:spPr>
            <a:xfrm>
              <a:off x="3365500" y="3397250"/>
              <a:ext cx="83184" cy="83184"/>
            </a:xfrm>
            <a:custGeom>
              <a:avLst/>
              <a:gdLst/>
              <a:ahLst/>
              <a:cxnLst/>
              <a:rect l="l" t="t" r="r" b="b"/>
              <a:pathLst>
                <a:path w="83184" h="83184" extrusionOk="0">
                  <a:moveTo>
                    <a:pt x="74295" y="0"/>
                  </a:moveTo>
                  <a:lnTo>
                    <a:pt x="0" y="74295"/>
                  </a:lnTo>
                  <a:lnTo>
                    <a:pt x="0" y="83185"/>
                  </a:lnTo>
                  <a:lnTo>
                    <a:pt x="8318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70" name="Google Shape;570;p56">
              <a:extLst>
                <a:ext uri="{FF2B5EF4-FFF2-40B4-BE49-F238E27FC236}">
                  <a16:creationId xmlns:a16="http://schemas.microsoft.com/office/drawing/2014/main" id="{78252B99-D2E9-345F-EE36-FE74219632E8}"/>
                </a:ext>
              </a:extLst>
            </p:cNvPr>
            <p:cNvSpPr/>
            <p:nvPr/>
          </p:nvSpPr>
          <p:spPr>
            <a:xfrm>
              <a:off x="3365500" y="3397250"/>
              <a:ext cx="204470" cy="204470"/>
            </a:xfrm>
            <a:custGeom>
              <a:avLst/>
              <a:gdLst/>
              <a:ahLst/>
              <a:cxnLst/>
              <a:rect l="l" t="t" r="r" b="b"/>
              <a:pathLst>
                <a:path w="204470" h="204470" extrusionOk="0">
                  <a:moveTo>
                    <a:pt x="195580" y="0"/>
                  </a:moveTo>
                  <a:lnTo>
                    <a:pt x="0" y="195580"/>
                  </a:lnTo>
                  <a:lnTo>
                    <a:pt x="0" y="204470"/>
                  </a:lnTo>
                  <a:lnTo>
                    <a:pt x="20447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71" name="Google Shape;571;p56">
              <a:extLst>
                <a:ext uri="{FF2B5EF4-FFF2-40B4-BE49-F238E27FC236}">
                  <a16:creationId xmlns:a16="http://schemas.microsoft.com/office/drawing/2014/main" id="{F852634C-C8AF-BD3B-FC9F-598D2240C4ED}"/>
                </a:ext>
              </a:extLst>
            </p:cNvPr>
            <p:cNvSpPr/>
            <p:nvPr/>
          </p:nvSpPr>
          <p:spPr>
            <a:xfrm>
              <a:off x="3365500" y="3397250"/>
              <a:ext cx="325120" cy="325120"/>
            </a:xfrm>
            <a:custGeom>
              <a:avLst/>
              <a:gdLst/>
              <a:ahLst/>
              <a:cxnLst/>
              <a:rect l="l" t="t" r="r" b="b"/>
              <a:pathLst>
                <a:path w="325120" h="325120" extrusionOk="0">
                  <a:moveTo>
                    <a:pt x="316230" y="0"/>
                  </a:moveTo>
                  <a:lnTo>
                    <a:pt x="0" y="316230"/>
                  </a:lnTo>
                  <a:lnTo>
                    <a:pt x="0" y="325120"/>
                  </a:lnTo>
                  <a:lnTo>
                    <a:pt x="32512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72" name="Google Shape;572;p56">
              <a:extLst>
                <a:ext uri="{FF2B5EF4-FFF2-40B4-BE49-F238E27FC236}">
                  <a16:creationId xmlns:a16="http://schemas.microsoft.com/office/drawing/2014/main" id="{7D838A72-A373-FF77-7D27-71FCDDE5F97A}"/>
                </a:ext>
              </a:extLst>
            </p:cNvPr>
            <p:cNvSpPr/>
            <p:nvPr/>
          </p:nvSpPr>
          <p:spPr>
            <a:xfrm>
              <a:off x="3365500" y="3397250"/>
              <a:ext cx="22859" cy="22859"/>
            </a:xfrm>
            <a:custGeom>
              <a:avLst/>
              <a:gdLst/>
              <a:ahLst/>
              <a:cxnLst/>
              <a:rect l="l" t="t" r="r" b="b"/>
              <a:pathLst>
                <a:path w="22859" h="22859" extrusionOk="0">
                  <a:moveTo>
                    <a:pt x="13970" y="0"/>
                  </a:moveTo>
                  <a:lnTo>
                    <a:pt x="0" y="13970"/>
                  </a:lnTo>
                  <a:lnTo>
                    <a:pt x="0" y="22860"/>
                  </a:lnTo>
                  <a:lnTo>
                    <a:pt x="2286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73" name="Google Shape;573;p56">
              <a:extLst>
                <a:ext uri="{FF2B5EF4-FFF2-40B4-BE49-F238E27FC236}">
                  <a16:creationId xmlns:a16="http://schemas.microsoft.com/office/drawing/2014/main" id="{00CC79EF-DDDD-EA5E-2BD6-C1622E88CC7E}"/>
                </a:ext>
              </a:extLst>
            </p:cNvPr>
            <p:cNvSpPr/>
            <p:nvPr/>
          </p:nvSpPr>
          <p:spPr>
            <a:xfrm>
              <a:off x="3365500" y="3397250"/>
              <a:ext cx="386079" cy="385445"/>
            </a:xfrm>
            <a:custGeom>
              <a:avLst/>
              <a:gdLst/>
              <a:ahLst/>
              <a:cxnLst/>
              <a:rect l="l" t="t" r="r" b="b"/>
              <a:pathLst>
                <a:path w="386079" h="385445" extrusionOk="0">
                  <a:moveTo>
                    <a:pt x="377190" y="0"/>
                  </a:moveTo>
                  <a:lnTo>
                    <a:pt x="0" y="376555"/>
                  </a:lnTo>
                  <a:lnTo>
                    <a:pt x="0" y="385445"/>
                  </a:lnTo>
                  <a:lnTo>
                    <a:pt x="38608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74" name="Google Shape;574;p56">
              <a:extLst>
                <a:ext uri="{FF2B5EF4-FFF2-40B4-BE49-F238E27FC236}">
                  <a16:creationId xmlns:a16="http://schemas.microsoft.com/office/drawing/2014/main" id="{3644DF7B-4BF9-9AE8-B9F3-47FB98BFBA8E}"/>
                </a:ext>
              </a:extLst>
            </p:cNvPr>
            <p:cNvSpPr/>
            <p:nvPr/>
          </p:nvSpPr>
          <p:spPr>
            <a:xfrm>
              <a:off x="6862444" y="3397250"/>
              <a:ext cx="517525" cy="508000"/>
            </a:xfrm>
            <a:custGeom>
              <a:avLst/>
              <a:gdLst/>
              <a:ahLst/>
              <a:cxnLst/>
              <a:rect l="l" t="t" r="r" b="b"/>
              <a:pathLst>
                <a:path w="517525" h="508000" extrusionOk="0">
                  <a:moveTo>
                    <a:pt x="508636"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75" name="Google Shape;575;p56">
              <a:extLst>
                <a:ext uri="{FF2B5EF4-FFF2-40B4-BE49-F238E27FC236}">
                  <a16:creationId xmlns:a16="http://schemas.microsoft.com/office/drawing/2014/main" id="{11BD0415-CF3E-455A-0A95-EF555A597414}"/>
                </a:ext>
              </a:extLst>
            </p:cNvPr>
            <p:cNvSpPr/>
            <p:nvPr/>
          </p:nvSpPr>
          <p:spPr>
            <a:xfrm>
              <a:off x="3365500" y="3397250"/>
              <a:ext cx="264795" cy="264795"/>
            </a:xfrm>
            <a:custGeom>
              <a:avLst/>
              <a:gdLst/>
              <a:ahLst/>
              <a:cxnLst/>
              <a:rect l="l" t="t" r="r" b="b"/>
              <a:pathLst>
                <a:path w="264795" h="264795" extrusionOk="0">
                  <a:moveTo>
                    <a:pt x="255905" y="0"/>
                  </a:moveTo>
                  <a:lnTo>
                    <a:pt x="0" y="255905"/>
                  </a:lnTo>
                  <a:lnTo>
                    <a:pt x="0" y="264795"/>
                  </a:lnTo>
                  <a:lnTo>
                    <a:pt x="26479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76" name="Google Shape;576;p56">
              <a:extLst>
                <a:ext uri="{FF2B5EF4-FFF2-40B4-BE49-F238E27FC236}">
                  <a16:creationId xmlns:a16="http://schemas.microsoft.com/office/drawing/2014/main" id="{813D57A2-0ABD-F143-C19C-F119C5189269}"/>
                </a:ext>
              </a:extLst>
            </p:cNvPr>
            <p:cNvSpPr/>
            <p:nvPr/>
          </p:nvSpPr>
          <p:spPr>
            <a:xfrm>
              <a:off x="3365500" y="3397250"/>
              <a:ext cx="446404" cy="445770"/>
            </a:xfrm>
            <a:custGeom>
              <a:avLst/>
              <a:gdLst/>
              <a:ahLst/>
              <a:cxnLst/>
              <a:rect l="l" t="t" r="r" b="b"/>
              <a:pathLst>
                <a:path w="446404" h="445770" extrusionOk="0">
                  <a:moveTo>
                    <a:pt x="437515" y="0"/>
                  </a:moveTo>
                  <a:lnTo>
                    <a:pt x="0" y="436880"/>
                  </a:lnTo>
                  <a:lnTo>
                    <a:pt x="0" y="445770"/>
                  </a:lnTo>
                  <a:lnTo>
                    <a:pt x="44640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77" name="Google Shape;577;p56">
              <a:extLst>
                <a:ext uri="{FF2B5EF4-FFF2-40B4-BE49-F238E27FC236}">
                  <a16:creationId xmlns:a16="http://schemas.microsoft.com/office/drawing/2014/main" id="{0BF5A750-C577-86D6-0D37-8A42CCDF2464}"/>
                </a:ext>
              </a:extLst>
            </p:cNvPr>
            <p:cNvSpPr/>
            <p:nvPr/>
          </p:nvSpPr>
          <p:spPr>
            <a:xfrm>
              <a:off x="7225665"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78" name="Google Shape;578;p56">
              <a:extLst>
                <a:ext uri="{FF2B5EF4-FFF2-40B4-BE49-F238E27FC236}">
                  <a16:creationId xmlns:a16="http://schemas.microsoft.com/office/drawing/2014/main" id="{63777E73-BDD9-13AE-3AC7-E3B5D1174D04}"/>
                </a:ext>
              </a:extLst>
            </p:cNvPr>
            <p:cNvSpPr/>
            <p:nvPr/>
          </p:nvSpPr>
          <p:spPr>
            <a:xfrm>
              <a:off x="7346315"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79" name="Google Shape;579;p56">
              <a:extLst>
                <a:ext uri="{FF2B5EF4-FFF2-40B4-BE49-F238E27FC236}">
                  <a16:creationId xmlns:a16="http://schemas.microsoft.com/office/drawing/2014/main" id="{50180CFB-732C-0513-DE57-8F13072B55EA}"/>
                </a:ext>
              </a:extLst>
            </p:cNvPr>
            <p:cNvSpPr/>
            <p:nvPr/>
          </p:nvSpPr>
          <p:spPr>
            <a:xfrm>
              <a:off x="7285990"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80" name="Google Shape;580;p56">
              <a:extLst>
                <a:ext uri="{FF2B5EF4-FFF2-40B4-BE49-F238E27FC236}">
                  <a16:creationId xmlns:a16="http://schemas.microsoft.com/office/drawing/2014/main" id="{89986551-8A55-DBF3-E189-C812878C261E}"/>
                </a:ext>
              </a:extLst>
            </p:cNvPr>
            <p:cNvSpPr/>
            <p:nvPr/>
          </p:nvSpPr>
          <p:spPr>
            <a:xfrm>
              <a:off x="7406640"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81" name="Google Shape;581;p56">
              <a:extLst>
                <a:ext uri="{FF2B5EF4-FFF2-40B4-BE49-F238E27FC236}">
                  <a16:creationId xmlns:a16="http://schemas.microsoft.com/office/drawing/2014/main" id="{9F407998-F51F-91FF-D4C6-964AC5A9B0B3}"/>
                </a:ext>
              </a:extLst>
            </p:cNvPr>
            <p:cNvSpPr/>
            <p:nvPr/>
          </p:nvSpPr>
          <p:spPr>
            <a:xfrm>
              <a:off x="4141470" y="3397250"/>
              <a:ext cx="516889" cy="508000"/>
            </a:xfrm>
            <a:custGeom>
              <a:avLst/>
              <a:gdLst/>
              <a:ahLst/>
              <a:cxnLst/>
              <a:rect l="l" t="t" r="r" b="b"/>
              <a:pathLst>
                <a:path w="516889"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82" name="Google Shape;582;p56">
              <a:extLst>
                <a:ext uri="{FF2B5EF4-FFF2-40B4-BE49-F238E27FC236}">
                  <a16:creationId xmlns:a16="http://schemas.microsoft.com/office/drawing/2014/main" id="{FA9614EF-CDF0-729F-E6C7-81F6CA299915}"/>
                </a:ext>
              </a:extLst>
            </p:cNvPr>
            <p:cNvSpPr/>
            <p:nvPr/>
          </p:nvSpPr>
          <p:spPr>
            <a:xfrm>
              <a:off x="7164705" y="3397250"/>
              <a:ext cx="517525" cy="508000"/>
            </a:xfrm>
            <a:custGeom>
              <a:avLst/>
              <a:gdLst/>
              <a:ahLst/>
              <a:cxnLst/>
              <a:rect l="l" t="t" r="r" b="b"/>
              <a:pathLst>
                <a:path w="517525" h="508000" extrusionOk="0">
                  <a:moveTo>
                    <a:pt x="508635" y="0"/>
                  </a:moveTo>
                  <a:lnTo>
                    <a:pt x="0" y="508000"/>
                  </a:lnTo>
                  <a:lnTo>
                    <a:pt x="8889"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83" name="Google Shape;583;p56">
              <a:extLst>
                <a:ext uri="{FF2B5EF4-FFF2-40B4-BE49-F238E27FC236}">
                  <a16:creationId xmlns:a16="http://schemas.microsoft.com/office/drawing/2014/main" id="{36A6ECA0-8076-F6F9-B124-07D8BA5B8EB3}"/>
                </a:ext>
              </a:extLst>
            </p:cNvPr>
            <p:cNvSpPr/>
            <p:nvPr/>
          </p:nvSpPr>
          <p:spPr>
            <a:xfrm>
              <a:off x="6983730" y="3397250"/>
              <a:ext cx="516889" cy="508000"/>
            </a:xfrm>
            <a:custGeom>
              <a:avLst/>
              <a:gdLst/>
              <a:ahLst/>
              <a:cxnLst/>
              <a:rect l="l" t="t" r="r" b="b"/>
              <a:pathLst>
                <a:path w="516889" h="508000" extrusionOk="0">
                  <a:moveTo>
                    <a:pt x="508000" y="0"/>
                  </a:moveTo>
                  <a:lnTo>
                    <a:pt x="0" y="508000"/>
                  </a:lnTo>
                  <a:lnTo>
                    <a:pt x="8889" y="508000"/>
                  </a:lnTo>
                  <a:lnTo>
                    <a:pt x="516889"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84" name="Google Shape;584;p56">
              <a:extLst>
                <a:ext uri="{FF2B5EF4-FFF2-40B4-BE49-F238E27FC236}">
                  <a16:creationId xmlns:a16="http://schemas.microsoft.com/office/drawing/2014/main" id="{AF9E2FB4-A414-C957-42C6-700878B05722}"/>
                </a:ext>
              </a:extLst>
            </p:cNvPr>
            <p:cNvSpPr/>
            <p:nvPr/>
          </p:nvSpPr>
          <p:spPr>
            <a:xfrm>
              <a:off x="7104380" y="3397250"/>
              <a:ext cx="517525" cy="508000"/>
            </a:xfrm>
            <a:custGeom>
              <a:avLst/>
              <a:gdLst/>
              <a:ahLst/>
              <a:cxnLst/>
              <a:rect l="l" t="t" r="r" b="b"/>
              <a:pathLst>
                <a:path w="517525" h="508000" extrusionOk="0">
                  <a:moveTo>
                    <a:pt x="508635" y="0"/>
                  </a:moveTo>
                  <a:lnTo>
                    <a:pt x="0" y="508000"/>
                  </a:lnTo>
                  <a:lnTo>
                    <a:pt x="8889"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85" name="Google Shape;585;p56">
              <a:extLst>
                <a:ext uri="{FF2B5EF4-FFF2-40B4-BE49-F238E27FC236}">
                  <a16:creationId xmlns:a16="http://schemas.microsoft.com/office/drawing/2014/main" id="{735B63FB-6915-F5CC-39E1-139629E4F31B}"/>
                </a:ext>
              </a:extLst>
            </p:cNvPr>
            <p:cNvSpPr/>
            <p:nvPr/>
          </p:nvSpPr>
          <p:spPr>
            <a:xfrm>
              <a:off x="7044055" y="3397250"/>
              <a:ext cx="516889" cy="508000"/>
            </a:xfrm>
            <a:custGeom>
              <a:avLst/>
              <a:gdLst/>
              <a:ahLst/>
              <a:cxnLst/>
              <a:rect l="l" t="t" r="r" b="b"/>
              <a:pathLst>
                <a:path w="516889" h="508000" extrusionOk="0">
                  <a:moveTo>
                    <a:pt x="508000" y="0"/>
                  </a:moveTo>
                  <a:lnTo>
                    <a:pt x="0" y="508000"/>
                  </a:lnTo>
                  <a:lnTo>
                    <a:pt x="8889" y="508000"/>
                  </a:lnTo>
                  <a:lnTo>
                    <a:pt x="516889"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86" name="Google Shape;586;p56">
              <a:extLst>
                <a:ext uri="{FF2B5EF4-FFF2-40B4-BE49-F238E27FC236}">
                  <a16:creationId xmlns:a16="http://schemas.microsoft.com/office/drawing/2014/main" id="{52724E17-A5B7-B540-C941-D60B5DFD27E2}"/>
                </a:ext>
              </a:extLst>
            </p:cNvPr>
            <p:cNvSpPr/>
            <p:nvPr/>
          </p:nvSpPr>
          <p:spPr>
            <a:xfrm>
              <a:off x="3717925"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87" name="Google Shape;587;p56">
              <a:extLst>
                <a:ext uri="{FF2B5EF4-FFF2-40B4-BE49-F238E27FC236}">
                  <a16:creationId xmlns:a16="http://schemas.microsoft.com/office/drawing/2014/main" id="{3628EFF1-55FB-31AB-89A7-F546F3842690}"/>
                </a:ext>
              </a:extLst>
            </p:cNvPr>
            <p:cNvSpPr/>
            <p:nvPr/>
          </p:nvSpPr>
          <p:spPr>
            <a:xfrm>
              <a:off x="3899534"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88" name="Google Shape;588;p56">
              <a:extLst>
                <a:ext uri="{FF2B5EF4-FFF2-40B4-BE49-F238E27FC236}">
                  <a16:creationId xmlns:a16="http://schemas.microsoft.com/office/drawing/2014/main" id="{D6847342-96A5-65DB-F663-2A6F7610ECF1}"/>
                </a:ext>
              </a:extLst>
            </p:cNvPr>
            <p:cNvSpPr/>
            <p:nvPr/>
          </p:nvSpPr>
          <p:spPr>
            <a:xfrm>
              <a:off x="6620509"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89" name="Google Shape;589;p56">
              <a:extLst>
                <a:ext uri="{FF2B5EF4-FFF2-40B4-BE49-F238E27FC236}">
                  <a16:creationId xmlns:a16="http://schemas.microsoft.com/office/drawing/2014/main" id="{1A8D0216-E595-09C7-47B1-779EFB260F56}"/>
                </a:ext>
              </a:extLst>
            </p:cNvPr>
            <p:cNvSpPr/>
            <p:nvPr/>
          </p:nvSpPr>
          <p:spPr>
            <a:xfrm>
              <a:off x="3778250"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90" name="Google Shape;590;p56">
              <a:extLst>
                <a:ext uri="{FF2B5EF4-FFF2-40B4-BE49-F238E27FC236}">
                  <a16:creationId xmlns:a16="http://schemas.microsoft.com/office/drawing/2014/main" id="{CC1A477A-AB4C-F81F-9142-63D2B2A5105C}"/>
                </a:ext>
              </a:extLst>
            </p:cNvPr>
            <p:cNvSpPr/>
            <p:nvPr/>
          </p:nvSpPr>
          <p:spPr>
            <a:xfrm>
              <a:off x="3839209"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91" name="Google Shape;591;p56">
              <a:extLst>
                <a:ext uri="{FF2B5EF4-FFF2-40B4-BE49-F238E27FC236}">
                  <a16:creationId xmlns:a16="http://schemas.microsoft.com/office/drawing/2014/main" id="{278F49B4-69E7-E081-5CC9-D0EE87249E7E}"/>
                </a:ext>
              </a:extLst>
            </p:cNvPr>
            <p:cNvSpPr/>
            <p:nvPr/>
          </p:nvSpPr>
          <p:spPr>
            <a:xfrm>
              <a:off x="4081145" y="3397250"/>
              <a:ext cx="516889" cy="508000"/>
            </a:xfrm>
            <a:custGeom>
              <a:avLst/>
              <a:gdLst/>
              <a:ahLst/>
              <a:cxnLst/>
              <a:rect l="l" t="t" r="r" b="b"/>
              <a:pathLst>
                <a:path w="516889"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92" name="Google Shape;592;p56">
              <a:extLst>
                <a:ext uri="{FF2B5EF4-FFF2-40B4-BE49-F238E27FC236}">
                  <a16:creationId xmlns:a16="http://schemas.microsoft.com/office/drawing/2014/main" id="{9F3C2F2F-43DF-BAAF-9959-DA138763EF7C}"/>
                </a:ext>
              </a:extLst>
            </p:cNvPr>
            <p:cNvSpPr/>
            <p:nvPr/>
          </p:nvSpPr>
          <p:spPr>
            <a:xfrm>
              <a:off x="6560184"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93" name="Google Shape;593;p56">
              <a:extLst>
                <a:ext uri="{FF2B5EF4-FFF2-40B4-BE49-F238E27FC236}">
                  <a16:creationId xmlns:a16="http://schemas.microsoft.com/office/drawing/2014/main" id="{6B69242C-2720-91AB-E28A-E0532431029B}"/>
                </a:ext>
              </a:extLst>
            </p:cNvPr>
            <p:cNvSpPr/>
            <p:nvPr/>
          </p:nvSpPr>
          <p:spPr>
            <a:xfrm>
              <a:off x="3959859"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94" name="Google Shape;594;p56">
              <a:extLst>
                <a:ext uri="{FF2B5EF4-FFF2-40B4-BE49-F238E27FC236}">
                  <a16:creationId xmlns:a16="http://schemas.microsoft.com/office/drawing/2014/main" id="{6A240E95-AAA4-EC59-F6FF-5086980C7918}"/>
                </a:ext>
              </a:extLst>
            </p:cNvPr>
            <p:cNvSpPr/>
            <p:nvPr/>
          </p:nvSpPr>
          <p:spPr>
            <a:xfrm>
              <a:off x="4020184"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95" name="Google Shape;595;p56">
              <a:extLst>
                <a:ext uri="{FF2B5EF4-FFF2-40B4-BE49-F238E27FC236}">
                  <a16:creationId xmlns:a16="http://schemas.microsoft.com/office/drawing/2014/main" id="{868B8BEA-01C8-2FE1-E1C2-85F319FE585A}"/>
                </a:ext>
              </a:extLst>
            </p:cNvPr>
            <p:cNvSpPr/>
            <p:nvPr/>
          </p:nvSpPr>
          <p:spPr>
            <a:xfrm>
              <a:off x="7467600"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96" name="Google Shape;596;p56">
              <a:extLst>
                <a:ext uri="{FF2B5EF4-FFF2-40B4-BE49-F238E27FC236}">
                  <a16:creationId xmlns:a16="http://schemas.microsoft.com/office/drawing/2014/main" id="{7BAD0FC9-6A21-8F1A-094C-CBB10E9931F2}"/>
                </a:ext>
              </a:extLst>
            </p:cNvPr>
            <p:cNvSpPr/>
            <p:nvPr/>
          </p:nvSpPr>
          <p:spPr>
            <a:xfrm>
              <a:off x="3475990"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97" name="Google Shape;597;p56">
              <a:extLst>
                <a:ext uri="{FF2B5EF4-FFF2-40B4-BE49-F238E27FC236}">
                  <a16:creationId xmlns:a16="http://schemas.microsoft.com/office/drawing/2014/main" id="{C9BCE58E-470C-F5EB-B705-68415544DCD0}"/>
                </a:ext>
              </a:extLst>
            </p:cNvPr>
            <p:cNvSpPr/>
            <p:nvPr/>
          </p:nvSpPr>
          <p:spPr>
            <a:xfrm>
              <a:off x="6741794"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98" name="Google Shape;598;p56">
              <a:extLst>
                <a:ext uri="{FF2B5EF4-FFF2-40B4-BE49-F238E27FC236}">
                  <a16:creationId xmlns:a16="http://schemas.microsoft.com/office/drawing/2014/main" id="{C539EDC8-2326-6F20-B614-8526187E0FFA}"/>
                </a:ext>
              </a:extLst>
            </p:cNvPr>
            <p:cNvSpPr/>
            <p:nvPr/>
          </p:nvSpPr>
          <p:spPr>
            <a:xfrm>
              <a:off x="6681469"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599" name="Google Shape;599;p56">
              <a:extLst>
                <a:ext uri="{FF2B5EF4-FFF2-40B4-BE49-F238E27FC236}">
                  <a16:creationId xmlns:a16="http://schemas.microsoft.com/office/drawing/2014/main" id="{DFCFC3DE-707D-5AB0-8BE4-5C7196241DE7}"/>
                </a:ext>
              </a:extLst>
            </p:cNvPr>
            <p:cNvSpPr/>
            <p:nvPr/>
          </p:nvSpPr>
          <p:spPr>
            <a:xfrm>
              <a:off x="3365500" y="3397250"/>
              <a:ext cx="506729" cy="506729"/>
            </a:xfrm>
            <a:custGeom>
              <a:avLst/>
              <a:gdLst/>
              <a:ahLst/>
              <a:cxnLst/>
              <a:rect l="l" t="t" r="r" b="b"/>
              <a:pathLst>
                <a:path w="506729" h="506729" extrusionOk="0">
                  <a:moveTo>
                    <a:pt x="497840" y="0"/>
                  </a:moveTo>
                  <a:lnTo>
                    <a:pt x="0" y="497840"/>
                  </a:lnTo>
                  <a:lnTo>
                    <a:pt x="0" y="506730"/>
                  </a:lnTo>
                  <a:lnTo>
                    <a:pt x="50673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00" name="Google Shape;600;p56">
              <a:extLst>
                <a:ext uri="{FF2B5EF4-FFF2-40B4-BE49-F238E27FC236}">
                  <a16:creationId xmlns:a16="http://schemas.microsoft.com/office/drawing/2014/main" id="{7CCBA84D-CE9A-F460-A882-8A8B97D762BC}"/>
                </a:ext>
              </a:extLst>
            </p:cNvPr>
            <p:cNvSpPr/>
            <p:nvPr/>
          </p:nvSpPr>
          <p:spPr>
            <a:xfrm>
              <a:off x="3415665" y="3397250"/>
              <a:ext cx="516889" cy="508000"/>
            </a:xfrm>
            <a:custGeom>
              <a:avLst/>
              <a:gdLst/>
              <a:ahLst/>
              <a:cxnLst/>
              <a:rect l="l" t="t" r="r" b="b"/>
              <a:pathLst>
                <a:path w="516889"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01" name="Google Shape;601;p56">
              <a:extLst>
                <a:ext uri="{FF2B5EF4-FFF2-40B4-BE49-F238E27FC236}">
                  <a16:creationId xmlns:a16="http://schemas.microsoft.com/office/drawing/2014/main" id="{AF675FF9-8CEC-5356-2C2C-EE06F1D375CF}"/>
                </a:ext>
              </a:extLst>
            </p:cNvPr>
            <p:cNvSpPr/>
            <p:nvPr/>
          </p:nvSpPr>
          <p:spPr>
            <a:xfrm>
              <a:off x="3657600"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02" name="Google Shape;602;p56">
              <a:extLst>
                <a:ext uri="{FF2B5EF4-FFF2-40B4-BE49-F238E27FC236}">
                  <a16:creationId xmlns:a16="http://schemas.microsoft.com/office/drawing/2014/main" id="{5969C1FE-2C93-786D-8BEA-60178F15F0F1}"/>
                </a:ext>
              </a:extLst>
            </p:cNvPr>
            <p:cNvSpPr/>
            <p:nvPr/>
          </p:nvSpPr>
          <p:spPr>
            <a:xfrm>
              <a:off x="3536315"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03" name="Google Shape;603;p56">
              <a:extLst>
                <a:ext uri="{FF2B5EF4-FFF2-40B4-BE49-F238E27FC236}">
                  <a16:creationId xmlns:a16="http://schemas.microsoft.com/office/drawing/2014/main" id="{2E50E1ED-3CBE-BD9D-3BD1-D21F9A31A02D}"/>
                </a:ext>
              </a:extLst>
            </p:cNvPr>
            <p:cNvSpPr/>
            <p:nvPr/>
          </p:nvSpPr>
          <p:spPr>
            <a:xfrm>
              <a:off x="3597275"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grpSp>
      <p:grpSp>
        <p:nvGrpSpPr>
          <p:cNvPr id="604" name="Google Shape;604;p56">
            <a:extLst>
              <a:ext uri="{FF2B5EF4-FFF2-40B4-BE49-F238E27FC236}">
                <a16:creationId xmlns:a16="http://schemas.microsoft.com/office/drawing/2014/main" id="{859631C1-28D2-6066-1804-F6A720DAC6FF}"/>
              </a:ext>
            </a:extLst>
          </p:cNvPr>
          <p:cNvGrpSpPr/>
          <p:nvPr/>
        </p:nvGrpSpPr>
        <p:grpSpPr>
          <a:xfrm>
            <a:off x="657225" y="2716530"/>
            <a:ext cx="4095750" cy="381000"/>
            <a:chOff x="3365500" y="3397250"/>
            <a:chExt cx="5461000" cy="508000"/>
          </a:xfrm>
        </p:grpSpPr>
        <p:sp>
          <p:nvSpPr>
            <p:cNvPr id="605" name="Google Shape;605;p56">
              <a:extLst>
                <a:ext uri="{FF2B5EF4-FFF2-40B4-BE49-F238E27FC236}">
                  <a16:creationId xmlns:a16="http://schemas.microsoft.com/office/drawing/2014/main" id="{D664CEEF-6D26-46EC-9138-9814C851EE0D}"/>
                </a:ext>
              </a:extLst>
            </p:cNvPr>
            <p:cNvSpPr/>
            <p:nvPr/>
          </p:nvSpPr>
          <p:spPr>
            <a:xfrm>
              <a:off x="8619490" y="3698240"/>
              <a:ext cx="207009" cy="207009"/>
            </a:xfrm>
            <a:custGeom>
              <a:avLst/>
              <a:gdLst/>
              <a:ahLst/>
              <a:cxnLst/>
              <a:rect l="l" t="t" r="r" b="b"/>
              <a:pathLst>
                <a:path w="207009" h="207009" extrusionOk="0">
                  <a:moveTo>
                    <a:pt x="207010" y="0"/>
                  </a:moveTo>
                  <a:lnTo>
                    <a:pt x="0" y="207010"/>
                  </a:lnTo>
                  <a:lnTo>
                    <a:pt x="8890" y="207010"/>
                  </a:lnTo>
                  <a:lnTo>
                    <a:pt x="207010" y="889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06" name="Google Shape;606;p56">
              <a:extLst>
                <a:ext uri="{FF2B5EF4-FFF2-40B4-BE49-F238E27FC236}">
                  <a16:creationId xmlns:a16="http://schemas.microsoft.com/office/drawing/2014/main" id="{09EEF983-38D0-D674-4303-1D17521EC956}"/>
                </a:ext>
              </a:extLst>
            </p:cNvPr>
            <p:cNvSpPr/>
            <p:nvPr/>
          </p:nvSpPr>
          <p:spPr>
            <a:xfrm>
              <a:off x="8740140" y="3818890"/>
              <a:ext cx="86359" cy="86359"/>
            </a:xfrm>
            <a:custGeom>
              <a:avLst/>
              <a:gdLst/>
              <a:ahLst/>
              <a:cxnLst/>
              <a:rect l="l" t="t" r="r" b="b"/>
              <a:pathLst>
                <a:path w="86359" h="86359" extrusionOk="0">
                  <a:moveTo>
                    <a:pt x="86360" y="0"/>
                  </a:moveTo>
                  <a:lnTo>
                    <a:pt x="0" y="86360"/>
                  </a:lnTo>
                  <a:lnTo>
                    <a:pt x="8890" y="86360"/>
                  </a:lnTo>
                  <a:lnTo>
                    <a:pt x="86360" y="889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07" name="Google Shape;607;p56">
              <a:extLst>
                <a:ext uri="{FF2B5EF4-FFF2-40B4-BE49-F238E27FC236}">
                  <a16:creationId xmlns:a16="http://schemas.microsoft.com/office/drawing/2014/main" id="{61D05B19-115E-5AC6-8555-FB1D28A17B3D}"/>
                </a:ext>
              </a:extLst>
            </p:cNvPr>
            <p:cNvSpPr/>
            <p:nvPr/>
          </p:nvSpPr>
          <p:spPr>
            <a:xfrm>
              <a:off x="7588250"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08" name="Google Shape;608;p56">
              <a:extLst>
                <a:ext uri="{FF2B5EF4-FFF2-40B4-BE49-F238E27FC236}">
                  <a16:creationId xmlns:a16="http://schemas.microsoft.com/office/drawing/2014/main" id="{5DA88375-B0C5-7EF9-7B4B-8BD08D8ED2C2}"/>
                </a:ext>
              </a:extLst>
            </p:cNvPr>
            <p:cNvSpPr/>
            <p:nvPr/>
          </p:nvSpPr>
          <p:spPr>
            <a:xfrm>
              <a:off x="7527925"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09" name="Google Shape;609;p56">
              <a:extLst>
                <a:ext uri="{FF2B5EF4-FFF2-40B4-BE49-F238E27FC236}">
                  <a16:creationId xmlns:a16="http://schemas.microsoft.com/office/drawing/2014/main" id="{979ECFE2-F410-4431-08BE-017485947C13}"/>
                </a:ext>
              </a:extLst>
            </p:cNvPr>
            <p:cNvSpPr/>
            <p:nvPr/>
          </p:nvSpPr>
          <p:spPr>
            <a:xfrm>
              <a:off x="8557894" y="3636645"/>
              <a:ext cx="268605" cy="268604"/>
            </a:xfrm>
            <a:custGeom>
              <a:avLst/>
              <a:gdLst/>
              <a:ahLst/>
              <a:cxnLst/>
              <a:rect l="l" t="t" r="r" b="b"/>
              <a:pathLst>
                <a:path w="268605" h="268604" extrusionOk="0">
                  <a:moveTo>
                    <a:pt x="268605" y="0"/>
                  </a:moveTo>
                  <a:lnTo>
                    <a:pt x="0" y="268605"/>
                  </a:lnTo>
                  <a:lnTo>
                    <a:pt x="8890" y="268605"/>
                  </a:lnTo>
                  <a:lnTo>
                    <a:pt x="268605" y="889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10" name="Google Shape;610;p56">
              <a:extLst>
                <a:ext uri="{FF2B5EF4-FFF2-40B4-BE49-F238E27FC236}">
                  <a16:creationId xmlns:a16="http://schemas.microsoft.com/office/drawing/2014/main" id="{28453E9C-DCB7-62E6-76DF-EA24223602C3}"/>
                </a:ext>
              </a:extLst>
            </p:cNvPr>
            <p:cNvSpPr/>
            <p:nvPr/>
          </p:nvSpPr>
          <p:spPr>
            <a:xfrm>
              <a:off x="8679815" y="3758565"/>
              <a:ext cx="146684" cy="146684"/>
            </a:xfrm>
            <a:custGeom>
              <a:avLst/>
              <a:gdLst/>
              <a:ahLst/>
              <a:cxnLst/>
              <a:rect l="l" t="t" r="r" b="b"/>
              <a:pathLst>
                <a:path w="146684" h="146684" extrusionOk="0">
                  <a:moveTo>
                    <a:pt x="146685" y="0"/>
                  </a:moveTo>
                  <a:lnTo>
                    <a:pt x="0" y="146685"/>
                  </a:lnTo>
                  <a:lnTo>
                    <a:pt x="8890" y="146685"/>
                  </a:lnTo>
                  <a:lnTo>
                    <a:pt x="146685" y="889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11" name="Google Shape;611;p56">
              <a:extLst>
                <a:ext uri="{FF2B5EF4-FFF2-40B4-BE49-F238E27FC236}">
                  <a16:creationId xmlns:a16="http://schemas.microsoft.com/office/drawing/2014/main" id="{502C8398-D275-3F2E-BB42-8ACBFE8879E2}"/>
                </a:ext>
              </a:extLst>
            </p:cNvPr>
            <p:cNvSpPr/>
            <p:nvPr/>
          </p:nvSpPr>
          <p:spPr>
            <a:xfrm>
              <a:off x="8134350"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12" name="Google Shape;612;p56">
              <a:extLst>
                <a:ext uri="{FF2B5EF4-FFF2-40B4-BE49-F238E27FC236}">
                  <a16:creationId xmlns:a16="http://schemas.microsoft.com/office/drawing/2014/main" id="{A3488A57-B897-8144-4A48-B011DB69B177}"/>
                </a:ext>
              </a:extLst>
            </p:cNvPr>
            <p:cNvSpPr/>
            <p:nvPr/>
          </p:nvSpPr>
          <p:spPr>
            <a:xfrm>
              <a:off x="8255000"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13" name="Google Shape;613;p56">
              <a:extLst>
                <a:ext uri="{FF2B5EF4-FFF2-40B4-BE49-F238E27FC236}">
                  <a16:creationId xmlns:a16="http://schemas.microsoft.com/office/drawing/2014/main" id="{4A926C46-3EAA-69EC-D269-69F1390AA9D3}"/>
                </a:ext>
              </a:extLst>
            </p:cNvPr>
            <p:cNvSpPr/>
            <p:nvPr/>
          </p:nvSpPr>
          <p:spPr>
            <a:xfrm>
              <a:off x="7892415"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14" name="Google Shape;614;p56">
              <a:extLst>
                <a:ext uri="{FF2B5EF4-FFF2-40B4-BE49-F238E27FC236}">
                  <a16:creationId xmlns:a16="http://schemas.microsoft.com/office/drawing/2014/main" id="{65ACA187-9BB1-198B-A542-5EF3A190DE13}"/>
                </a:ext>
              </a:extLst>
            </p:cNvPr>
            <p:cNvSpPr/>
            <p:nvPr/>
          </p:nvSpPr>
          <p:spPr>
            <a:xfrm>
              <a:off x="8801100" y="3879850"/>
              <a:ext cx="25400" cy="25400"/>
            </a:xfrm>
            <a:custGeom>
              <a:avLst/>
              <a:gdLst/>
              <a:ahLst/>
              <a:cxnLst/>
              <a:rect l="l" t="t" r="r" b="b"/>
              <a:pathLst>
                <a:path w="25400" h="25400" extrusionOk="0">
                  <a:moveTo>
                    <a:pt x="25400" y="8890"/>
                  </a:moveTo>
                  <a:lnTo>
                    <a:pt x="25400" y="0"/>
                  </a:lnTo>
                  <a:lnTo>
                    <a:pt x="0" y="25400"/>
                  </a:lnTo>
                  <a:lnTo>
                    <a:pt x="8890" y="2540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15" name="Google Shape;615;p56">
              <a:extLst>
                <a:ext uri="{FF2B5EF4-FFF2-40B4-BE49-F238E27FC236}">
                  <a16:creationId xmlns:a16="http://schemas.microsoft.com/office/drawing/2014/main" id="{11923507-D49D-E20B-3E47-A6529D0CB98A}"/>
                </a:ext>
              </a:extLst>
            </p:cNvPr>
            <p:cNvSpPr/>
            <p:nvPr/>
          </p:nvSpPr>
          <p:spPr>
            <a:xfrm>
              <a:off x="7952740"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16" name="Google Shape;616;p56">
              <a:extLst>
                <a:ext uri="{FF2B5EF4-FFF2-40B4-BE49-F238E27FC236}">
                  <a16:creationId xmlns:a16="http://schemas.microsoft.com/office/drawing/2014/main" id="{6D9FA74C-70E0-B009-2739-F4C9F2B14876}"/>
                </a:ext>
              </a:extLst>
            </p:cNvPr>
            <p:cNvSpPr/>
            <p:nvPr/>
          </p:nvSpPr>
          <p:spPr>
            <a:xfrm>
              <a:off x="8073390"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17" name="Google Shape;617;p56">
              <a:extLst>
                <a:ext uri="{FF2B5EF4-FFF2-40B4-BE49-F238E27FC236}">
                  <a16:creationId xmlns:a16="http://schemas.microsoft.com/office/drawing/2014/main" id="{9474FE68-56FD-560D-F360-548591310A07}"/>
                </a:ext>
              </a:extLst>
            </p:cNvPr>
            <p:cNvSpPr/>
            <p:nvPr/>
          </p:nvSpPr>
          <p:spPr>
            <a:xfrm>
              <a:off x="8013065"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18" name="Google Shape;618;p56">
              <a:extLst>
                <a:ext uri="{FF2B5EF4-FFF2-40B4-BE49-F238E27FC236}">
                  <a16:creationId xmlns:a16="http://schemas.microsoft.com/office/drawing/2014/main" id="{28432DAA-F80D-1C3D-B31B-3126654CAFD5}"/>
                </a:ext>
              </a:extLst>
            </p:cNvPr>
            <p:cNvSpPr/>
            <p:nvPr/>
          </p:nvSpPr>
          <p:spPr>
            <a:xfrm>
              <a:off x="8194675"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19" name="Google Shape;619;p56">
              <a:extLst>
                <a:ext uri="{FF2B5EF4-FFF2-40B4-BE49-F238E27FC236}">
                  <a16:creationId xmlns:a16="http://schemas.microsoft.com/office/drawing/2014/main" id="{4CB1BB83-4C42-287B-8456-C37ADEF917F0}"/>
                </a:ext>
              </a:extLst>
            </p:cNvPr>
            <p:cNvSpPr/>
            <p:nvPr/>
          </p:nvSpPr>
          <p:spPr>
            <a:xfrm>
              <a:off x="7648575"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20" name="Google Shape;620;p56">
              <a:extLst>
                <a:ext uri="{FF2B5EF4-FFF2-40B4-BE49-F238E27FC236}">
                  <a16:creationId xmlns:a16="http://schemas.microsoft.com/office/drawing/2014/main" id="{6FCC93A4-2294-2740-6CCC-F6E64BF39EC0}"/>
                </a:ext>
              </a:extLst>
            </p:cNvPr>
            <p:cNvSpPr/>
            <p:nvPr/>
          </p:nvSpPr>
          <p:spPr>
            <a:xfrm>
              <a:off x="7709534"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21" name="Google Shape;621;p56">
              <a:extLst>
                <a:ext uri="{FF2B5EF4-FFF2-40B4-BE49-F238E27FC236}">
                  <a16:creationId xmlns:a16="http://schemas.microsoft.com/office/drawing/2014/main" id="{E1E39389-6EA1-24E1-BEFA-F288DCB65966}"/>
                </a:ext>
              </a:extLst>
            </p:cNvPr>
            <p:cNvSpPr/>
            <p:nvPr/>
          </p:nvSpPr>
          <p:spPr>
            <a:xfrm>
              <a:off x="8496934" y="3575684"/>
              <a:ext cx="329565" cy="329565"/>
            </a:xfrm>
            <a:custGeom>
              <a:avLst/>
              <a:gdLst/>
              <a:ahLst/>
              <a:cxnLst/>
              <a:rect l="l" t="t" r="r" b="b"/>
              <a:pathLst>
                <a:path w="329565" h="329565" extrusionOk="0">
                  <a:moveTo>
                    <a:pt x="329565" y="0"/>
                  </a:moveTo>
                  <a:lnTo>
                    <a:pt x="0" y="329565"/>
                  </a:lnTo>
                  <a:lnTo>
                    <a:pt x="8890" y="329565"/>
                  </a:lnTo>
                  <a:lnTo>
                    <a:pt x="329565" y="889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22" name="Google Shape;622;p56">
              <a:extLst>
                <a:ext uri="{FF2B5EF4-FFF2-40B4-BE49-F238E27FC236}">
                  <a16:creationId xmlns:a16="http://schemas.microsoft.com/office/drawing/2014/main" id="{63C5A745-ADFE-18B6-B816-2FFBA9C0EC59}"/>
                </a:ext>
              </a:extLst>
            </p:cNvPr>
            <p:cNvSpPr/>
            <p:nvPr/>
          </p:nvSpPr>
          <p:spPr>
            <a:xfrm>
              <a:off x="8436609" y="3515359"/>
              <a:ext cx="389890" cy="389890"/>
            </a:xfrm>
            <a:custGeom>
              <a:avLst/>
              <a:gdLst/>
              <a:ahLst/>
              <a:cxnLst/>
              <a:rect l="l" t="t" r="r" b="b"/>
              <a:pathLst>
                <a:path w="389890" h="389890" extrusionOk="0">
                  <a:moveTo>
                    <a:pt x="389890" y="0"/>
                  </a:moveTo>
                  <a:lnTo>
                    <a:pt x="0" y="389890"/>
                  </a:lnTo>
                  <a:lnTo>
                    <a:pt x="8890" y="389890"/>
                  </a:lnTo>
                  <a:lnTo>
                    <a:pt x="389890" y="889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23" name="Google Shape;623;p56">
              <a:extLst>
                <a:ext uri="{FF2B5EF4-FFF2-40B4-BE49-F238E27FC236}">
                  <a16:creationId xmlns:a16="http://schemas.microsoft.com/office/drawing/2014/main" id="{541652AE-E24A-755A-0F8C-3DF799F9BBFD}"/>
                </a:ext>
              </a:extLst>
            </p:cNvPr>
            <p:cNvSpPr/>
            <p:nvPr/>
          </p:nvSpPr>
          <p:spPr>
            <a:xfrm>
              <a:off x="8376284" y="3455034"/>
              <a:ext cx="450215" cy="450215"/>
            </a:xfrm>
            <a:custGeom>
              <a:avLst/>
              <a:gdLst/>
              <a:ahLst/>
              <a:cxnLst/>
              <a:rect l="l" t="t" r="r" b="b"/>
              <a:pathLst>
                <a:path w="450215" h="450215" extrusionOk="0">
                  <a:moveTo>
                    <a:pt x="450215" y="0"/>
                  </a:moveTo>
                  <a:lnTo>
                    <a:pt x="0" y="450215"/>
                  </a:lnTo>
                  <a:lnTo>
                    <a:pt x="8890" y="450215"/>
                  </a:lnTo>
                  <a:lnTo>
                    <a:pt x="450215" y="889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24" name="Google Shape;624;p56">
              <a:extLst>
                <a:ext uri="{FF2B5EF4-FFF2-40B4-BE49-F238E27FC236}">
                  <a16:creationId xmlns:a16="http://schemas.microsoft.com/office/drawing/2014/main" id="{B97DC0DF-A36C-0898-5D65-4394A120E6C2}"/>
                </a:ext>
              </a:extLst>
            </p:cNvPr>
            <p:cNvSpPr/>
            <p:nvPr/>
          </p:nvSpPr>
          <p:spPr>
            <a:xfrm>
              <a:off x="7832090"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25" name="Google Shape;625;p56">
              <a:extLst>
                <a:ext uri="{FF2B5EF4-FFF2-40B4-BE49-F238E27FC236}">
                  <a16:creationId xmlns:a16="http://schemas.microsoft.com/office/drawing/2014/main" id="{33090FE3-4A9C-37C9-7975-E0A4B5EC73B4}"/>
                </a:ext>
              </a:extLst>
            </p:cNvPr>
            <p:cNvSpPr/>
            <p:nvPr/>
          </p:nvSpPr>
          <p:spPr>
            <a:xfrm>
              <a:off x="8315325" y="3397250"/>
              <a:ext cx="511175" cy="508000"/>
            </a:xfrm>
            <a:custGeom>
              <a:avLst/>
              <a:gdLst/>
              <a:ahLst/>
              <a:cxnLst/>
              <a:rect l="l" t="t" r="r" b="b"/>
              <a:pathLst>
                <a:path w="511175" h="508000" extrusionOk="0">
                  <a:moveTo>
                    <a:pt x="511175" y="0"/>
                  </a:moveTo>
                  <a:lnTo>
                    <a:pt x="508635" y="0"/>
                  </a:lnTo>
                  <a:lnTo>
                    <a:pt x="0" y="508000"/>
                  </a:lnTo>
                  <a:lnTo>
                    <a:pt x="8890" y="508000"/>
                  </a:lnTo>
                  <a:lnTo>
                    <a:pt x="511175" y="635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26" name="Google Shape;626;p56">
              <a:extLst>
                <a:ext uri="{FF2B5EF4-FFF2-40B4-BE49-F238E27FC236}">
                  <a16:creationId xmlns:a16="http://schemas.microsoft.com/office/drawing/2014/main" id="{D54CB9FA-4F9D-52A4-1618-05719CB268C3}"/>
                </a:ext>
              </a:extLst>
            </p:cNvPr>
            <p:cNvSpPr/>
            <p:nvPr/>
          </p:nvSpPr>
          <p:spPr>
            <a:xfrm>
              <a:off x="7771130" y="3397250"/>
              <a:ext cx="517525" cy="508000"/>
            </a:xfrm>
            <a:custGeom>
              <a:avLst/>
              <a:gdLst/>
              <a:ahLst/>
              <a:cxnLst/>
              <a:rect l="l" t="t" r="r" b="b"/>
              <a:pathLst>
                <a:path w="517525" h="508000" extrusionOk="0">
                  <a:moveTo>
                    <a:pt x="508635" y="0"/>
                  </a:moveTo>
                  <a:lnTo>
                    <a:pt x="0" y="508000"/>
                  </a:lnTo>
                  <a:lnTo>
                    <a:pt x="8889"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27" name="Google Shape;627;p56">
              <a:extLst>
                <a:ext uri="{FF2B5EF4-FFF2-40B4-BE49-F238E27FC236}">
                  <a16:creationId xmlns:a16="http://schemas.microsoft.com/office/drawing/2014/main" id="{4F473017-E4E1-8929-AEBE-039CA9D2F5D0}"/>
                </a:ext>
              </a:extLst>
            </p:cNvPr>
            <p:cNvSpPr/>
            <p:nvPr/>
          </p:nvSpPr>
          <p:spPr>
            <a:xfrm>
              <a:off x="5471795" y="3397250"/>
              <a:ext cx="516889" cy="508000"/>
            </a:xfrm>
            <a:custGeom>
              <a:avLst/>
              <a:gdLst/>
              <a:ahLst/>
              <a:cxnLst/>
              <a:rect l="l" t="t" r="r" b="b"/>
              <a:pathLst>
                <a:path w="516889"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28" name="Google Shape;628;p56">
              <a:extLst>
                <a:ext uri="{FF2B5EF4-FFF2-40B4-BE49-F238E27FC236}">
                  <a16:creationId xmlns:a16="http://schemas.microsoft.com/office/drawing/2014/main" id="{38AAF5F7-2F7C-5F06-184B-049FE0500005}"/>
                </a:ext>
              </a:extLst>
            </p:cNvPr>
            <p:cNvSpPr/>
            <p:nvPr/>
          </p:nvSpPr>
          <p:spPr>
            <a:xfrm>
              <a:off x="4745990" y="3397250"/>
              <a:ext cx="516889" cy="508000"/>
            </a:xfrm>
            <a:custGeom>
              <a:avLst/>
              <a:gdLst/>
              <a:ahLst/>
              <a:cxnLst/>
              <a:rect l="l" t="t" r="r" b="b"/>
              <a:pathLst>
                <a:path w="516889"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29" name="Google Shape;629;p56">
              <a:extLst>
                <a:ext uri="{FF2B5EF4-FFF2-40B4-BE49-F238E27FC236}">
                  <a16:creationId xmlns:a16="http://schemas.microsoft.com/office/drawing/2014/main" id="{D142599A-4578-26F1-D34F-93517C10A4F5}"/>
                </a:ext>
              </a:extLst>
            </p:cNvPr>
            <p:cNvSpPr/>
            <p:nvPr/>
          </p:nvSpPr>
          <p:spPr>
            <a:xfrm>
              <a:off x="4201795" y="3397250"/>
              <a:ext cx="516889" cy="508000"/>
            </a:xfrm>
            <a:custGeom>
              <a:avLst/>
              <a:gdLst/>
              <a:ahLst/>
              <a:cxnLst/>
              <a:rect l="l" t="t" r="r" b="b"/>
              <a:pathLst>
                <a:path w="516889"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30" name="Google Shape;630;p56">
              <a:extLst>
                <a:ext uri="{FF2B5EF4-FFF2-40B4-BE49-F238E27FC236}">
                  <a16:creationId xmlns:a16="http://schemas.microsoft.com/office/drawing/2014/main" id="{6E1A18EF-C8A0-D9A4-F912-77EDE978E79D}"/>
                </a:ext>
              </a:extLst>
            </p:cNvPr>
            <p:cNvSpPr/>
            <p:nvPr/>
          </p:nvSpPr>
          <p:spPr>
            <a:xfrm>
              <a:off x="6318250"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31" name="Google Shape;631;p56">
              <a:extLst>
                <a:ext uri="{FF2B5EF4-FFF2-40B4-BE49-F238E27FC236}">
                  <a16:creationId xmlns:a16="http://schemas.microsoft.com/office/drawing/2014/main" id="{81CAB6F8-55B8-FBDE-257E-D477EDC043E5}"/>
                </a:ext>
              </a:extLst>
            </p:cNvPr>
            <p:cNvSpPr/>
            <p:nvPr/>
          </p:nvSpPr>
          <p:spPr>
            <a:xfrm>
              <a:off x="4685665" y="3397250"/>
              <a:ext cx="516889" cy="508000"/>
            </a:xfrm>
            <a:custGeom>
              <a:avLst/>
              <a:gdLst/>
              <a:ahLst/>
              <a:cxnLst/>
              <a:rect l="l" t="t" r="r" b="b"/>
              <a:pathLst>
                <a:path w="516889"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32" name="Google Shape;632;p56">
              <a:extLst>
                <a:ext uri="{FF2B5EF4-FFF2-40B4-BE49-F238E27FC236}">
                  <a16:creationId xmlns:a16="http://schemas.microsoft.com/office/drawing/2014/main" id="{2E7ECA3C-AF41-9C23-76E1-DFF50CB30787}"/>
                </a:ext>
              </a:extLst>
            </p:cNvPr>
            <p:cNvSpPr/>
            <p:nvPr/>
          </p:nvSpPr>
          <p:spPr>
            <a:xfrm>
              <a:off x="5048250"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33" name="Google Shape;633;p56">
              <a:extLst>
                <a:ext uri="{FF2B5EF4-FFF2-40B4-BE49-F238E27FC236}">
                  <a16:creationId xmlns:a16="http://schemas.microsoft.com/office/drawing/2014/main" id="{6C6C3B61-0ACE-A1EA-185C-89E45D25F6BC}"/>
                </a:ext>
              </a:extLst>
            </p:cNvPr>
            <p:cNvSpPr/>
            <p:nvPr/>
          </p:nvSpPr>
          <p:spPr>
            <a:xfrm>
              <a:off x="4987925"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34" name="Google Shape;634;p56">
              <a:extLst>
                <a:ext uri="{FF2B5EF4-FFF2-40B4-BE49-F238E27FC236}">
                  <a16:creationId xmlns:a16="http://schemas.microsoft.com/office/drawing/2014/main" id="{E6075A14-EEF9-976E-0F69-C4DAD301267B}"/>
                </a:ext>
              </a:extLst>
            </p:cNvPr>
            <p:cNvSpPr/>
            <p:nvPr/>
          </p:nvSpPr>
          <p:spPr>
            <a:xfrm>
              <a:off x="4867275"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35" name="Google Shape;635;p56">
              <a:extLst>
                <a:ext uri="{FF2B5EF4-FFF2-40B4-BE49-F238E27FC236}">
                  <a16:creationId xmlns:a16="http://schemas.microsoft.com/office/drawing/2014/main" id="{89874ED2-79E3-D985-5924-D87943649A2E}"/>
                </a:ext>
              </a:extLst>
            </p:cNvPr>
            <p:cNvSpPr/>
            <p:nvPr/>
          </p:nvSpPr>
          <p:spPr>
            <a:xfrm>
              <a:off x="6257925"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36" name="Google Shape;636;p56">
              <a:extLst>
                <a:ext uri="{FF2B5EF4-FFF2-40B4-BE49-F238E27FC236}">
                  <a16:creationId xmlns:a16="http://schemas.microsoft.com/office/drawing/2014/main" id="{1E89ED61-4DAF-CFA1-DAA0-C9F3543E6509}"/>
                </a:ext>
              </a:extLst>
            </p:cNvPr>
            <p:cNvSpPr/>
            <p:nvPr/>
          </p:nvSpPr>
          <p:spPr>
            <a:xfrm>
              <a:off x="4927600"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37" name="Google Shape;637;p56">
              <a:extLst>
                <a:ext uri="{FF2B5EF4-FFF2-40B4-BE49-F238E27FC236}">
                  <a16:creationId xmlns:a16="http://schemas.microsoft.com/office/drawing/2014/main" id="{76A0EE01-8786-19AA-DB93-FD610DF544DE}"/>
                </a:ext>
              </a:extLst>
            </p:cNvPr>
            <p:cNvSpPr/>
            <p:nvPr/>
          </p:nvSpPr>
          <p:spPr>
            <a:xfrm>
              <a:off x="4806315"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38" name="Google Shape;638;p56">
              <a:extLst>
                <a:ext uri="{FF2B5EF4-FFF2-40B4-BE49-F238E27FC236}">
                  <a16:creationId xmlns:a16="http://schemas.microsoft.com/office/drawing/2014/main" id="{0A6A40EB-1C63-A337-2B48-D7F8AC22ACE4}"/>
                </a:ext>
              </a:extLst>
            </p:cNvPr>
            <p:cNvSpPr/>
            <p:nvPr/>
          </p:nvSpPr>
          <p:spPr>
            <a:xfrm>
              <a:off x="4383404"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39" name="Google Shape;639;p56">
              <a:extLst>
                <a:ext uri="{FF2B5EF4-FFF2-40B4-BE49-F238E27FC236}">
                  <a16:creationId xmlns:a16="http://schemas.microsoft.com/office/drawing/2014/main" id="{F85BF67B-4699-AEBE-0971-3870BC02725D}"/>
                </a:ext>
              </a:extLst>
            </p:cNvPr>
            <p:cNvSpPr/>
            <p:nvPr/>
          </p:nvSpPr>
          <p:spPr>
            <a:xfrm>
              <a:off x="4322445"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40" name="Google Shape;640;p56">
              <a:extLst>
                <a:ext uri="{FF2B5EF4-FFF2-40B4-BE49-F238E27FC236}">
                  <a16:creationId xmlns:a16="http://schemas.microsoft.com/office/drawing/2014/main" id="{5FBA7AE2-28C8-A72B-C3E4-58C279B4FDF1}"/>
                </a:ext>
              </a:extLst>
            </p:cNvPr>
            <p:cNvSpPr/>
            <p:nvPr/>
          </p:nvSpPr>
          <p:spPr>
            <a:xfrm>
              <a:off x="4262120"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41" name="Google Shape;641;p56">
              <a:extLst>
                <a:ext uri="{FF2B5EF4-FFF2-40B4-BE49-F238E27FC236}">
                  <a16:creationId xmlns:a16="http://schemas.microsoft.com/office/drawing/2014/main" id="{003D3922-3BB4-ADDF-43F7-91C016A15661}"/>
                </a:ext>
              </a:extLst>
            </p:cNvPr>
            <p:cNvSpPr/>
            <p:nvPr/>
          </p:nvSpPr>
          <p:spPr>
            <a:xfrm>
              <a:off x="6499859"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42" name="Google Shape;642;p56">
              <a:extLst>
                <a:ext uri="{FF2B5EF4-FFF2-40B4-BE49-F238E27FC236}">
                  <a16:creationId xmlns:a16="http://schemas.microsoft.com/office/drawing/2014/main" id="{32BCBE82-A9A5-C530-75F0-D67A98D56D1E}"/>
                </a:ext>
              </a:extLst>
            </p:cNvPr>
            <p:cNvSpPr/>
            <p:nvPr/>
          </p:nvSpPr>
          <p:spPr>
            <a:xfrm>
              <a:off x="6439534"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43" name="Google Shape;643;p56">
              <a:extLst>
                <a:ext uri="{FF2B5EF4-FFF2-40B4-BE49-F238E27FC236}">
                  <a16:creationId xmlns:a16="http://schemas.microsoft.com/office/drawing/2014/main" id="{2EBEE72E-EEDE-539A-4539-1EB554349D5B}"/>
                </a:ext>
              </a:extLst>
            </p:cNvPr>
            <p:cNvSpPr/>
            <p:nvPr/>
          </p:nvSpPr>
          <p:spPr>
            <a:xfrm>
              <a:off x="4564379"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44" name="Google Shape;644;p56">
              <a:extLst>
                <a:ext uri="{FF2B5EF4-FFF2-40B4-BE49-F238E27FC236}">
                  <a16:creationId xmlns:a16="http://schemas.microsoft.com/office/drawing/2014/main" id="{593A6139-B828-02CD-A750-C7250B5798FD}"/>
                </a:ext>
              </a:extLst>
            </p:cNvPr>
            <p:cNvSpPr/>
            <p:nvPr/>
          </p:nvSpPr>
          <p:spPr>
            <a:xfrm>
              <a:off x="6378575"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45" name="Google Shape;645;p56">
              <a:extLst>
                <a:ext uri="{FF2B5EF4-FFF2-40B4-BE49-F238E27FC236}">
                  <a16:creationId xmlns:a16="http://schemas.microsoft.com/office/drawing/2014/main" id="{301C9577-E5F1-469E-1A6F-EE651B10E695}"/>
                </a:ext>
              </a:extLst>
            </p:cNvPr>
            <p:cNvSpPr/>
            <p:nvPr/>
          </p:nvSpPr>
          <p:spPr>
            <a:xfrm>
              <a:off x="4504054"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46" name="Google Shape;646;p56">
              <a:extLst>
                <a:ext uri="{FF2B5EF4-FFF2-40B4-BE49-F238E27FC236}">
                  <a16:creationId xmlns:a16="http://schemas.microsoft.com/office/drawing/2014/main" id="{2F86AE69-83BF-3678-CC7D-1B1E4D95BAFD}"/>
                </a:ext>
              </a:extLst>
            </p:cNvPr>
            <p:cNvSpPr/>
            <p:nvPr/>
          </p:nvSpPr>
          <p:spPr>
            <a:xfrm>
              <a:off x="4443729"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47" name="Google Shape;647;p56">
              <a:extLst>
                <a:ext uri="{FF2B5EF4-FFF2-40B4-BE49-F238E27FC236}">
                  <a16:creationId xmlns:a16="http://schemas.microsoft.com/office/drawing/2014/main" id="{000926D2-F4FB-D994-1A9A-27381CB22DD8}"/>
                </a:ext>
              </a:extLst>
            </p:cNvPr>
            <p:cNvSpPr/>
            <p:nvPr/>
          </p:nvSpPr>
          <p:spPr>
            <a:xfrm>
              <a:off x="4625340" y="3397250"/>
              <a:ext cx="516889" cy="508000"/>
            </a:xfrm>
            <a:custGeom>
              <a:avLst/>
              <a:gdLst/>
              <a:ahLst/>
              <a:cxnLst/>
              <a:rect l="l" t="t" r="r" b="b"/>
              <a:pathLst>
                <a:path w="516889"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48" name="Google Shape;648;p56">
              <a:extLst>
                <a:ext uri="{FF2B5EF4-FFF2-40B4-BE49-F238E27FC236}">
                  <a16:creationId xmlns:a16="http://schemas.microsoft.com/office/drawing/2014/main" id="{83AB8E75-2A29-2361-AF7A-1376E10EB058}"/>
                </a:ext>
              </a:extLst>
            </p:cNvPr>
            <p:cNvSpPr/>
            <p:nvPr/>
          </p:nvSpPr>
          <p:spPr>
            <a:xfrm>
              <a:off x="5653404"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49" name="Google Shape;649;p56">
              <a:extLst>
                <a:ext uri="{FF2B5EF4-FFF2-40B4-BE49-F238E27FC236}">
                  <a16:creationId xmlns:a16="http://schemas.microsoft.com/office/drawing/2014/main" id="{1B2C1366-5ABF-3183-991F-4DAC66CC14B8}"/>
                </a:ext>
              </a:extLst>
            </p:cNvPr>
            <p:cNvSpPr/>
            <p:nvPr/>
          </p:nvSpPr>
          <p:spPr>
            <a:xfrm>
              <a:off x="5713729"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50" name="Google Shape;650;p56">
              <a:extLst>
                <a:ext uri="{FF2B5EF4-FFF2-40B4-BE49-F238E27FC236}">
                  <a16:creationId xmlns:a16="http://schemas.microsoft.com/office/drawing/2014/main" id="{D53C6C17-9CE5-D261-D171-3DC1342A5C5D}"/>
                </a:ext>
              </a:extLst>
            </p:cNvPr>
            <p:cNvSpPr/>
            <p:nvPr/>
          </p:nvSpPr>
          <p:spPr>
            <a:xfrm>
              <a:off x="6015990"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51" name="Google Shape;651;p56">
              <a:extLst>
                <a:ext uri="{FF2B5EF4-FFF2-40B4-BE49-F238E27FC236}">
                  <a16:creationId xmlns:a16="http://schemas.microsoft.com/office/drawing/2014/main" id="{FC8CAB57-B800-3370-140B-E03088D87156}"/>
                </a:ext>
              </a:extLst>
            </p:cNvPr>
            <p:cNvSpPr/>
            <p:nvPr/>
          </p:nvSpPr>
          <p:spPr>
            <a:xfrm>
              <a:off x="5532120" y="3397250"/>
              <a:ext cx="516889" cy="508000"/>
            </a:xfrm>
            <a:custGeom>
              <a:avLst/>
              <a:gdLst/>
              <a:ahLst/>
              <a:cxnLst/>
              <a:rect l="l" t="t" r="r" b="b"/>
              <a:pathLst>
                <a:path w="516889"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52" name="Google Shape;652;p56">
              <a:extLst>
                <a:ext uri="{FF2B5EF4-FFF2-40B4-BE49-F238E27FC236}">
                  <a16:creationId xmlns:a16="http://schemas.microsoft.com/office/drawing/2014/main" id="{BB7F7385-4373-4D73-D95A-11A8D2B30714}"/>
                </a:ext>
              </a:extLst>
            </p:cNvPr>
            <p:cNvSpPr/>
            <p:nvPr/>
          </p:nvSpPr>
          <p:spPr>
            <a:xfrm>
              <a:off x="5592445"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53" name="Google Shape;653;p56">
              <a:extLst>
                <a:ext uri="{FF2B5EF4-FFF2-40B4-BE49-F238E27FC236}">
                  <a16:creationId xmlns:a16="http://schemas.microsoft.com/office/drawing/2014/main" id="{DD0E52B1-8C4B-3184-678A-EEC5C7C41E90}"/>
                </a:ext>
              </a:extLst>
            </p:cNvPr>
            <p:cNvSpPr/>
            <p:nvPr/>
          </p:nvSpPr>
          <p:spPr>
            <a:xfrm>
              <a:off x="5895340" y="3397250"/>
              <a:ext cx="516889" cy="508000"/>
            </a:xfrm>
            <a:custGeom>
              <a:avLst/>
              <a:gdLst/>
              <a:ahLst/>
              <a:cxnLst/>
              <a:rect l="l" t="t" r="r" b="b"/>
              <a:pathLst>
                <a:path w="516889"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54" name="Google Shape;654;p56">
              <a:extLst>
                <a:ext uri="{FF2B5EF4-FFF2-40B4-BE49-F238E27FC236}">
                  <a16:creationId xmlns:a16="http://schemas.microsoft.com/office/drawing/2014/main" id="{898D5B27-2128-554E-9796-56B1708A55DB}"/>
                </a:ext>
              </a:extLst>
            </p:cNvPr>
            <p:cNvSpPr/>
            <p:nvPr/>
          </p:nvSpPr>
          <p:spPr>
            <a:xfrm>
              <a:off x="5955665" y="3397250"/>
              <a:ext cx="516889" cy="508000"/>
            </a:xfrm>
            <a:custGeom>
              <a:avLst/>
              <a:gdLst/>
              <a:ahLst/>
              <a:cxnLst/>
              <a:rect l="l" t="t" r="r" b="b"/>
              <a:pathLst>
                <a:path w="516889"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55" name="Google Shape;655;p56">
              <a:extLst>
                <a:ext uri="{FF2B5EF4-FFF2-40B4-BE49-F238E27FC236}">
                  <a16:creationId xmlns:a16="http://schemas.microsoft.com/office/drawing/2014/main" id="{8CA4F7F1-98B4-DA2F-0220-4F4DFD9FA992}"/>
                </a:ext>
              </a:extLst>
            </p:cNvPr>
            <p:cNvSpPr/>
            <p:nvPr/>
          </p:nvSpPr>
          <p:spPr>
            <a:xfrm>
              <a:off x="5834379"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56" name="Google Shape;656;p56">
              <a:extLst>
                <a:ext uri="{FF2B5EF4-FFF2-40B4-BE49-F238E27FC236}">
                  <a16:creationId xmlns:a16="http://schemas.microsoft.com/office/drawing/2014/main" id="{5BA9AD20-1615-7925-FA67-42C04988A2C2}"/>
                </a:ext>
              </a:extLst>
            </p:cNvPr>
            <p:cNvSpPr/>
            <p:nvPr/>
          </p:nvSpPr>
          <p:spPr>
            <a:xfrm>
              <a:off x="5774054"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57" name="Google Shape;657;p56">
              <a:extLst>
                <a:ext uri="{FF2B5EF4-FFF2-40B4-BE49-F238E27FC236}">
                  <a16:creationId xmlns:a16="http://schemas.microsoft.com/office/drawing/2014/main" id="{C0EB667B-D1A9-C4EC-F1D6-9589CDF2C707}"/>
                </a:ext>
              </a:extLst>
            </p:cNvPr>
            <p:cNvSpPr/>
            <p:nvPr/>
          </p:nvSpPr>
          <p:spPr>
            <a:xfrm>
              <a:off x="5290184"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58" name="Google Shape;658;p56">
              <a:extLst>
                <a:ext uri="{FF2B5EF4-FFF2-40B4-BE49-F238E27FC236}">
                  <a16:creationId xmlns:a16="http://schemas.microsoft.com/office/drawing/2014/main" id="{710842A2-831B-C36F-7FFD-324FAE86B24E}"/>
                </a:ext>
              </a:extLst>
            </p:cNvPr>
            <p:cNvSpPr/>
            <p:nvPr/>
          </p:nvSpPr>
          <p:spPr>
            <a:xfrm>
              <a:off x="5229859"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59" name="Google Shape;659;p56">
              <a:extLst>
                <a:ext uri="{FF2B5EF4-FFF2-40B4-BE49-F238E27FC236}">
                  <a16:creationId xmlns:a16="http://schemas.microsoft.com/office/drawing/2014/main" id="{9B31B91E-58AB-74A3-FC90-B6AA2EA9FF08}"/>
                </a:ext>
              </a:extLst>
            </p:cNvPr>
            <p:cNvSpPr/>
            <p:nvPr/>
          </p:nvSpPr>
          <p:spPr>
            <a:xfrm>
              <a:off x="5108575"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60" name="Google Shape;660;p56">
              <a:extLst>
                <a:ext uri="{FF2B5EF4-FFF2-40B4-BE49-F238E27FC236}">
                  <a16:creationId xmlns:a16="http://schemas.microsoft.com/office/drawing/2014/main" id="{0BDE7CCA-6B1E-B51D-1D04-B75445E1722C}"/>
                </a:ext>
              </a:extLst>
            </p:cNvPr>
            <p:cNvSpPr/>
            <p:nvPr/>
          </p:nvSpPr>
          <p:spPr>
            <a:xfrm>
              <a:off x="5169534"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61" name="Google Shape;661;p56">
              <a:extLst>
                <a:ext uri="{FF2B5EF4-FFF2-40B4-BE49-F238E27FC236}">
                  <a16:creationId xmlns:a16="http://schemas.microsoft.com/office/drawing/2014/main" id="{04A8671B-B1B8-D884-7408-3628A49F8774}"/>
                </a:ext>
              </a:extLst>
            </p:cNvPr>
            <p:cNvSpPr/>
            <p:nvPr/>
          </p:nvSpPr>
          <p:spPr>
            <a:xfrm>
              <a:off x="6197600"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62" name="Google Shape;662;p56">
              <a:extLst>
                <a:ext uri="{FF2B5EF4-FFF2-40B4-BE49-F238E27FC236}">
                  <a16:creationId xmlns:a16="http://schemas.microsoft.com/office/drawing/2014/main" id="{C7CC85F9-788C-1259-DAB7-368453744331}"/>
                </a:ext>
              </a:extLst>
            </p:cNvPr>
            <p:cNvSpPr/>
            <p:nvPr/>
          </p:nvSpPr>
          <p:spPr>
            <a:xfrm>
              <a:off x="5350509"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63" name="Google Shape;663;p56">
              <a:extLst>
                <a:ext uri="{FF2B5EF4-FFF2-40B4-BE49-F238E27FC236}">
                  <a16:creationId xmlns:a16="http://schemas.microsoft.com/office/drawing/2014/main" id="{E7470B75-88E1-BB36-FAAF-23CB969BBCBF}"/>
                </a:ext>
              </a:extLst>
            </p:cNvPr>
            <p:cNvSpPr/>
            <p:nvPr/>
          </p:nvSpPr>
          <p:spPr>
            <a:xfrm>
              <a:off x="5411470" y="3397250"/>
              <a:ext cx="516889" cy="508000"/>
            </a:xfrm>
            <a:custGeom>
              <a:avLst/>
              <a:gdLst/>
              <a:ahLst/>
              <a:cxnLst/>
              <a:rect l="l" t="t" r="r" b="b"/>
              <a:pathLst>
                <a:path w="516889"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64" name="Google Shape;664;p56">
              <a:extLst>
                <a:ext uri="{FF2B5EF4-FFF2-40B4-BE49-F238E27FC236}">
                  <a16:creationId xmlns:a16="http://schemas.microsoft.com/office/drawing/2014/main" id="{27BDABA5-5BEE-8266-24B5-359D3772A9F9}"/>
                </a:ext>
              </a:extLst>
            </p:cNvPr>
            <p:cNvSpPr/>
            <p:nvPr/>
          </p:nvSpPr>
          <p:spPr>
            <a:xfrm>
              <a:off x="6136640"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65" name="Google Shape;665;p56">
              <a:extLst>
                <a:ext uri="{FF2B5EF4-FFF2-40B4-BE49-F238E27FC236}">
                  <a16:creationId xmlns:a16="http://schemas.microsoft.com/office/drawing/2014/main" id="{A5DD4D18-DAE3-BA55-4930-A45BC9E4DC76}"/>
                </a:ext>
              </a:extLst>
            </p:cNvPr>
            <p:cNvSpPr/>
            <p:nvPr/>
          </p:nvSpPr>
          <p:spPr>
            <a:xfrm>
              <a:off x="6076315"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66" name="Google Shape;666;p56">
              <a:extLst>
                <a:ext uri="{FF2B5EF4-FFF2-40B4-BE49-F238E27FC236}">
                  <a16:creationId xmlns:a16="http://schemas.microsoft.com/office/drawing/2014/main" id="{B94ADF93-A925-215E-B694-2C0105C53828}"/>
                </a:ext>
              </a:extLst>
            </p:cNvPr>
            <p:cNvSpPr/>
            <p:nvPr/>
          </p:nvSpPr>
          <p:spPr>
            <a:xfrm>
              <a:off x="6802119"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67" name="Google Shape;667;p56">
              <a:extLst>
                <a:ext uri="{FF2B5EF4-FFF2-40B4-BE49-F238E27FC236}">
                  <a16:creationId xmlns:a16="http://schemas.microsoft.com/office/drawing/2014/main" id="{8222040D-6E6E-BD59-77F5-D19A6177C421}"/>
                </a:ext>
              </a:extLst>
            </p:cNvPr>
            <p:cNvSpPr/>
            <p:nvPr/>
          </p:nvSpPr>
          <p:spPr>
            <a:xfrm>
              <a:off x="3365500" y="3397250"/>
              <a:ext cx="144145" cy="144145"/>
            </a:xfrm>
            <a:custGeom>
              <a:avLst/>
              <a:gdLst/>
              <a:ahLst/>
              <a:cxnLst/>
              <a:rect l="l" t="t" r="r" b="b"/>
              <a:pathLst>
                <a:path w="144145" h="144145" extrusionOk="0">
                  <a:moveTo>
                    <a:pt x="135255" y="0"/>
                  </a:moveTo>
                  <a:lnTo>
                    <a:pt x="0" y="135255"/>
                  </a:lnTo>
                  <a:lnTo>
                    <a:pt x="0" y="144145"/>
                  </a:lnTo>
                  <a:lnTo>
                    <a:pt x="14414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68" name="Google Shape;668;p56">
              <a:extLst>
                <a:ext uri="{FF2B5EF4-FFF2-40B4-BE49-F238E27FC236}">
                  <a16:creationId xmlns:a16="http://schemas.microsoft.com/office/drawing/2014/main" id="{B4AD7B98-33FA-8ED7-765A-CDF7EE6F2BA1}"/>
                </a:ext>
              </a:extLst>
            </p:cNvPr>
            <p:cNvSpPr/>
            <p:nvPr/>
          </p:nvSpPr>
          <p:spPr>
            <a:xfrm>
              <a:off x="6922769" y="3397250"/>
              <a:ext cx="517525" cy="508000"/>
            </a:xfrm>
            <a:custGeom>
              <a:avLst/>
              <a:gdLst/>
              <a:ahLst/>
              <a:cxnLst/>
              <a:rect l="l" t="t" r="r" b="b"/>
              <a:pathLst>
                <a:path w="517525" h="508000" extrusionOk="0">
                  <a:moveTo>
                    <a:pt x="508636"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69" name="Google Shape;669;p56">
              <a:extLst>
                <a:ext uri="{FF2B5EF4-FFF2-40B4-BE49-F238E27FC236}">
                  <a16:creationId xmlns:a16="http://schemas.microsoft.com/office/drawing/2014/main" id="{B5ACDB6F-284D-5A3B-C3BB-74E963BEE35C}"/>
                </a:ext>
              </a:extLst>
            </p:cNvPr>
            <p:cNvSpPr/>
            <p:nvPr/>
          </p:nvSpPr>
          <p:spPr>
            <a:xfrm>
              <a:off x="3365500" y="3397250"/>
              <a:ext cx="83184" cy="83184"/>
            </a:xfrm>
            <a:custGeom>
              <a:avLst/>
              <a:gdLst/>
              <a:ahLst/>
              <a:cxnLst/>
              <a:rect l="l" t="t" r="r" b="b"/>
              <a:pathLst>
                <a:path w="83184" h="83184" extrusionOk="0">
                  <a:moveTo>
                    <a:pt x="74295" y="0"/>
                  </a:moveTo>
                  <a:lnTo>
                    <a:pt x="0" y="74295"/>
                  </a:lnTo>
                  <a:lnTo>
                    <a:pt x="0" y="83185"/>
                  </a:lnTo>
                  <a:lnTo>
                    <a:pt x="8318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70" name="Google Shape;670;p56">
              <a:extLst>
                <a:ext uri="{FF2B5EF4-FFF2-40B4-BE49-F238E27FC236}">
                  <a16:creationId xmlns:a16="http://schemas.microsoft.com/office/drawing/2014/main" id="{42E3C9B9-D3E6-FE41-9EB9-8CA4752A48FA}"/>
                </a:ext>
              </a:extLst>
            </p:cNvPr>
            <p:cNvSpPr/>
            <p:nvPr/>
          </p:nvSpPr>
          <p:spPr>
            <a:xfrm>
              <a:off x="3365500" y="3397250"/>
              <a:ext cx="204470" cy="204470"/>
            </a:xfrm>
            <a:custGeom>
              <a:avLst/>
              <a:gdLst/>
              <a:ahLst/>
              <a:cxnLst/>
              <a:rect l="l" t="t" r="r" b="b"/>
              <a:pathLst>
                <a:path w="204470" h="204470" extrusionOk="0">
                  <a:moveTo>
                    <a:pt x="195580" y="0"/>
                  </a:moveTo>
                  <a:lnTo>
                    <a:pt x="0" y="195580"/>
                  </a:lnTo>
                  <a:lnTo>
                    <a:pt x="0" y="204470"/>
                  </a:lnTo>
                  <a:lnTo>
                    <a:pt x="20447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71" name="Google Shape;671;p56">
              <a:extLst>
                <a:ext uri="{FF2B5EF4-FFF2-40B4-BE49-F238E27FC236}">
                  <a16:creationId xmlns:a16="http://schemas.microsoft.com/office/drawing/2014/main" id="{6E4AF5DF-FC98-A02B-B02D-EEDB0AE66163}"/>
                </a:ext>
              </a:extLst>
            </p:cNvPr>
            <p:cNvSpPr/>
            <p:nvPr/>
          </p:nvSpPr>
          <p:spPr>
            <a:xfrm>
              <a:off x="3365500" y="3397250"/>
              <a:ext cx="325120" cy="325120"/>
            </a:xfrm>
            <a:custGeom>
              <a:avLst/>
              <a:gdLst/>
              <a:ahLst/>
              <a:cxnLst/>
              <a:rect l="l" t="t" r="r" b="b"/>
              <a:pathLst>
                <a:path w="325120" h="325120" extrusionOk="0">
                  <a:moveTo>
                    <a:pt x="316230" y="0"/>
                  </a:moveTo>
                  <a:lnTo>
                    <a:pt x="0" y="316230"/>
                  </a:lnTo>
                  <a:lnTo>
                    <a:pt x="0" y="325120"/>
                  </a:lnTo>
                  <a:lnTo>
                    <a:pt x="32512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72" name="Google Shape;672;p56">
              <a:extLst>
                <a:ext uri="{FF2B5EF4-FFF2-40B4-BE49-F238E27FC236}">
                  <a16:creationId xmlns:a16="http://schemas.microsoft.com/office/drawing/2014/main" id="{0AFA067F-45D9-68FD-61CA-42D7C0040B6D}"/>
                </a:ext>
              </a:extLst>
            </p:cNvPr>
            <p:cNvSpPr/>
            <p:nvPr/>
          </p:nvSpPr>
          <p:spPr>
            <a:xfrm>
              <a:off x="3365500" y="3397250"/>
              <a:ext cx="22859" cy="22859"/>
            </a:xfrm>
            <a:custGeom>
              <a:avLst/>
              <a:gdLst/>
              <a:ahLst/>
              <a:cxnLst/>
              <a:rect l="l" t="t" r="r" b="b"/>
              <a:pathLst>
                <a:path w="22859" h="22859" extrusionOk="0">
                  <a:moveTo>
                    <a:pt x="13970" y="0"/>
                  </a:moveTo>
                  <a:lnTo>
                    <a:pt x="0" y="13970"/>
                  </a:lnTo>
                  <a:lnTo>
                    <a:pt x="0" y="22860"/>
                  </a:lnTo>
                  <a:lnTo>
                    <a:pt x="2286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73" name="Google Shape;673;p56">
              <a:extLst>
                <a:ext uri="{FF2B5EF4-FFF2-40B4-BE49-F238E27FC236}">
                  <a16:creationId xmlns:a16="http://schemas.microsoft.com/office/drawing/2014/main" id="{76A86FE0-4CA6-D489-4E02-C15666274B3B}"/>
                </a:ext>
              </a:extLst>
            </p:cNvPr>
            <p:cNvSpPr/>
            <p:nvPr/>
          </p:nvSpPr>
          <p:spPr>
            <a:xfrm>
              <a:off x="3365500" y="3397250"/>
              <a:ext cx="386079" cy="385445"/>
            </a:xfrm>
            <a:custGeom>
              <a:avLst/>
              <a:gdLst/>
              <a:ahLst/>
              <a:cxnLst/>
              <a:rect l="l" t="t" r="r" b="b"/>
              <a:pathLst>
                <a:path w="386079" h="385445" extrusionOk="0">
                  <a:moveTo>
                    <a:pt x="377190" y="0"/>
                  </a:moveTo>
                  <a:lnTo>
                    <a:pt x="0" y="376555"/>
                  </a:lnTo>
                  <a:lnTo>
                    <a:pt x="0" y="385445"/>
                  </a:lnTo>
                  <a:lnTo>
                    <a:pt x="38608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74" name="Google Shape;674;p56">
              <a:extLst>
                <a:ext uri="{FF2B5EF4-FFF2-40B4-BE49-F238E27FC236}">
                  <a16:creationId xmlns:a16="http://schemas.microsoft.com/office/drawing/2014/main" id="{2D08D180-C1D8-C581-A8C7-E0548BF0208D}"/>
                </a:ext>
              </a:extLst>
            </p:cNvPr>
            <p:cNvSpPr/>
            <p:nvPr/>
          </p:nvSpPr>
          <p:spPr>
            <a:xfrm>
              <a:off x="6862444" y="3397250"/>
              <a:ext cx="517525" cy="508000"/>
            </a:xfrm>
            <a:custGeom>
              <a:avLst/>
              <a:gdLst/>
              <a:ahLst/>
              <a:cxnLst/>
              <a:rect l="l" t="t" r="r" b="b"/>
              <a:pathLst>
                <a:path w="517525" h="508000" extrusionOk="0">
                  <a:moveTo>
                    <a:pt x="508636"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75" name="Google Shape;675;p56">
              <a:extLst>
                <a:ext uri="{FF2B5EF4-FFF2-40B4-BE49-F238E27FC236}">
                  <a16:creationId xmlns:a16="http://schemas.microsoft.com/office/drawing/2014/main" id="{64032DDB-716E-25DB-4E6E-B9B885007114}"/>
                </a:ext>
              </a:extLst>
            </p:cNvPr>
            <p:cNvSpPr/>
            <p:nvPr/>
          </p:nvSpPr>
          <p:spPr>
            <a:xfrm>
              <a:off x="3365500" y="3397250"/>
              <a:ext cx="264795" cy="264795"/>
            </a:xfrm>
            <a:custGeom>
              <a:avLst/>
              <a:gdLst/>
              <a:ahLst/>
              <a:cxnLst/>
              <a:rect l="l" t="t" r="r" b="b"/>
              <a:pathLst>
                <a:path w="264795" h="264795" extrusionOk="0">
                  <a:moveTo>
                    <a:pt x="255905" y="0"/>
                  </a:moveTo>
                  <a:lnTo>
                    <a:pt x="0" y="255905"/>
                  </a:lnTo>
                  <a:lnTo>
                    <a:pt x="0" y="264795"/>
                  </a:lnTo>
                  <a:lnTo>
                    <a:pt x="26479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76" name="Google Shape;676;p56">
              <a:extLst>
                <a:ext uri="{FF2B5EF4-FFF2-40B4-BE49-F238E27FC236}">
                  <a16:creationId xmlns:a16="http://schemas.microsoft.com/office/drawing/2014/main" id="{92E83500-B352-2844-9C35-7E20C40D2586}"/>
                </a:ext>
              </a:extLst>
            </p:cNvPr>
            <p:cNvSpPr/>
            <p:nvPr/>
          </p:nvSpPr>
          <p:spPr>
            <a:xfrm>
              <a:off x="3365500" y="3397250"/>
              <a:ext cx="446404" cy="445770"/>
            </a:xfrm>
            <a:custGeom>
              <a:avLst/>
              <a:gdLst/>
              <a:ahLst/>
              <a:cxnLst/>
              <a:rect l="l" t="t" r="r" b="b"/>
              <a:pathLst>
                <a:path w="446404" h="445770" extrusionOk="0">
                  <a:moveTo>
                    <a:pt x="437515" y="0"/>
                  </a:moveTo>
                  <a:lnTo>
                    <a:pt x="0" y="436880"/>
                  </a:lnTo>
                  <a:lnTo>
                    <a:pt x="0" y="445770"/>
                  </a:lnTo>
                  <a:lnTo>
                    <a:pt x="44640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77" name="Google Shape;677;p56">
              <a:extLst>
                <a:ext uri="{FF2B5EF4-FFF2-40B4-BE49-F238E27FC236}">
                  <a16:creationId xmlns:a16="http://schemas.microsoft.com/office/drawing/2014/main" id="{EEFBBC79-A965-151D-3C4B-DD1D044C1963}"/>
                </a:ext>
              </a:extLst>
            </p:cNvPr>
            <p:cNvSpPr/>
            <p:nvPr/>
          </p:nvSpPr>
          <p:spPr>
            <a:xfrm>
              <a:off x="7225665"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78" name="Google Shape;678;p56">
              <a:extLst>
                <a:ext uri="{FF2B5EF4-FFF2-40B4-BE49-F238E27FC236}">
                  <a16:creationId xmlns:a16="http://schemas.microsoft.com/office/drawing/2014/main" id="{4D614F17-B04B-E1F6-8DD4-0F34C01B36BA}"/>
                </a:ext>
              </a:extLst>
            </p:cNvPr>
            <p:cNvSpPr/>
            <p:nvPr/>
          </p:nvSpPr>
          <p:spPr>
            <a:xfrm>
              <a:off x="7346315"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79" name="Google Shape;679;p56">
              <a:extLst>
                <a:ext uri="{FF2B5EF4-FFF2-40B4-BE49-F238E27FC236}">
                  <a16:creationId xmlns:a16="http://schemas.microsoft.com/office/drawing/2014/main" id="{17C4767A-AAB4-B489-B93D-D2AEE78CB4E0}"/>
                </a:ext>
              </a:extLst>
            </p:cNvPr>
            <p:cNvSpPr/>
            <p:nvPr/>
          </p:nvSpPr>
          <p:spPr>
            <a:xfrm>
              <a:off x="7285990"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80" name="Google Shape;680;p56">
              <a:extLst>
                <a:ext uri="{FF2B5EF4-FFF2-40B4-BE49-F238E27FC236}">
                  <a16:creationId xmlns:a16="http://schemas.microsoft.com/office/drawing/2014/main" id="{0EB527DA-06C2-6756-ACF0-0B15E61D7A89}"/>
                </a:ext>
              </a:extLst>
            </p:cNvPr>
            <p:cNvSpPr/>
            <p:nvPr/>
          </p:nvSpPr>
          <p:spPr>
            <a:xfrm>
              <a:off x="7406640"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81" name="Google Shape;681;p56">
              <a:extLst>
                <a:ext uri="{FF2B5EF4-FFF2-40B4-BE49-F238E27FC236}">
                  <a16:creationId xmlns:a16="http://schemas.microsoft.com/office/drawing/2014/main" id="{AA6B36A7-A24E-4168-FC26-A74370DB3708}"/>
                </a:ext>
              </a:extLst>
            </p:cNvPr>
            <p:cNvSpPr/>
            <p:nvPr/>
          </p:nvSpPr>
          <p:spPr>
            <a:xfrm>
              <a:off x="4141470" y="3397250"/>
              <a:ext cx="516889" cy="508000"/>
            </a:xfrm>
            <a:custGeom>
              <a:avLst/>
              <a:gdLst/>
              <a:ahLst/>
              <a:cxnLst/>
              <a:rect l="l" t="t" r="r" b="b"/>
              <a:pathLst>
                <a:path w="516889"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82" name="Google Shape;682;p56">
              <a:extLst>
                <a:ext uri="{FF2B5EF4-FFF2-40B4-BE49-F238E27FC236}">
                  <a16:creationId xmlns:a16="http://schemas.microsoft.com/office/drawing/2014/main" id="{4F64656D-62DF-3FF2-01C9-710BC798F8A3}"/>
                </a:ext>
              </a:extLst>
            </p:cNvPr>
            <p:cNvSpPr/>
            <p:nvPr/>
          </p:nvSpPr>
          <p:spPr>
            <a:xfrm>
              <a:off x="7164705" y="3397250"/>
              <a:ext cx="517525" cy="508000"/>
            </a:xfrm>
            <a:custGeom>
              <a:avLst/>
              <a:gdLst/>
              <a:ahLst/>
              <a:cxnLst/>
              <a:rect l="l" t="t" r="r" b="b"/>
              <a:pathLst>
                <a:path w="517525" h="508000" extrusionOk="0">
                  <a:moveTo>
                    <a:pt x="508635" y="0"/>
                  </a:moveTo>
                  <a:lnTo>
                    <a:pt x="0" y="508000"/>
                  </a:lnTo>
                  <a:lnTo>
                    <a:pt x="8889"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83" name="Google Shape;683;p56">
              <a:extLst>
                <a:ext uri="{FF2B5EF4-FFF2-40B4-BE49-F238E27FC236}">
                  <a16:creationId xmlns:a16="http://schemas.microsoft.com/office/drawing/2014/main" id="{F37321EB-04A5-88A8-BCF3-09E24F208245}"/>
                </a:ext>
              </a:extLst>
            </p:cNvPr>
            <p:cNvSpPr/>
            <p:nvPr/>
          </p:nvSpPr>
          <p:spPr>
            <a:xfrm>
              <a:off x="6983730" y="3397250"/>
              <a:ext cx="516889" cy="508000"/>
            </a:xfrm>
            <a:custGeom>
              <a:avLst/>
              <a:gdLst/>
              <a:ahLst/>
              <a:cxnLst/>
              <a:rect l="l" t="t" r="r" b="b"/>
              <a:pathLst>
                <a:path w="516889" h="508000" extrusionOk="0">
                  <a:moveTo>
                    <a:pt x="508000" y="0"/>
                  </a:moveTo>
                  <a:lnTo>
                    <a:pt x="0" y="508000"/>
                  </a:lnTo>
                  <a:lnTo>
                    <a:pt x="8889" y="508000"/>
                  </a:lnTo>
                  <a:lnTo>
                    <a:pt x="516889"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84" name="Google Shape;684;p56">
              <a:extLst>
                <a:ext uri="{FF2B5EF4-FFF2-40B4-BE49-F238E27FC236}">
                  <a16:creationId xmlns:a16="http://schemas.microsoft.com/office/drawing/2014/main" id="{4242D8C9-A413-E038-A793-FED7964045BD}"/>
                </a:ext>
              </a:extLst>
            </p:cNvPr>
            <p:cNvSpPr/>
            <p:nvPr/>
          </p:nvSpPr>
          <p:spPr>
            <a:xfrm>
              <a:off x="7104380" y="3397250"/>
              <a:ext cx="517525" cy="508000"/>
            </a:xfrm>
            <a:custGeom>
              <a:avLst/>
              <a:gdLst/>
              <a:ahLst/>
              <a:cxnLst/>
              <a:rect l="l" t="t" r="r" b="b"/>
              <a:pathLst>
                <a:path w="517525" h="508000" extrusionOk="0">
                  <a:moveTo>
                    <a:pt x="508635" y="0"/>
                  </a:moveTo>
                  <a:lnTo>
                    <a:pt x="0" y="508000"/>
                  </a:lnTo>
                  <a:lnTo>
                    <a:pt x="8889"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85" name="Google Shape;685;p56">
              <a:extLst>
                <a:ext uri="{FF2B5EF4-FFF2-40B4-BE49-F238E27FC236}">
                  <a16:creationId xmlns:a16="http://schemas.microsoft.com/office/drawing/2014/main" id="{9DD6C42E-B4F1-17AD-686A-38D8E40D7F23}"/>
                </a:ext>
              </a:extLst>
            </p:cNvPr>
            <p:cNvSpPr/>
            <p:nvPr/>
          </p:nvSpPr>
          <p:spPr>
            <a:xfrm>
              <a:off x="7044055" y="3397250"/>
              <a:ext cx="516889" cy="508000"/>
            </a:xfrm>
            <a:custGeom>
              <a:avLst/>
              <a:gdLst/>
              <a:ahLst/>
              <a:cxnLst/>
              <a:rect l="l" t="t" r="r" b="b"/>
              <a:pathLst>
                <a:path w="516889" h="508000" extrusionOk="0">
                  <a:moveTo>
                    <a:pt x="508000" y="0"/>
                  </a:moveTo>
                  <a:lnTo>
                    <a:pt x="0" y="508000"/>
                  </a:lnTo>
                  <a:lnTo>
                    <a:pt x="8889" y="508000"/>
                  </a:lnTo>
                  <a:lnTo>
                    <a:pt x="516889"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86" name="Google Shape;686;p56">
              <a:extLst>
                <a:ext uri="{FF2B5EF4-FFF2-40B4-BE49-F238E27FC236}">
                  <a16:creationId xmlns:a16="http://schemas.microsoft.com/office/drawing/2014/main" id="{DBF029EB-BBA9-6FC0-0BB1-DB7A97627B7C}"/>
                </a:ext>
              </a:extLst>
            </p:cNvPr>
            <p:cNvSpPr/>
            <p:nvPr/>
          </p:nvSpPr>
          <p:spPr>
            <a:xfrm>
              <a:off x="3717925"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87" name="Google Shape;687;p56">
              <a:extLst>
                <a:ext uri="{FF2B5EF4-FFF2-40B4-BE49-F238E27FC236}">
                  <a16:creationId xmlns:a16="http://schemas.microsoft.com/office/drawing/2014/main" id="{0AD80E7D-9956-429F-2216-17471625FC09}"/>
                </a:ext>
              </a:extLst>
            </p:cNvPr>
            <p:cNvSpPr/>
            <p:nvPr/>
          </p:nvSpPr>
          <p:spPr>
            <a:xfrm>
              <a:off x="3899534"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88" name="Google Shape;688;p56">
              <a:extLst>
                <a:ext uri="{FF2B5EF4-FFF2-40B4-BE49-F238E27FC236}">
                  <a16:creationId xmlns:a16="http://schemas.microsoft.com/office/drawing/2014/main" id="{35179941-0AAE-A1A1-6130-CEEFEBBBDD8F}"/>
                </a:ext>
              </a:extLst>
            </p:cNvPr>
            <p:cNvSpPr/>
            <p:nvPr/>
          </p:nvSpPr>
          <p:spPr>
            <a:xfrm>
              <a:off x="6620509"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89" name="Google Shape;689;p56">
              <a:extLst>
                <a:ext uri="{FF2B5EF4-FFF2-40B4-BE49-F238E27FC236}">
                  <a16:creationId xmlns:a16="http://schemas.microsoft.com/office/drawing/2014/main" id="{83F6147E-3495-BEC9-078B-F9CA0F707252}"/>
                </a:ext>
              </a:extLst>
            </p:cNvPr>
            <p:cNvSpPr/>
            <p:nvPr/>
          </p:nvSpPr>
          <p:spPr>
            <a:xfrm>
              <a:off x="3778250"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90" name="Google Shape;690;p56">
              <a:extLst>
                <a:ext uri="{FF2B5EF4-FFF2-40B4-BE49-F238E27FC236}">
                  <a16:creationId xmlns:a16="http://schemas.microsoft.com/office/drawing/2014/main" id="{5C29924B-D9A2-5CEC-706A-D91902BC66D9}"/>
                </a:ext>
              </a:extLst>
            </p:cNvPr>
            <p:cNvSpPr/>
            <p:nvPr/>
          </p:nvSpPr>
          <p:spPr>
            <a:xfrm>
              <a:off x="3839209"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91" name="Google Shape;691;p56">
              <a:extLst>
                <a:ext uri="{FF2B5EF4-FFF2-40B4-BE49-F238E27FC236}">
                  <a16:creationId xmlns:a16="http://schemas.microsoft.com/office/drawing/2014/main" id="{90E48370-E121-A8DA-6E48-B32FDDB35B3B}"/>
                </a:ext>
              </a:extLst>
            </p:cNvPr>
            <p:cNvSpPr/>
            <p:nvPr/>
          </p:nvSpPr>
          <p:spPr>
            <a:xfrm>
              <a:off x="4081145" y="3397250"/>
              <a:ext cx="516889" cy="508000"/>
            </a:xfrm>
            <a:custGeom>
              <a:avLst/>
              <a:gdLst/>
              <a:ahLst/>
              <a:cxnLst/>
              <a:rect l="l" t="t" r="r" b="b"/>
              <a:pathLst>
                <a:path w="516889"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92" name="Google Shape;692;p56">
              <a:extLst>
                <a:ext uri="{FF2B5EF4-FFF2-40B4-BE49-F238E27FC236}">
                  <a16:creationId xmlns:a16="http://schemas.microsoft.com/office/drawing/2014/main" id="{53AA63E4-81F5-9C5E-05F8-0354217B527D}"/>
                </a:ext>
              </a:extLst>
            </p:cNvPr>
            <p:cNvSpPr/>
            <p:nvPr/>
          </p:nvSpPr>
          <p:spPr>
            <a:xfrm>
              <a:off x="6560184"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93" name="Google Shape;693;p56">
              <a:extLst>
                <a:ext uri="{FF2B5EF4-FFF2-40B4-BE49-F238E27FC236}">
                  <a16:creationId xmlns:a16="http://schemas.microsoft.com/office/drawing/2014/main" id="{D4414952-EE93-79A1-A523-E3E82E53538C}"/>
                </a:ext>
              </a:extLst>
            </p:cNvPr>
            <p:cNvSpPr/>
            <p:nvPr/>
          </p:nvSpPr>
          <p:spPr>
            <a:xfrm>
              <a:off x="3959859"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94" name="Google Shape;694;p56">
              <a:extLst>
                <a:ext uri="{FF2B5EF4-FFF2-40B4-BE49-F238E27FC236}">
                  <a16:creationId xmlns:a16="http://schemas.microsoft.com/office/drawing/2014/main" id="{51A06913-8955-6EBF-0B64-1F12A4622239}"/>
                </a:ext>
              </a:extLst>
            </p:cNvPr>
            <p:cNvSpPr/>
            <p:nvPr/>
          </p:nvSpPr>
          <p:spPr>
            <a:xfrm>
              <a:off x="4020184"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95" name="Google Shape;695;p56">
              <a:extLst>
                <a:ext uri="{FF2B5EF4-FFF2-40B4-BE49-F238E27FC236}">
                  <a16:creationId xmlns:a16="http://schemas.microsoft.com/office/drawing/2014/main" id="{9ADF1E64-548F-CE52-CF72-F830D297AFC0}"/>
                </a:ext>
              </a:extLst>
            </p:cNvPr>
            <p:cNvSpPr/>
            <p:nvPr/>
          </p:nvSpPr>
          <p:spPr>
            <a:xfrm>
              <a:off x="7467600"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96" name="Google Shape;696;p56">
              <a:extLst>
                <a:ext uri="{FF2B5EF4-FFF2-40B4-BE49-F238E27FC236}">
                  <a16:creationId xmlns:a16="http://schemas.microsoft.com/office/drawing/2014/main" id="{94FDAB55-F910-D637-2A95-D8BF12DA1C52}"/>
                </a:ext>
              </a:extLst>
            </p:cNvPr>
            <p:cNvSpPr/>
            <p:nvPr/>
          </p:nvSpPr>
          <p:spPr>
            <a:xfrm>
              <a:off x="3475990"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97" name="Google Shape;697;p56">
              <a:extLst>
                <a:ext uri="{FF2B5EF4-FFF2-40B4-BE49-F238E27FC236}">
                  <a16:creationId xmlns:a16="http://schemas.microsoft.com/office/drawing/2014/main" id="{154CD085-A272-4AE2-22D1-CE291741618C}"/>
                </a:ext>
              </a:extLst>
            </p:cNvPr>
            <p:cNvSpPr/>
            <p:nvPr/>
          </p:nvSpPr>
          <p:spPr>
            <a:xfrm>
              <a:off x="6741794"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98" name="Google Shape;698;p56">
              <a:extLst>
                <a:ext uri="{FF2B5EF4-FFF2-40B4-BE49-F238E27FC236}">
                  <a16:creationId xmlns:a16="http://schemas.microsoft.com/office/drawing/2014/main" id="{8FC9F904-3FFD-5F9F-FFCD-83C1EC3C3F65}"/>
                </a:ext>
              </a:extLst>
            </p:cNvPr>
            <p:cNvSpPr/>
            <p:nvPr/>
          </p:nvSpPr>
          <p:spPr>
            <a:xfrm>
              <a:off x="6681469"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699" name="Google Shape;699;p56">
              <a:extLst>
                <a:ext uri="{FF2B5EF4-FFF2-40B4-BE49-F238E27FC236}">
                  <a16:creationId xmlns:a16="http://schemas.microsoft.com/office/drawing/2014/main" id="{0CD22E4C-7570-EADD-4B7A-E1851A8B2C78}"/>
                </a:ext>
              </a:extLst>
            </p:cNvPr>
            <p:cNvSpPr/>
            <p:nvPr/>
          </p:nvSpPr>
          <p:spPr>
            <a:xfrm>
              <a:off x="3365500" y="3397250"/>
              <a:ext cx="506729" cy="506729"/>
            </a:xfrm>
            <a:custGeom>
              <a:avLst/>
              <a:gdLst/>
              <a:ahLst/>
              <a:cxnLst/>
              <a:rect l="l" t="t" r="r" b="b"/>
              <a:pathLst>
                <a:path w="506729" h="506729" extrusionOk="0">
                  <a:moveTo>
                    <a:pt x="497840" y="0"/>
                  </a:moveTo>
                  <a:lnTo>
                    <a:pt x="0" y="497840"/>
                  </a:lnTo>
                  <a:lnTo>
                    <a:pt x="0" y="506730"/>
                  </a:lnTo>
                  <a:lnTo>
                    <a:pt x="50673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700" name="Google Shape;700;p56">
              <a:extLst>
                <a:ext uri="{FF2B5EF4-FFF2-40B4-BE49-F238E27FC236}">
                  <a16:creationId xmlns:a16="http://schemas.microsoft.com/office/drawing/2014/main" id="{DBC1FB03-3CC4-FCDD-0F59-C4745D6A94F7}"/>
                </a:ext>
              </a:extLst>
            </p:cNvPr>
            <p:cNvSpPr/>
            <p:nvPr/>
          </p:nvSpPr>
          <p:spPr>
            <a:xfrm>
              <a:off x="3415665" y="3397250"/>
              <a:ext cx="516889" cy="508000"/>
            </a:xfrm>
            <a:custGeom>
              <a:avLst/>
              <a:gdLst/>
              <a:ahLst/>
              <a:cxnLst/>
              <a:rect l="l" t="t" r="r" b="b"/>
              <a:pathLst>
                <a:path w="516889"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701" name="Google Shape;701;p56">
              <a:extLst>
                <a:ext uri="{FF2B5EF4-FFF2-40B4-BE49-F238E27FC236}">
                  <a16:creationId xmlns:a16="http://schemas.microsoft.com/office/drawing/2014/main" id="{21540362-6D5C-77EF-F864-98B0029CB1CB}"/>
                </a:ext>
              </a:extLst>
            </p:cNvPr>
            <p:cNvSpPr/>
            <p:nvPr/>
          </p:nvSpPr>
          <p:spPr>
            <a:xfrm>
              <a:off x="3657600"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702" name="Google Shape;702;p56">
              <a:extLst>
                <a:ext uri="{FF2B5EF4-FFF2-40B4-BE49-F238E27FC236}">
                  <a16:creationId xmlns:a16="http://schemas.microsoft.com/office/drawing/2014/main" id="{7D9E7A36-A892-9AAF-FC05-2953987ACC4F}"/>
                </a:ext>
              </a:extLst>
            </p:cNvPr>
            <p:cNvSpPr/>
            <p:nvPr/>
          </p:nvSpPr>
          <p:spPr>
            <a:xfrm>
              <a:off x="3536315" y="3397250"/>
              <a:ext cx="517525" cy="508000"/>
            </a:xfrm>
            <a:custGeom>
              <a:avLst/>
              <a:gdLst/>
              <a:ahLst/>
              <a:cxnLst/>
              <a:rect l="l" t="t" r="r" b="b"/>
              <a:pathLst>
                <a:path w="517525" h="508000" extrusionOk="0">
                  <a:moveTo>
                    <a:pt x="508635" y="0"/>
                  </a:moveTo>
                  <a:lnTo>
                    <a:pt x="0" y="508000"/>
                  </a:lnTo>
                  <a:lnTo>
                    <a:pt x="8890" y="508000"/>
                  </a:lnTo>
                  <a:lnTo>
                    <a:pt x="517525"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703" name="Google Shape;703;p56">
              <a:extLst>
                <a:ext uri="{FF2B5EF4-FFF2-40B4-BE49-F238E27FC236}">
                  <a16:creationId xmlns:a16="http://schemas.microsoft.com/office/drawing/2014/main" id="{4280CCC8-4F19-CF04-83C1-877C5F44814D}"/>
                </a:ext>
              </a:extLst>
            </p:cNvPr>
            <p:cNvSpPr/>
            <p:nvPr/>
          </p:nvSpPr>
          <p:spPr>
            <a:xfrm>
              <a:off x="3597275" y="3397250"/>
              <a:ext cx="516890" cy="508000"/>
            </a:xfrm>
            <a:custGeom>
              <a:avLst/>
              <a:gdLst/>
              <a:ahLst/>
              <a:cxnLst/>
              <a:rect l="l" t="t" r="r" b="b"/>
              <a:pathLst>
                <a:path w="516890" h="508000" extrusionOk="0">
                  <a:moveTo>
                    <a:pt x="508000" y="0"/>
                  </a:moveTo>
                  <a:lnTo>
                    <a:pt x="0" y="508000"/>
                  </a:lnTo>
                  <a:lnTo>
                    <a:pt x="8890" y="508000"/>
                  </a:lnTo>
                  <a:lnTo>
                    <a:pt x="516890" y="0"/>
                  </a:lnTo>
                  <a:close/>
                </a:path>
              </a:pathLst>
            </a:custGeom>
            <a:solidFill>
              <a:srgbClr val="BEC0C1"/>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grpSp>
      <p:grpSp>
        <p:nvGrpSpPr>
          <p:cNvPr id="704" name="Google Shape;704;p56">
            <a:extLst>
              <a:ext uri="{FF2B5EF4-FFF2-40B4-BE49-F238E27FC236}">
                <a16:creationId xmlns:a16="http://schemas.microsoft.com/office/drawing/2014/main" id="{E9DCD92B-F8C9-F54D-0368-47E5DAD77146}"/>
              </a:ext>
            </a:extLst>
          </p:cNvPr>
          <p:cNvGrpSpPr/>
          <p:nvPr/>
        </p:nvGrpSpPr>
        <p:grpSpPr>
          <a:xfrm>
            <a:off x="4113370" y="1858803"/>
            <a:ext cx="326708" cy="293370"/>
            <a:chOff x="7973694" y="2253614"/>
            <a:chExt cx="435611" cy="391160"/>
          </a:xfrm>
          <a:solidFill>
            <a:schemeClr val="accent1"/>
          </a:solidFill>
        </p:grpSpPr>
        <p:sp>
          <p:nvSpPr>
            <p:cNvPr id="705" name="Google Shape;705;p56">
              <a:extLst>
                <a:ext uri="{FF2B5EF4-FFF2-40B4-BE49-F238E27FC236}">
                  <a16:creationId xmlns:a16="http://schemas.microsoft.com/office/drawing/2014/main" id="{589CFBC0-BB85-25C9-22E9-1DC54A7EF387}"/>
                </a:ext>
              </a:extLst>
            </p:cNvPr>
            <p:cNvSpPr/>
            <p:nvPr/>
          </p:nvSpPr>
          <p:spPr>
            <a:xfrm>
              <a:off x="8092440" y="2253614"/>
              <a:ext cx="168275" cy="107314"/>
            </a:xfrm>
            <a:custGeom>
              <a:avLst/>
              <a:gdLst/>
              <a:ahLst/>
              <a:cxnLst/>
              <a:rect l="l" t="t" r="r" b="b"/>
              <a:pathLst>
                <a:path w="168275" h="107314" extrusionOk="0">
                  <a:moveTo>
                    <a:pt x="159385" y="107315"/>
                  </a:moveTo>
                  <a:lnTo>
                    <a:pt x="8890" y="107315"/>
                  </a:lnTo>
                  <a:cubicBezTo>
                    <a:pt x="3810" y="107315"/>
                    <a:pt x="0" y="103505"/>
                    <a:pt x="0" y="98425"/>
                  </a:cubicBezTo>
                  <a:lnTo>
                    <a:pt x="0" y="8890"/>
                  </a:lnTo>
                  <a:cubicBezTo>
                    <a:pt x="0" y="3810"/>
                    <a:pt x="3810" y="0"/>
                    <a:pt x="8890" y="0"/>
                  </a:cubicBezTo>
                  <a:lnTo>
                    <a:pt x="159385" y="0"/>
                  </a:lnTo>
                  <a:cubicBezTo>
                    <a:pt x="164465" y="0"/>
                    <a:pt x="168275" y="3810"/>
                    <a:pt x="168275" y="8890"/>
                  </a:cubicBezTo>
                  <a:lnTo>
                    <a:pt x="168275" y="98425"/>
                  </a:lnTo>
                  <a:cubicBezTo>
                    <a:pt x="168275" y="103505"/>
                    <a:pt x="164465" y="107315"/>
                    <a:pt x="159385" y="107315"/>
                  </a:cubicBezTo>
                  <a:close/>
                  <a:moveTo>
                    <a:pt x="17780" y="90170"/>
                  </a:moveTo>
                  <a:lnTo>
                    <a:pt x="151130" y="90170"/>
                  </a:lnTo>
                  <a:lnTo>
                    <a:pt x="151130" y="17780"/>
                  </a:lnTo>
                  <a:lnTo>
                    <a:pt x="17780" y="17780"/>
                  </a:lnTo>
                  <a:lnTo>
                    <a:pt x="17780" y="90170"/>
                  </a:lnTo>
                  <a:close/>
                </a:path>
              </a:pathLst>
            </a:custGeom>
            <a:grp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chemeClr val="accent2"/>
                </a:solidFill>
                <a:latin typeface="Calibri"/>
                <a:ea typeface="Calibri"/>
                <a:cs typeface="Calibri"/>
                <a:sym typeface="Calibri"/>
              </a:endParaRPr>
            </a:p>
          </p:txBody>
        </p:sp>
        <p:sp>
          <p:nvSpPr>
            <p:cNvPr id="706" name="Google Shape;706;p56">
              <a:extLst>
                <a:ext uri="{FF2B5EF4-FFF2-40B4-BE49-F238E27FC236}">
                  <a16:creationId xmlns:a16="http://schemas.microsoft.com/office/drawing/2014/main" id="{DB5B8DEF-4799-25F6-BE78-17F16E955672}"/>
                </a:ext>
              </a:extLst>
            </p:cNvPr>
            <p:cNvSpPr/>
            <p:nvPr/>
          </p:nvSpPr>
          <p:spPr>
            <a:xfrm>
              <a:off x="8161655" y="2395854"/>
              <a:ext cx="168275" cy="107315"/>
            </a:xfrm>
            <a:custGeom>
              <a:avLst/>
              <a:gdLst/>
              <a:ahLst/>
              <a:cxnLst/>
              <a:rect l="l" t="t" r="r" b="b"/>
              <a:pathLst>
                <a:path w="168275" h="107315" extrusionOk="0">
                  <a:moveTo>
                    <a:pt x="159385" y="107315"/>
                  </a:moveTo>
                  <a:lnTo>
                    <a:pt x="8889" y="107315"/>
                  </a:lnTo>
                  <a:cubicBezTo>
                    <a:pt x="3810" y="107315"/>
                    <a:pt x="0" y="103505"/>
                    <a:pt x="0" y="98425"/>
                  </a:cubicBezTo>
                  <a:lnTo>
                    <a:pt x="0" y="8890"/>
                  </a:lnTo>
                  <a:cubicBezTo>
                    <a:pt x="0" y="3810"/>
                    <a:pt x="3810" y="0"/>
                    <a:pt x="8889" y="0"/>
                  </a:cubicBezTo>
                  <a:lnTo>
                    <a:pt x="159385" y="0"/>
                  </a:lnTo>
                  <a:cubicBezTo>
                    <a:pt x="164464" y="0"/>
                    <a:pt x="168275" y="3810"/>
                    <a:pt x="168275" y="8890"/>
                  </a:cubicBezTo>
                  <a:lnTo>
                    <a:pt x="168275" y="98425"/>
                  </a:lnTo>
                  <a:cubicBezTo>
                    <a:pt x="168275" y="103505"/>
                    <a:pt x="164464" y="107315"/>
                    <a:pt x="159385" y="107315"/>
                  </a:cubicBezTo>
                  <a:close/>
                  <a:moveTo>
                    <a:pt x="17145" y="89535"/>
                  </a:moveTo>
                  <a:lnTo>
                    <a:pt x="150495" y="89535"/>
                  </a:lnTo>
                  <a:lnTo>
                    <a:pt x="150495" y="17145"/>
                  </a:lnTo>
                  <a:lnTo>
                    <a:pt x="17145" y="17145"/>
                  </a:lnTo>
                  <a:lnTo>
                    <a:pt x="17145" y="89535"/>
                  </a:lnTo>
                  <a:close/>
                </a:path>
              </a:pathLst>
            </a:custGeom>
            <a:grp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chemeClr val="accent2"/>
                </a:solidFill>
                <a:latin typeface="Calibri"/>
                <a:ea typeface="Calibri"/>
                <a:cs typeface="Calibri"/>
                <a:sym typeface="Calibri"/>
              </a:endParaRPr>
            </a:p>
          </p:txBody>
        </p:sp>
        <p:sp>
          <p:nvSpPr>
            <p:cNvPr id="707" name="Google Shape;707;p56">
              <a:extLst>
                <a:ext uri="{FF2B5EF4-FFF2-40B4-BE49-F238E27FC236}">
                  <a16:creationId xmlns:a16="http://schemas.microsoft.com/office/drawing/2014/main" id="{CC6E74A9-39A7-7A93-4E51-E525912B5CC7}"/>
                </a:ext>
              </a:extLst>
            </p:cNvPr>
            <p:cNvSpPr/>
            <p:nvPr/>
          </p:nvSpPr>
          <p:spPr>
            <a:xfrm>
              <a:off x="8092440" y="2537460"/>
              <a:ext cx="168275" cy="107314"/>
            </a:xfrm>
            <a:custGeom>
              <a:avLst/>
              <a:gdLst/>
              <a:ahLst/>
              <a:cxnLst/>
              <a:rect l="l" t="t" r="r" b="b"/>
              <a:pathLst>
                <a:path w="168275" h="107314" extrusionOk="0">
                  <a:moveTo>
                    <a:pt x="159385" y="107315"/>
                  </a:moveTo>
                  <a:lnTo>
                    <a:pt x="8890" y="107315"/>
                  </a:lnTo>
                  <a:cubicBezTo>
                    <a:pt x="3810" y="107315"/>
                    <a:pt x="0" y="103505"/>
                    <a:pt x="0" y="98425"/>
                  </a:cubicBezTo>
                  <a:lnTo>
                    <a:pt x="0" y="8890"/>
                  </a:lnTo>
                  <a:cubicBezTo>
                    <a:pt x="0" y="3810"/>
                    <a:pt x="3810" y="0"/>
                    <a:pt x="8890" y="0"/>
                  </a:cubicBezTo>
                  <a:lnTo>
                    <a:pt x="159385" y="0"/>
                  </a:lnTo>
                  <a:cubicBezTo>
                    <a:pt x="164465" y="0"/>
                    <a:pt x="168275" y="3810"/>
                    <a:pt x="168275" y="8890"/>
                  </a:cubicBezTo>
                  <a:lnTo>
                    <a:pt x="168275" y="98425"/>
                  </a:lnTo>
                  <a:cubicBezTo>
                    <a:pt x="168275" y="103505"/>
                    <a:pt x="164465" y="107315"/>
                    <a:pt x="159385" y="107315"/>
                  </a:cubicBezTo>
                  <a:close/>
                  <a:moveTo>
                    <a:pt x="17780" y="90170"/>
                  </a:moveTo>
                  <a:lnTo>
                    <a:pt x="151130" y="90170"/>
                  </a:lnTo>
                  <a:lnTo>
                    <a:pt x="151130" y="17780"/>
                  </a:lnTo>
                  <a:lnTo>
                    <a:pt x="17780" y="17780"/>
                  </a:lnTo>
                  <a:lnTo>
                    <a:pt x="17780" y="90170"/>
                  </a:lnTo>
                  <a:close/>
                </a:path>
              </a:pathLst>
            </a:custGeom>
            <a:grp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chemeClr val="accent2"/>
                </a:solidFill>
                <a:latin typeface="Calibri"/>
                <a:ea typeface="Calibri"/>
                <a:cs typeface="Calibri"/>
                <a:sym typeface="Calibri"/>
              </a:endParaRPr>
            </a:p>
          </p:txBody>
        </p:sp>
        <p:sp>
          <p:nvSpPr>
            <p:cNvPr id="708" name="Google Shape;708;p56">
              <a:extLst>
                <a:ext uri="{FF2B5EF4-FFF2-40B4-BE49-F238E27FC236}">
                  <a16:creationId xmlns:a16="http://schemas.microsoft.com/office/drawing/2014/main" id="{097C10BA-4E57-2C11-C8D3-F779529F9C0B}"/>
                </a:ext>
              </a:extLst>
            </p:cNvPr>
            <p:cNvSpPr/>
            <p:nvPr/>
          </p:nvSpPr>
          <p:spPr>
            <a:xfrm>
              <a:off x="7973694" y="2298700"/>
              <a:ext cx="168275" cy="202564"/>
            </a:xfrm>
            <a:custGeom>
              <a:avLst/>
              <a:gdLst/>
              <a:ahLst/>
              <a:cxnLst/>
              <a:rect l="l" t="t" r="r" b="b"/>
              <a:pathLst>
                <a:path w="168275" h="202564" extrusionOk="0">
                  <a:moveTo>
                    <a:pt x="116205" y="99060"/>
                  </a:moveTo>
                  <a:lnTo>
                    <a:pt x="104140" y="111125"/>
                  </a:lnTo>
                  <a:lnTo>
                    <a:pt x="135255" y="142240"/>
                  </a:lnTo>
                  <a:lnTo>
                    <a:pt x="49530" y="142240"/>
                  </a:lnTo>
                  <a:cubicBezTo>
                    <a:pt x="31750" y="142240"/>
                    <a:pt x="17145" y="127635"/>
                    <a:pt x="17145" y="109855"/>
                  </a:cubicBezTo>
                  <a:lnTo>
                    <a:pt x="17145" y="49530"/>
                  </a:lnTo>
                  <a:cubicBezTo>
                    <a:pt x="17145" y="31750"/>
                    <a:pt x="31750" y="17145"/>
                    <a:pt x="49530" y="17145"/>
                  </a:cubicBezTo>
                  <a:lnTo>
                    <a:pt x="95886" y="17145"/>
                  </a:lnTo>
                  <a:lnTo>
                    <a:pt x="95886" y="0"/>
                  </a:lnTo>
                  <a:lnTo>
                    <a:pt x="49530" y="0"/>
                  </a:lnTo>
                  <a:cubicBezTo>
                    <a:pt x="22225" y="0"/>
                    <a:pt x="0" y="22225"/>
                    <a:pt x="0" y="49530"/>
                  </a:cubicBezTo>
                  <a:lnTo>
                    <a:pt x="0" y="109855"/>
                  </a:lnTo>
                  <a:cubicBezTo>
                    <a:pt x="0" y="137160"/>
                    <a:pt x="22225" y="159385"/>
                    <a:pt x="49530" y="159385"/>
                  </a:cubicBezTo>
                  <a:lnTo>
                    <a:pt x="135255" y="159385"/>
                  </a:lnTo>
                  <a:lnTo>
                    <a:pt x="104140" y="190500"/>
                  </a:lnTo>
                  <a:lnTo>
                    <a:pt x="116205" y="202565"/>
                  </a:lnTo>
                  <a:lnTo>
                    <a:pt x="168275" y="150495"/>
                  </a:lnTo>
                  <a:lnTo>
                    <a:pt x="116205" y="99060"/>
                  </a:lnTo>
                  <a:close/>
                </a:path>
              </a:pathLst>
            </a:custGeom>
            <a:grp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chemeClr val="accent2"/>
                </a:solidFill>
                <a:latin typeface="Calibri"/>
                <a:ea typeface="Calibri"/>
                <a:cs typeface="Calibri"/>
                <a:sym typeface="Calibri"/>
              </a:endParaRPr>
            </a:p>
          </p:txBody>
        </p:sp>
        <p:sp>
          <p:nvSpPr>
            <p:cNvPr id="709" name="Google Shape;709;p56">
              <a:extLst>
                <a:ext uri="{FF2B5EF4-FFF2-40B4-BE49-F238E27FC236}">
                  <a16:creationId xmlns:a16="http://schemas.microsoft.com/office/drawing/2014/main" id="{8D712D22-60B9-9FC8-60F7-7194568B69A5}"/>
                </a:ext>
              </a:extLst>
            </p:cNvPr>
            <p:cNvSpPr/>
            <p:nvPr/>
          </p:nvSpPr>
          <p:spPr>
            <a:xfrm>
              <a:off x="8280400" y="2256154"/>
              <a:ext cx="128905" cy="344170"/>
            </a:xfrm>
            <a:custGeom>
              <a:avLst/>
              <a:gdLst/>
              <a:ahLst/>
              <a:cxnLst/>
              <a:rect l="l" t="t" r="r" b="b"/>
              <a:pathLst>
                <a:path w="128905" h="344170" extrusionOk="0">
                  <a:moveTo>
                    <a:pt x="52070" y="103505"/>
                  </a:moveTo>
                  <a:lnTo>
                    <a:pt x="64135" y="91440"/>
                  </a:lnTo>
                  <a:lnTo>
                    <a:pt x="33020" y="60325"/>
                  </a:lnTo>
                  <a:lnTo>
                    <a:pt x="79375" y="60325"/>
                  </a:lnTo>
                  <a:cubicBezTo>
                    <a:pt x="97155" y="60325"/>
                    <a:pt x="111760" y="74930"/>
                    <a:pt x="111760" y="92710"/>
                  </a:cubicBezTo>
                  <a:lnTo>
                    <a:pt x="111760" y="294640"/>
                  </a:lnTo>
                  <a:cubicBezTo>
                    <a:pt x="111760" y="312420"/>
                    <a:pt x="97155" y="327025"/>
                    <a:pt x="79375" y="327025"/>
                  </a:cubicBezTo>
                  <a:lnTo>
                    <a:pt x="3175" y="327025"/>
                  </a:lnTo>
                  <a:lnTo>
                    <a:pt x="3175" y="344170"/>
                  </a:lnTo>
                  <a:lnTo>
                    <a:pt x="79375" y="344170"/>
                  </a:lnTo>
                  <a:cubicBezTo>
                    <a:pt x="106680" y="344170"/>
                    <a:pt x="128905" y="321945"/>
                    <a:pt x="128905" y="294640"/>
                  </a:cubicBezTo>
                  <a:lnTo>
                    <a:pt x="128905" y="92710"/>
                  </a:lnTo>
                  <a:cubicBezTo>
                    <a:pt x="128905" y="65405"/>
                    <a:pt x="106680" y="43180"/>
                    <a:pt x="79375" y="43180"/>
                  </a:cubicBezTo>
                  <a:lnTo>
                    <a:pt x="33020" y="43180"/>
                  </a:lnTo>
                  <a:lnTo>
                    <a:pt x="64135" y="12065"/>
                  </a:lnTo>
                  <a:lnTo>
                    <a:pt x="52070" y="0"/>
                  </a:lnTo>
                  <a:lnTo>
                    <a:pt x="0" y="52070"/>
                  </a:lnTo>
                  <a:lnTo>
                    <a:pt x="52070" y="103505"/>
                  </a:lnTo>
                  <a:close/>
                </a:path>
              </a:pathLst>
            </a:custGeom>
            <a:grp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chemeClr val="accent2"/>
                </a:solidFill>
                <a:latin typeface="Calibri"/>
                <a:ea typeface="Calibri"/>
                <a:cs typeface="Calibri"/>
                <a:sym typeface="Calibri"/>
              </a:endParaRPr>
            </a:p>
          </p:txBody>
        </p:sp>
      </p:grpSp>
      <p:grpSp>
        <p:nvGrpSpPr>
          <p:cNvPr id="710" name="Google Shape;710;p56">
            <a:extLst>
              <a:ext uri="{FF2B5EF4-FFF2-40B4-BE49-F238E27FC236}">
                <a16:creationId xmlns:a16="http://schemas.microsoft.com/office/drawing/2014/main" id="{179178A4-5C62-2B71-6228-51041B99F0C2}"/>
              </a:ext>
            </a:extLst>
          </p:cNvPr>
          <p:cNvGrpSpPr/>
          <p:nvPr/>
        </p:nvGrpSpPr>
        <p:grpSpPr>
          <a:xfrm>
            <a:off x="1803082" y="3288030"/>
            <a:ext cx="327661" cy="327659"/>
            <a:chOff x="4893309" y="4159250"/>
            <a:chExt cx="436881" cy="436879"/>
          </a:xfrm>
          <a:solidFill>
            <a:schemeClr val="accent2"/>
          </a:solidFill>
        </p:grpSpPr>
        <p:sp>
          <p:nvSpPr>
            <p:cNvPr id="711" name="Google Shape;711;p56">
              <a:extLst>
                <a:ext uri="{FF2B5EF4-FFF2-40B4-BE49-F238E27FC236}">
                  <a16:creationId xmlns:a16="http://schemas.microsoft.com/office/drawing/2014/main" id="{76C895AA-2911-5C50-C8C7-B27F15D68A58}"/>
                </a:ext>
              </a:extLst>
            </p:cNvPr>
            <p:cNvSpPr/>
            <p:nvPr/>
          </p:nvSpPr>
          <p:spPr>
            <a:xfrm>
              <a:off x="5041900" y="4307840"/>
              <a:ext cx="139700" cy="139700"/>
            </a:xfrm>
            <a:custGeom>
              <a:avLst/>
              <a:gdLst/>
              <a:ahLst/>
              <a:cxnLst/>
              <a:rect l="l" t="t" r="r" b="b"/>
              <a:pathLst>
                <a:path w="139700" h="139700" extrusionOk="0">
                  <a:moveTo>
                    <a:pt x="69850" y="139700"/>
                  </a:moveTo>
                  <a:cubicBezTo>
                    <a:pt x="31750" y="139700"/>
                    <a:pt x="0" y="108585"/>
                    <a:pt x="0" y="69850"/>
                  </a:cubicBezTo>
                  <a:cubicBezTo>
                    <a:pt x="0" y="31750"/>
                    <a:pt x="31115" y="0"/>
                    <a:pt x="69850" y="0"/>
                  </a:cubicBezTo>
                  <a:cubicBezTo>
                    <a:pt x="108585" y="0"/>
                    <a:pt x="139700" y="31115"/>
                    <a:pt x="139700" y="69850"/>
                  </a:cubicBezTo>
                  <a:cubicBezTo>
                    <a:pt x="139700" y="107950"/>
                    <a:pt x="107950" y="139700"/>
                    <a:pt x="69850" y="139700"/>
                  </a:cubicBezTo>
                  <a:close/>
                  <a:moveTo>
                    <a:pt x="69850" y="17780"/>
                  </a:moveTo>
                  <a:cubicBezTo>
                    <a:pt x="41275" y="17780"/>
                    <a:pt x="17780" y="41275"/>
                    <a:pt x="17780" y="69850"/>
                  </a:cubicBezTo>
                  <a:cubicBezTo>
                    <a:pt x="17780" y="98425"/>
                    <a:pt x="41275" y="121920"/>
                    <a:pt x="69850" y="121920"/>
                  </a:cubicBezTo>
                  <a:cubicBezTo>
                    <a:pt x="98425" y="121920"/>
                    <a:pt x="121920" y="98425"/>
                    <a:pt x="121920" y="69850"/>
                  </a:cubicBezTo>
                  <a:cubicBezTo>
                    <a:pt x="121920" y="41275"/>
                    <a:pt x="98425" y="17780"/>
                    <a:pt x="69850" y="17780"/>
                  </a:cubicBezTo>
                  <a:close/>
                </a:path>
              </a:pathLst>
            </a:custGeom>
            <a:grp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grpSp>
          <p:nvGrpSpPr>
            <p:cNvPr id="712" name="Google Shape;712;p56">
              <a:extLst>
                <a:ext uri="{FF2B5EF4-FFF2-40B4-BE49-F238E27FC236}">
                  <a16:creationId xmlns:a16="http://schemas.microsoft.com/office/drawing/2014/main" id="{B01A97D6-A9AE-386E-2578-4B4449CDC635}"/>
                </a:ext>
              </a:extLst>
            </p:cNvPr>
            <p:cNvGrpSpPr/>
            <p:nvPr/>
          </p:nvGrpSpPr>
          <p:grpSpPr>
            <a:xfrm>
              <a:off x="4893309" y="4159250"/>
              <a:ext cx="436881" cy="436879"/>
              <a:chOff x="4893309" y="4159250"/>
              <a:chExt cx="436881" cy="436879"/>
            </a:xfrm>
            <a:grpFill/>
          </p:grpSpPr>
          <p:sp>
            <p:nvSpPr>
              <p:cNvPr id="713" name="Google Shape;713;p56">
                <a:extLst>
                  <a:ext uri="{FF2B5EF4-FFF2-40B4-BE49-F238E27FC236}">
                    <a16:creationId xmlns:a16="http://schemas.microsoft.com/office/drawing/2014/main" id="{15D0872E-E469-D369-B4CE-4C4EB70772A6}"/>
                  </a:ext>
                </a:extLst>
              </p:cNvPr>
              <p:cNvSpPr/>
              <p:nvPr/>
            </p:nvSpPr>
            <p:spPr>
              <a:xfrm>
                <a:off x="5066665" y="4159250"/>
                <a:ext cx="90804" cy="132715"/>
              </a:xfrm>
              <a:custGeom>
                <a:avLst/>
                <a:gdLst/>
                <a:ahLst/>
                <a:cxnLst/>
                <a:rect l="l" t="t" r="r" b="b"/>
                <a:pathLst>
                  <a:path w="90804" h="132715" extrusionOk="0">
                    <a:moveTo>
                      <a:pt x="81280" y="0"/>
                    </a:moveTo>
                    <a:lnTo>
                      <a:pt x="8890" y="0"/>
                    </a:lnTo>
                    <a:cubicBezTo>
                      <a:pt x="3810" y="0"/>
                      <a:pt x="0" y="3810"/>
                      <a:pt x="0" y="8890"/>
                    </a:cubicBezTo>
                    <a:lnTo>
                      <a:pt x="0" y="81280"/>
                    </a:lnTo>
                    <a:cubicBezTo>
                      <a:pt x="0" y="86360"/>
                      <a:pt x="3810" y="90170"/>
                      <a:pt x="8890" y="90170"/>
                    </a:cubicBezTo>
                    <a:lnTo>
                      <a:pt x="36830" y="90170"/>
                    </a:lnTo>
                    <a:lnTo>
                      <a:pt x="36830" y="132715"/>
                    </a:lnTo>
                    <a:lnTo>
                      <a:pt x="53975" y="132715"/>
                    </a:lnTo>
                    <a:lnTo>
                      <a:pt x="53975" y="90170"/>
                    </a:lnTo>
                    <a:lnTo>
                      <a:pt x="81915" y="90170"/>
                    </a:lnTo>
                    <a:cubicBezTo>
                      <a:pt x="86995" y="90170"/>
                      <a:pt x="90805" y="86360"/>
                      <a:pt x="90805" y="81280"/>
                    </a:cubicBezTo>
                    <a:lnTo>
                      <a:pt x="90805" y="8890"/>
                    </a:lnTo>
                    <a:cubicBezTo>
                      <a:pt x="90170" y="3810"/>
                      <a:pt x="86360" y="0"/>
                      <a:pt x="81280" y="0"/>
                    </a:cubicBezTo>
                    <a:close/>
                    <a:moveTo>
                      <a:pt x="73025" y="72390"/>
                    </a:moveTo>
                    <a:lnTo>
                      <a:pt x="17780" y="72390"/>
                    </a:lnTo>
                    <a:lnTo>
                      <a:pt x="17780" y="17145"/>
                    </a:lnTo>
                    <a:lnTo>
                      <a:pt x="73025" y="17145"/>
                    </a:lnTo>
                    <a:lnTo>
                      <a:pt x="73025" y="72390"/>
                    </a:lnTo>
                    <a:close/>
                  </a:path>
                </a:pathLst>
              </a:custGeom>
              <a:grp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714" name="Google Shape;714;p56">
                <a:extLst>
                  <a:ext uri="{FF2B5EF4-FFF2-40B4-BE49-F238E27FC236}">
                    <a16:creationId xmlns:a16="http://schemas.microsoft.com/office/drawing/2014/main" id="{C2E61061-EF65-F665-C1CF-1F6DA640DFE8}"/>
                  </a:ext>
                </a:extLst>
              </p:cNvPr>
              <p:cNvSpPr/>
              <p:nvPr/>
            </p:nvSpPr>
            <p:spPr>
              <a:xfrm>
                <a:off x="4893309" y="4332604"/>
                <a:ext cx="132715" cy="90170"/>
              </a:xfrm>
              <a:custGeom>
                <a:avLst/>
                <a:gdLst/>
                <a:ahLst/>
                <a:cxnLst/>
                <a:rect l="l" t="t" r="r" b="b"/>
                <a:pathLst>
                  <a:path w="132715" h="90170" extrusionOk="0">
                    <a:moveTo>
                      <a:pt x="90170" y="8890"/>
                    </a:moveTo>
                    <a:cubicBezTo>
                      <a:pt x="90170" y="3810"/>
                      <a:pt x="86360" y="0"/>
                      <a:pt x="81280" y="0"/>
                    </a:cubicBezTo>
                    <a:lnTo>
                      <a:pt x="8890" y="0"/>
                    </a:lnTo>
                    <a:cubicBezTo>
                      <a:pt x="3810" y="0"/>
                      <a:pt x="0" y="3810"/>
                      <a:pt x="0" y="8890"/>
                    </a:cubicBezTo>
                    <a:lnTo>
                      <a:pt x="0" y="81280"/>
                    </a:lnTo>
                    <a:cubicBezTo>
                      <a:pt x="0" y="86360"/>
                      <a:pt x="3810" y="90170"/>
                      <a:pt x="8890" y="90170"/>
                    </a:cubicBezTo>
                    <a:lnTo>
                      <a:pt x="81280" y="90170"/>
                    </a:lnTo>
                    <a:cubicBezTo>
                      <a:pt x="86360" y="90170"/>
                      <a:pt x="90170" y="86360"/>
                      <a:pt x="90170" y="81280"/>
                    </a:cubicBezTo>
                    <a:lnTo>
                      <a:pt x="90170" y="53340"/>
                    </a:lnTo>
                    <a:lnTo>
                      <a:pt x="132715" y="53340"/>
                    </a:lnTo>
                    <a:lnTo>
                      <a:pt x="132715" y="36195"/>
                    </a:lnTo>
                    <a:lnTo>
                      <a:pt x="90170" y="36195"/>
                    </a:lnTo>
                    <a:lnTo>
                      <a:pt x="90170" y="8890"/>
                    </a:lnTo>
                    <a:lnTo>
                      <a:pt x="90170" y="8890"/>
                    </a:lnTo>
                    <a:close/>
                    <a:moveTo>
                      <a:pt x="73025" y="72390"/>
                    </a:moveTo>
                    <a:lnTo>
                      <a:pt x="17780" y="72390"/>
                    </a:lnTo>
                    <a:lnTo>
                      <a:pt x="17780" y="17145"/>
                    </a:lnTo>
                    <a:lnTo>
                      <a:pt x="73025" y="17145"/>
                    </a:lnTo>
                    <a:lnTo>
                      <a:pt x="73025" y="72390"/>
                    </a:lnTo>
                    <a:close/>
                  </a:path>
                </a:pathLst>
              </a:custGeom>
              <a:grp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715" name="Google Shape;715;p56">
                <a:extLst>
                  <a:ext uri="{FF2B5EF4-FFF2-40B4-BE49-F238E27FC236}">
                    <a16:creationId xmlns:a16="http://schemas.microsoft.com/office/drawing/2014/main" id="{E1D1516F-78A2-0E91-BF96-28B3556ED596}"/>
                  </a:ext>
                </a:extLst>
              </p:cNvPr>
              <p:cNvSpPr/>
              <p:nvPr/>
            </p:nvSpPr>
            <p:spPr>
              <a:xfrm>
                <a:off x="5066029" y="4463415"/>
                <a:ext cx="90239" cy="132714"/>
              </a:xfrm>
              <a:custGeom>
                <a:avLst/>
                <a:gdLst/>
                <a:ahLst/>
                <a:cxnLst/>
                <a:rect l="l" t="t" r="r" b="b"/>
                <a:pathLst>
                  <a:path w="90239" h="132714" extrusionOk="0">
                    <a:moveTo>
                      <a:pt x="81915" y="42545"/>
                    </a:moveTo>
                    <a:lnTo>
                      <a:pt x="53975" y="42545"/>
                    </a:lnTo>
                    <a:lnTo>
                      <a:pt x="53975" y="0"/>
                    </a:lnTo>
                    <a:lnTo>
                      <a:pt x="36830" y="0"/>
                    </a:lnTo>
                    <a:lnTo>
                      <a:pt x="36830" y="42545"/>
                    </a:lnTo>
                    <a:lnTo>
                      <a:pt x="8890" y="42545"/>
                    </a:lnTo>
                    <a:cubicBezTo>
                      <a:pt x="3810" y="42545"/>
                      <a:pt x="0" y="46355"/>
                      <a:pt x="0" y="51435"/>
                    </a:cubicBezTo>
                    <a:lnTo>
                      <a:pt x="0" y="123825"/>
                    </a:lnTo>
                    <a:cubicBezTo>
                      <a:pt x="0" y="128905"/>
                      <a:pt x="3810" y="132715"/>
                      <a:pt x="8890" y="132715"/>
                    </a:cubicBezTo>
                    <a:lnTo>
                      <a:pt x="81280" y="132715"/>
                    </a:lnTo>
                    <a:cubicBezTo>
                      <a:pt x="86360" y="132715"/>
                      <a:pt x="90170" y="128905"/>
                      <a:pt x="90170" y="123825"/>
                    </a:cubicBezTo>
                    <a:lnTo>
                      <a:pt x="90170" y="51435"/>
                    </a:lnTo>
                    <a:cubicBezTo>
                      <a:pt x="90805" y="46355"/>
                      <a:pt x="86995" y="42545"/>
                      <a:pt x="81915" y="42545"/>
                    </a:cubicBezTo>
                    <a:close/>
                    <a:moveTo>
                      <a:pt x="73660" y="114935"/>
                    </a:moveTo>
                    <a:lnTo>
                      <a:pt x="18415" y="114935"/>
                    </a:lnTo>
                    <a:lnTo>
                      <a:pt x="18415" y="59690"/>
                    </a:lnTo>
                    <a:lnTo>
                      <a:pt x="73660" y="59690"/>
                    </a:lnTo>
                    <a:lnTo>
                      <a:pt x="73660" y="114935"/>
                    </a:lnTo>
                    <a:close/>
                  </a:path>
                </a:pathLst>
              </a:custGeom>
              <a:grp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716" name="Google Shape;716;p56">
                <a:extLst>
                  <a:ext uri="{FF2B5EF4-FFF2-40B4-BE49-F238E27FC236}">
                    <a16:creationId xmlns:a16="http://schemas.microsoft.com/office/drawing/2014/main" id="{EAA7717E-ADF4-644B-1ACE-ECE84483E41F}"/>
                  </a:ext>
                </a:extLst>
              </p:cNvPr>
              <p:cNvSpPr/>
              <p:nvPr/>
            </p:nvSpPr>
            <p:spPr>
              <a:xfrm>
                <a:off x="5197475" y="4332604"/>
                <a:ext cx="132715" cy="90804"/>
              </a:xfrm>
              <a:custGeom>
                <a:avLst/>
                <a:gdLst/>
                <a:ahLst/>
                <a:cxnLst/>
                <a:rect l="l" t="t" r="r" b="b"/>
                <a:pathLst>
                  <a:path w="132715" h="90804" extrusionOk="0">
                    <a:moveTo>
                      <a:pt x="123825" y="0"/>
                    </a:moveTo>
                    <a:lnTo>
                      <a:pt x="51435" y="0"/>
                    </a:lnTo>
                    <a:cubicBezTo>
                      <a:pt x="46355" y="0"/>
                      <a:pt x="42545" y="3810"/>
                      <a:pt x="42545" y="8890"/>
                    </a:cubicBezTo>
                    <a:lnTo>
                      <a:pt x="42545" y="36830"/>
                    </a:lnTo>
                    <a:lnTo>
                      <a:pt x="0" y="36830"/>
                    </a:lnTo>
                    <a:lnTo>
                      <a:pt x="0" y="53975"/>
                    </a:lnTo>
                    <a:lnTo>
                      <a:pt x="42545" y="53975"/>
                    </a:lnTo>
                    <a:lnTo>
                      <a:pt x="42545" y="81915"/>
                    </a:lnTo>
                    <a:cubicBezTo>
                      <a:pt x="42545" y="86995"/>
                      <a:pt x="46355" y="90805"/>
                      <a:pt x="51435" y="90805"/>
                    </a:cubicBezTo>
                    <a:lnTo>
                      <a:pt x="123825" y="90805"/>
                    </a:lnTo>
                    <a:cubicBezTo>
                      <a:pt x="128905" y="90805"/>
                      <a:pt x="132715" y="86995"/>
                      <a:pt x="132715" y="81915"/>
                    </a:cubicBezTo>
                    <a:lnTo>
                      <a:pt x="132715" y="9525"/>
                    </a:lnTo>
                    <a:cubicBezTo>
                      <a:pt x="132715" y="3810"/>
                      <a:pt x="128905" y="0"/>
                      <a:pt x="123825" y="0"/>
                    </a:cubicBezTo>
                    <a:close/>
                    <a:moveTo>
                      <a:pt x="115570" y="72390"/>
                    </a:moveTo>
                    <a:lnTo>
                      <a:pt x="60325" y="72390"/>
                    </a:lnTo>
                    <a:lnTo>
                      <a:pt x="60325" y="17145"/>
                    </a:lnTo>
                    <a:lnTo>
                      <a:pt x="115570" y="17145"/>
                    </a:lnTo>
                    <a:lnTo>
                      <a:pt x="115570" y="72390"/>
                    </a:lnTo>
                    <a:close/>
                  </a:path>
                </a:pathLst>
              </a:custGeom>
              <a:grp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dirty="0">
                  <a:solidFill>
                    <a:srgbClr val="000000"/>
                  </a:solidFill>
                  <a:latin typeface="Calibri"/>
                  <a:ea typeface="Calibri"/>
                  <a:cs typeface="Calibri"/>
                  <a:sym typeface="Calibri"/>
                </a:endParaRPr>
              </a:p>
            </p:txBody>
          </p:sp>
        </p:grpSp>
      </p:grpSp>
      <p:grpSp>
        <p:nvGrpSpPr>
          <p:cNvPr id="717" name="Google Shape;717;p56">
            <a:extLst>
              <a:ext uri="{FF2B5EF4-FFF2-40B4-BE49-F238E27FC236}">
                <a16:creationId xmlns:a16="http://schemas.microsoft.com/office/drawing/2014/main" id="{BE02CCDB-8663-5611-29ED-336401B7CFCB}"/>
              </a:ext>
            </a:extLst>
          </p:cNvPr>
          <p:cNvGrpSpPr/>
          <p:nvPr/>
        </p:nvGrpSpPr>
        <p:grpSpPr>
          <a:xfrm>
            <a:off x="3006967" y="1859518"/>
            <a:ext cx="307332" cy="330279"/>
            <a:chOff x="6498489" y="2254567"/>
            <a:chExt cx="409776" cy="440372"/>
          </a:xfrm>
          <a:solidFill>
            <a:schemeClr val="accent1"/>
          </a:solidFill>
        </p:grpSpPr>
        <p:sp>
          <p:nvSpPr>
            <p:cNvPr id="718" name="Google Shape;718;p56">
              <a:extLst>
                <a:ext uri="{FF2B5EF4-FFF2-40B4-BE49-F238E27FC236}">
                  <a16:creationId xmlns:a16="http://schemas.microsoft.com/office/drawing/2014/main" id="{9E7FCFCD-C821-7C2E-0C28-52886EC45C2A}"/>
                </a:ext>
              </a:extLst>
            </p:cNvPr>
            <p:cNvSpPr/>
            <p:nvPr/>
          </p:nvSpPr>
          <p:spPr>
            <a:xfrm>
              <a:off x="6543675" y="2350770"/>
              <a:ext cx="213359" cy="252729"/>
            </a:xfrm>
            <a:custGeom>
              <a:avLst/>
              <a:gdLst/>
              <a:ahLst/>
              <a:cxnLst/>
              <a:rect l="l" t="t" r="r" b="b"/>
              <a:pathLst>
                <a:path w="213359" h="252729" extrusionOk="0">
                  <a:moveTo>
                    <a:pt x="97790" y="234950"/>
                  </a:moveTo>
                  <a:cubicBezTo>
                    <a:pt x="45720" y="233045"/>
                    <a:pt x="17780" y="217805"/>
                    <a:pt x="17780" y="209550"/>
                  </a:cubicBezTo>
                  <a:lnTo>
                    <a:pt x="17780" y="178435"/>
                  </a:lnTo>
                  <a:cubicBezTo>
                    <a:pt x="36195" y="189230"/>
                    <a:pt x="66675" y="195580"/>
                    <a:pt x="97790" y="196850"/>
                  </a:cubicBezTo>
                  <a:lnTo>
                    <a:pt x="97790" y="179705"/>
                  </a:lnTo>
                  <a:cubicBezTo>
                    <a:pt x="45720" y="177800"/>
                    <a:pt x="17780" y="162560"/>
                    <a:pt x="17780" y="154305"/>
                  </a:cubicBezTo>
                  <a:lnTo>
                    <a:pt x="17780" y="123190"/>
                  </a:lnTo>
                  <a:cubicBezTo>
                    <a:pt x="36195" y="133985"/>
                    <a:pt x="66675" y="140335"/>
                    <a:pt x="97790" y="141605"/>
                  </a:cubicBezTo>
                  <a:lnTo>
                    <a:pt x="97790" y="134620"/>
                  </a:lnTo>
                  <a:cubicBezTo>
                    <a:pt x="97790" y="130810"/>
                    <a:pt x="98425" y="127635"/>
                    <a:pt x="100330" y="123825"/>
                  </a:cubicBezTo>
                  <a:cubicBezTo>
                    <a:pt x="46990" y="122555"/>
                    <a:pt x="17780" y="106680"/>
                    <a:pt x="17780" y="98425"/>
                  </a:cubicBezTo>
                  <a:lnTo>
                    <a:pt x="17780" y="67310"/>
                  </a:lnTo>
                  <a:cubicBezTo>
                    <a:pt x="38100" y="79375"/>
                    <a:pt x="72390" y="85725"/>
                    <a:pt x="106680" y="85725"/>
                  </a:cubicBezTo>
                  <a:cubicBezTo>
                    <a:pt x="140970" y="85725"/>
                    <a:pt x="175895" y="79375"/>
                    <a:pt x="195580" y="67310"/>
                  </a:cubicBezTo>
                  <a:lnTo>
                    <a:pt x="195580" y="91440"/>
                  </a:lnTo>
                  <a:cubicBezTo>
                    <a:pt x="198755" y="91440"/>
                    <a:pt x="201295" y="91440"/>
                    <a:pt x="204470" y="91440"/>
                  </a:cubicBezTo>
                  <a:cubicBezTo>
                    <a:pt x="207645" y="91440"/>
                    <a:pt x="210185" y="91440"/>
                    <a:pt x="213360" y="91440"/>
                  </a:cubicBezTo>
                  <a:lnTo>
                    <a:pt x="213360" y="42545"/>
                  </a:lnTo>
                  <a:cubicBezTo>
                    <a:pt x="213360" y="14605"/>
                    <a:pt x="160020" y="0"/>
                    <a:pt x="106680" y="0"/>
                  </a:cubicBezTo>
                  <a:cubicBezTo>
                    <a:pt x="53975" y="0"/>
                    <a:pt x="0" y="14605"/>
                    <a:pt x="0" y="42545"/>
                  </a:cubicBezTo>
                  <a:lnTo>
                    <a:pt x="0" y="210185"/>
                  </a:lnTo>
                  <a:cubicBezTo>
                    <a:pt x="0" y="236855"/>
                    <a:pt x="47625" y="251460"/>
                    <a:pt x="97155" y="252730"/>
                  </a:cubicBezTo>
                  <a:lnTo>
                    <a:pt x="97790" y="234950"/>
                  </a:lnTo>
                  <a:lnTo>
                    <a:pt x="97790" y="234950"/>
                  </a:lnTo>
                  <a:close/>
                  <a:moveTo>
                    <a:pt x="106680" y="16510"/>
                  </a:moveTo>
                  <a:cubicBezTo>
                    <a:pt x="164465" y="16510"/>
                    <a:pt x="195580" y="33020"/>
                    <a:pt x="195580" y="41910"/>
                  </a:cubicBezTo>
                  <a:cubicBezTo>
                    <a:pt x="195580" y="50800"/>
                    <a:pt x="164465" y="67310"/>
                    <a:pt x="106680" y="67310"/>
                  </a:cubicBezTo>
                  <a:cubicBezTo>
                    <a:pt x="48895" y="67310"/>
                    <a:pt x="17780" y="50800"/>
                    <a:pt x="17780" y="41910"/>
                  </a:cubicBezTo>
                  <a:cubicBezTo>
                    <a:pt x="17780" y="33020"/>
                    <a:pt x="48895" y="16510"/>
                    <a:pt x="106680" y="16510"/>
                  </a:cubicBezTo>
                  <a:close/>
                </a:path>
              </a:pathLst>
            </a:custGeom>
            <a:grp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chemeClr val="accent2"/>
                </a:solidFill>
                <a:latin typeface="Calibri"/>
                <a:ea typeface="Calibri"/>
                <a:cs typeface="Calibri"/>
                <a:sym typeface="Calibri"/>
              </a:endParaRPr>
            </a:p>
          </p:txBody>
        </p:sp>
        <p:sp>
          <p:nvSpPr>
            <p:cNvPr id="719" name="Google Shape;719;p56">
              <a:extLst>
                <a:ext uri="{FF2B5EF4-FFF2-40B4-BE49-F238E27FC236}">
                  <a16:creationId xmlns:a16="http://schemas.microsoft.com/office/drawing/2014/main" id="{9F259C2B-F65A-4775-D585-E8AAF5FDDA05}"/>
                </a:ext>
              </a:extLst>
            </p:cNvPr>
            <p:cNvSpPr/>
            <p:nvPr/>
          </p:nvSpPr>
          <p:spPr>
            <a:xfrm>
              <a:off x="6498489" y="2254567"/>
              <a:ext cx="409776" cy="105828"/>
            </a:xfrm>
            <a:custGeom>
              <a:avLst/>
              <a:gdLst/>
              <a:ahLst/>
              <a:cxnLst/>
              <a:rect l="l" t="t" r="r" b="b"/>
              <a:pathLst>
                <a:path w="409776" h="105828" extrusionOk="0">
                  <a:moveTo>
                    <a:pt x="8991" y="105728"/>
                  </a:moveTo>
                  <a:cubicBezTo>
                    <a:pt x="5816" y="105728"/>
                    <a:pt x="2640" y="103822"/>
                    <a:pt x="736" y="100647"/>
                  </a:cubicBezTo>
                  <a:cubicBezTo>
                    <a:pt x="-1169" y="96203"/>
                    <a:pt x="736" y="91122"/>
                    <a:pt x="5180" y="89218"/>
                  </a:cubicBezTo>
                  <a:lnTo>
                    <a:pt x="201395" y="953"/>
                  </a:lnTo>
                  <a:cubicBezTo>
                    <a:pt x="203936" y="-318"/>
                    <a:pt x="206476" y="-318"/>
                    <a:pt x="208380" y="953"/>
                  </a:cubicBezTo>
                  <a:lnTo>
                    <a:pt x="404595" y="89218"/>
                  </a:lnTo>
                  <a:cubicBezTo>
                    <a:pt x="409041" y="91122"/>
                    <a:pt x="410945" y="96203"/>
                    <a:pt x="409041" y="100647"/>
                  </a:cubicBezTo>
                  <a:cubicBezTo>
                    <a:pt x="407136" y="105093"/>
                    <a:pt x="402055" y="106997"/>
                    <a:pt x="397611" y="105093"/>
                  </a:cubicBezTo>
                  <a:lnTo>
                    <a:pt x="205205" y="18097"/>
                  </a:lnTo>
                  <a:lnTo>
                    <a:pt x="12801" y="105093"/>
                  </a:lnTo>
                  <a:cubicBezTo>
                    <a:pt x="11530" y="105093"/>
                    <a:pt x="10261" y="105728"/>
                    <a:pt x="8991" y="105728"/>
                  </a:cubicBezTo>
                  <a:close/>
                </a:path>
              </a:pathLst>
            </a:custGeom>
            <a:grp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chemeClr val="accent2"/>
                </a:solidFill>
                <a:latin typeface="Calibri"/>
                <a:ea typeface="Calibri"/>
                <a:cs typeface="Calibri"/>
                <a:sym typeface="Calibri"/>
              </a:endParaRPr>
            </a:p>
          </p:txBody>
        </p:sp>
        <p:sp>
          <p:nvSpPr>
            <p:cNvPr id="720" name="Google Shape;720;p56">
              <a:extLst>
                <a:ext uri="{FF2B5EF4-FFF2-40B4-BE49-F238E27FC236}">
                  <a16:creationId xmlns:a16="http://schemas.microsoft.com/office/drawing/2014/main" id="{805AFE27-FC1A-9855-B4D0-01C6FC1CA481}"/>
                </a:ext>
              </a:extLst>
            </p:cNvPr>
            <p:cNvSpPr/>
            <p:nvPr/>
          </p:nvSpPr>
          <p:spPr>
            <a:xfrm>
              <a:off x="6641465" y="2440939"/>
              <a:ext cx="213359" cy="254000"/>
            </a:xfrm>
            <a:custGeom>
              <a:avLst/>
              <a:gdLst/>
              <a:ahLst/>
              <a:cxnLst/>
              <a:rect l="l" t="t" r="r" b="b"/>
              <a:pathLst>
                <a:path w="213359" h="254000" extrusionOk="0">
                  <a:moveTo>
                    <a:pt x="106680" y="0"/>
                  </a:moveTo>
                  <a:cubicBezTo>
                    <a:pt x="53340" y="0"/>
                    <a:pt x="0" y="14605"/>
                    <a:pt x="0" y="43180"/>
                  </a:cubicBezTo>
                  <a:lnTo>
                    <a:pt x="0" y="210820"/>
                  </a:lnTo>
                  <a:cubicBezTo>
                    <a:pt x="0" y="239395"/>
                    <a:pt x="53975" y="254000"/>
                    <a:pt x="106680" y="254000"/>
                  </a:cubicBezTo>
                  <a:cubicBezTo>
                    <a:pt x="159385" y="254000"/>
                    <a:pt x="213360" y="239395"/>
                    <a:pt x="213360" y="210820"/>
                  </a:cubicBezTo>
                  <a:lnTo>
                    <a:pt x="213360" y="43180"/>
                  </a:lnTo>
                  <a:cubicBezTo>
                    <a:pt x="213360" y="15240"/>
                    <a:pt x="159385" y="0"/>
                    <a:pt x="106680" y="0"/>
                  </a:cubicBezTo>
                  <a:close/>
                  <a:moveTo>
                    <a:pt x="106680" y="18415"/>
                  </a:moveTo>
                  <a:cubicBezTo>
                    <a:pt x="163830" y="18415"/>
                    <a:pt x="195580" y="34925"/>
                    <a:pt x="195580" y="43180"/>
                  </a:cubicBezTo>
                  <a:cubicBezTo>
                    <a:pt x="195580" y="51435"/>
                    <a:pt x="164465" y="67945"/>
                    <a:pt x="106680" y="67945"/>
                  </a:cubicBezTo>
                  <a:cubicBezTo>
                    <a:pt x="48895" y="67945"/>
                    <a:pt x="17780" y="51435"/>
                    <a:pt x="17780" y="43180"/>
                  </a:cubicBezTo>
                  <a:cubicBezTo>
                    <a:pt x="17780" y="34925"/>
                    <a:pt x="49530" y="18415"/>
                    <a:pt x="106680" y="18415"/>
                  </a:cubicBezTo>
                  <a:close/>
                  <a:moveTo>
                    <a:pt x="106680" y="236220"/>
                  </a:moveTo>
                  <a:cubicBezTo>
                    <a:pt x="49530" y="236220"/>
                    <a:pt x="17780" y="219710"/>
                    <a:pt x="17780" y="211455"/>
                  </a:cubicBezTo>
                  <a:lnTo>
                    <a:pt x="17780" y="180975"/>
                  </a:lnTo>
                  <a:cubicBezTo>
                    <a:pt x="38100" y="193040"/>
                    <a:pt x="72390" y="198755"/>
                    <a:pt x="106680" y="198755"/>
                  </a:cubicBezTo>
                  <a:cubicBezTo>
                    <a:pt x="140970" y="198755"/>
                    <a:pt x="175260" y="192405"/>
                    <a:pt x="195580" y="180975"/>
                  </a:cubicBezTo>
                  <a:lnTo>
                    <a:pt x="195580" y="211455"/>
                  </a:lnTo>
                  <a:cubicBezTo>
                    <a:pt x="194945" y="219710"/>
                    <a:pt x="163830" y="236220"/>
                    <a:pt x="106680" y="236220"/>
                  </a:cubicBezTo>
                  <a:close/>
                  <a:moveTo>
                    <a:pt x="106680" y="180340"/>
                  </a:moveTo>
                  <a:cubicBezTo>
                    <a:pt x="49530" y="180340"/>
                    <a:pt x="17780" y="163830"/>
                    <a:pt x="17780" y="155575"/>
                  </a:cubicBezTo>
                  <a:lnTo>
                    <a:pt x="17780" y="124460"/>
                  </a:lnTo>
                  <a:cubicBezTo>
                    <a:pt x="38100" y="136525"/>
                    <a:pt x="72390" y="142240"/>
                    <a:pt x="106680" y="142240"/>
                  </a:cubicBezTo>
                  <a:cubicBezTo>
                    <a:pt x="140970" y="142240"/>
                    <a:pt x="175260" y="135890"/>
                    <a:pt x="195580" y="124460"/>
                  </a:cubicBezTo>
                  <a:lnTo>
                    <a:pt x="195580" y="154940"/>
                  </a:lnTo>
                  <a:cubicBezTo>
                    <a:pt x="194945" y="163830"/>
                    <a:pt x="163830" y="180340"/>
                    <a:pt x="106680" y="180340"/>
                  </a:cubicBezTo>
                  <a:close/>
                  <a:moveTo>
                    <a:pt x="106680" y="124460"/>
                  </a:moveTo>
                  <a:cubicBezTo>
                    <a:pt x="49530" y="124460"/>
                    <a:pt x="17780" y="107950"/>
                    <a:pt x="17780" y="99695"/>
                  </a:cubicBezTo>
                  <a:lnTo>
                    <a:pt x="17780" y="69215"/>
                  </a:lnTo>
                  <a:cubicBezTo>
                    <a:pt x="38100" y="81280"/>
                    <a:pt x="72390" y="86995"/>
                    <a:pt x="106680" y="86995"/>
                  </a:cubicBezTo>
                  <a:cubicBezTo>
                    <a:pt x="140970" y="86995"/>
                    <a:pt x="175260" y="80645"/>
                    <a:pt x="195580" y="69215"/>
                  </a:cubicBezTo>
                  <a:lnTo>
                    <a:pt x="195580" y="99695"/>
                  </a:lnTo>
                  <a:cubicBezTo>
                    <a:pt x="194945" y="107950"/>
                    <a:pt x="163830" y="124460"/>
                    <a:pt x="106680" y="124460"/>
                  </a:cubicBezTo>
                  <a:close/>
                </a:path>
              </a:pathLst>
            </a:custGeom>
            <a:grp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chemeClr val="accent2"/>
                </a:solidFill>
                <a:latin typeface="Calibri"/>
                <a:ea typeface="Calibri"/>
                <a:cs typeface="Calibri"/>
                <a:sym typeface="Calibri"/>
              </a:endParaRPr>
            </a:p>
          </p:txBody>
        </p:sp>
      </p:grpSp>
      <p:grpSp>
        <p:nvGrpSpPr>
          <p:cNvPr id="721" name="Google Shape;721;p56">
            <a:extLst>
              <a:ext uri="{FF2B5EF4-FFF2-40B4-BE49-F238E27FC236}">
                <a16:creationId xmlns:a16="http://schemas.microsoft.com/office/drawing/2014/main" id="{3263AE5F-AE0E-A686-F745-9FCE97759404}"/>
              </a:ext>
            </a:extLst>
          </p:cNvPr>
          <p:cNvGrpSpPr/>
          <p:nvPr/>
        </p:nvGrpSpPr>
        <p:grpSpPr>
          <a:xfrm>
            <a:off x="750094" y="2787491"/>
            <a:ext cx="453390" cy="237707"/>
            <a:chOff x="3489325" y="3491865"/>
            <a:chExt cx="604520" cy="316943"/>
          </a:xfrm>
        </p:grpSpPr>
        <p:sp>
          <p:nvSpPr>
            <p:cNvPr id="722" name="Google Shape;722;p56">
              <a:extLst>
                <a:ext uri="{FF2B5EF4-FFF2-40B4-BE49-F238E27FC236}">
                  <a16:creationId xmlns:a16="http://schemas.microsoft.com/office/drawing/2014/main" id="{4F246298-44EC-4055-3B01-A4E2E04B19F0}"/>
                </a:ext>
              </a:extLst>
            </p:cNvPr>
            <p:cNvSpPr/>
            <p:nvPr/>
          </p:nvSpPr>
          <p:spPr>
            <a:xfrm>
              <a:off x="3494404" y="3491865"/>
              <a:ext cx="587375" cy="72389"/>
            </a:xfrm>
            <a:custGeom>
              <a:avLst/>
              <a:gdLst/>
              <a:ahLst/>
              <a:cxnLst/>
              <a:rect l="l" t="t" r="r" b="b"/>
              <a:pathLst>
                <a:path w="587375" h="72389" extrusionOk="0">
                  <a:moveTo>
                    <a:pt x="372110" y="1905"/>
                  </a:moveTo>
                  <a:lnTo>
                    <a:pt x="431800" y="1905"/>
                  </a:lnTo>
                  <a:lnTo>
                    <a:pt x="431800" y="15875"/>
                  </a:lnTo>
                  <a:lnTo>
                    <a:pt x="381635" y="15875"/>
                  </a:lnTo>
                  <a:cubicBezTo>
                    <a:pt x="379095" y="10795"/>
                    <a:pt x="375920" y="6350"/>
                    <a:pt x="372110" y="1905"/>
                  </a:cubicBezTo>
                  <a:moveTo>
                    <a:pt x="423545" y="43180"/>
                  </a:moveTo>
                  <a:lnTo>
                    <a:pt x="423545" y="29210"/>
                  </a:lnTo>
                  <a:lnTo>
                    <a:pt x="385445" y="29210"/>
                  </a:lnTo>
                  <a:cubicBezTo>
                    <a:pt x="386080" y="31750"/>
                    <a:pt x="386080" y="34290"/>
                    <a:pt x="386080" y="36830"/>
                  </a:cubicBezTo>
                  <a:cubicBezTo>
                    <a:pt x="386080" y="39370"/>
                    <a:pt x="386080" y="41275"/>
                    <a:pt x="385445" y="43180"/>
                  </a:cubicBezTo>
                  <a:lnTo>
                    <a:pt x="423545" y="43180"/>
                  </a:lnTo>
                  <a:close/>
                  <a:moveTo>
                    <a:pt x="372745" y="70485"/>
                  </a:moveTo>
                  <a:lnTo>
                    <a:pt x="431800" y="70485"/>
                  </a:lnTo>
                  <a:lnTo>
                    <a:pt x="431800" y="56515"/>
                  </a:lnTo>
                  <a:lnTo>
                    <a:pt x="381635" y="56515"/>
                  </a:lnTo>
                  <a:cubicBezTo>
                    <a:pt x="379730" y="61595"/>
                    <a:pt x="376555" y="66675"/>
                    <a:pt x="372745" y="70485"/>
                  </a:cubicBezTo>
                  <a:moveTo>
                    <a:pt x="203200" y="36830"/>
                  </a:moveTo>
                  <a:cubicBezTo>
                    <a:pt x="203200" y="57150"/>
                    <a:pt x="187960" y="72390"/>
                    <a:pt x="167005" y="72390"/>
                  </a:cubicBezTo>
                  <a:cubicBezTo>
                    <a:pt x="146050" y="72390"/>
                    <a:pt x="130810" y="56515"/>
                    <a:pt x="130810" y="36830"/>
                  </a:cubicBezTo>
                  <a:cubicBezTo>
                    <a:pt x="130810" y="16510"/>
                    <a:pt x="146050" y="635"/>
                    <a:pt x="167005" y="635"/>
                  </a:cubicBezTo>
                  <a:cubicBezTo>
                    <a:pt x="187960" y="635"/>
                    <a:pt x="203200" y="16510"/>
                    <a:pt x="203200" y="36830"/>
                  </a:cubicBezTo>
                  <a:moveTo>
                    <a:pt x="186690" y="36830"/>
                  </a:moveTo>
                  <a:cubicBezTo>
                    <a:pt x="186690" y="24130"/>
                    <a:pt x="178435" y="15240"/>
                    <a:pt x="167005" y="15240"/>
                  </a:cubicBezTo>
                  <a:cubicBezTo>
                    <a:pt x="155575" y="15240"/>
                    <a:pt x="147320" y="24130"/>
                    <a:pt x="147320" y="36830"/>
                  </a:cubicBezTo>
                  <a:cubicBezTo>
                    <a:pt x="147320" y="48895"/>
                    <a:pt x="155575" y="58420"/>
                    <a:pt x="167005" y="58420"/>
                  </a:cubicBezTo>
                  <a:cubicBezTo>
                    <a:pt x="179070" y="57785"/>
                    <a:pt x="186690" y="48895"/>
                    <a:pt x="186690" y="36830"/>
                  </a:cubicBezTo>
                  <a:moveTo>
                    <a:pt x="365125" y="36195"/>
                  </a:moveTo>
                  <a:cubicBezTo>
                    <a:pt x="365125" y="56515"/>
                    <a:pt x="349885" y="70485"/>
                    <a:pt x="327660" y="70485"/>
                  </a:cubicBezTo>
                  <a:lnTo>
                    <a:pt x="300355" y="70485"/>
                  </a:lnTo>
                  <a:lnTo>
                    <a:pt x="300355" y="1905"/>
                  </a:lnTo>
                  <a:lnTo>
                    <a:pt x="327025" y="1905"/>
                  </a:lnTo>
                  <a:cubicBezTo>
                    <a:pt x="349885" y="1905"/>
                    <a:pt x="365125" y="15875"/>
                    <a:pt x="365125" y="36195"/>
                  </a:cubicBezTo>
                  <a:moveTo>
                    <a:pt x="349250" y="36195"/>
                  </a:moveTo>
                  <a:cubicBezTo>
                    <a:pt x="349250" y="24130"/>
                    <a:pt x="340360" y="15875"/>
                    <a:pt x="327025" y="15875"/>
                  </a:cubicBezTo>
                  <a:lnTo>
                    <a:pt x="316865" y="15875"/>
                  </a:lnTo>
                  <a:lnTo>
                    <a:pt x="316865" y="57150"/>
                  </a:lnTo>
                  <a:lnTo>
                    <a:pt x="327025" y="57150"/>
                  </a:lnTo>
                  <a:cubicBezTo>
                    <a:pt x="339725" y="57150"/>
                    <a:pt x="349250" y="48895"/>
                    <a:pt x="349250" y="36195"/>
                  </a:cubicBezTo>
                  <a:moveTo>
                    <a:pt x="36195" y="57785"/>
                  </a:moveTo>
                  <a:cubicBezTo>
                    <a:pt x="24765" y="57785"/>
                    <a:pt x="15875" y="48260"/>
                    <a:pt x="15875" y="36195"/>
                  </a:cubicBezTo>
                  <a:cubicBezTo>
                    <a:pt x="15875" y="24130"/>
                    <a:pt x="24130" y="14605"/>
                    <a:pt x="36195" y="14605"/>
                  </a:cubicBezTo>
                  <a:cubicBezTo>
                    <a:pt x="41910" y="14605"/>
                    <a:pt x="46355" y="16510"/>
                    <a:pt x="50800" y="20320"/>
                  </a:cubicBezTo>
                  <a:lnTo>
                    <a:pt x="60960" y="10160"/>
                  </a:lnTo>
                  <a:cubicBezTo>
                    <a:pt x="54610" y="3810"/>
                    <a:pt x="46355" y="0"/>
                    <a:pt x="36195" y="0"/>
                  </a:cubicBezTo>
                  <a:cubicBezTo>
                    <a:pt x="15875" y="0"/>
                    <a:pt x="0" y="15875"/>
                    <a:pt x="0" y="35560"/>
                  </a:cubicBezTo>
                  <a:cubicBezTo>
                    <a:pt x="0" y="55880"/>
                    <a:pt x="15875" y="71120"/>
                    <a:pt x="36195" y="71120"/>
                  </a:cubicBezTo>
                  <a:cubicBezTo>
                    <a:pt x="46355" y="71120"/>
                    <a:pt x="55880" y="66675"/>
                    <a:pt x="62230" y="59690"/>
                  </a:cubicBezTo>
                  <a:lnTo>
                    <a:pt x="52070" y="49530"/>
                  </a:lnTo>
                  <a:cubicBezTo>
                    <a:pt x="47625" y="55245"/>
                    <a:pt x="42545" y="57785"/>
                    <a:pt x="36195" y="57785"/>
                  </a:cubicBezTo>
                  <a:moveTo>
                    <a:pt x="93345" y="1905"/>
                  </a:moveTo>
                  <a:lnTo>
                    <a:pt x="77470" y="1905"/>
                  </a:lnTo>
                  <a:lnTo>
                    <a:pt x="77470" y="70485"/>
                  </a:lnTo>
                  <a:lnTo>
                    <a:pt x="125730" y="70485"/>
                  </a:lnTo>
                  <a:lnTo>
                    <a:pt x="125730" y="56515"/>
                  </a:lnTo>
                  <a:lnTo>
                    <a:pt x="93345" y="56515"/>
                  </a:lnTo>
                  <a:lnTo>
                    <a:pt x="93345" y="1905"/>
                  </a:lnTo>
                  <a:close/>
                  <a:moveTo>
                    <a:pt x="492125" y="47625"/>
                  </a:moveTo>
                  <a:lnTo>
                    <a:pt x="511810" y="70485"/>
                  </a:lnTo>
                  <a:lnTo>
                    <a:pt x="493395" y="70485"/>
                  </a:lnTo>
                  <a:lnTo>
                    <a:pt x="474980" y="48895"/>
                  </a:lnTo>
                  <a:lnTo>
                    <a:pt x="466090" y="48895"/>
                  </a:lnTo>
                  <a:lnTo>
                    <a:pt x="466090" y="70485"/>
                  </a:lnTo>
                  <a:lnTo>
                    <a:pt x="450850" y="70485"/>
                  </a:lnTo>
                  <a:lnTo>
                    <a:pt x="450850" y="1905"/>
                  </a:lnTo>
                  <a:lnTo>
                    <a:pt x="482600" y="1905"/>
                  </a:lnTo>
                  <a:cubicBezTo>
                    <a:pt x="491490" y="1905"/>
                    <a:pt x="497840" y="3810"/>
                    <a:pt x="502285" y="8255"/>
                  </a:cubicBezTo>
                  <a:cubicBezTo>
                    <a:pt x="506730" y="12065"/>
                    <a:pt x="509905" y="18415"/>
                    <a:pt x="509905" y="25400"/>
                  </a:cubicBezTo>
                  <a:cubicBezTo>
                    <a:pt x="509270" y="34925"/>
                    <a:pt x="505460" y="43815"/>
                    <a:pt x="492125" y="47625"/>
                  </a:cubicBezTo>
                  <a:moveTo>
                    <a:pt x="493395" y="26035"/>
                  </a:moveTo>
                  <a:cubicBezTo>
                    <a:pt x="493395" y="22860"/>
                    <a:pt x="492125" y="20320"/>
                    <a:pt x="490220" y="18415"/>
                  </a:cubicBezTo>
                  <a:cubicBezTo>
                    <a:pt x="488315" y="16510"/>
                    <a:pt x="485140" y="15875"/>
                    <a:pt x="480695" y="15875"/>
                  </a:cubicBezTo>
                  <a:lnTo>
                    <a:pt x="465455" y="15875"/>
                  </a:lnTo>
                  <a:lnTo>
                    <a:pt x="465455" y="36195"/>
                  </a:lnTo>
                  <a:lnTo>
                    <a:pt x="480695" y="36195"/>
                  </a:lnTo>
                  <a:cubicBezTo>
                    <a:pt x="484505" y="36195"/>
                    <a:pt x="487680" y="35560"/>
                    <a:pt x="489585" y="33655"/>
                  </a:cubicBezTo>
                  <a:cubicBezTo>
                    <a:pt x="492125" y="31750"/>
                    <a:pt x="493395" y="29210"/>
                    <a:pt x="493395" y="26035"/>
                  </a:cubicBezTo>
                  <a:moveTo>
                    <a:pt x="587375" y="70485"/>
                  </a:moveTo>
                  <a:lnTo>
                    <a:pt x="571500" y="70485"/>
                  </a:lnTo>
                  <a:lnTo>
                    <a:pt x="565785" y="56515"/>
                  </a:lnTo>
                  <a:lnTo>
                    <a:pt x="536575" y="56515"/>
                  </a:lnTo>
                  <a:lnTo>
                    <a:pt x="531495" y="70485"/>
                  </a:lnTo>
                  <a:lnTo>
                    <a:pt x="515620" y="70485"/>
                  </a:lnTo>
                  <a:lnTo>
                    <a:pt x="544830" y="1905"/>
                  </a:lnTo>
                  <a:lnTo>
                    <a:pt x="558800" y="1905"/>
                  </a:lnTo>
                  <a:lnTo>
                    <a:pt x="587375" y="70485"/>
                  </a:lnTo>
                  <a:close/>
                  <a:moveTo>
                    <a:pt x="560705" y="43815"/>
                  </a:moveTo>
                  <a:lnTo>
                    <a:pt x="551180" y="19685"/>
                  </a:lnTo>
                  <a:lnTo>
                    <a:pt x="541655" y="43815"/>
                  </a:lnTo>
                  <a:lnTo>
                    <a:pt x="560705" y="43815"/>
                  </a:lnTo>
                  <a:close/>
                  <a:moveTo>
                    <a:pt x="264795" y="40640"/>
                  </a:moveTo>
                  <a:cubicBezTo>
                    <a:pt x="264795" y="51435"/>
                    <a:pt x="258445" y="57785"/>
                    <a:pt x="249555" y="57785"/>
                  </a:cubicBezTo>
                  <a:cubicBezTo>
                    <a:pt x="240665" y="57785"/>
                    <a:pt x="234315" y="51435"/>
                    <a:pt x="234315" y="40640"/>
                  </a:cubicBezTo>
                  <a:lnTo>
                    <a:pt x="234315" y="2540"/>
                  </a:lnTo>
                  <a:lnTo>
                    <a:pt x="218440" y="2540"/>
                  </a:lnTo>
                  <a:lnTo>
                    <a:pt x="218440" y="40005"/>
                  </a:lnTo>
                  <a:cubicBezTo>
                    <a:pt x="218440" y="59690"/>
                    <a:pt x="231140" y="72390"/>
                    <a:pt x="249555" y="72390"/>
                  </a:cubicBezTo>
                  <a:cubicBezTo>
                    <a:pt x="267970" y="72390"/>
                    <a:pt x="280670" y="59690"/>
                    <a:pt x="280670" y="40005"/>
                  </a:cubicBezTo>
                  <a:lnTo>
                    <a:pt x="280670" y="2540"/>
                  </a:lnTo>
                  <a:lnTo>
                    <a:pt x="264795" y="2540"/>
                  </a:lnTo>
                  <a:lnTo>
                    <a:pt x="264795" y="40640"/>
                  </a:lnTo>
                  <a:close/>
                </a:path>
              </a:pathLst>
            </a:custGeom>
            <a:solidFill>
              <a:srgbClr val="F96702"/>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723" name="Google Shape;723;p56">
              <a:extLst>
                <a:ext uri="{FF2B5EF4-FFF2-40B4-BE49-F238E27FC236}">
                  <a16:creationId xmlns:a16="http://schemas.microsoft.com/office/drawing/2014/main" id="{BBCC9E6B-6264-5F6F-EA37-B038CB87B6BC}"/>
                </a:ext>
              </a:extLst>
            </p:cNvPr>
            <p:cNvSpPr/>
            <p:nvPr/>
          </p:nvSpPr>
          <p:spPr>
            <a:xfrm>
              <a:off x="3489325" y="3597909"/>
              <a:ext cx="188595" cy="210899"/>
            </a:xfrm>
            <a:custGeom>
              <a:avLst/>
              <a:gdLst/>
              <a:ahLst/>
              <a:cxnLst/>
              <a:rect l="l" t="t" r="r" b="b"/>
              <a:pathLst>
                <a:path w="188595" h="210899" extrusionOk="0">
                  <a:moveTo>
                    <a:pt x="5715" y="170815"/>
                  </a:moveTo>
                  <a:cubicBezTo>
                    <a:pt x="1905" y="162560"/>
                    <a:pt x="0" y="153035"/>
                    <a:pt x="0" y="142240"/>
                  </a:cubicBezTo>
                  <a:lnTo>
                    <a:pt x="48260" y="142240"/>
                  </a:lnTo>
                  <a:cubicBezTo>
                    <a:pt x="48260" y="147955"/>
                    <a:pt x="49530" y="153035"/>
                    <a:pt x="51435" y="158115"/>
                  </a:cubicBezTo>
                  <a:cubicBezTo>
                    <a:pt x="57150" y="171450"/>
                    <a:pt x="73660" y="177800"/>
                    <a:pt x="95885" y="177800"/>
                  </a:cubicBezTo>
                  <a:cubicBezTo>
                    <a:pt x="115570" y="177800"/>
                    <a:pt x="131445" y="172720"/>
                    <a:pt x="136525" y="161925"/>
                  </a:cubicBezTo>
                  <a:cubicBezTo>
                    <a:pt x="137795" y="158750"/>
                    <a:pt x="138430" y="155575"/>
                    <a:pt x="138430" y="152400"/>
                  </a:cubicBezTo>
                  <a:cubicBezTo>
                    <a:pt x="138430" y="149225"/>
                    <a:pt x="137795" y="146050"/>
                    <a:pt x="136525" y="143510"/>
                  </a:cubicBezTo>
                  <a:cubicBezTo>
                    <a:pt x="129540" y="127635"/>
                    <a:pt x="99060" y="124460"/>
                    <a:pt x="70485" y="118110"/>
                  </a:cubicBezTo>
                  <a:cubicBezTo>
                    <a:pt x="41275" y="111760"/>
                    <a:pt x="18415" y="102235"/>
                    <a:pt x="8890" y="81915"/>
                  </a:cubicBezTo>
                  <a:cubicBezTo>
                    <a:pt x="6350" y="76200"/>
                    <a:pt x="5080" y="69215"/>
                    <a:pt x="5080" y="60960"/>
                  </a:cubicBezTo>
                  <a:cubicBezTo>
                    <a:pt x="5080" y="52705"/>
                    <a:pt x="6985" y="45085"/>
                    <a:pt x="9525" y="38735"/>
                  </a:cubicBezTo>
                  <a:cubicBezTo>
                    <a:pt x="20320" y="13970"/>
                    <a:pt x="53340" y="0"/>
                    <a:pt x="92710" y="0"/>
                  </a:cubicBezTo>
                  <a:cubicBezTo>
                    <a:pt x="132080" y="0"/>
                    <a:pt x="163830" y="13335"/>
                    <a:pt x="175895" y="39370"/>
                  </a:cubicBezTo>
                  <a:cubicBezTo>
                    <a:pt x="179070" y="46990"/>
                    <a:pt x="180975" y="55880"/>
                    <a:pt x="180975" y="66040"/>
                  </a:cubicBezTo>
                  <a:lnTo>
                    <a:pt x="133985" y="66040"/>
                  </a:lnTo>
                  <a:cubicBezTo>
                    <a:pt x="133985" y="60325"/>
                    <a:pt x="132715" y="55245"/>
                    <a:pt x="130810" y="50800"/>
                  </a:cubicBezTo>
                  <a:cubicBezTo>
                    <a:pt x="125095" y="38100"/>
                    <a:pt x="111760" y="32385"/>
                    <a:pt x="92075" y="32385"/>
                  </a:cubicBezTo>
                  <a:cubicBezTo>
                    <a:pt x="74930" y="32385"/>
                    <a:pt x="59055" y="37465"/>
                    <a:pt x="54610" y="47625"/>
                  </a:cubicBezTo>
                  <a:cubicBezTo>
                    <a:pt x="53340" y="50165"/>
                    <a:pt x="53340" y="52705"/>
                    <a:pt x="53340" y="55245"/>
                  </a:cubicBezTo>
                  <a:cubicBezTo>
                    <a:pt x="53340" y="57785"/>
                    <a:pt x="53340" y="60325"/>
                    <a:pt x="54610" y="62865"/>
                  </a:cubicBezTo>
                  <a:cubicBezTo>
                    <a:pt x="60960" y="76835"/>
                    <a:pt x="87630" y="80010"/>
                    <a:pt x="115570" y="86360"/>
                  </a:cubicBezTo>
                  <a:cubicBezTo>
                    <a:pt x="146050" y="92710"/>
                    <a:pt x="173355" y="101600"/>
                    <a:pt x="184150" y="124460"/>
                  </a:cubicBezTo>
                  <a:cubicBezTo>
                    <a:pt x="186690" y="130810"/>
                    <a:pt x="188595" y="138430"/>
                    <a:pt x="188595" y="147320"/>
                  </a:cubicBezTo>
                  <a:cubicBezTo>
                    <a:pt x="188595" y="156210"/>
                    <a:pt x="186690" y="164465"/>
                    <a:pt x="183515" y="171450"/>
                  </a:cubicBezTo>
                  <a:cubicBezTo>
                    <a:pt x="171450" y="198120"/>
                    <a:pt x="137795" y="210820"/>
                    <a:pt x="95250" y="210820"/>
                  </a:cubicBezTo>
                  <a:cubicBezTo>
                    <a:pt x="50165" y="212090"/>
                    <a:pt x="17780" y="198120"/>
                    <a:pt x="5715" y="170815"/>
                  </a:cubicBezTo>
                </a:path>
              </a:pathLst>
            </a:custGeom>
            <a:solidFill>
              <a:srgbClr val="646464"/>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724" name="Google Shape;724;p56">
              <a:extLst>
                <a:ext uri="{FF2B5EF4-FFF2-40B4-BE49-F238E27FC236}">
                  <a16:creationId xmlns:a16="http://schemas.microsoft.com/office/drawing/2014/main" id="{9D6ED0B1-AC28-9D3D-8ACA-2F9A1EFFB6F0}"/>
                </a:ext>
              </a:extLst>
            </p:cNvPr>
            <p:cNvSpPr/>
            <p:nvPr/>
          </p:nvSpPr>
          <p:spPr>
            <a:xfrm>
              <a:off x="3703954" y="3604259"/>
              <a:ext cx="189229" cy="199390"/>
            </a:xfrm>
            <a:custGeom>
              <a:avLst/>
              <a:gdLst/>
              <a:ahLst/>
              <a:cxnLst/>
              <a:rect l="l" t="t" r="r" b="b"/>
              <a:pathLst>
                <a:path w="189229" h="199390" extrusionOk="0">
                  <a:moveTo>
                    <a:pt x="0" y="0"/>
                  </a:moveTo>
                  <a:lnTo>
                    <a:pt x="80645" y="0"/>
                  </a:lnTo>
                  <a:cubicBezTo>
                    <a:pt x="130175" y="0"/>
                    <a:pt x="165100" y="18415"/>
                    <a:pt x="180340" y="52705"/>
                  </a:cubicBezTo>
                  <a:cubicBezTo>
                    <a:pt x="186055" y="66040"/>
                    <a:pt x="189230" y="81280"/>
                    <a:pt x="189230" y="99695"/>
                  </a:cubicBezTo>
                  <a:cubicBezTo>
                    <a:pt x="189230" y="118110"/>
                    <a:pt x="186690" y="133985"/>
                    <a:pt x="180340" y="147320"/>
                  </a:cubicBezTo>
                  <a:cubicBezTo>
                    <a:pt x="164465" y="181610"/>
                    <a:pt x="130175" y="199390"/>
                    <a:pt x="80645" y="199390"/>
                  </a:cubicBezTo>
                  <a:lnTo>
                    <a:pt x="0" y="199390"/>
                  </a:lnTo>
                  <a:lnTo>
                    <a:pt x="0" y="0"/>
                  </a:lnTo>
                  <a:close/>
                  <a:moveTo>
                    <a:pt x="75565" y="161925"/>
                  </a:moveTo>
                  <a:cubicBezTo>
                    <a:pt x="106680" y="161925"/>
                    <a:pt x="125730" y="151765"/>
                    <a:pt x="135255" y="131445"/>
                  </a:cubicBezTo>
                  <a:cubicBezTo>
                    <a:pt x="139065" y="123190"/>
                    <a:pt x="140970" y="113030"/>
                    <a:pt x="140970" y="99695"/>
                  </a:cubicBezTo>
                  <a:cubicBezTo>
                    <a:pt x="140970" y="86360"/>
                    <a:pt x="139065" y="76200"/>
                    <a:pt x="135255" y="67945"/>
                  </a:cubicBezTo>
                  <a:cubicBezTo>
                    <a:pt x="126365" y="48260"/>
                    <a:pt x="106680" y="38100"/>
                    <a:pt x="75565" y="38100"/>
                  </a:cubicBezTo>
                  <a:lnTo>
                    <a:pt x="45720" y="38100"/>
                  </a:lnTo>
                  <a:lnTo>
                    <a:pt x="45720" y="161925"/>
                  </a:lnTo>
                  <a:lnTo>
                    <a:pt x="75565" y="161925"/>
                  </a:lnTo>
                  <a:close/>
                </a:path>
              </a:pathLst>
            </a:custGeom>
            <a:solidFill>
              <a:srgbClr val="646464"/>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725" name="Google Shape;725;p56">
              <a:extLst>
                <a:ext uri="{FF2B5EF4-FFF2-40B4-BE49-F238E27FC236}">
                  <a16:creationId xmlns:a16="http://schemas.microsoft.com/office/drawing/2014/main" id="{D45665D9-B1AE-0355-9E32-1B5227BC0745}"/>
                </a:ext>
              </a:extLst>
            </p:cNvPr>
            <p:cNvSpPr/>
            <p:nvPr/>
          </p:nvSpPr>
          <p:spPr>
            <a:xfrm>
              <a:off x="3883025" y="3604259"/>
              <a:ext cx="210820" cy="200025"/>
            </a:xfrm>
            <a:custGeom>
              <a:avLst/>
              <a:gdLst/>
              <a:ahLst/>
              <a:cxnLst/>
              <a:rect l="l" t="t" r="r" b="b"/>
              <a:pathLst>
                <a:path w="210820" h="200025" extrusionOk="0">
                  <a:moveTo>
                    <a:pt x="133350" y="97790"/>
                  </a:moveTo>
                  <a:lnTo>
                    <a:pt x="207010" y="0"/>
                  </a:lnTo>
                  <a:lnTo>
                    <a:pt x="151130" y="0"/>
                  </a:lnTo>
                  <a:lnTo>
                    <a:pt x="105410" y="60960"/>
                  </a:lnTo>
                  <a:lnTo>
                    <a:pt x="59055" y="0"/>
                  </a:lnTo>
                  <a:lnTo>
                    <a:pt x="3810" y="0"/>
                  </a:lnTo>
                  <a:lnTo>
                    <a:pt x="49530" y="60960"/>
                  </a:lnTo>
                  <a:lnTo>
                    <a:pt x="105410" y="60960"/>
                  </a:lnTo>
                  <a:lnTo>
                    <a:pt x="77470" y="97790"/>
                  </a:lnTo>
                  <a:lnTo>
                    <a:pt x="0" y="200025"/>
                  </a:lnTo>
                  <a:lnTo>
                    <a:pt x="56515" y="200025"/>
                  </a:lnTo>
                  <a:lnTo>
                    <a:pt x="105410" y="134620"/>
                  </a:lnTo>
                  <a:lnTo>
                    <a:pt x="154940" y="200025"/>
                  </a:lnTo>
                  <a:lnTo>
                    <a:pt x="210820" y="200025"/>
                  </a:lnTo>
                  <a:close/>
                </a:path>
              </a:pathLst>
            </a:custGeom>
            <a:solidFill>
              <a:srgbClr val="F96702"/>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grpSp>
      <p:grpSp>
        <p:nvGrpSpPr>
          <p:cNvPr id="726" name="Google Shape;726;p56">
            <a:extLst>
              <a:ext uri="{FF2B5EF4-FFF2-40B4-BE49-F238E27FC236}">
                <a16:creationId xmlns:a16="http://schemas.microsoft.com/office/drawing/2014/main" id="{1BE449DC-C728-BFB1-0829-1AC8A194F267}"/>
              </a:ext>
            </a:extLst>
          </p:cNvPr>
          <p:cNvGrpSpPr/>
          <p:nvPr/>
        </p:nvGrpSpPr>
        <p:grpSpPr>
          <a:xfrm>
            <a:off x="1893569" y="1859280"/>
            <a:ext cx="244792" cy="307181"/>
            <a:chOff x="5013959" y="2254250"/>
            <a:chExt cx="326390" cy="409575"/>
          </a:xfrm>
          <a:solidFill>
            <a:schemeClr val="accent1"/>
          </a:solidFill>
        </p:grpSpPr>
        <p:sp>
          <p:nvSpPr>
            <p:cNvPr id="727" name="Google Shape;727;p56">
              <a:extLst>
                <a:ext uri="{FF2B5EF4-FFF2-40B4-BE49-F238E27FC236}">
                  <a16:creationId xmlns:a16="http://schemas.microsoft.com/office/drawing/2014/main" id="{DF123CBE-836F-5828-9019-C8303CCA7286}"/>
                </a:ext>
              </a:extLst>
            </p:cNvPr>
            <p:cNvSpPr/>
            <p:nvPr/>
          </p:nvSpPr>
          <p:spPr>
            <a:xfrm>
              <a:off x="5013959" y="2413000"/>
              <a:ext cx="222250" cy="250825"/>
            </a:xfrm>
            <a:custGeom>
              <a:avLst/>
              <a:gdLst/>
              <a:ahLst/>
              <a:cxnLst/>
              <a:rect l="l" t="t" r="r" b="b"/>
              <a:pathLst>
                <a:path w="222250" h="250825" extrusionOk="0">
                  <a:moveTo>
                    <a:pt x="205740" y="96520"/>
                  </a:moveTo>
                  <a:cubicBezTo>
                    <a:pt x="204470" y="102870"/>
                    <a:pt x="171450" y="117475"/>
                    <a:pt x="111760" y="117475"/>
                  </a:cubicBezTo>
                  <a:cubicBezTo>
                    <a:pt x="50800" y="117475"/>
                    <a:pt x="17780" y="102870"/>
                    <a:pt x="17780" y="96520"/>
                  </a:cubicBezTo>
                  <a:lnTo>
                    <a:pt x="17780" y="59690"/>
                  </a:lnTo>
                  <a:cubicBezTo>
                    <a:pt x="38735" y="70485"/>
                    <a:pt x="76200" y="76200"/>
                    <a:pt x="111760" y="76200"/>
                  </a:cubicBezTo>
                  <a:cubicBezTo>
                    <a:pt x="139065" y="76200"/>
                    <a:pt x="167640" y="73025"/>
                    <a:pt x="188595" y="66675"/>
                  </a:cubicBezTo>
                  <a:lnTo>
                    <a:pt x="187960" y="48895"/>
                  </a:lnTo>
                  <a:cubicBezTo>
                    <a:pt x="172720" y="54610"/>
                    <a:pt x="147955" y="59055"/>
                    <a:pt x="111125" y="59055"/>
                  </a:cubicBezTo>
                  <a:cubicBezTo>
                    <a:pt x="46355" y="59055"/>
                    <a:pt x="17145" y="43180"/>
                    <a:pt x="17145" y="38100"/>
                  </a:cubicBezTo>
                  <a:cubicBezTo>
                    <a:pt x="17145" y="33020"/>
                    <a:pt x="46355" y="17145"/>
                    <a:pt x="111125" y="17145"/>
                  </a:cubicBezTo>
                  <a:cubicBezTo>
                    <a:pt x="112395" y="17145"/>
                    <a:pt x="113665" y="17145"/>
                    <a:pt x="115570" y="17145"/>
                  </a:cubicBezTo>
                  <a:lnTo>
                    <a:pt x="130810" y="635"/>
                  </a:lnTo>
                  <a:cubicBezTo>
                    <a:pt x="123825" y="0"/>
                    <a:pt x="117475" y="0"/>
                    <a:pt x="111125" y="0"/>
                  </a:cubicBezTo>
                  <a:cubicBezTo>
                    <a:pt x="57785" y="0"/>
                    <a:pt x="0" y="11430"/>
                    <a:pt x="0" y="38100"/>
                  </a:cubicBezTo>
                  <a:lnTo>
                    <a:pt x="0" y="212725"/>
                  </a:lnTo>
                  <a:cubicBezTo>
                    <a:pt x="0" y="238760"/>
                    <a:pt x="57150" y="250825"/>
                    <a:pt x="111125" y="250825"/>
                  </a:cubicBezTo>
                  <a:cubicBezTo>
                    <a:pt x="152400" y="250825"/>
                    <a:pt x="222250" y="243205"/>
                    <a:pt x="222250" y="212725"/>
                  </a:cubicBezTo>
                  <a:lnTo>
                    <a:pt x="222250" y="68580"/>
                  </a:lnTo>
                  <a:lnTo>
                    <a:pt x="205740" y="68580"/>
                  </a:lnTo>
                  <a:lnTo>
                    <a:pt x="205740" y="96520"/>
                  </a:lnTo>
                  <a:lnTo>
                    <a:pt x="205740" y="96520"/>
                  </a:lnTo>
                  <a:close/>
                  <a:moveTo>
                    <a:pt x="205740" y="212725"/>
                  </a:moveTo>
                  <a:cubicBezTo>
                    <a:pt x="205740" y="219075"/>
                    <a:pt x="172720" y="233680"/>
                    <a:pt x="111760" y="233680"/>
                  </a:cubicBezTo>
                  <a:cubicBezTo>
                    <a:pt x="52070" y="233680"/>
                    <a:pt x="19050" y="219075"/>
                    <a:pt x="17780" y="212725"/>
                  </a:cubicBezTo>
                  <a:lnTo>
                    <a:pt x="17780" y="175895"/>
                  </a:lnTo>
                  <a:cubicBezTo>
                    <a:pt x="40640" y="187960"/>
                    <a:pt x="83185" y="191770"/>
                    <a:pt x="111760" y="191770"/>
                  </a:cubicBezTo>
                  <a:cubicBezTo>
                    <a:pt x="147320" y="191770"/>
                    <a:pt x="184785" y="186055"/>
                    <a:pt x="205740" y="175260"/>
                  </a:cubicBezTo>
                  <a:lnTo>
                    <a:pt x="205740" y="212725"/>
                  </a:lnTo>
                  <a:close/>
                  <a:moveTo>
                    <a:pt x="205740" y="154305"/>
                  </a:moveTo>
                  <a:cubicBezTo>
                    <a:pt x="204470" y="160655"/>
                    <a:pt x="171450" y="175260"/>
                    <a:pt x="111760" y="175260"/>
                  </a:cubicBezTo>
                  <a:cubicBezTo>
                    <a:pt x="50800" y="175260"/>
                    <a:pt x="17780" y="160655"/>
                    <a:pt x="17780" y="154305"/>
                  </a:cubicBezTo>
                  <a:lnTo>
                    <a:pt x="17780" y="118110"/>
                  </a:lnTo>
                  <a:cubicBezTo>
                    <a:pt x="40640" y="130175"/>
                    <a:pt x="83185" y="133985"/>
                    <a:pt x="111760" y="133985"/>
                  </a:cubicBezTo>
                  <a:cubicBezTo>
                    <a:pt x="147320" y="133985"/>
                    <a:pt x="184785" y="128270"/>
                    <a:pt x="205740" y="117475"/>
                  </a:cubicBezTo>
                  <a:lnTo>
                    <a:pt x="205740" y="154305"/>
                  </a:lnTo>
                  <a:close/>
                </a:path>
              </a:pathLst>
            </a:custGeom>
            <a:grp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chemeClr val="accent2"/>
                </a:solidFill>
                <a:highlight>
                  <a:schemeClr val="accent2"/>
                </a:highlight>
                <a:latin typeface="Calibri"/>
                <a:ea typeface="Calibri"/>
                <a:cs typeface="Calibri"/>
                <a:sym typeface="Calibri"/>
              </a:endParaRPr>
            </a:p>
          </p:txBody>
        </p:sp>
        <p:sp>
          <p:nvSpPr>
            <p:cNvPr id="728" name="Google Shape;728;p56">
              <a:extLst>
                <a:ext uri="{FF2B5EF4-FFF2-40B4-BE49-F238E27FC236}">
                  <a16:creationId xmlns:a16="http://schemas.microsoft.com/office/drawing/2014/main" id="{B4338AC7-65F9-C2D1-E170-F6040C3166DB}"/>
                </a:ext>
              </a:extLst>
            </p:cNvPr>
            <p:cNvSpPr/>
            <p:nvPr/>
          </p:nvSpPr>
          <p:spPr>
            <a:xfrm>
              <a:off x="5112384" y="2254250"/>
              <a:ext cx="227965" cy="227964"/>
            </a:xfrm>
            <a:custGeom>
              <a:avLst/>
              <a:gdLst/>
              <a:ahLst/>
              <a:cxnLst/>
              <a:rect l="l" t="t" r="r" b="b"/>
              <a:pathLst>
                <a:path w="227965" h="227964" extrusionOk="0">
                  <a:moveTo>
                    <a:pt x="137160" y="227965"/>
                  </a:moveTo>
                  <a:lnTo>
                    <a:pt x="90805" y="227965"/>
                  </a:lnTo>
                  <a:lnTo>
                    <a:pt x="90170" y="198120"/>
                  </a:lnTo>
                  <a:cubicBezTo>
                    <a:pt x="83820" y="196215"/>
                    <a:pt x="78105" y="193675"/>
                    <a:pt x="71755" y="190500"/>
                  </a:cubicBezTo>
                  <a:lnTo>
                    <a:pt x="49530" y="211455"/>
                  </a:lnTo>
                  <a:lnTo>
                    <a:pt x="16510" y="178435"/>
                  </a:lnTo>
                  <a:lnTo>
                    <a:pt x="37465" y="156210"/>
                  </a:lnTo>
                  <a:cubicBezTo>
                    <a:pt x="33655" y="149860"/>
                    <a:pt x="31115" y="144145"/>
                    <a:pt x="29845" y="137795"/>
                  </a:cubicBezTo>
                  <a:lnTo>
                    <a:pt x="0" y="137160"/>
                  </a:lnTo>
                  <a:lnTo>
                    <a:pt x="0" y="90805"/>
                  </a:lnTo>
                  <a:lnTo>
                    <a:pt x="29845" y="90170"/>
                  </a:lnTo>
                  <a:cubicBezTo>
                    <a:pt x="31750" y="83820"/>
                    <a:pt x="34290" y="78105"/>
                    <a:pt x="37465" y="71755"/>
                  </a:cubicBezTo>
                  <a:lnTo>
                    <a:pt x="16510" y="49530"/>
                  </a:lnTo>
                  <a:lnTo>
                    <a:pt x="49530" y="16510"/>
                  </a:lnTo>
                  <a:lnTo>
                    <a:pt x="71755" y="37465"/>
                  </a:lnTo>
                  <a:cubicBezTo>
                    <a:pt x="78105" y="33655"/>
                    <a:pt x="83820" y="31115"/>
                    <a:pt x="90170" y="29845"/>
                  </a:cubicBezTo>
                  <a:lnTo>
                    <a:pt x="90805" y="0"/>
                  </a:lnTo>
                  <a:lnTo>
                    <a:pt x="137160" y="0"/>
                  </a:lnTo>
                  <a:lnTo>
                    <a:pt x="137795" y="29845"/>
                  </a:lnTo>
                  <a:cubicBezTo>
                    <a:pt x="144145" y="31750"/>
                    <a:pt x="149860" y="34290"/>
                    <a:pt x="156210" y="37465"/>
                  </a:cubicBezTo>
                  <a:lnTo>
                    <a:pt x="178435" y="16510"/>
                  </a:lnTo>
                  <a:lnTo>
                    <a:pt x="211455" y="49530"/>
                  </a:lnTo>
                  <a:lnTo>
                    <a:pt x="190500" y="71755"/>
                  </a:lnTo>
                  <a:cubicBezTo>
                    <a:pt x="194310" y="78105"/>
                    <a:pt x="196850" y="83820"/>
                    <a:pt x="198120" y="90170"/>
                  </a:cubicBezTo>
                  <a:lnTo>
                    <a:pt x="227965" y="90805"/>
                  </a:lnTo>
                  <a:lnTo>
                    <a:pt x="227965" y="137160"/>
                  </a:lnTo>
                  <a:lnTo>
                    <a:pt x="198120" y="137795"/>
                  </a:lnTo>
                  <a:cubicBezTo>
                    <a:pt x="196215" y="144145"/>
                    <a:pt x="193675" y="149860"/>
                    <a:pt x="190500" y="156210"/>
                  </a:cubicBezTo>
                  <a:lnTo>
                    <a:pt x="211455" y="178435"/>
                  </a:lnTo>
                  <a:lnTo>
                    <a:pt x="178435" y="211455"/>
                  </a:lnTo>
                  <a:lnTo>
                    <a:pt x="156210" y="190500"/>
                  </a:lnTo>
                  <a:cubicBezTo>
                    <a:pt x="149860" y="194310"/>
                    <a:pt x="144145" y="196850"/>
                    <a:pt x="137795" y="198120"/>
                  </a:cubicBezTo>
                  <a:lnTo>
                    <a:pt x="137160" y="227965"/>
                  </a:lnTo>
                  <a:close/>
                  <a:moveTo>
                    <a:pt x="107315" y="210820"/>
                  </a:moveTo>
                  <a:lnTo>
                    <a:pt x="120650" y="210820"/>
                  </a:lnTo>
                  <a:lnTo>
                    <a:pt x="121285" y="184150"/>
                  </a:lnTo>
                  <a:lnTo>
                    <a:pt x="128270" y="182880"/>
                  </a:lnTo>
                  <a:cubicBezTo>
                    <a:pt x="136525" y="181610"/>
                    <a:pt x="144780" y="177800"/>
                    <a:pt x="153035" y="172720"/>
                  </a:cubicBezTo>
                  <a:lnTo>
                    <a:pt x="158750" y="168910"/>
                  </a:lnTo>
                  <a:lnTo>
                    <a:pt x="178435" y="187325"/>
                  </a:lnTo>
                  <a:lnTo>
                    <a:pt x="187960" y="177800"/>
                  </a:lnTo>
                  <a:lnTo>
                    <a:pt x="169545" y="158115"/>
                  </a:lnTo>
                  <a:lnTo>
                    <a:pt x="173355" y="152400"/>
                  </a:lnTo>
                  <a:cubicBezTo>
                    <a:pt x="179070" y="144145"/>
                    <a:pt x="182245" y="135890"/>
                    <a:pt x="183515" y="127635"/>
                  </a:cubicBezTo>
                  <a:lnTo>
                    <a:pt x="184785" y="120650"/>
                  </a:lnTo>
                  <a:lnTo>
                    <a:pt x="211455" y="120015"/>
                  </a:lnTo>
                  <a:lnTo>
                    <a:pt x="211455" y="106680"/>
                  </a:lnTo>
                  <a:lnTo>
                    <a:pt x="184785" y="106045"/>
                  </a:lnTo>
                  <a:lnTo>
                    <a:pt x="183515" y="99060"/>
                  </a:lnTo>
                  <a:cubicBezTo>
                    <a:pt x="182245" y="90805"/>
                    <a:pt x="178435" y="82550"/>
                    <a:pt x="173355" y="74295"/>
                  </a:cubicBezTo>
                  <a:lnTo>
                    <a:pt x="169545" y="68580"/>
                  </a:lnTo>
                  <a:lnTo>
                    <a:pt x="187960" y="48895"/>
                  </a:lnTo>
                  <a:lnTo>
                    <a:pt x="178435" y="39370"/>
                  </a:lnTo>
                  <a:lnTo>
                    <a:pt x="158750" y="57785"/>
                  </a:lnTo>
                  <a:lnTo>
                    <a:pt x="153035" y="53975"/>
                  </a:lnTo>
                  <a:cubicBezTo>
                    <a:pt x="144780" y="48260"/>
                    <a:pt x="136525" y="45085"/>
                    <a:pt x="128270" y="43815"/>
                  </a:cubicBezTo>
                  <a:lnTo>
                    <a:pt x="121285" y="42545"/>
                  </a:lnTo>
                  <a:lnTo>
                    <a:pt x="120650" y="15875"/>
                  </a:lnTo>
                  <a:lnTo>
                    <a:pt x="107315" y="15875"/>
                  </a:lnTo>
                  <a:lnTo>
                    <a:pt x="106680" y="42545"/>
                  </a:lnTo>
                  <a:lnTo>
                    <a:pt x="99695" y="43815"/>
                  </a:lnTo>
                  <a:cubicBezTo>
                    <a:pt x="91440" y="45085"/>
                    <a:pt x="83185" y="48895"/>
                    <a:pt x="74930" y="53975"/>
                  </a:cubicBezTo>
                  <a:lnTo>
                    <a:pt x="69215" y="57785"/>
                  </a:lnTo>
                  <a:lnTo>
                    <a:pt x="49530" y="39370"/>
                  </a:lnTo>
                  <a:lnTo>
                    <a:pt x="40005" y="48895"/>
                  </a:lnTo>
                  <a:lnTo>
                    <a:pt x="58420" y="68580"/>
                  </a:lnTo>
                  <a:lnTo>
                    <a:pt x="54610" y="74295"/>
                  </a:lnTo>
                  <a:cubicBezTo>
                    <a:pt x="48895" y="82550"/>
                    <a:pt x="45720" y="90805"/>
                    <a:pt x="44450" y="99060"/>
                  </a:cubicBezTo>
                  <a:lnTo>
                    <a:pt x="43180" y="106045"/>
                  </a:lnTo>
                  <a:lnTo>
                    <a:pt x="16510" y="106680"/>
                  </a:lnTo>
                  <a:lnTo>
                    <a:pt x="16510" y="120015"/>
                  </a:lnTo>
                  <a:lnTo>
                    <a:pt x="43180" y="120650"/>
                  </a:lnTo>
                  <a:lnTo>
                    <a:pt x="44450" y="127635"/>
                  </a:lnTo>
                  <a:cubicBezTo>
                    <a:pt x="45720" y="135890"/>
                    <a:pt x="49530" y="144145"/>
                    <a:pt x="54610" y="152400"/>
                  </a:cubicBezTo>
                  <a:lnTo>
                    <a:pt x="58420" y="158115"/>
                  </a:lnTo>
                  <a:lnTo>
                    <a:pt x="40005" y="177800"/>
                  </a:lnTo>
                  <a:lnTo>
                    <a:pt x="49530" y="187325"/>
                  </a:lnTo>
                  <a:lnTo>
                    <a:pt x="69215" y="168910"/>
                  </a:lnTo>
                  <a:lnTo>
                    <a:pt x="74930" y="172720"/>
                  </a:lnTo>
                  <a:cubicBezTo>
                    <a:pt x="83185" y="178435"/>
                    <a:pt x="91440" y="181610"/>
                    <a:pt x="99695" y="182880"/>
                  </a:cubicBezTo>
                  <a:lnTo>
                    <a:pt x="106680" y="184150"/>
                  </a:lnTo>
                  <a:lnTo>
                    <a:pt x="107315" y="210820"/>
                  </a:lnTo>
                  <a:close/>
                  <a:moveTo>
                    <a:pt x="219710" y="128905"/>
                  </a:moveTo>
                  <a:lnTo>
                    <a:pt x="219710" y="128905"/>
                  </a:lnTo>
                  <a:lnTo>
                    <a:pt x="219710" y="128905"/>
                  </a:lnTo>
                  <a:close/>
                </a:path>
              </a:pathLst>
            </a:custGeom>
            <a:grp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chemeClr val="accent2"/>
                </a:solidFill>
                <a:highlight>
                  <a:schemeClr val="accent2"/>
                </a:highlight>
                <a:latin typeface="Calibri"/>
                <a:ea typeface="Calibri"/>
                <a:cs typeface="Calibri"/>
                <a:sym typeface="Calibri"/>
              </a:endParaRPr>
            </a:p>
          </p:txBody>
        </p:sp>
        <p:sp>
          <p:nvSpPr>
            <p:cNvPr id="729" name="Google Shape;729;p56">
              <a:extLst>
                <a:ext uri="{FF2B5EF4-FFF2-40B4-BE49-F238E27FC236}">
                  <a16:creationId xmlns:a16="http://schemas.microsoft.com/office/drawing/2014/main" id="{4379F871-D546-9DF4-968F-F45FA79FC4A2}"/>
                </a:ext>
              </a:extLst>
            </p:cNvPr>
            <p:cNvSpPr/>
            <p:nvPr/>
          </p:nvSpPr>
          <p:spPr>
            <a:xfrm>
              <a:off x="5172709" y="2313939"/>
              <a:ext cx="106680" cy="106680"/>
            </a:xfrm>
            <a:custGeom>
              <a:avLst/>
              <a:gdLst/>
              <a:ahLst/>
              <a:cxnLst/>
              <a:rect l="l" t="t" r="r" b="b"/>
              <a:pathLst>
                <a:path w="106680" h="106680" extrusionOk="0">
                  <a:moveTo>
                    <a:pt x="53340" y="106680"/>
                  </a:moveTo>
                  <a:cubicBezTo>
                    <a:pt x="24130" y="106680"/>
                    <a:pt x="0" y="83185"/>
                    <a:pt x="0" y="53340"/>
                  </a:cubicBezTo>
                  <a:cubicBezTo>
                    <a:pt x="0" y="24130"/>
                    <a:pt x="23495" y="0"/>
                    <a:pt x="53340" y="0"/>
                  </a:cubicBezTo>
                  <a:cubicBezTo>
                    <a:pt x="83185" y="0"/>
                    <a:pt x="106680" y="23495"/>
                    <a:pt x="106680" y="53340"/>
                  </a:cubicBezTo>
                  <a:cubicBezTo>
                    <a:pt x="106680" y="83185"/>
                    <a:pt x="82550" y="106680"/>
                    <a:pt x="53340" y="106680"/>
                  </a:cubicBezTo>
                  <a:close/>
                  <a:moveTo>
                    <a:pt x="53340" y="17780"/>
                  </a:moveTo>
                  <a:cubicBezTo>
                    <a:pt x="33020" y="17780"/>
                    <a:pt x="17145" y="34290"/>
                    <a:pt x="17145" y="53975"/>
                  </a:cubicBezTo>
                  <a:cubicBezTo>
                    <a:pt x="17145" y="74295"/>
                    <a:pt x="33655" y="90170"/>
                    <a:pt x="53340" y="90170"/>
                  </a:cubicBezTo>
                  <a:cubicBezTo>
                    <a:pt x="73660" y="90170"/>
                    <a:pt x="89535" y="73660"/>
                    <a:pt x="89535" y="53975"/>
                  </a:cubicBezTo>
                  <a:cubicBezTo>
                    <a:pt x="89535" y="33655"/>
                    <a:pt x="73660" y="17780"/>
                    <a:pt x="53340" y="17780"/>
                  </a:cubicBezTo>
                  <a:close/>
                </a:path>
              </a:pathLst>
            </a:custGeom>
            <a:grp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chemeClr val="accent2"/>
                </a:solidFill>
                <a:highlight>
                  <a:schemeClr val="accent2"/>
                </a:highlight>
                <a:latin typeface="Calibri"/>
                <a:ea typeface="Calibri"/>
                <a:cs typeface="Calibri"/>
                <a:sym typeface="Calibri"/>
              </a:endParaRPr>
            </a:p>
          </p:txBody>
        </p:sp>
      </p:grpSp>
      <p:sp>
        <p:nvSpPr>
          <p:cNvPr id="730" name="Google Shape;730;p56">
            <a:extLst>
              <a:ext uri="{FF2B5EF4-FFF2-40B4-BE49-F238E27FC236}">
                <a16:creationId xmlns:a16="http://schemas.microsoft.com/office/drawing/2014/main" id="{C95F87EE-BD31-0030-832B-0D1B2271FF24}"/>
              </a:ext>
            </a:extLst>
          </p:cNvPr>
          <p:cNvSpPr txBox="1"/>
          <p:nvPr/>
        </p:nvSpPr>
        <p:spPr>
          <a:xfrm>
            <a:off x="561975" y="1383025"/>
            <a:ext cx="4286400" cy="285900"/>
          </a:xfrm>
          <a:prstGeom prst="rect">
            <a:avLst/>
          </a:prstGeom>
          <a:noFill/>
          <a:ln>
            <a:noFill/>
          </a:ln>
        </p:spPr>
        <p:txBody>
          <a:bodyPr spcFirstLastPara="1" wrap="square" lIns="45725" tIns="45725" rIns="45725" bIns="45725" anchor="ctr" anchorCtr="0">
            <a:noAutofit/>
          </a:bodyPr>
          <a:lstStyle/>
          <a:p>
            <a:pPr marL="0" lvl="0" indent="0" algn="ctr" rtl="0">
              <a:spcBef>
                <a:spcPts val="0"/>
              </a:spcBef>
              <a:spcAft>
                <a:spcPts val="0"/>
              </a:spcAft>
              <a:buNone/>
            </a:pPr>
            <a:r>
              <a:rPr lang="en" sz="700" b="1" dirty="0">
                <a:solidFill>
                  <a:srgbClr val="7F7F7F"/>
                </a:solidFill>
                <a:latin typeface="Plus Jakarta Sans"/>
                <a:ea typeface="Plus Jakarta Sans"/>
                <a:cs typeface="Plus Jakarta Sans"/>
                <a:sym typeface="Plus Jakarta Sans"/>
              </a:rPr>
              <a:t>DATA CATALOG | MANAGEMENT CONSOLE | REPLICATION MANAGER | OBSERVABILITY*</a:t>
            </a:r>
            <a:endParaRPr sz="700" b="1" dirty="0">
              <a:solidFill>
                <a:srgbClr val="7F7F7F"/>
              </a:solidFill>
              <a:latin typeface="Plus Jakarta Sans"/>
              <a:ea typeface="Plus Jakarta Sans"/>
              <a:cs typeface="Plus Jakarta Sans"/>
              <a:sym typeface="Plus Jakarta Sans"/>
            </a:endParaRPr>
          </a:p>
        </p:txBody>
      </p:sp>
      <p:sp>
        <p:nvSpPr>
          <p:cNvPr id="731" name="Google Shape;731;p56">
            <a:extLst>
              <a:ext uri="{FF2B5EF4-FFF2-40B4-BE49-F238E27FC236}">
                <a16:creationId xmlns:a16="http://schemas.microsoft.com/office/drawing/2014/main" id="{D1C56644-B44D-55A2-50E2-EC39BFF5F02A}"/>
              </a:ext>
            </a:extLst>
          </p:cNvPr>
          <p:cNvSpPr txBox="1"/>
          <p:nvPr/>
        </p:nvSpPr>
        <p:spPr>
          <a:xfrm>
            <a:off x="750094" y="2002155"/>
            <a:ext cx="624000" cy="285900"/>
          </a:xfrm>
          <a:prstGeom prst="rect">
            <a:avLst/>
          </a:prstGeom>
          <a:noFill/>
          <a:ln>
            <a:noFill/>
          </a:ln>
        </p:spPr>
        <p:txBody>
          <a:bodyPr spcFirstLastPara="1" wrap="square" lIns="0" tIns="45725" rIns="0" bIns="45725" anchor="ctr" anchorCtr="0">
            <a:noAutofit/>
          </a:bodyPr>
          <a:lstStyle/>
          <a:p>
            <a:pPr marL="0" lvl="0" indent="0" algn="l" rtl="0">
              <a:spcBef>
                <a:spcPts val="0"/>
              </a:spcBef>
              <a:spcAft>
                <a:spcPts val="0"/>
              </a:spcAft>
              <a:buNone/>
            </a:pPr>
            <a:r>
              <a:rPr lang="en" sz="700" b="1" dirty="0">
                <a:solidFill>
                  <a:schemeClr val="accent1"/>
                </a:solidFill>
                <a:latin typeface="Plus Jakarta Sans"/>
                <a:ea typeface="Plus Jakarta Sans"/>
                <a:cs typeface="Plus Jakarta Sans"/>
                <a:sym typeface="Plus Jakarta Sans"/>
              </a:rPr>
              <a:t>DATA</a:t>
            </a:r>
            <a:br>
              <a:rPr lang="en" sz="700" b="1" dirty="0">
                <a:solidFill>
                  <a:schemeClr val="accent1"/>
                </a:solidFill>
                <a:latin typeface="Plus Jakarta Sans"/>
                <a:ea typeface="Plus Jakarta Sans"/>
                <a:cs typeface="Plus Jakarta Sans"/>
                <a:sym typeface="Plus Jakarta Sans"/>
              </a:rPr>
            </a:br>
            <a:r>
              <a:rPr lang="en" sz="700" b="1" dirty="0">
                <a:solidFill>
                  <a:schemeClr val="accent1"/>
                </a:solidFill>
                <a:latin typeface="Plus Jakarta Sans"/>
                <a:ea typeface="Plus Jakarta Sans"/>
                <a:cs typeface="Plus Jakarta Sans"/>
                <a:sym typeface="Plus Jakarta Sans"/>
              </a:rPr>
              <a:t>SERVICES</a:t>
            </a:r>
            <a:endParaRPr sz="700" b="1" dirty="0">
              <a:solidFill>
                <a:schemeClr val="accent1"/>
              </a:solidFill>
              <a:latin typeface="Plus Jakarta Sans"/>
              <a:ea typeface="Plus Jakarta Sans"/>
              <a:cs typeface="Plus Jakarta Sans"/>
              <a:sym typeface="Plus Jakarta Sans"/>
            </a:endParaRPr>
          </a:p>
        </p:txBody>
      </p:sp>
      <p:sp>
        <p:nvSpPr>
          <p:cNvPr id="732" name="Google Shape;732;p56">
            <a:extLst>
              <a:ext uri="{FF2B5EF4-FFF2-40B4-BE49-F238E27FC236}">
                <a16:creationId xmlns:a16="http://schemas.microsoft.com/office/drawing/2014/main" id="{DB74B1C8-CEB2-2736-E812-CF1A0BD1ECA2}"/>
              </a:ext>
            </a:extLst>
          </p:cNvPr>
          <p:cNvSpPr txBox="1"/>
          <p:nvPr/>
        </p:nvSpPr>
        <p:spPr>
          <a:xfrm>
            <a:off x="1631974" y="2202180"/>
            <a:ext cx="724800" cy="285900"/>
          </a:xfrm>
          <a:prstGeom prst="rect">
            <a:avLst/>
          </a:prstGeom>
          <a:noFill/>
          <a:ln>
            <a:noFill/>
          </a:ln>
        </p:spPr>
        <p:txBody>
          <a:bodyPr spcFirstLastPara="1" wrap="square" lIns="0" tIns="45725" rIns="0" bIns="45725" anchor="ctr" anchorCtr="0">
            <a:noAutofit/>
          </a:bodyPr>
          <a:lstStyle/>
          <a:p>
            <a:pPr marL="0" lvl="0" indent="0" algn="ctr" rtl="0">
              <a:spcBef>
                <a:spcPts val="0"/>
              </a:spcBef>
              <a:spcAft>
                <a:spcPts val="0"/>
              </a:spcAft>
              <a:buNone/>
            </a:pPr>
            <a:r>
              <a:rPr lang="en" sz="600" b="1" dirty="0">
                <a:solidFill>
                  <a:schemeClr val="accent1"/>
                </a:solidFill>
                <a:latin typeface="Plus Jakarta Sans"/>
                <a:ea typeface="Plus Jakarta Sans"/>
                <a:cs typeface="Plus Jakarta Sans"/>
                <a:sym typeface="Plus Jakarta Sans"/>
              </a:rPr>
              <a:t>DATA</a:t>
            </a:r>
            <a:br>
              <a:rPr lang="en" sz="600" b="1" dirty="0">
                <a:solidFill>
                  <a:schemeClr val="accent1"/>
                </a:solidFill>
                <a:latin typeface="Plus Jakarta Sans"/>
                <a:ea typeface="Plus Jakarta Sans"/>
                <a:cs typeface="Plus Jakarta Sans"/>
                <a:sym typeface="Plus Jakarta Sans"/>
              </a:rPr>
            </a:br>
            <a:r>
              <a:rPr lang="en" sz="600" b="1" dirty="0">
                <a:solidFill>
                  <a:schemeClr val="accent1"/>
                </a:solidFill>
                <a:latin typeface="Plus Jakarta Sans"/>
                <a:ea typeface="Plus Jakarta Sans"/>
                <a:cs typeface="Plus Jakarta Sans"/>
                <a:sym typeface="Plus Jakarta Sans"/>
              </a:rPr>
              <a:t>ENGINEERING</a:t>
            </a:r>
            <a:endParaRPr sz="600" b="1" dirty="0">
              <a:solidFill>
                <a:schemeClr val="accent1"/>
              </a:solidFill>
              <a:latin typeface="Plus Jakarta Sans"/>
              <a:ea typeface="Plus Jakarta Sans"/>
              <a:cs typeface="Plus Jakarta Sans"/>
              <a:sym typeface="Plus Jakarta Sans"/>
            </a:endParaRPr>
          </a:p>
        </p:txBody>
      </p:sp>
      <p:sp>
        <p:nvSpPr>
          <p:cNvPr id="733" name="Google Shape;733;p56">
            <a:extLst>
              <a:ext uri="{FF2B5EF4-FFF2-40B4-BE49-F238E27FC236}">
                <a16:creationId xmlns:a16="http://schemas.microsoft.com/office/drawing/2014/main" id="{5D644111-E7F7-0F54-5DE6-8B422781C012}"/>
              </a:ext>
            </a:extLst>
          </p:cNvPr>
          <p:cNvSpPr txBox="1"/>
          <p:nvPr/>
        </p:nvSpPr>
        <p:spPr>
          <a:xfrm>
            <a:off x="2798234" y="2202180"/>
            <a:ext cx="724800" cy="285900"/>
          </a:xfrm>
          <a:prstGeom prst="rect">
            <a:avLst/>
          </a:prstGeom>
          <a:noFill/>
          <a:ln>
            <a:noFill/>
          </a:ln>
        </p:spPr>
        <p:txBody>
          <a:bodyPr spcFirstLastPara="1" wrap="square" lIns="0" tIns="45725" rIns="0" bIns="45725" anchor="ctr" anchorCtr="0">
            <a:noAutofit/>
          </a:bodyPr>
          <a:lstStyle/>
          <a:p>
            <a:pPr marL="0" lvl="0" indent="0" algn="ctr" rtl="0">
              <a:spcBef>
                <a:spcPts val="0"/>
              </a:spcBef>
              <a:spcAft>
                <a:spcPts val="0"/>
              </a:spcAft>
              <a:buNone/>
            </a:pPr>
            <a:r>
              <a:rPr lang="en" sz="600" b="1" dirty="0">
                <a:solidFill>
                  <a:schemeClr val="accent1"/>
                </a:solidFill>
                <a:latin typeface="Plus Jakarta Sans"/>
                <a:ea typeface="Plus Jakarta Sans"/>
                <a:cs typeface="Plus Jakarta Sans"/>
                <a:sym typeface="Plus Jakarta Sans"/>
              </a:rPr>
              <a:t>DATA</a:t>
            </a:r>
            <a:br>
              <a:rPr lang="en" sz="600" b="1" dirty="0">
                <a:solidFill>
                  <a:schemeClr val="accent1"/>
                </a:solidFill>
                <a:latin typeface="Plus Jakarta Sans"/>
                <a:ea typeface="Plus Jakarta Sans"/>
                <a:cs typeface="Plus Jakarta Sans"/>
                <a:sym typeface="Plus Jakarta Sans"/>
              </a:rPr>
            </a:br>
            <a:r>
              <a:rPr lang="en" sz="600" b="1" dirty="0">
                <a:solidFill>
                  <a:schemeClr val="accent1"/>
                </a:solidFill>
                <a:latin typeface="Plus Jakarta Sans"/>
                <a:ea typeface="Plus Jakarta Sans"/>
                <a:cs typeface="Plus Jakarta Sans"/>
                <a:sym typeface="Plus Jakarta Sans"/>
              </a:rPr>
              <a:t>WAREHOUSE</a:t>
            </a:r>
            <a:endParaRPr sz="600" b="1" dirty="0">
              <a:solidFill>
                <a:schemeClr val="accent1"/>
              </a:solidFill>
              <a:latin typeface="Plus Jakarta Sans"/>
              <a:ea typeface="Plus Jakarta Sans"/>
              <a:cs typeface="Plus Jakarta Sans"/>
              <a:sym typeface="Plus Jakarta Sans"/>
            </a:endParaRPr>
          </a:p>
        </p:txBody>
      </p:sp>
      <p:sp>
        <p:nvSpPr>
          <p:cNvPr id="734" name="Google Shape;734;p56">
            <a:extLst>
              <a:ext uri="{FF2B5EF4-FFF2-40B4-BE49-F238E27FC236}">
                <a16:creationId xmlns:a16="http://schemas.microsoft.com/office/drawing/2014/main" id="{077CB753-7ACE-76E7-4CFB-FBDF44D1C91A}"/>
              </a:ext>
            </a:extLst>
          </p:cNvPr>
          <p:cNvSpPr txBox="1"/>
          <p:nvPr/>
        </p:nvSpPr>
        <p:spPr>
          <a:xfrm>
            <a:off x="3914319" y="2202180"/>
            <a:ext cx="724800" cy="285900"/>
          </a:xfrm>
          <a:prstGeom prst="rect">
            <a:avLst/>
          </a:prstGeom>
          <a:noFill/>
          <a:ln>
            <a:noFill/>
          </a:ln>
        </p:spPr>
        <p:txBody>
          <a:bodyPr spcFirstLastPara="1" wrap="square" lIns="0" tIns="45725" rIns="0" bIns="45725" anchor="ctr" anchorCtr="0">
            <a:noAutofit/>
          </a:bodyPr>
          <a:lstStyle/>
          <a:p>
            <a:pPr marL="0" lvl="0" indent="0" algn="ctr" rtl="0">
              <a:spcBef>
                <a:spcPts val="0"/>
              </a:spcBef>
              <a:spcAft>
                <a:spcPts val="0"/>
              </a:spcAft>
              <a:buNone/>
            </a:pPr>
            <a:r>
              <a:rPr lang="en" sz="600" b="1" dirty="0">
                <a:solidFill>
                  <a:schemeClr val="accent1"/>
                </a:solidFill>
                <a:latin typeface="Plus Jakarta Sans"/>
                <a:ea typeface="Plus Jakarta Sans"/>
                <a:cs typeface="Plus Jakarta Sans"/>
                <a:sym typeface="Plus Jakarta Sans"/>
              </a:rPr>
              <a:t>MACHINE</a:t>
            </a:r>
            <a:br>
              <a:rPr lang="en" sz="600" b="1" dirty="0">
                <a:solidFill>
                  <a:schemeClr val="accent1"/>
                </a:solidFill>
                <a:latin typeface="Plus Jakarta Sans"/>
                <a:ea typeface="Plus Jakarta Sans"/>
                <a:cs typeface="Plus Jakarta Sans"/>
                <a:sym typeface="Plus Jakarta Sans"/>
              </a:rPr>
            </a:br>
            <a:r>
              <a:rPr lang="en" sz="600" b="1" dirty="0">
                <a:solidFill>
                  <a:schemeClr val="accent1"/>
                </a:solidFill>
                <a:latin typeface="Plus Jakarta Sans"/>
                <a:ea typeface="Plus Jakarta Sans"/>
                <a:cs typeface="Plus Jakarta Sans"/>
                <a:sym typeface="Plus Jakarta Sans"/>
              </a:rPr>
              <a:t>LEARNING</a:t>
            </a:r>
            <a:endParaRPr sz="600" b="1" dirty="0">
              <a:solidFill>
                <a:schemeClr val="accent1"/>
              </a:solidFill>
              <a:latin typeface="Plus Jakarta Sans"/>
              <a:ea typeface="Plus Jakarta Sans"/>
              <a:cs typeface="Plus Jakarta Sans"/>
              <a:sym typeface="Plus Jakarta Sans"/>
            </a:endParaRPr>
          </a:p>
        </p:txBody>
      </p:sp>
      <p:sp>
        <p:nvSpPr>
          <p:cNvPr id="735" name="Google Shape;735;p56">
            <a:extLst>
              <a:ext uri="{FF2B5EF4-FFF2-40B4-BE49-F238E27FC236}">
                <a16:creationId xmlns:a16="http://schemas.microsoft.com/office/drawing/2014/main" id="{833FAD1C-1DFE-2763-7EF0-78E4585D843A}"/>
              </a:ext>
            </a:extLst>
          </p:cNvPr>
          <p:cNvSpPr txBox="1"/>
          <p:nvPr/>
        </p:nvSpPr>
        <p:spPr>
          <a:xfrm>
            <a:off x="559163" y="3954775"/>
            <a:ext cx="4286400" cy="285900"/>
          </a:xfrm>
          <a:prstGeom prst="rect">
            <a:avLst/>
          </a:prstGeom>
          <a:noFill/>
          <a:ln>
            <a:noFill/>
          </a:ln>
        </p:spPr>
        <p:txBody>
          <a:bodyPr spcFirstLastPara="1" wrap="square" lIns="45725" tIns="45725" rIns="45725" bIns="45725" anchor="ctr" anchorCtr="0">
            <a:noAutofit/>
          </a:bodyPr>
          <a:lstStyle/>
          <a:p>
            <a:pPr marL="0" lvl="0" indent="0" algn="ctr" rtl="0">
              <a:spcBef>
                <a:spcPts val="0"/>
              </a:spcBef>
              <a:spcAft>
                <a:spcPts val="0"/>
              </a:spcAft>
              <a:buNone/>
            </a:pPr>
            <a:r>
              <a:rPr lang="en" sz="700" b="1" dirty="0">
                <a:solidFill>
                  <a:srgbClr val="7F7F7F"/>
                </a:solidFill>
                <a:latin typeface="Lato"/>
                <a:ea typeface="Lato"/>
                <a:cs typeface="Lato"/>
                <a:sym typeface="Lato"/>
              </a:rPr>
              <a:t>CLOUDERA PUBLIC CLOUD</a:t>
            </a:r>
            <a:endParaRPr sz="700" b="1" dirty="0">
              <a:solidFill>
                <a:srgbClr val="7F7F7F"/>
              </a:solidFill>
              <a:latin typeface="Lato"/>
              <a:ea typeface="Lato"/>
              <a:cs typeface="Lato"/>
              <a:sym typeface="Lato"/>
            </a:endParaRPr>
          </a:p>
        </p:txBody>
      </p:sp>
      <p:sp>
        <p:nvSpPr>
          <p:cNvPr id="736" name="Google Shape;736;p56">
            <a:extLst>
              <a:ext uri="{FF2B5EF4-FFF2-40B4-BE49-F238E27FC236}">
                <a16:creationId xmlns:a16="http://schemas.microsoft.com/office/drawing/2014/main" id="{D9258623-5109-5E33-48A6-54CC882B0D60}"/>
              </a:ext>
            </a:extLst>
          </p:cNvPr>
          <p:cNvSpPr txBox="1"/>
          <p:nvPr/>
        </p:nvSpPr>
        <p:spPr>
          <a:xfrm>
            <a:off x="1412268" y="3642356"/>
            <a:ext cx="1113900" cy="285900"/>
          </a:xfrm>
          <a:prstGeom prst="rect">
            <a:avLst/>
          </a:prstGeom>
          <a:noFill/>
          <a:ln>
            <a:noFill/>
          </a:ln>
        </p:spPr>
        <p:txBody>
          <a:bodyPr spcFirstLastPara="1" wrap="square" lIns="0" tIns="45725" rIns="0" bIns="45725" anchor="ctr" anchorCtr="0">
            <a:noAutofit/>
          </a:bodyPr>
          <a:lstStyle/>
          <a:p>
            <a:pPr marL="0" lvl="0" indent="0" algn="ctr" rtl="0">
              <a:spcBef>
                <a:spcPts val="0"/>
              </a:spcBef>
              <a:spcAft>
                <a:spcPts val="0"/>
              </a:spcAft>
              <a:buNone/>
            </a:pPr>
            <a:r>
              <a:rPr lang="en-US" sz="600" b="1" dirty="0" err="1">
                <a:solidFill>
                  <a:schemeClr val="accent2"/>
                </a:solidFill>
                <a:latin typeface="Plus Jakarta Sans"/>
                <a:ea typeface="Plus Jakarta Sans"/>
                <a:cs typeface="Plus Jakarta Sans"/>
                <a:sym typeface="Plus Jakarta Sans"/>
              </a:rPr>
              <a:t>NiFi</a:t>
            </a:r>
            <a:r>
              <a:rPr lang="en-US" sz="600" b="1" baseline="30000" dirty="0">
                <a:solidFill>
                  <a:schemeClr val="accent2"/>
                </a:solidFill>
                <a:latin typeface="Plus Jakarta Sans"/>
                <a:ea typeface="Plus Jakarta Sans"/>
                <a:cs typeface="Plus Jakarta Sans"/>
                <a:sym typeface="Plus Jakarta Sans"/>
              </a:rPr>
              <a:t>†</a:t>
            </a:r>
            <a:r>
              <a:rPr lang="en-US" sz="600" b="1" dirty="0">
                <a:solidFill>
                  <a:schemeClr val="accent2"/>
                </a:solidFill>
                <a:latin typeface="Plus Jakarta Sans"/>
                <a:ea typeface="Plus Jakarta Sans"/>
                <a:cs typeface="Plus Jakarta Sans"/>
                <a:sym typeface="Plus Jakarta Sans"/>
              </a:rPr>
              <a:t>, Kafka, Flink,</a:t>
            </a:r>
            <a:br>
              <a:rPr lang="en-US" sz="600" b="1" dirty="0">
                <a:solidFill>
                  <a:schemeClr val="accent2"/>
                </a:solidFill>
                <a:latin typeface="Plus Jakarta Sans"/>
                <a:ea typeface="Plus Jakarta Sans"/>
                <a:cs typeface="Plus Jakarta Sans"/>
                <a:sym typeface="Plus Jakarta Sans"/>
              </a:rPr>
            </a:br>
            <a:r>
              <a:rPr lang="en-US" sz="600" b="1" dirty="0">
                <a:solidFill>
                  <a:schemeClr val="accent2"/>
                </a:solidFill>
                <a:latin typeface="Plus Jakarta Sans"/>
                <a:ea typeface="Plus Jakarta Sans"/>
                <a:cs typeface="Plus Jakarta Sans"/>
                <a:sym typeface="Plus Jakarta Sans"/>
              </a:rPr>
              <a:t>Spark, Impala, Hive HBase, Phoenix</a:t>
            </a:r>
          </a:p>
        </p:txBody>
      </p:sp>
      <p:sp>
        <p:nvSpPr>
          <p:cNvPr id="737" name="Google Shape;737;p56">
            <a:extLst>
              <a:ext uri="{FF2B5EF4-FFF2-40B4-BE49-F238E27FC236}">
                <a16:creationId xmlns:a16="http://schemas.microsoft.com/office/drawing/2014/main" id="{A2E6C7E3-11CF-9658-DBE9-8CDA93ADD7A4}"/>
              </a:ext>
            </a:extLst>
          </p:cNvPr>
          <p:cNvSpPr txBox="1"/>
          <p:nvPr/>
        </p:nvSpPr>
        <p:spPr>
          <a:xfrm>
            <a:off x="3412575" y="3430905"/>
            <a:ext cx="699600" cy="285900"/>
          </a:xfrm>
          <a:prstGeom prst="rect">
            <a:avLst/>
          </a:prstGeom>
          <a:noFill/>
          <a:ln>
            <a:noFill/>
          </a:ln>
        </p:spPr>
        <p:txBody>
          <a:bodyPr spcFirstLastPara="1" wrap="square" lIns="0" tIns="45725" rIns="0" bIns="45725" anchor="ctr" anchorCtr="0">
            <a:noAutofit/>
          </a:bodyPr>
          <a:lstStyle/>
          <a:p>
            <a:pPr marL="0" lvl="0" indent="0" algn="ctr" rtl="0">
              <a:spcBef>
                <a:spcPts val="0"/>
              </a:spcBef>
              <a:spcAft>
                <a:spcPts val="0"/>
              </a:spcAft>
              <a:buNone/>
            </a:pPr>
            <a:r>
              <a:rPr lang="en-US" sz="700" b="1" dirty="0">
                <a:solidFill>
                  <a:schemeClr val="accent2"/>
                </a:solidFill>
                <a:latin typeface="Plus Jakarta Sans"/>
                <a:ea typeface="Plus Jakarta Sans"/>
                <a:cs typeface="Plus Jakarta Sans"/>
                <a:sym typeface="Plus Jakarta Sans"/>
              </a:rPr>
              <a:t>Data Under Management</a:t>
            </a:r>
          </a:p>
          <a:p>
            <a:pPr marL="0" lvl="0" indent="0" algn="ctr" rtl="0">
              <a:spcBef>
                <a:spcPts val="0"/>
              </a:spcBef>
              <a:spcAft>
                <a:spcPts val="0"/>
              </a:spcAft>
              <a:buNone/>
            </a:pPr>
            <a:endParaRPr lang="en-US" sz="700" b="1" dirty="0">
              <a:solidFill>
                <a:schemeClr val="accent2"/>
              </a:solidFill>
              <a:latin typeface="Plus Jakarta Sans"/>
              <a:ea typeface="Plus Jakarta Sans"/>
              <a:cs typeface="Plus Jakarta Sans"/>
              <a:sym typeface="Plus Jakarta Sans"/>
            </a:endParaRPr>
          </a:p>
          <a:p>
            <a:pPr marL="0" lvl="0" indent="0" algn="ctr" rtl="0">
              <a:spcBef>
                <a:spcPts val="0"/>
              </a:spcBef>
              <a:spcAft>
                <a:spcPts val="0"/>
              </a:spcAft>
              <a:buNone/>
            </a:pPr>
            <a:r>
              <a:rPr lang="en-US" sz="600" b="1" dirty="0">
                <a:solidFill>
                  <a:schemeClr val="accent2"/>
                </a:solidFill>
                <a:latin typeface="Plus Jakarta Sans"/>
                <a:ea typeface="Plus Jakarta Sans"/>
                <a:cs typeface="Plus Jakarta Sans"/>
                <a:sym typeface="Plus Jakarta Sans"/>
              </a:rPr>
              <a:t>S3 | ADLS | GCS</a:t>
            </a:r>
          </a:p>
        </p:txBody>
      </p:sp>
      <p:sp>
        <p:nvSpPr>
          <p:cNvPr id="738" name="Google Shape;738;p56">
            <a:extLst>
              <a:ext uri="{FF2B5EF4-FFF2-40B4-BE49-F238E27FC236}">
                <a16:creationId xmlns:a16="http://schemas.microsoft.com/office/drawing/2014/main" id="{177EAF00-1D35-9048-03B2-3FF11038E9AA}"/>
              </a:ext>
            </a:extLst>
          </p:cNvPr>
          <p:cNvSpPr txBox="1"/>
          <p:nvPr/>
        </p:nvSpPr>
        <p:spPr>
          <a:xfrm>
            <a:off x="1893575" y="4373875"/>
            <a:ext cx="2954700" cy="417900"/>
          </a:xfrm>
          <a:prstGeom prst="rect">
            <a:avLst/>
          </a:prstGeom>
          <a:noFill/>
          <a:ln>
            <a:noFill/>
          </a:ln>
        </p:spPr>
        <p:txBody>
          <a:bodyPr spcFirstLastPara="1" wrap="square" lIns="45725" tIns="45725" rIns="45725" bIns="45725" anchor="t" anchorCtr="0">
            <a:noAutofit/>
          </a:bodyPr>
          <a:lstStyle/>
          <a:p>
            <a:pPr marL="0" lvl="0" indent="0" algn="r" rtl="0">
              <a:spcBef>
                <a:spcPts val="0"/>
              </a:spcBef>
              <a:spcAft>
                <a:spcPts val="0"/>
              </a:spcAft>
              <a:buNone/>
            </a:pPr>
            <a:r>
              <a:rPr lang="en-US" sz="700" b="1" baseline="30000" dirty="0">
                <a:solidFill>
                  <a:schemeClr val="bg2"/>
                </a:solidFill>
                <a:latin typeface="Plus Jakarta Sans"/>
                <a:ea typeface="Plus Jakarta Sans"/>
                <a:cs typeface="Plus Jakarta Sans"/>
                <a:sym typeface="Plus Jakarta Sans"/>
              </a:rPr>
              <a:t>†</a:t>
            </a:r>
            <a:r>
              <a:rPr lang="en-US" sz="700" b="1" dirty="0">
                <a:solidFill>
                  <a:schemeClr val="bg2"/>
                </a:solidFill>
                <a:latin typeface="Plus Jakarta Sans"/>
                <a:ea typeface="Plus Jakarta Sans"/>
                <a:cs typeface="Plus Jakarta Sans"/>
                <a:sym typeface="Plus Jakarta Sans"/>
              </a:rPr>
              <a:t> Flow Management or </a:t>
            </a:r>
            <a:r>
              <a:rPr lang="en-US" sz="700" b="1" dirty="0" err="1">
                <a:solidFill>
                  <a:schemeClr val="bg2"/>
                </a:solidFill>
                <a:latin typeface="Plus Jakarta Sans"/>
                <a:ea typeface="Plus Jakarta Sans"/>
                <a:cs typeface="Plus Jakarta Sans"/>
                <a:sym typeface="Plus Jakarta Sans"/>
              </a:rPr>
              <a:t>DataFlow</a:t>
            </a:r>
            <a:r>
              <a:rPr lang="en-US" sz="700" b="1" dirty="0">
                <a:solidFill>
                  <a:schemeClr val="bg2"/>
                </a:solidFill>
                <a:latin typeface="Plus Jakarta Sans"/>
                <a:ea typeface="Plus Jakarta Sans"/>
                <a:cs typeface="Plus Jakarta Sans"/>
                <a:sym typeface="Plus Jakarta Sans"/>
              </a:rPr>
              <a:t>  rate card</a:t>
            </a:r>
          </a:p>
          <a:p>
            <a:pPr marL="0" lvl="0" indent="0" algn="r" rtl="0">
              <a:spcBef>
                <a:spcPts val="0"/>
              </a:spcBef>
              <a:spcAft>
                <a:spcPts val="0"/>
              </a:spcAft>
              <a:buNone/>
            </a:pPr>
            <a:r>
              <a:rPr lang="en" sz="700" b="1" dirty="0">
                <a:solidFill>
                  <a:schemeClr val="bg2"/>
                </a:solidFill>
                <a:latin typeface="Plus Jakarta Sans"/>
                <a:ea typeface="Plus Jakarta Sans"/>
                <a:cs typeface="Plus Jakarta Sans"/>
                <a:sym typeface="Plus Jakarta Sans"/>
              </a:rPr>
              <a:t>* </a:t>
            </a:r>
            <a:r>
              <a:rPr lang="en-US" sz="700" b="1" dirty="0">
                <a:solidFill>
                  <a:schemeClr val="bg2"/>
                </a:solidFill>
                <a:latin typeface="Plus Jakarta Sans"/>
                <a:ea typeface="Plus Jakarta Sans"/>
                <a:cs typeface="Plus Jakarta Sans"/>
                <a:sym typeface="Plus Jakarta Sans"/>
              </a:rPr>
              <a:t>Standalone SKU</a:t>
            </a:r>
            <a:endParaRPr sz="700" b="1" dirty="0">
              <a:solidFill>
                <a:schemeClr val="bg2"/>
              </a:solidFill>
              <a:latin typeface="Plus Jakarta Sans"/>
              <a:ea typeface="Plus Jakarta Sans"/>
              <a:cs typeface="Plus Jakarta Sans"/>
              <a:sym typeface="Plus Jakarta Sans"/>
            </a:endParaRPr>
          </a:p>
          <a:p>
            <a:pPr marL="0" lvl="0" indent="0" algn="r" rtl="0">
              <a:spcBef>
                <a:spcPts val="0"/>
              </a:spcBef>
              <a:spcAft>
                <a:spcPts val="0"/>
              </a:spcAft>
              <a:buNone/>
            </a:pPr>
            <a:endParaRPr sz="700" b="1" dirty="0">
              <a:solidFill>
                <a:schemeClr val="bg2"/>
              </a:solidFill>
              <a:latin typeface="Plus Jakarta Sans"/>
              <a:ea typeface="Plus Jakarta Sans"/>
              <a:cs typeface="Plus Jakarta Sans"/>
              <a:sym typeface="Plus Jakarta Sans"/>
            </a:endParaRPr>
          </a:p>
        </p:txBody>
      </p:sp>
      <p:sp>
        <p:nvSpPr>
          <p:cNvPr id="739" name="Google Shape;739;p56">
            <a:extLst>
              <a:ext uri="{FF2B5EF4-FFF2-40B4-BE49-F238E27FC236}">
                <a16:creationId xmlns:a16="http://schemas.microsoft.com/office/drawing/2014/main" id="{BA9ACBEC-9A31-A9B3-EC25-16EACFD8A111}"/>
              </a:ext>
            </a:extLst>
          </p:cNvPr>
          <p:cNvSpPr txBox="1"/>
          <p:nvPr/>
        </p:nvSpPr>
        <p:spPr>
          <a:xfrm>
            <a:off x="1345150" y="2764155"/>
            <a:ext cx="3284100" cy="285900"/>
          </a:xfrm>
          <a:prstGeom prst="rect">
            <a:avLst/>
          </a:prstGeom>
          <a:noFill/>
          <a:ln>
            <a:noFill/>
          </a:ln>
        </p:spPr>
        <p:txBody>
          <a:bodyPr spcFirstLastPara="1" wrap="square" lIns="0" tIns="45725" rIns="0" bIns="45725" anchor="ctr" anchorCtr="0">
            <a:noAutofit/>
          </a:bodyPr>
          <a:lstStyle/>
          <a:p>
            <a:pPr marL="0" lvl="0" indent="0" algn="ctr" rtl="0">
              <a:spcBef>
                <a:spcPts val="0"/>
              </a:spcBef>
              <a:spcAft>
                <a:spcPts val="0"/>
              </a:spcAft>
              <a:buNone/>
            </a:pPr>
            <a:r>
              <a:rPr lang="en" sz="700" b="1">
                <a:solidFill>
                  <a:srgbClr val="7F7F7F"/>
                </a:solidFill>
                <a:latin typeface="Plus Jakarta Sans"/>
                <a:ea typeface="Plus Jakarta Sans"/>
                <a:cs typeface="Plus Jakarta Sans"/>
                <a:sym typeface="Plus Jakarta Sans"/>
              </a:rPr>
              <a:t>METADATA | SECURITY | ENCRYPTION | CONTROL | GOVERNANCE</a:t>
            </a:r>
            <a:endParaRPr sz="700" b="1">
              <a:solidFill>
                <a:srgbClr val="7F7F7F"/>
              </a:solidFill>
              <a:latin typeface="Plus Jakarta Sans"/>
              <a:ea typeface="Plus Jakarta Sans"/>
              <a:cs typeface="Plus Jakarta Sans"/>
              <a:sym typeface="Plus Jakarta Sans"/>
            </a:endParaRPr>
          </a:p>
        </p:txBody>
      </p:sp>
      <p:sp>
        <p:nvSpPr>
          <p:cNvPr id="741" name="Google Shape;741;p56">
            <a:extLst>
              <a:ext uri="{FF2B5EF4-FFF2-40B4-BE49-F238E27FC236}">
                <a16:creationId xmlns:a16="http://schemas.microsoft.com/office/drawing/2014/main" id="{E078BE1B-9BC5-CA6F-DB78-60731E94C7D8}"/>
              </a:ext>
            </a:extLst>
          </p:cNvPr>
          <p:cNvSpPr txBox="1"/>
          <p:nvPr/>
        </p:nvSpPr>
        <p:spPr>
          <a:xfrm>
            <a:off x="5130100" y="2764150"/>
            <a:ext cx="3594900" cy="127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b="1" dirty="0">
                <a:solidFill>
                  <a:schemeClr val="accent2"/>
                </a:solidFill>
                <a:latin typeface="Plus Jakarta Sans"/>
                <a:ea typeface="Plus Jakarta Sans"/>
                <a:cs typeface="Plus Jakarta Sans"/>
                <a:sym typeface="Plus Jakarta Sans"/>
              </a:rPr>
              <a:t>Cloudera </a:t>
            </a:r>
            <a:r>
              <a:rPr lang="en-US" sz="1300" b="1" dirty="0">
                <a:solidFill>
                  <a:schemeClr val="accent2"/>
                </a:solidFill>
                <a:latin typeface="Plus Jakarta Sans"/>
                <a:ea typeface="Plus Jakarta Sans"/>
                <a:cs typeface="Plus Jakarta Sans"/>
                <a:sym typeface="Plus Jakarta Sans"/>
              </a:rPr>
              <a:t>Virtual Private Cluster</a:t>
            </a:r>
            <a:endParaRPr sz="1300" b="1" dirty="0">
              <a:solidFill>
                <a:schemeClr val="accent2"/>
              </a:solidFill>
              <a:latin typeface="Plus Jakarta Sans"/>
              <a:ea typeface="Plus Jakarta Sans"/>
              <a:cs typeface="Plus Jakarta Sans"/>
              <a:sym typeface="Plus Jakarta Sans"/>
            </a:endParaRPr>
          </a:p>
          <a:p>
            <a:pPr marL="457200" lvl="0" indent="-292100">
              <a:spcBef>
                <a:spcPts val="500"/>
              </a:spcBef>
              <a:buClr>
                <a:srgbClr val="646464"/>
              </a:buClr>
              <a:buSzPts val="1000"/>
              <a:buFont typeface="Plus Jakarta Sans Light"/>
              <a:buChar char="●"/>
            </a:pPr>
            <a:r>
              <a:rPr lang="en-US" sz="1000" dirty="0">
                <a:solidFill>
                  <a:srgbClr val="646464"/>
                </a:solidFill>
                <a:latin typeface="Plus Jakarta Sans Light"/>
                <a:ea typeface="Plus Jakarta Sans Light"/>
                <a:cs typeface="Plus Jakarta Sans Light"/>
                <a:sym typeface="Plus Jakarta Sans Light"/>
              </a:rPr>
              <a:t>VM-based Data Lake </a:t>
            </a:r>
          </a:p>
          <a:p>
            <a:pPr marL="457200" lvl="0" indent="-292100">
              <a:spcBef>
                <a:spcPts val="500"/>
              </a:spcBef>
              <a:buClr>
                <a:srgbClr val="646464"/>
              </a:buClr>
              <a:buSzPts val="1000"/>
              <a:buFont typeface="Plus Jakarta Sans Light"/>
              <a:buChar char="●"/>
            </a:pPr>
            <a:r>
              <a:rPr lang="en-US" sz="1000" dirty="0">
                <a:solidFill>
                  <a:srgbClr val="646464"/>
                </a:solidFill>
                <a:latin typeface="Plus Jakarta Sans Light"/>
                <a:ea typeface="Plus Jakarta Sans Light"/>
                <a:cs typeface="Plus Jakarta Sans Light"/>
                <a:sym typeface="Plus Jakarta Sans Light"/>
              </a:rPr>
              <a:t>Data Hub Cluster for On-demand workload</a:t>
            </a:r>
          </a:p>
          <a:p>
            <a:pPr marL="457200" lvl="0" indent="-292100">
              <a:spcBef>
                <a:spcPts val="500"/>
              </a:spcBef>
              <a:buClr>
                <a:srgbClr val="646464"/>
              </a:buClr>
              <a:buSzPts val="1000"/>
              <a:buFont typeface="Plus Jakarta Sans Light"/>
              <a:buChar char="●"/>
            </a:pPr>
            <a:r>
              <a:rPr lang="en-US" sz="1000" dirty="0">
                <a:solidFill>
                  <a:srgbClr val="646464"/>
                </a:solidFill>
                <a:latin typeface="Plus Jakarta Sans Light"/>
                <a:ea typeface="Plus Jakarta Sans Light"/>
                <a:cs typeface="Plus Jakarta Sans Light"/>
                <a:sym typeface="Plus Jakarta Sans Light"/>
              </a:rPr>
              <a:t>Data Under Management (S3, ADLS, GCS)</a:t>
            </a:r>
          </a:p>
          <a:p>
            <a:pPr marL="457200" marR="0" lvl="0" indent="0" algn="l" rtl="0">
              <a:lnSpc>
                <a:spcPct val="100000"/>
              </a:lnSpc>
              <a:spcBef>
                <a:spcPts val="500"/>
              </a:spcBef>
              <a:spcAft>
                <a:spcPts val="0"/>
              </a:spcAft>
              <a:buNone/>
            </a:pPr>
            <a:endParaRPr sz="1000" dirty="0">
              <a:solidFill>
                <a:srgbClr val="646464"/>
              </a:solidFill>
              <a:latin typeface="Plus Jakarta Sans Light"/>
              <a:ea typeface="Plus Jakarta Sans Light"/>
              <a:cs typeface="Plus Jakarta Sans Light"/>
              <a:sym typeface="Plus Jakarta Sans Light"/>
            </a:endParaRPr>
          </a:p>
        </p:txBody>
      </p:sp>
      <p:sp>
        <p:nvSpPr>
          <p:cNvPr id="742" name="Google Shape;742;p56">
            <a:extLst>
              <a:ext uri="{FF2B5EF4-FFF2-40B4-BE49-F238E27FC236}">
                <a16:creationId xmlns:a16="http://schemas.microsoft.com/office/drawing/2014/main" id="{CAB876C4-076C-C35B-D253-54A2D5079418}"/>
              </a:ext>
            </a:extLst>
          </p:cNvPr>
          <p:cNvSpPr txBox="1"/>
          <p:nvPr/>
        </p:nvSpPr>
        <p:spPr>
          <a:xfrm>
            <a:off x="750094" y="3430900"/>
            <a:ext cx="699600" cy="285900"/>
          </a:xfrm>
          <a:prstGeom prst="rect">
            <a:avLst/>
          </a:prstGeom>
          <a:noFill/>
          <a:ln>
            <a:noFill/>
          </a:ln>
        </p:spPr>
        <p:txBody>
          <a:bodyPr spcFirstLastPara="1" wrap="square" lIns="0" tIns="45725" rIns="0" bIns="45725" anchor="ctr" anchorCtr="0">
            <a:noAutofit/>
          </a:bodyPr>
          <a:lstStyle/>
          <a:p>
            <a:pPr marL="0" lvl="0" indent="0" algn="l" rtl="0">
              <a:spcBef>
                <a:spcPts val="0"/>
              </a:spcBef>
              <a:spcAft>
                <a:spcPts val="0"/>
              </a:spcAft>
              <a:buNone/>
            </a:pPr>
            <a:r>
              <a:rPr lang="en" sz="700" b="1" dirty="0">
                <a:solidFill>
                  <a:schemeClr val="accent2"/>
                </a:solidFill>
                <a:latin typeface="Plus Jakarta Sans"/>
                <a:ea typeface="Plus Jakarta Sans"/>
                <a:cs typeface="Plus Jakarta Sans"/>
                <a:sym typeface="Plus Jakarta Sans"/>
              </a:rPr>
              <a:t>DATA</a:t>
            </a:r>
            <a:br>
              <a:rPr lang="en" sz="700" b="1" dirty="0">
                <a:solidFill>
                  <a:schemeClr val="accent2"/>
                </a:solidFill>
                <a:latin typeface="Plus Jakarta Sans"/>
                <a:ea typeface="Plus Jakarta Sans"/>
                <a:cs typeface="Plus Jakarta Sans"/>
                <a:sym typeface="Plus Jakarta Sans"/>
              </a:rPr>
            </a:br>
            <a:r>
              <a:rPr lang="en" sz="700" b="1" dirty="0">
                <a:solidFill>
                  <a:schemeClr val="accent2"/>
                </a:solidFill>
                <a:latin typeface="Plus Jakarta Sans"/>
                <a:ea typeface="Plus Jakarta Sans"/>
                <a:cs typeface="Plus Jakarta Sans"/>
                <a:sym typeface="Plus Jakarta Sans"/>
              </a:rPr>
              <a:t>CLUSTERS</a:t>
            </a:r>
            <a:endParaRPr sz="700" b="1" dirty="0">
              <a:solidFill>
                <a:schemeClr val="accent2"/>
              </a:solidFill>
              <a:latin typeface="Plus Jakarta Sans"/>
              <a:ea typeface="Plus Jakarta Sans"/>
              <a:cs typeface="Plus Jakarta Sans"/>
              <a:sym typeface="Plus Jakarta Sans"/>
            </a:endParaRPr>
          </a:p>
        </p:txBody>
      </p:sp>
      <p:sp>
        <p:nvSpPr>
          <p:cNvPr id="743" name="Google Shape;743;p56">
            <a:extLst>
              <a:ext uri="{FF2B5EF4-FFF2-40B4-BE49-F238E27FC236}">
                <a16:creationId xmlns:a16="http://schemas.microsoft.com/office/drawing/2014/main" id="{75CA6186-D2C6-12A5-8966-F4440AE67A49}"/>
              </a:ext>
            </a:extLst>
          </p:cNvPr>
          <p:cNvSpPr txBox="1"/>
          <p:nvPr/>
        </p:nvSpPr>
        <p:spPr>
          <a:xfrm>
            <a:off x="8668062" y="73969"/>
            <a:ext cx="642000" cy="323100"/>
          </a:xfrm>
          <a:prstGeom prst="rect">
            <a:avLst/>
          </a:prstGeom>
          <a:noFill/>
          <a:ln>
            <a:noFill/>
          </a:ln>
        </p:spPr>
        <p:txBody>
          <a:bodyPr spcFirstLastPara="1" wrap="square" lIns="0" tIns="45700" rIns="91425" bIns="45700" anchor="t" anchorCtr="0">
            <a:noAutofit/>
          </a:bodyPr>
          <a:lstStyle/>
          <a:p>
            <a:pPr marL="0" marR="0" lvl="0" indent="0" algn="l" rtl="0">
              <a:spcBef>
                <a:spcPts val="0"/>
              </a:spcBef>
              <a:spcAft>
                <a:spcPts val="0"/>
              </a:spcAft>
              <a:buNone/>
            </a:pPr>
            <a:r>
              <a:rPr lang="en" sz="1500" b="1">
                <a:solidFill>
                  <a:srgbClr val="FFFFFF"/>
                </a:solidFill>
                <a:latin typeface="Roboto"/>
                <a:ea typeface="Roboto"/>
                <a:cs typeface="Roboto"/>
                <a:sym typeface="Roboto"/>
              </a:rPr>
              <a:t>NDA</a:t>
            </a:r>
            <a:endParaRPr/>
          </a:p>
        </p:txBody>
      </p:sp>
      <p:sp>
        <p:nvSpPr>
          <p:cNvPr id="3" name="TextBox 2">
            <a:extLst>
              <a:ext uri="{FF2B5EF4-FFF2-40B4-BE49-F238E27FC236}">
                <a16:creationId xmlns:a16="http://schemas.microsoft.com/office/drawing/2014/main" id="{56992D0C-DC62-203A-FE6A-7F2891DCCA1D}"/>
              </a:ext>
            </a:extLst>
          </p:cNvPr>
          <p:cNvSpPr txBox="1"/>
          <p:nvPr/>
        </p:nvSpPr>
        <p:spPr>
          <a:xfrm>
            <a:off x="2478234" y="2479390"/>
            <a:ext cx="2439491" cy="184666"/>
          </a:xfrm>
          <a:prstGeom prst="rect">
            <a:avLst/>
          </a:prstGeom>
          <a:noFill/>
        </p:spPr>
        <p:txBody>
          <a:bodyPr wrap="square">
            <a:spAutoFit/>
          </a:bodyPr>
          <a:lstStyle/>
          <a:p>
            <a:pPr marL="0" lvl="0" indent="0" algn="r" rtl="0">
              <a:spcBef>
                <a:spcPts val="0"/>
              </a:spcBef>
              <a:spcAft>
                <a:spcPts val="0"/>
              </a:spcAft>
              <a:buNone/>
            </a:pPr>
            <a:r>
              <a:rPr lang="en-US" sz="600" b="1" dirty="0">
                <a:solidFill>
                  <a:schemeClr val="accent1"/>
                </a:solidFill>
                <a:latin typeface="Plus Jakarta Sans Light" panose="020B0604020202020204" charset="0"/>
                <a:ea typeface="Roboto Light"/>
                <a:cs typeface="Plus Jakarta Sans Light" panose="020B0604020202020204" charset="0"/>
                <a:sym typeface="Roboto Light"/>
              </a:rPr>
              <a:t>*CDF, COD, and </a:t>
            </a:r>
            <a:r>
              <a:rPr lang="en-US" sz="600" b="1" dirty="0" err="1">
                <a:solidFill>
                  <a:schemeClr val="accent1"/>
                </a:solidFill>
                <a:latin typeface="Plus Jakarta Sans Light" panose="020B0604020202020204" charset="0"/>
                <a:ea typeface="Roboto Light"/>
                <a:cs typeface="Plus Jakarta Sans Light" panose="020B0604020202020204" charset="0"/>
                <a:sym typeface="Roboto Light"/>
              </a:rPr>
              <a:t>DataHub</a:t>
            </a:r>
            <a:r>
              <a:rPr lang="en-US" sz="600" b="1" dirty="0">
                <a:solidFill>
                  <a:schemeClr val="accent1"/>
                </a:solidFill>
                <a:latin typeface="Plus Jakarta Sans Light" panose="020B0604020202020204" charset="0"/>
                <a:ea typeface="Roboto Light"/>
                <a:cs typeface="Plus Jakarta Sans Light" panose="020B0604020202020204" charset="0"/>
                <a:sym typeface="Roboto Light"/>
              </a:rPr>
              <a:t> available as add-ons</a:t>
            </a:r>
          </a:p>
        </p:txBody>
      </p:sp>
    </p:spTree>
    <p:extLst>
      <p:ext uri="{BB962C8B-B14F-4D97-AF65-F5344CB8AC3E}">
        <p14:creationId xmlns:p14="http://schemas.microsoft.com/office/powerpoint/2010/main" val="2637839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41"/>
                                        </p:tgtEl>
                                        <p:attrNameLst>
                                          <p:attrName>style.visibility</p:attrName>
                                        </p:attrNameLst>
                                      </p:cBhvr>
                                      <p:to>
                                        <p:strVal val="visible"/>
                                      </p:to>
                                    </p:set>
                                    <p:animEffect transition="in" filter="fade">
                                      <p:cBhvr>
                                        <p:cTn id="7" dur="1000"/>
                                        <p:tgtEl>
                                          <p:spTgt spid="74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97"/>
                                        </p:tgtEl>
                                        <p:attrNameLst>
                                          <p:attrName>style.visibility</p:attrName>
                                        </p:attrNameLst>
                                      </p:cBhvr>
                                      <p:to>
                                        <p:strVal val="visible"/>
                                      </p:to>
                                    </p:set>
                                    <p:animEffect transition="in" filter="fade">
                                      <p:cBhvr>
                                        <p:cTn id="12" dur="1000"/>
                                        <p:tgtEl>
                                          <p:spTgt spid="4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54"/>
          <p:cNvSpPr txBox="1">
            <a:spLocks noGrp="1"/>
          </p:cNvSpPr>
          <p:nvPr>
            <p:ph type="title"/>
          </p:nvPr>
        </p:nvSpPr>
        <p:spPr>
          <a:xfrm>
            <a:off x="533399" y="284253"/>
            <a:ext cx="7653997" cy="475602"/>
          </a:xfrm>
          <a:prstGeom prst="rect">
            <a:avLst/>
          </a:prstGeom>
        </p:spPr>
        <p:txBody>
          <a:bodyPr spcFirstLastPara="1" wrap="square" lIns="45725" tIns="45725" rIns="45725" bIns="45725" anchor="t" anchorCtr="0">
            <a:noAutofit/>
          </a:bodyPr>
          <a:lstStyle/>
          <a:p>
            <a:pPr marL="0" lvl="0" indent="0" algn="l" rtl="0">
              <a:spcBef>
                <a:spcPts val="0"/>
              </a:spcBef>
              <a:spcAft>
                <a:spcPts val="0"/>
              </a:spcAft>
              <a:buNone/>
            </a:pPr>
            <a:r>
              <a:rPr lang="en-US" b="1" dirty="0">
                <a:solidFill>
                  <a:schemeClr val="accent1"/>
                </a:solidFill>
                <a:latin typeface="Plus Jakarta Sans Medium" panose="020B0604020202020204" charset="0"/>
                <a:cs typeface="Plus Jakarta Sans Medium" panose="020B0604020202020204" charset="0"/>
              </a:rPr>
              <a:t>ONE</a:t>
            </a:r>
            <a:r>
              <a:rPr lang="en-US" b="1" dirty="0">
                <a:latin typeface="Plus Jakarta Sans Medium" panose="020B0604020202020204" charset="0"/>
                <a:cs typeface="Plus Jakarta Sans Medium" panose="020B0604020202020204" charset="0"/>
              </a:rPr>
              <a:t> PLATFORM – </a:t>
            </a:r>
            <a:r>
              <a:rPr lang="en-US" b="1" dirty="0">
                <a:solidFill>
                  <a:schemeClr val="accent1"/>
                </a:solidFill>
                <a:latin typeface="Plus Jakarta Sans Medium" panose="020B0604020202020204" charset="0"/>
                <a:cs typeface="Plus Jakarta Sans Medium" panose="020B0604020202020204" charset="0"/>
              </a:rPr>
              <a:t>TWO</a:t>
            </a:r>
            <a:r>
              <a:rPr lang="en-US" b="1" dirty="0">
                <a:latin typeface="Plus Jakarta Sans Medium" panose="020B0604020202020204" charset="0"/>
                <a:cs typeface="Plus Jakarta Sans Medium" panose="020B0604020202020204" charset="0"/>
              </a:rPr>
              <a:t> FORM FACTOR</a:t>
            </a:r>
            <a:endParaRPr b="1" dirty="0">
              <a:latin typeface="Plus Jakarta Sans Medium" panose="020B0604020202020204" charset="0"/>
              <a:cs typeface="Plus Jakarta Sans Medium" panose="020B0604020202020204" charset="0"/>
            </a:endParaRPr>
          </a:p>
        </p:txBody>
      </p:sp>
      <p:sp>
        <p:nvSpPr>
          <p:cNvPr id="403" name="Google Shape;403;p54"/>
          <p:cNvSpPr/>
          <p:nvPr/>
        </p:nvSpPr>
        <p:spPr>
          <a:xfrm>
            <a:off x="1666875" y="1097280"/>
            <a:ext cx="5810250" cy="3286125"/>
          </a:xfrm>
          <a:custGeom>
            <a:avLst/>
            <a:gdLst/>
            <a:ahLst/>
            <a:cxnLst/>
            <a:rect l="l" t="t" r="r" b="b"/>
            <a:pathLst>
              <a:path w="7747000" h="4381500" extrusionOk="0">
                <a:moveTo>
                  <a:pt x="0" y="0"/>
                </a:moveTo>
                <a:lnTo>
                  <a:pt x="7747000" y="0"/>
                </a:lnTo>
                <a:lnTo>
                  <a:pt x="7747000" y="4381500"/>
                </a:lnTo>
                <a:lnTo>
                  <a:pt x="0" y="4381500"/>
                </a:lnTo>
                <a:close/>
              </a:path>
            </a:pathLst>
          </a:custGeom>
          <a:solidFill>
            <a:srgbClr val="F7F7F7"/>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404" name="Google Shape;404;p54"/>
          <p:cNvSpPr/>
          <p:nvPr/>
        </p:nvSpPr>
        <p:spPr>
          <a:xfrm>
            <a:off x="1809750" y="1383030"/>
            <a:ext cx="2714625" cy="2857500"/>
          </a:xfrm>
          <a:custGeom>
            <a:avLst/>
            <a:gdLst/>
            <a:ahLst/>
            <a:cxnLst/>
            <a:rect l="l" t="t" r="r" b="b"/>
            <a:pathLst>
              <a:path w="3619500" h="3810000" extrusionOk="0">
                <a:moveTo>
                  <a:pt x="0" y="0"/>
                </a:moveTo>
                <a:lnTo>
                  <a:pt x="3619500" y="0"/>
                </a:lnTo>
                <a:lnTo>
                  <a:pt x="3619500" y="3810000"/>
                </a:lnTo>
                <a:lnTo>
                  <a:pt x="0" y="3810000"/>
                </a:lnTo>
                <a:close/>
              </a:path>
            </a:pathLst>
          </a:custGeom>
          <a:solidFill>
            <a:srgbClr val="EDEDED"/>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405" name="Google Shape;405;p54"/>
          <p:cNvSpPr/>
          <p:nvPr/>
        </p:nvSpPr>
        <p:spPr>
          <a:xfrm>
            <a:off x="4619625" y="1383030"/>
            <a:ext cx="2714625" cy="2857500"/>
          </a:xfrm>
          <a:custGeom>
            <a:avLst/>
            <a:gdLst/>
            <a:ahLst/>
            <a:cxnLst/>
            <a:rect l="l" t="t" r="r" b="b"/>
            <a:pathLst>
              <a:path w="3619500" h="3810000" extrusionOk="0">
                <a:moveTo>
                  <a:pt x="0" y="0"/>
                </a:moveTo>
                <a:lnTo>
                  <a:pt x="3619500" y="0"/>
                </a:lnTo>
                <a:lnTo>
                  <a:pt x="3619500" y="3810000"/>
                </a:lnTo>
                <a:lnTo>
                  <a:pt x="0" y="3810000"/>
                </a:lnTo>
                <a:close/>
              </a:path>
            </a:pathLst>
          </a:custGeom>
          <a:solidFill>
            <a:srgbClr val="EDEDED"/>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406" name="Google Shape;406;p54"/>
          <p:cNvSpPr/>
          <p:nvPr/>
        </p:nvSpPr>
        <p:spPr>
          <a:xfrm>
            <a:off x="1905000" y="1478280"/>
            <a:ext cx="5334000" cy="285750"/>
          </a:xfrm>
          <a:custGeom>
            <a:avLst/>
            <a:gdLst/>
            <a:ahLst/>
            <a:cxnLst/>
            <a:rect l="l" t="t" r="r" b="b"/>
            <a:pathLst>
              <a:path w="7112000" h="381000" extrusionOk="0">
                <a:moveTo>
                  <a:pt x="0" y="0"/>
                </a:moveTo>
                <a:lnTo>
                  <a:pt x="7112000" y="0"/>
                </a:lnTo>
                <a:lnTo>
                  <a:pt x="7112000" y="381000"/>
                </a:lnTo>
                <a:lnTo>
                  <a:pt x="0" y="381000"/>
                </a:lnTo>
                <a:close/>
              </a:path>
            </a:pathLst>
          </a:custGeom>
          <a:solidFill>
            <a:srgbClr val="F7F7F7"/>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407" name="Google Shape;407;p54"/>
          <p:cNvSpPr/>
          <p:nvPr/>
        </p:nvSpPr>
        <p:spPr>
          <a:xfrm>
            <a:off x="1905000" y="2716530"/>
            <a:ext cx="5334000" cy="381000"/>
          </a:xfrm>
          <a:custGeom>
            <a:avLst/>
            <a:gdLst/>
            <a:ahLst/>
            <a:cxnLst/>
            <a:rect l="l" t="t" r="r" b="b"/>
            <a:pathLst>
              <a:path w="7112000" h="508000" extrusionOk="0">
                <a:moveTo>
                  <a:pt x="0" y="0"/>
                </a:moveTo>
                <a:lnTo>
                  <a:pt x="7112000" y="0"/>
                </a:lnTo>
                <a:lnTo>
                  <a:pt x="7112000" y="508000"/>
                </a:lnTo>
                <a:lnTo>
                  <a:pt x="0" y="508000"/>
                </a:lnTo>
                <a:close/>
              </a:path>
            </a:pathLst>
          </a:custGeom>
          <a:solidFill>
            <a:srgbClr val="EDEDED"/>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408" name="Google Shape;408;p54"/>
          <p:cNvSpPr/>
          <p:nvPr/>
        </p:nvSpPr>
        <p:spPr>
          <a:xfrm>
            <a:off x="1905000" y="1859280"/>
            <a:ext cx="2524125" cy="762000"/>
          </a:xfrm>
          <a:custGeom>
            <a:avLst/>
            <a:gdLst/>
            <a:ahLst/>
            <a:cxnLst/>
            <a:rect l="l" t="t" r="r" b="b"/>
            <a:pathLst>
              <a:path w="3365500" h="1016000" extrusionOk="0">
                <a:moveTo>
                  <a:pt x="0" y="0"/>
                </a:moveTo>
                <a:lnTo>
                  <a:pt x="3365500" y="0"/>
                </a:lnTo>
                <a:lnTo>
                  <a:pt x="3365500" y="1016000"/>
                </a:lnTo>
                <a:lnTo>
                  <a:pt x="0" y="1016000"/>
                </a:lnTo>
                <a:close/>
              </a:path>
            </a:pathLst>
          </a:custGeom>
          <a:solidFill>
            <a:srgbClr val="F7F7F7"/>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409" name="Google Shape;409;p54"/>
          <p:cNvSpPr/>
          <p:nvPr/>
        </p:nvSpPr>
        <p:spPr>
          <a:xfrm>
            <a:off x="1905000" y="3192780"/>
            <a:ext cx="1643063" cy="762000"/>
          </a:xfrm>
          <a:custGeom>
            <a:avLst/>
            <a:gdLst/>
            <a:ahLst/>
            <a:cxnLst/>
            <a:rect l="l" t="t" r="r" b="b"/>
            <a:pathLst>
              <a:path w="2190750" h="1016000" extrusionOk="0">
                <a:moveTo>
                  <a:pt x="0" y="0"/>
                </a:moveTo>
                <a:lnTo>
                  <a:pt x="2190750" y="0"/>
                </a:lnTo>
                <a:lnTo>
                  <a:pt x="2190750" y="1016000"/>
                </a:lnTo>
                <a:lnTo>
                  <a:pt x="0" y="1016000"/>
                </a:lnTo>
                <a:close/>
              </a:path>
            </a:pathLst>
          </a:custGeom>
          <a:solidFill>
            <a:srgbClr val="F7F7F7"/>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410" name="Google Shape;410;p54"/>
          <p:cNvSpPr/>
          <p:nvPr/>
        </p:nvSpPr>
        <p:spPr>
          <a:xfrm>
            <a:off x="3643313" y="3192780"/>
            <a:ext cx="785813" cy="762000"/>
          </a:xfrm>
          <a:custGeom>
            <a:avLst/>
            <a:gdLst/>
            <a:ahLst/>
            <a:cxnLst/>
            <a:rect l="l" t="t" r="r" b="b"/>
            <a:pathLst>
              <a:path w="1047750" h="1016000" extrusionOk="0">
                <a:moveTo>
                  <a:pt x="0" y="0"/>
                </a:moveTo>
                <a:lnTo>
                  <a:pt x="1047750" y="0"/>
                </a:lnTo>
                <a:lnTo>
                  <a:pt x="1047750" y="1016000"/>
                </a:lnTo>
                <a:lnTo>
                  <a:pt x="0" y="1016000"/>
                </a:lnTo>
                <a:close/>
              </a:path>
            </a:pathLst>
          </a:custGeom>
          <a:solidFill>
            <a:srgbClr val="F7F7F7"/>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grpSp>
        <p:nvGrpSpPr>
          <p:cNvPr id="411" name="Google Shape;411;p54"/>
          <p:cNvGrpSpPr/>
          <p:nvPr/>
        </p:nvGrpSpPr>
        <p:grpSpPr>
          <a:xfrm>
            <a:off x="2826544" y="3288030"/>
            <a:ext cx="328136" cy="327659"/>
            <a:chOff x="3768725" y="4159250"/>
            <a:chExt cx="437515" cy="436879"/>
          </a:xfrm>
          <a:solidFill>
            <a:schemeClr val="accent2"/>
          </a:solidFill>
        </p:grpSpPr>
        <p:sp>
          <p:nvSpPr>
            <p:cNvPr id="412" name="Google Shape;412;p54"/>
            <p:cNvSpPr/>
            <p:nvPr/>
          </p:nvSpPr>
          <p:spPr>
            <a:xfrm>
              <a:off x="3917315" y="4307840"/>
              <a:ext cx="139700" cy="139700"/>
            </a:xfrm>
            <a:custGeom>
              <a:avLst/>
              <a:gdLst/>
              <a:ahLst/>
              <a:cxnLst/>
              <a:rect l="l" t="t" r="r" b="b"/>
              <a:pathLst>
                <a:path w="139700" h="139700" extrusionOk="0">
                  <a:moveTo>
                    <a:pt x="69850" y="139700"/>
                  </a:moveTo>
                  <a:cubicBezTo>
                    <a:pt x="31750" y="139700"/>
                    <a:pt x="0" y="108585"/>
                    <a:pt x="0" y="69850"/>
                  </a:cubicBezTo>
                  <a:cubicBezTo>
                    <a:pt x="0" y="31750"/>
                    <a:pt x="31115" y="0"/>
                    <a:pt x="69850" y="0"/>
                  </a:cubicBezTo>
                  <a:cubicBezTo>
                    <a:pt x="108585" y="0"/>
                    <a:pt x="139700" y="31115"/>
                    <a:pt x="139700" y="69850"/>
                  </a:cubicBezTo>
                  <a:cubicBezTo>
                    <a:pt x="139700" y="107950"/>
                    <a:pt x="108585" y="139700"/>
                    <a:pt x="69850" y="139700"/>
                  </a:cubicBezTo>
                  <a:close/>
                  <a:moveTo>
                    <a:pt x="69850" y="17780"/>
                  </a:moveTo>
                  <a:cubicBezTo>
                    <a:pt x="41275" y="17780"/>
                    <a:pt x="17780" y="41275"/>
                    <a:pt x="17780" y="69850"/>
                  </a:cubicBezTo>
                  <a:cubicBezTo>
                    <a:pt x="17780" y="98425"/>
                    <a:pt x="41275" y="121920"/>
                    <a:pt x="69850" y="121920"/>
                  </a:cubicBezTo>
                  <a:cubicBezTo>
                    <a:pt x="98425" y="121920"/>
                    <a:pt x="121920" y="98425"/>
                    <a:pt x="121920" y="69850"/>
                  </a:cubicBezTo>
                  <a:cubicBezTo>
                    <a:pt x="122555" y="41275"/>
                    <a:pt x="99060" y="17780"/>
                    <a:pt x="69850" y="17780"/>
                  </a:cubicBezTo>
                  <a:close/>
                </a:path>
              </a:pathLst>
            </a:custGeom>
            <a:grp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grpSp>
          <p:nvGrpSpPr>
            <p:cNvPr id="413" name="Google Shape;413;p54"/>
            <p:cNvGrpSpPr/>
            <p:nvPr/>
          </p:nvGrpSpPr>
          <p:grpSpPr>
            <a:xfrm>
              <a:off x="3768725" y="4159250"/>
              <a:ext cx="437515" cy="436879"/>
              <a:chOff x="3768725" y="4159250"/>
              <a:chExt cx="437515" cy="436879"/>
            </a:xfrm>
            <a:grpFill/>
          </p:grpSpPr>
          <p:sp>
            <p:nvSpPr>
              <p:cNvPr id="414" name="Google Shape;414;p54"/>
              <p:cNvSpPr/>
              <p:nvPr/>
            </p:nvSpPr>
            <p:spPr>
              <a:xfrm>
                <a:off x="3942715" y="4159250"/>
                <a:ext cx="90804" cy="132715"/>
              </a:xfrm>
              <a:custGeom>
                <a:avLst/>
                <a:gdLst/>
                <a:ahLst/>
                <a:cxnLst/>
                <a:rect l="l" t="t" r="r" b="b"/>
                <a:pathLst>
                  <a:path w="90804" h="132715" extrusionOk="0">
                    <a:moveTo>
                      <a:pt x="81280" y="0"/>
                    </a:moveTo>
                    <a:lnTo>
                      <a:pt x="8890" y="0"/>
                    </a:lnTo>
                    <a:cubicBezTo>
                      <a:pt x="3810" y="0"/>
                      <a:pt x="0" y="3810"/>
                      <a:pt x="0" y="8890"/>
                    </a:cubicBezTo>
                    <a:lnTo>
                      <a:pt x="0" y="81280"/>
                    </a:lnTo>
                    <a:cubicBezTo>
                      <a:pt x="0" y="86360"/>
                      <a:pt x="3810" y="90170"/>
                      <a:pt x="8890" y="90170"/>
                    </a:cubicBezTo>
                    <a:lnTo>
                      <a:pt x="36830" y="90170"/>
                    </a:lnTo>
                    <a:lnTo>
                      <a:pt x="36830" y="132715"/>
                    </a:lnTo>
                    <a:lnTo>
                      <a:pt x="53975" y="132715"/>
                    </a:lnTo>
                    <a:lnTo>
                      <a:pt x="53975" y="90170"/>
                    </a:lnTo>
                    <a:lnTo>
                      <a:pt x="81915" y="90170"/>
                    </a:lnTo>
                    <a:cubicBezTo>
                      <a:pt x="86995" y="90170"/>
                      <a:pt x="90805" y="86360"/>
                      <a:pt x="90805" y="81280"/>
                    </a:cubicBezTo>
                    <a:lnTo>
                      <a:pt x="90805" y="8890"/>
                    </a:lnTo>
                    <a:cubicBezTo>
                      <a:pt x="89535" y="3810"/>
                      <a:pt x="85725" y="0"/>
                      <a:pt x="81280" y="0"/>
                    </a:cubicBezTo>
                    <a:close/>
                    <a:moveTo>
                      <a:pt x="72390" y="72390"/>
                    </a:moveTo>
                    <a:lnTo>
                      <a:pt x="17145" y="72390"/>
                    </a:lnTo>
                    <a:lnTo>
                      <a:pt x="17145" y="17145"/>
                    </a:lnTo>
                    <a:lnTo>
                      <a:pt x="72390" y="17145"/>
                    </a:lnTo>
                    <a:lnTo>
                      <a:pt x="72390" y="72390"/>
                    </a:lnTo>
                    <a:close/>
                  </a:path>
                </a:pathLst>
              </a:custGeom>
              <a:grp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415" name="Google Shape;415;p54"/>
              <p:cNvSpPr/>
              <p:nvPr/>
            </p:nvSpPr>
            <p:spPr>
              <a:xfrm>
                <a:off x="3768725" y="4332604"/>
                <a:ext cx="132715" cy="90170"/>
              </a:xfrm>
              <a:custGeom>
                <a:avLst/>
                <a:gdLst/>
                <a:ahLst/>
                <a:cxnLst/>
                <a:rect l="l" t="t" r="r" b="b"/>
                <a:pathLst>
                  <a:path w="132715" h="90170" extrusionOk="0">
                    <a:moveTo>
                      <a:pt x="90170" y="8890"/>
                    </a:moveTo>
                    <a:cubicBezTo>
                      <a:pt x="90170" y="3810"/>
                      <a:pt x="86360" y="0"/>
                      <a:pt x="81280" y="0"/>
                    </a:cubicBezTo>
                    <a:lnTo>
                      <a:pt x="8890" y="0"/>
                    </a:lnTo>
                    <a:cubicBezTo>
                      <a:pt x="3810" y="0"/>
                      <a:pt x="0" y="3810"/>
                      <a:pt x="0" y="8890"/>
                    </a:cubicBezTo>
                    <a:lnTo>
                      <a:pt x="0" y="81280"/>
                    </a:lnTo>
                    <a:cubicBezTo>
                      <a:pt x="0" y="86360"/>
                      <a:pt x="3810" y="90170"/>
                      <a:pt x="8890" y="90170"/>
                    </a:cubicBezTo>
                    <a:lnTo>
                      <a:pt x="81280" y="90170"/>
                    </a:lnTo>
                    <a:cubicBezTo>
                      <a:pt x="86360" y="90170"/>
                      <a:pt x="90170" y="86360"/>
                      <a:pt x="90170" y="81280"/>
                    </a:cubicBezTo>
                    <a:lnTo>
                      <a:pt x="90170" y="53340"/>
                    </a:lnTo>
                    <a:lnTo>
                      <a:pt x="132715" y="53340"/>
                    </a:lnTo>
                    <a:lnTo>
                      <a:pt x="132715" y="36195"/>
                    </a:lnTo>
                    <a:lnTo>
                      <a:pt x="90170" y="36195"/>
                    </a:lnTo>
                    <a:lnTo>
                      <a:pt x="90170" y="8890"/>
                    </a:lnTo>
                    <a:close/>
                    <a:moveTo>
                      <a:pt x="73025" y="72390"/>
                    </a:moveTo>
                    <a:lnTo>
                      <a:pt x="17780" y="72390"/>
                    </a:lnTo>
                    <a:lnTo>
                      <a:pt x="17780" y="17145"/>
                    </a:lnTo>
                    <a:lnTo>
                      <a:pt x="73025" y="17145"/>
                    </a:lnTo>
                    <a:lnTo>
                      <a:pt x="73025" y="72390"/>
                    </a:lnTo>
                    <a:close/>
                  </a:path>
                </a:pathLst>
              </a:custGeom>
              <a:grp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416" name="Google Shape;416;p54"/>
              <p:cNvSpPr/>
              <p:nvPr/>
            </p:nvSpPr>
            <p:spPr>
              <a:xfrm>
                <a:off x="3942079" y="4463415"/>
                <a:ext cx="90170" cy="132714"/>
              </a:xfrm>
              <a:custGeom>
                <a:avLst/>
                <a:gdLst/>
                <a:ahLst/>
                <a:cxnLst/>
                <a:rect l="l" t="t" r="r" b="b"/>
                <a:pathLst>
                  <a:path w="90170" h="132714" extrusionOk="0">
                    <a:moveTo>
                      <a:pt x="81915" y="42545"/>
                    </a:moveTo>
                    <a:lnTo>
                      <a:pt x="53975" y="42545"/>
                    </a:lnTo>
                    <a:lnTo>
                      <a:pt x="53975" y="0"/>
                    </a:lnTo>
                    <a:lnTo>
                      <a:pt x="36830" y="0"/>
                    </a:lnTo>
                    <a:lnTo>
                      <a:pt x="36830" y="42545"/>
                    </a:lnTo>
                    <a:lnTo>
                      <a:pt x="8890" y="42545"/>
                    </a:lnTo>
                    <a:cubicBezTo>
                      <a:pt x="3810" y="42545"/>
                      <a:pt x="0" y="46355"/>
                      <a:pt x="0" y="51435"/>
                    </a:cubicBezTo>
                    <a:lnTo>
                      <a:pt x="0" y="123825"/>
                    </a:lnTo>
                    <a:cubicBezTo>
                      <a:pt x="0" y="128905"/>
                      <a:pt x="3810" y="132715"/>
                      <a:pt x="8890" y="132715"/>
                    </a:cubicBezTo>
                    <a:lnTo>
                      <a:pt x="81280" y="132715"/>
                    </a:lnTo>
                    <a:cubicBezTo>
                      <a:pt x="86360" y="132715"/>
                      <a:pt x="90170" y="128905"/>
                      <a:pt x="90170" y="123825"/>
                    </a:cubicBezTo>
                    <a:lnTo>
                      <a:pt x="90170" y="51435"/>
                    </a:lnTo>
                    <a:cubicBezTo>
                      <a:pt x="90170" y="46355"/>
                      <a:pt x="86360" y="42545"/>
                      <a:pt x="81915" y="42545"/>
                    </a:cubicBezTo>
                    <a:close/>
                    <a:moveTo>
                      <a:pt x="73025" y="114935"/>
                    </a:moveTo>
                    <a:lnTo>
                      <a:pt x="17780" y="114935"/>
                    </a:lnTo>
                    <a:lnTo>
                      <a:pt x="17780" y="59690"/>
                    </a:lnTo>
                    <a:lnTo>
                      <a:pt x="73025" y="59690"/>
                    </a:lnTo>
                    <a:lnTo>
                      <a:pt x="73025" y="114935"/>
                    </a:lnTo>
                    <a:close/>
                  </a:path>
                </a:pathLst>
              </a:custGeom>
              <a:grp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417" name="Google Shape;417;p54"/>
              <p:cNvSpPr/>
              <p:nvPr/>
            </p:nvSpPr>
            <p:spPr>
              <a:xfrm>
                <a:off x="4073525" y="4332604"/>
                <a:ext cx="132715" cy="90804"/>
              </a:xfrm>
              <a:custGeom>
                <a:avLst/>
                <a:gdLst/>
                <a:ahLst/>
                <a:cxnLst/>
                <a:rect l="l" t="t" r="r" b="b"/>
                <a:pathLst>
                  <a:path w="132715" h="90804" extrusionOk="0">
                    <a:moveTo>
                      <a:pt x="123825" y="0"/>
                    </a:moveTo>
                    <a:lnTo>
                      <a:pt x="51435" y="0"/>
                    </a:lnTo>
                    <a:cubicBezTo>
                      <a:pt x="46355" y="0"/>
                      <a:pt x="42545" y="3810"/>
                      <a:pt x="42545" y="8890"/>
                    </a:cubicBezTo>
                    <a:lnTo>
                      <a:pt x="42545" y="36830"/>
                    </a:lnTo>
                    <a:lnTo>
                      <a:pt x="0" y="36830"/>
                    </a:lnTo>
                    <a:lnTo>
                      <a:pt x="0" y="53975"/>
                    </a:lnTo>
                    <a:lnTo>
                      <a:pt x="42545" y="53975"/>
                    </a:lnTo>
                    <a:lnTo>
                      <a:pt x="42545" y="81915"/>
                    </a:lnTo>
                    <a:cubicBezTo>
                      <a:pt x="42545" y="86995"/>
                      <a:pt x="46355" y="90805"/>
                      <a:pt x="51435" y="90805"/>
                    </a:cubicBezTo>
                    <a:lnTo>
                      <a:pt x="123825" y="90805"/>
                    </a:lnTo>
                    <a:cubicBezTo>
                      <a:pt x="128905" y="90805"/>
                      <a:pt x="132715" y="86995"/>
                      <a:pt x="132715" y="81915"/>
                    </a:cubicBezTo>
                    <a:lnTo>
                      <a:pt x="132715" y="9525"/>
                    </a:lnTo>
                    <a:cubicBezTo>
                      <a:pt x="132080" y="3810"/>
                      <a:pt x="128270" y="0"/>
                      <a:pt x="123825" y="0"/>
                    </a:cubicBezTo>
                    <a:close/>
                    <a:moveTo>
                      <a:pt x="114935" y="72390"/>
                    </a:moveTo>
                    <a:lnTo>
                      <a:pt x="59690" y="72390"/>
                    </a:lnTo>
                    <a:lnTo>
                      <a:pt x="59690" y="17145"/>
                    </a:lnTo>
                    <a:lnTo>
                      <a:pt x="114935" y="17145"/>
                    </a:lnTo>
                    <a:lnTo>
                      <a:pt x="114935" y="72390"/>
                    </a:lnTo>
                    <a:close/>
                  </a:path>
                </a:pathLst>
              </a:custGeom>
              <a:grp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grpSp>
      </p:grpSp>
      <p:sp>
        <p:nvSpPr>
          <p:cNvPr id="418" name="Google Shape;418;p54"/>
          <p:cNvSpPr/>
          <p:nvPr/>
        </p:nvSpPr>
        <p:spPr>
          <a:xfrm>
            <a:off x="4714875" y="1859280"/>
            <a:ext cx="2524125" cy="762000"/>
          </a:xfrm>
          <a:custGeom>
            <a:avLst/>
            <a:gdLst/>
            <a:ahLst/>
            <a:cxnLst/>
            <a:rect l="l" t="t" r="r" b="b"/>
            <a:pathLst>
              <a:path w="3365500" h="1016000" extrusionOk="0">
                <a:moveTo>
                  <a:pt x="0" y="0"/>
                </a:moveTo>
                <a:lnTo>
                  <a:pt x="3365500" y="0"/>
                </a:lnTo>
                <a:lnTo>
                  <a:pt x="3365500" y="1016000"/>
                </a:lnTo>
                <a:lnTo>
                  <a:pt x="0" y="1016000"/>
                </a:lnTo>
                <a:close/>
              </a:path>
            </a:pathLst>
          </a:custGeom>
          <a:solidFill>
            <a:srgbClr val="F7F7F7"/>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419" name="Google Shape;419;p54"/>
          <p:cNvSpPr/>
          <p:nvPr/>
        </p:nvSpPr>
        <p:spPr>
          <a:xfrm>
            <a:off x="4714875" y="3192780"/>
            <a:ext cx="1643063" cy="762000"/>
          </a:xfrm>
          <a:custGeom>
            <a:avLst/>
            <a:gdLst/>
            <a:ahLst/>
            <a:cxnLst/>
            <a:rect l="l" t="t" r="r" b="b"/>
            <a:pathLst>
              <a:path w="2190750" h="1016000" extrusionOk="0">
                <a:moveTo>
                  <a:pt x="0" y="0"/>
                </a:moveTo>
                <a:lnTo>
                  <a:pt x="2190750" y="0"/>
                </a:lnTo>
                <a:lnTo>
                  <a:pt x="2190750" y="1016000"/>
                </a:lnTo>
                <a:lnTo>
                  <a:pt x="0" y="1016000"/>
                </a:lnTo>
                <a:close/>
              </a:path>
            </a:pathLst>
          </a:custGeom>
          <a:solidFill>
            <a:srgbClr val="F7F7F7"/>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420" name="Google Shape;420;p54"/>
          <p:cNvSpPr/>
          <p:nvPr/>
        </p:nvSpPr>
        <p:spPr>
          <a:xfrm>
            <a:off x="6453188" y="3192780"/>
            <a:ext cx="785813" cy="762000"/>
          </a:xfrm>
          <a:custGeom>
            <a:avLst/>
            <a:gdLst/>
            <a:ahLst/>
            <a:cxnLst/>
            <a:rect l="l" t="t" r="r" b="b"/>
            <a:pathLst>
              <a:path w="1047750" h="1016000" extrusionOk="0">
                <a:moveTo>
                  <a:pt x="0" y="0"/>
                </a:moveTo>
                <a:lnTo>
                  <a:pt x="1047750" y="0"/>
                </a:lnTo>
                <a:lnTo>
                  <a:pt x="1047750" y="1016000"/>
                </a:lnTo>
                <a:lnTo>
                  <a:pt x="0" y="1016000"/>
                </a:lnTo>
                <a:close/>
              </a:path>
            </a:pathLst>
          </a:custGeom>
          <a:solidFill>
            <a:srgbClr val="F7F7F7"/>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grpSp>
        <p:nvGrpSpPr>
          <p:cNvPr id="421" name="Google Shape;421;p54"/>
          <p:cNvGrpSpPr/>
          <p:nvPr/>
        </p:nvGrpSpPr>
        <p:grpSpPr>
          <a:xfrm>
            <a:off x="5636419" y="3288030"/>
            <a:ext cx="328136" cy="327659"/>
            <a:chOff x="7515225" y="4159250"/>
            <a:chExt cx="437515" cy="436879"/>
          </a:xfrm>
          <a:solidFill>
            <a:schemeClr val="accent2"/>
          </a:solidFill>
        </p:grpSpPr>
        <p:sp>
          <p:nvSpPr>
            <p:cNvPr id="422" name="Google Shape;422;p54"/>
            <p:cNvSpPr/>
            <p:nvPr/>
          </p:nvSpPr>
          <p:spPr>
            <a:xfrm>
              <a:off x="7663815" y="4307840"/>
              <a:ext cx="139700" cy="139700"/>
            </a:xfrm>
            <a:custGeom>
              <a:avLst/>
              <a:gdLst/>
              <a:ahLst/>
              <a:cxnLst/>
              <a:rect l="l" t="t" r="r" b="b"/>
              <a:pathLst>
                <a:path w="139700" h="139700" extrusionOk="0">
                  <a:moveTo>
                    <a:pt x="69850" y="139700"/>
                  </a:moveTo>
                  <a:cubicBezTo>
                    <a:pt x="31750" y="139700"/>
                    <a:pt x="0" y="108585"/>
                    <a:pt x="0" y="69850"/>
                  </a:cubicBezTo>
                  <a:cubicBezTo>
                    <a:pt x="0" y="31750"/>
                    <a:pt x="31115" y="0"/>
                    <a:pt x="69850" y="0"/>
                  </a:cubicBezTo>
                  <a:cubicBezTo>
                    <a:pt x="108585" y="0"/>
                    <a:pt x="139700" y="31115"/>
                    <a:pt x="139700" y="69850"/>
                  </a:cubicBezTo>
                  <a:cubicBezTo>
                    <a:pt x="139700" y="107950"/>
                    <a:pt x="108585" y="139700"/>
                    <a:pt x="69850" y="139700"/>
                  </a:cubicBezTo>
                  <a:close/>
                  <a:moveTo>
                    <a:pt x="69850" y="17780"/>
                  </a:moveTo>
                  <a:cubicBezTo>
                    <a:pt x="41275" y="17780"/>
                    <a:pt x="17780" y="41275"/>
                    <a:pt x="17780" y="69850"/>
                  </a:cubicBezTo>
                  <a:cubicBezTo>
                    <a:pt x="17780" y="98425"/>
                    <a:pt x="41275" y="121920"/>
                    <a:pt x="69850" y="121920"/>
                  </a:cubicBezTo>
                  <a:cubicBezTo>
                    <a:pt x="98425" y="121920"/>
                    <a:pt x="121920" y="98425"/>
                    <a:pt x="121920" y="69850"/>
                  </a:cubicBezTo>
                  <a:cubicBezTo>
                    <a:pt x="122555" y="41275"/>
                    <a:pt x="99060" y="17780"/>
                    <a:pt x="69850" y="17780"/>
                  </a:cubicBezTo>
                  <a:close/>
                </a:path>
              </a:pathLst>
            </a:custGeom>
            <a:grp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grpSp>
          <p:nvGrpSpPr>
            <p:cNvPr id="423" name="Google Shape;423;p54"/>
            <p:cNvGrpSpPr/>
            <p:nvPr/>
          </p:nvGrpSpPr>
          <p:grpSpPr>
            <a:xfrm>
              <a:off x="7515225" y="4159250"/>
              <a:ext cx="437515" cy="436879"/>
              <a:chOff x="7515225" y="4159250"/>
              <a:chExt cx="437515" cy="436879"/>
            </a:xfrm>
            <a:grpFill/>
          </p:grpSpPr>
          <p:sp>
            <p:nvSpPr>
              <p:cNvPr id="424" name="Google Shape;424;p54"/>
              <p:cNvSpPr/>
              <p:nvPr/>
            </p:nvSpPr>
            <p:spPr>
              <a:xfrm>
                <a:off x="7689215" y="4159250"/>
                <a:ext cx="90804" cy="132715"/>
              </a:xfrm>
              <a:custGeom>
                <a:avLst/>
                <a:gdLst/>
                <a:ahLst/>
                <a:cxnLst/>
                <a:rect l="l" t="t" r="r" b="b"/>
                <a:pathLst>
                  <a:path w="90804" h="132715" extrusionOk="0">
                    <a:moveTo>
                      <a:pt x="81280" y="0"/>
                    </a:moveTo>
                    <a:lnTo>
                      <a:pt x="8890" y="0"/>
                    </a:lnTo>
                    <a:cubicBezTo>
                      <a:pt x="3810" y="0"/>
                      <a:pt x="0" y="3810"/>
                      <a:pt x="0" y="8890"/>
                    </a:cubicBezTo>
                    <a:lnTo>
                      <a:pt x="0" y="81280"/>
                    </a:lnTo>
                    <a:cubicBezTo>
                      <a:pt x="0" y="86360"/>
                      <a:pt x="3810" y="90170"/>
                      <a:pt x="8890" y="90170"/>
                    </a:cubicBezTo>
                    <a:lnTo>
                      <a:pt x="36830" y="90170"/>
                    </a:lnTo>
                    <a:lnTo>
                      <a:pt x="36830" y="132715"/>
                    </a:lnTo>
                    <a:lnTo>
                      <a:pt x="53975" y="132715"/>
                    </a:lnTo>
                    <a:lnTo>
                      <a:pt x="53975" y="90170"/>
                    </a:lnTo>
                    <a:lnTo>
                      <a:pt x="81915" y="90170"/>
                    </a:lnTo>
                    <a:cubicBezTo>
                      <a:pt x="86995" y="90170"/>
                      <a:pt x="90805" y="86360"/>
                      <a:pt x="90805" y="81280"/>
                    </a:cubicBezTo>
                    <a:lnTo>
                      <a:pt x="90805" y="8890"/>
                    </a:lnTo>
                    <a:cubicBezTo>
                      <a:pt x="89535" y="3810"/>
                      <a:pt x="85725" y="0"/>
                      <a:pt x="81280" y="0"/>
                    </a:cubicBezTo>
                    <a:close/>
                    <a:moveTo>
                      <a:pt x="72390" y="72390"/>
                    </a:moveTo>
                    <a:lnTo>
                      <a:pt x="17145" y="72390"/>
                    </a:lnTo>
                    <a:lnTo>
                      <a:pt x="17145" y="17145"/>
                    </a:lnTo>
                    <a:lnTo>
                      <a:pt x="72390" y="17145"/>
                    </a:lnTo>
                    <a:lnTo>
                      <a:pt x="72390" y="72390"/>
                    </a:lnTo>
                    <a:close/>
                  </a:path>
                </a:pathLst>
              </a:custGeom>
              <a:grp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425" name="Google Shape;425;p54"/>
              <p:cNvSpPr/>
              <p:nvPr/>
            </p:nvSpPr>
            <p:spPr>
              <a:xfrm>
                <a:off x="7515225" y="4332604"/>
                <a:ext cx="132715" cy="90170"/>
              </a:xfrm>
              <a:custGeom>
                <a:avLst/>
                <a:gdLst/>
                <a:ahLst/>
                <a:cxnLst/>
                <a:rect l="l" t="t" r="r" b="b"/>
                <a:pathLst>
                  <a:path w="132715" h="90170" extrusionOk="0">
                    <a:moveTo>
                      <a:pt x="90170" y="8890"/>
                    </a:moveTo>
                    <a:cubicBezTo>
                      <a:pt x="90170" y="3810"/>
                      <a:pt x="86360" y="0"/>
                      <a:pt x="81280" y="0"/>
                    </a:cubicBezTo>
                    <a:lnTo>
                      <a:pt x="8890" y="0"/>
                    </a:lnTo>
                    <a:cubicBezTo>
                      <a:pt x="3810" y="0"/>
                      <a:pt x="0" y="3810"/>
                      <a:pt x="0" y="8890"/>
                    </a:cubicBezTo>
                    <a:lnTo>
                      <a:pt x="0" y="81280"/>
                    </a:lnTo>
                    <a:cubicBezTo>
                      <a:pt x="0" y="86360"/>
                      <a:pt x="3810" y="90170"/>
                      <a:pt x="8890" y="90170"/>
                    </a:cubicBezTo>
                    <a:lnTo>
                      <a:pt x="81280" y="90170"/>
                    </a:lnTo>
                    <a:cubicBezTo>
                      <a:pt x="86360" y="90170"/>
                      <a:pt x="90170" y="86360"/>
                      <a:pt x="90170" y="81280"/>
                    </a:cubicBezTo>
                    <a:lnTo>
                      <a:pt x="90170" y="53340"/>
                    </a:lnTo>
                    <a:lnTo>
                      <a:pt x="132715" y="53340"/>
                    </a:lnTo>
                    <a:lnTo>
                      <a:pt x="132715" y="36195"/>
                    </a:lnTo>
                    <a:lnTo>
                      <a:pt x="90170" y="36195"/>
                    </a:lnTo>
                    <a:lnTo>
                      <a:pt x="90170" y="8890"/>
                    </a:lnTo>
                    <a:close/>
                    <a:moveTo>
                      <a:pt x="73025" y="72390"/>
                    </a:moveTo>
                    <a:lnTo>
                      <a:pt x="17780" y="72390"/>
                    </a:lnTo>
                    <a:lnTo>
                      <a:pt x="17780" y="17145"/>
                    </a:lnTo>
                    <a:lnTo>
                      <a:pt x="73025" y="17145"/>
                    </a:lnTo>
                    <a:lnTo>
                      <a:pt x="73025" y="72390"/>
                    </a:lnTo>
                    <a:close/>
                  </a:path>
                </a:pathLst>
              </a:custGeom>
              <a:grp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426" name="Google Shape;426;p54"/>
              <p:cNvSpPr/>
              <p:nvPr/>
            </p:nvSpPr>
            <p:spPr>
              <a:xfrm>
                <a:off x="7688580" y="4463415"/>
                <a:ext cx="90169" cy="132714"/>
              </a:xfrm>
              <a:custGeom>
                <a:avLst/>
                <a:gdLst/>
                <a:ahLst/>
                <a:cxnLst/>
                <a:rect l="l" t="t" r="r" b="b"/>
                <a:pathLst>
                  <a:path w="90169" h="132714" extrusionOk="0">
                    <a:moveTo>
                      <a:pt x="81914" y="42545"/>
                    </a:moveTo>
                    <a:lnTo>
                      <a:pt x="53975" y="42545"/>
                    </a:lnTo>
                    <a:lnTo>
                      <a:pt x="53975" y="0"/>
                    </a:lnTo>
                    <a:lnTo>
                      <a:pt x="36830" y="0"/>
                    </a:lnTo>
                    <a:lnTo>
                      <a:pt x="36830" y="42545"/>
                    </a:lnTo>
                    <a:lnTo>
                      <a:pt x="8889" y="42545"/>
                    </a:lnTo>
                    <a:cubicBezTo>
                      <a:pt x="3810" y="42545"/>
                      <a:pt x="0" y="46355"/>
                      <a:pt x="0" y="51435"/>
                    </a:cubicBezTo>
                    <a:lnTo>
                      <a:pt x="0" y="123825"/>
                    </a:lnTo>
                    <a:cubicBezTo>
                      <a:pt x="0" y="128905"/>
                      <a:pt x="3810" y="132715"/>
                      <a:pt x="8889" y="132715"/>
                    </a:cubicBezTo>
                    <a:lnTo>
                      <a:pt x="81280" y="132715"/>
                    </a:lnTo>
                    <a:cubicBezTo>
                      <a:pt x="86360" y="132715"/>
                      <a:pt x="90170" y="128905"/>
                      <a:pt x="90170" y="123825"/>
                    </a:cubicBezTo>
                    <a:lnTo>
                      <a:pt x="90170" y="51435"/>
                    </a:lnTo>
                    <a:cubicBezTo>
                      <a:pt x="90170" y="46355"/>
                      <a:pt x="86360" y="42545"/>
                      <a:pt x="81914" y="42545"/>
                    </a:cubicBezTo>
                    <a:close/>
                    <a:moveTo>
                      <a:pt x="73025" y="114935"/>
                    </a:moveTo>
                    <a:lnTo>
                      <a:pt x="17780" y="114935"/>
                    </a:lnTo>
                    <a:lnTo>
                      <a:pt x="17780" y="59690"/>
                    </a:lnTo>
                    <a:lnTo>
                      <a:pt x="73025" y="59690"/>
                    </a:lnTo>
                    <a:lnTo>
                      <a:pt x="73025" y="114935"/>
                    </a:lnTo>
                    <a:close/>
                  </a:path>
                </a:pathLst>
              </a:custGeom>
              <a:grp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427" name="Google Shape;427;p54"/>
              <p:cNvSpPr/>
              <p:nvPr/>
            </p:nvSpPr>
            <p:spPr>
              <a:xfrm>
                <a:off x="7820025" y="4332604"/>
                <a:ext cx="132715" cy="90804"/>
              </a:xfrm>
              <a:custGeom>
                <a:avLst/>
                <a:gdLst/>
                <a:ahLst/>
                <a:cxnLst/>
                <a:rect l="l" t="t" r="r" b="b"/>
                <a:pathLst>
                  <a:path w="132715" h="90804" extrusionOk="0">
                    <a:moveTo>
                      <a:pt x="123825" y="0"/>
                    </a:moveTo>
                    <a:lnTo>
                      <a:pt x="51435" y="0"/>
                    </a:lnTo>
                    <a:cubicBezTo>
                      <a:pt x="46355" y="0"/>
                      <a:pt x="42545" y="3810"/>
                      <a:pt x="42545" y="8890"/>
                    </a:cubicBezTo>
                    <a:lnTo>
                      <a:pt x="42545" y="36830"/>
                    </a:lnTo>
                    <a:lnTo>
                      <a:pt x="0" y="36830"/>
                    </a:lnTo>
                    <a:lnTo>
                      <a:pt x="0" y="53975"/>
                    </a:lnTo>
                    <a:lnTo>
                      <a:pt x="42545" y="53975"/>
                    </a:lnTo>
                    <a:lnTo>
                      <a:pt x="42545" y="81915"/>
                    </a:lnTo>
                    <a:cubicBezTo>
                      <a:pt x="42545" y="86995"/>
                      <a:pt x="46355" y="90805"/>
                      <a:pt x="51435" y="90805"/>
                    </a:cubicBezTo>
                    <a:lnTo>
                      <a:pt x="123825" y="90805"/>
                    </a:lnTo>
                    <a:cubicBezTo>
                      <a:pt x="128905" y="90805"/>
                      <a:pt x="132715" y="86995"/>
                      <a:pt x="132715" y="81915"/>
                    </a:cubicBezTo>
                    <a:lnTo>
                      <a:pt x="132715" y="9525"/>
                    </a:lnTo>
                    <a:cubicBezTo>
                      <a:pt x="132080" y="3810"/>
                      <a:pt x="128270" y="0"/>
                      <a:pt x="123825" y="0"/>
                    </a:cubicBezTo>
                    <a:close/>
                    <a:moveTo>
                      <a:pt x="114935" y="72390"/>
                    </a:moveTo>
                    <a:lnTo>
                      <a:pt x="59690" y="72390"/>
                    </a:lnTo>
                    <a:lnTo>
                      <a:pt x="59690" y="17145"/>
                    </a:lnTo>
                    <a:lnTo>
                      <a:pt x="114935" y="17145"/>
                    </a:lnTo>
                    <a:lnTo>
                      <a:pt x="114935" y="72390"/>
                    </a:lnTo>
                    <a:close/>
                  </a:path>
                </a:pathLst>
              </a:custGeom>
              <a:grp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grpSp>
      </p:grpSp>
      <p:sp>
        <p:nvSpPr>
          <p:cNvPr id="428" name="Google Shape;428;p54"/>
          <p:cNvSpPr/>
          <p:nvPr/>
        </p:nvSpPr>
        <p:spPr>
          <a:xfrm>
            <a:off x="1905000" y="2716054"/>
            <a:ext cx="5334000" cy="381476"/>
          </a:xfrm>
          <a:custGeom>
            <a:avLst/>
            <a:gdLst/>
            <a:ahLst/>
            <a:cxnLst/>
            <a:rect l="l" t="t" r="r" b="b"/>
            <a:pathLst>
              <a:path w="7112000" h="508634" extrusionOk="0">
                <a:moveTo>
                  <a:pt x="27940" y="635"/>
                </a:moveTo>
                <a:lnTo>
                  <a:pt x="0" y="28575"/>
                </a:lnTo>
                <a:lnTo>
                  <a:pt x="0" y="19685"/>
                </a:lnTo>
                <a:lnTo>
                  <a:pt x="19050" y="635"/>
                </a:lnTo>
                <a:lnTo>
                  <a:pt x="27940" y="635"/>
                </a:lnTo>
                <a:close/>
                <a:moveTo>
                  <a:pt x="87630" y="635"/>
                </a:moveTo>
                <a:lnTo>
                  <a:pt x="0" y="88265"/>
                </a:lnTo>
                <a:lnTo>
                  <a:pt x="0" y="97155"/>
                </a:lnTo>
                <a:lnTo>
                  <a:pt x="96520" y="635"/>
                </a:lnTo>
                <a:lnTo>
                  <a:pt x="87630" y="635"/>
                </a:lnTo>
                <a:close/>
                <a:moveTo>
                  <a:pt x="156210" y="635"/>
                </a:moveTo>
                <a:lnTo>
                  <a:pt x="0" y="156845"/>
                </a:lnTo>
                <a:lnTo>
                  <a:pt x="0" y="165735"/>
                </a:lnTo>
                <a:lnTo>
                  <a:pt x="165100" y="635"/>
                </a:lnTo>
                <a:lnTo>
                  <a:pt x="156210" y="635"/>
                </a:lnTo>
                <a:close/>
                <a:moveTo>
                  <a:pt x="224790" y="635"/>
                </a:moveTo>
                <a:lnTo>
                  <a:pt x="0" y="224790"/>
                </a:lnTo>
                <a:lnTo>
                  <a:pt x="0" y="233680"/>
                </a:lnTo>
                <a:lnTo>
                  <a:pt x="233680" y="0"/>
                </a:lnTo>
                <a:lnTo>
                  <a:pt x="224790" y="0"/>
                </a:lnTo>
                <a:close/>
                <a:moveTo>
                  <a:pt x="293370" y="635"/>
                </a:moveTo>
                <a:lnTo>
                  <a:pt x="0" y="293370"/>
                </a:lnTo>
                <a:lnTo>
                  <a:pt x="0" y="302260"/>
                </a:lnTo>
                <a:lnTo>
                  <a:pt x="302260" y="0"/>
                </a:lnTo>
                <a:lnTo>
                  <a:pt x="293370" y="0"/>
                </a:lnTo>
                <a:close/>
                <a:moveTo>
                  <a:pt x="361950" y="635"/>
                </a:moveTo>
                <a:lnTo>
                  <a:pt x="0" y="361950"/>
                </a:lnTo>
                <a:lnTo>
                  <a:pt x="0" y="370840"/>
                </a:lnTo>
                <a:lnTo>
                  <a:pt x="370840" y="635"/>
                </a:lnTo>
                <a:lnTo>
                  <a:pt x="361950" y="635"/>
                </a:lnTo>
                <a:close/>
                <a:moveTo>
                  <a:pt x="430530" y="635"/>
                </a:moveTo>
                <a:lnTo>
                  <a:pt x="0" y="431165"/>
                </a:lnTo>
                <a:lnTo>
                  <a:pt x="0" y="440055"/>
                </a:lnTo>
                <a:lnTo>
                  <a:pt x="439420" y="635"/>
                </a:lnTo>
                <a:lnTo>
                  <a:pt x="430530" y="635"/>
                </a:lnTo>
                <a:close/>
                <a:moveTo>
                  <a:pt x="499110" y="635"/>
                </a:moveTo>
                <a:lnTo>
                  <a:pt x="0" y="499745"/>
                </a:lnTo>
                <a:lnTo>
                  <a:pt x="0" y="508635"/>
                </a:lnTo>
                <a:lnTo>
                  <a:pt x="0" y="508635"/>
                </a:lnTo>
                <a:lnTo>
                  <a:pt x="508000" y="635"/>
                </a:lnTo>
                <a:lnTo>
                  <a:pt x="499110" y="635"/>
                </a:lnTo>
                <a:close/>
                <a:moveTo>
                  <a:pt x="567690" y="635"/>
                </a:moveTo>
                <a:lnTo>
                  <a:pt x="59690" y="508635"/>
                </a:lnTo>
                <a:lnTo>
                  <a:pt x="68580" y="508635"/>
                </a:lnTo>
                <a:lnTo>
                  <a:pt x="576580" y="635"/>
                </a:lnTo>
                <a:lnTo>
                  <a:pt x="567690" y="635"/>
                </a:lnTo>
                <a:close/>
                <a:moveTo>
                  <a:pt x="636270" y="635"/>
                </a:moveTo>
                <a:lnTo>
                  <a:pt x="128270" y="508635"/>
                </a:lnTo>
                <a:lnTo>
                  <a:pt x="137160" y="508635"/>
                </a:lnTo>
                <a:lnTo>
                  <a:pt x="645160" y="635"/>
                </a:lnTo>
                <a:lnTo>
                  <a:pt x="636270" y="635"/>
                </a:lnTo>
                <a:close/>
                <a:moveTo>
                  <a:pt x="704850" y="635"/>
                </a:moveTo>
                <a:lnTo>
                  <a:pt x="196850" y="508635"/>
                </a:lnTo>
                <a:lnTo>
                  <a:pt x="205740" y="508635"/>
                </a:lnTo>
                <a:lnTo>
                  <a:pt x="713740" y="635"/>
                </a:lnTo>
                <a:lnTo>
                  <a:pt x="704850" y="635"/>
                </a:lnTo>
                <a:close/>
                <a:moveTo>
                  <a:pt x="774065" y="635"/>
                </a:moveTo>
                <a:lnTo>
                  <a:pt x="265430" y="508635"/>
                </a:lnTo>
                <a:lnTo>
                  <a:pt x="274320" y="508635"/>
                </a:lnTo>
                <a:lnTo>
                  <a:pt x="782955" y="635"/>
                </a:lnTo>
                <a:lnTo>
                  <a:pt x="774065" y="635"/>
                </a:lnTo>
                <a:close/>
                <a:moveTo>
                  <a:pt x="842645" y="635"/>
                </a:moveTo>
                <a:lnTo>
                  <a:pt x="334010" y="508635"/>
                </a:lnTo>
                <a:lnTo>
                  <a:pt x="342900" y="508635"/>
                </a:lnTo>
                <a:lnTo>
                  <a:pt x="851535" y="635"/>
                </a:lnTo>
                <a:lnTo>
                  <a:pt x="842645" y="635"/>
                </a:lnTo>
                <a:close/>
                <a:moveTo>
                  <a:pt x="911225" y="635"/>
                </a:moveTo>
                <a:lnTo>
                  <a:pt x="402590" y="508635"/>
                </a:lnTo>
                <a:lnTo>
                  <a:pt x="411480" y="508635"/>
                </a:lnTo>
                <a:lnTo>
                  <a:pt x="920115" y="635"/>
                </a:lnTo>
                <a:lnTo>
                  <a:pt x="911225" y="635"/>
                </a:lnTo>
                <a:close/>
                <a:moveTo>
                  <a:pt x="979805" y="635"/>
                </a:moveTo>
                <a:lnTo>
                  <a:pt x="471170" y="508635"/>
                </a:lnTo>
                <a:lnTo>
                  <a:pt x="480060" y="508635"/>
                </a:lnTo>
                <a:lnTo>
                  <a:pt x="988695" y="635"/>
                </a:lnTo>
                <a:lnTo>
                  <a:pt x="979805" y="635"/>
                </a:lnTo>
                <a:close/>
                <a:moveTo>
                  <a:pt x="7092315" y="635"/>
                </a:moveTo>
                <a:lnTo>
                  <a:pt x="6584315" y="508635"/>
                </a:lnTo>
                <a:lnTo>
                  <a:pt x="6593206" y="508635"/>
                </a:lnTo>
                <a:lnTo>
                  <a:pt x="7101206" y="635"/>
                </a:lnTo>
                <a:lnTo>
                  <a:pt x="7092315" y="635"/>
                </a:lnTo>
                <a:close/>
                <a:moveTo>
                  <a:pt x="7112000" y="49530"/>
                </a:moveTo>
                <a:lnTo>
                  <a:pt x="6652895" y="508635"/>
                </a:lnTo>
                <a:lnTo>
                  <a:pt x="6661785" y="508635"/>
                </a:lnTo>
                <a:lnTo>
                  <a:pt x="7112000" y="58420"/>
                </a:lnTo>
                <a:lnTo>
                  <a:pt x="7112000" y="49530"/>
                </a:lnTo>
                <a:close/>
                <a:moveTo>
                  <a:pt x="7112000" y="118110"/>
                </a:moveTo>
                <a:lnTo>
                  <a:pt x="6721475" y="508635"/>
                </a:lnTo>
                <a:lnTo>
                  <a:pt x="6730365" y="508635"/>
                </a:lnTo>
                <a:lnTo>
                  <a:pt x="7112000" y="127000"/>
                </a:lnTo>
                <a:lnTo>
                  <a:pt x="7112000" y="118110"/>
                </a:lnTo>
                <a:close/>
                <a:moveTo>
                  <a:pt x="7112000" y="187325"/>
                </a:moveTo>
                <a:lnTo>
                  <a:pt x="6790056" y="508635"/>
                </a:lnTo>
                <a:lnTo>
                  <a:pt x="6798945" y="508635"/>
                </a:lnTo>
                <a:lnTo>
                  <a:pt x="7112000" y="196215"/>
                </a:lnTo>
                <a:lnTo>
                  <a:pt x="7112000" y="187325"/>
                </a:lnTo>
                <a:close/>
                <a:moveTo>
                  <a:pt x="7112000" y="255270"/>
                </a:moveTo>
                <a:lnTo>
                  <a:pt x="6858635" y="508635"/>
                </a:lnTo>
                <a:lnTo>
                  <a:pt x="6867525" y="508635"/>
                </a:lnTo>
                <a:lnTo>
                  <a:pt x="7112000" y="264795"/>
                </a:lnTo>
                <a:lnTo>
                  <a:pt x="7112000" y="255270"/>
                </a:lnTo>
                <a:close/>
                <a:moveTo>
                  <a:pt x="7112000" y="323850"/>
                </a:moveTo>
                <a:lnTo>
                  <a:pt x="6927215" y="508635"/>
                </a:lnTo>
                <a:lnTo>
                  <a:pt x="6936106" y="508635"/>
                </a:lnTo>
                <a:lnTo>
                  <a:pt x="7112000" y="333375"/>
                </a:lnTo>
                <a:lnTo>
                  <a:pt x="7112000" y="323850"/>
                </a:lnTo>
                <a:close/>
                <a:moveTo>
                  <a:pt x="7112000" y="392430"/>
                </a:moveTo>
                <a:lnTo>
                  <a:pt x="6995795" y="508635"/>
                </a:lnTo>
                <a:lnTo>
                  <a:pt x="7004685" y="508635"/>
                </a:lnTo>
                <a:lnTo>
                  <a:pt x="7112000" y="401320"/>
                </a:lnTo>
                <a:lnTo>
                  <a:pt x="7112000" y="392430"/>
                </a:lnTo>
                <a:close/>
                <a:moveTo>
                  <a:pt x="7112000" y="469900"/>
                </a:moveTo>
                <a:lnTo>
                  <a:pt x="7112000" y="461010"/>
                </a:lnTo>
                <a:lnTo>
                  <a:pt x="7064375" y="508635"/>
                </a:lnTo>
                <a:lnTo>
                  <a:pt x="7073265" y="508635"/>
                </a:lnTo>
                <a:lnTo>
                  <a:pt x="7112000" y="469900"/>
                </a:lnTo>
                <a:close/>
                <a:moveTo>
                  <a:pt x="1048385" y="635"/>
                </a:moveTo>
                <a:lnTo>
                  <a:pt x="539750" y="508635"/>
                </a:lnTo>
                <a:lnTo>
                  <a:pt x="548640" y="508635"/>
                </a:lnTo>
                <a:lnTo>
                  <a:pt x="1057275" y="635"/>
                </a:lnTo>
                <a:lnTo>
                  <a:pt x="1048385" y="635"/>
                </a:lnTo>
                <a:close/>
                <a:moveTo>
                  <a:pt x="1116965" y="635"/>
                </a:moveTo>
                <a:lnTo>
                  <a:pt x="608965" y="508635"/>
                </a:lnTo>
                <a:lnTo>
                  <a:pt x="617855" y="508635"/>
                </a:lnTo>
                <a:lnTo>
                  <a:pt x="1125855" y="635"/>
                </a:lnTo>
                <a:lnTo>
                  <a:pt x="1116965" y="635"/>
                </a:lnTo>
                <a:close/>
                <a:moveTo>
                  <a:pt x="1185545" y="635"/>
                </a:moveTo>
                <a:lnTo>
                  <a:pt x="677545" y="508635"/>
                </a:lnTo>
                <a:lnTo>
                  <a:pt x="686435" y="508635"/>
                </a:lnTo>
                <a:lnTo>
                  <a:pt x="1194435" y="635"/>
                </a:lnTo>
                <a:lnTo>
                  <a:pt x="1185545" y="635"/>
                </a:lnTo>
                <a:close/>
                <a:moveTo>
                  <a:pt x="1254125" y="635"/>
                </a:moveTo>
                <a:lnTo>
                  <a:pt x="746125" y="508635"/>
                </a:lnTo>
                <a:lnTo>
                  <a:pt x="755015" y="508635"/>
                </a:lnTo>
                <a:lnTo>
                  <a:pt x="1263015" y="635"/>
                </a:lnTo>
                <a:lnTo>
                  <a:pt x="1254125" y="635"/>
                </a:lnTo>
                <a:close/>
                <a:moveTo>
                  <a:pt x="1322705" y="635"/>
                </a:moveTo>
                <a:lnTo>
                  <a:pt x="814705" y="508635"/>
                </a:lnTo>
                <a:lnTo>
                  <a:pt x="823595" y="508635"/>
                </a:lnTo>
                <a:lnTo>
                  <a:pt x="1331595" y="635"/>
                </a:lnTo>
                <a:lnTo>
                  <a:pt x="1322705" y="635"/>
                </a:lnTo>
                <a:close/>
                <a:moveTo>
                  <a:pt x="1391285" y="635"/>
                </a:moveTo>
                <a:lnTo>
                  <a:pt x="883285" y="508635"/>
                </a:lnTo>
                <a:lnTo>
                  <a:pt x="892175" y="508635"/>
                </a:lnTo>
                <a:lnTo>
                  <a:pt x="1400175" y="635"/>
                </a:lnTo>
                <a:lnTo>
                  <a:pt x="1391285" y="635"/>
                </a:lnTo>
                <a:close/>
                <a:moveTo>
                  <a:pt x="1459865" y="635"/>
                </a:moveTo>
                <a:lnTo>
                  <a:pt x="951865" y="508635"/>
                </a:lnTo>
                <a:lnTo>
                  <a:pt x="960755" y="508635"/>
                </a:lnTo>
                <a:lnTo>
                  <a:pt x="1468755" y="635"/>
                </a:lnTo>
                <a:lnTo>
                  <a:pt x="1459865" y="635"/>
                </a:lnTo>
                <a:close/>
                <a:moveTo>
                  <a:pt x="1529080" y="635"/>
                </a:moveTo>
                <a:lnTo>
                  <a:pt x="1020445" y="508635"/>
                </a:lnTo>
                <a:lnTo>
                  <a:pt x="1029335" y="508635"/>
                </a:lnTo>
                <a:lnTo>
                  <a:pt x="1537970" y="635"/>
                </a:lnTo>
                <a:lnTo>
                  <a:pt x="1529080" y="635"/>
                </a:lnTo>
                <a:close/>
                <a:moveTo>
                  <a:pt x="1597660" y="635"/>
                </a:moveTo>
                <a:lnTo>
                  <a:pt x="1089025" y="508635"/>
                </a:lnTo>
                <a:lnTo>
                  <a:pt x="1097915" y="508635"/>
                </a:lnTo>
                <a:lnTo>
                  <a:pt x="1606550" y="635"/>
                </a:lnTo>
                <a:lnTo>
                  <a:pt x="1597660" y="635"/>
                </a:lnTo>
                <a:close/>
                <a:moveTo>
                  <a:pt x="1666240" y="635"/>
                </a:moveTo>
                <a:lnTo>
                  <a:pt x="1157605" y="508635"/>
                </a:lnTo>
                <a:lnTo>
                  <a:pt x="1166495" y="508635"/>
                </a:lnTo>
                <a:lnTo>
                  <a:pt x="1675130" y="635"/>
                </a:lnTo>
                <a:lnTo>
                  <a:pt x="1666240" y="635"/>
                </a:lnTo>
                <a:close/>
                <a:moveTo>
                  <a:pt x="1734820" y="635"/>
                </a:moveTo>
                <a:lnTo>
                  <a:pt x="1226185" y="508635"/>
                </a:lnTo>
                <a:lnTo>
                  <a:pt x="1235075" y="508635"/>
                </a:lnTo>
                <a:lnTo>
                  <a:pt x="1743710" y="635"/>
                </a:lnTo>
                <a:lnTo>
                  <a:pt x="1734820" y="635"/>
                </a:lnTo>
                <a:close/>
                <a:moveTo>
                  <a:pt x="1803400" y="635"/>
                </a:moveTo>
                <a:lnTo>
                  <a:pt x="1294765" y="508635"/>
                </a:lnTo>
                <a:lnTo>
                  <a:pt x="1303655" y="508635"/>
                </a:lnTo>
                <a:lnTo>
                  <a:pt x="1812290" y="635"/>
                </a:lnTo>
                <a:lnTo>
                  <a:pt x="1803400" y="635"/>
                </a:lnTo>
                <a:close/>
                <a:moveTo>
                  <a:pt x="1871980" y="635"/>
                </a:moveTo>
                <a:lnTo>
                  <a:pt x="1363980" y="508635"/>
                </a:lnTo>
                <a:lnTo>
                  <a:pt x="1372870" y="508635"/>
                </a:lnTo>
                <a:lnTo>
                  <a:pt x="1880870" y="635"/>
                </a:lnTo>
                <a:lnTo>
                  <a:pt x="1871980" y="635"/>
                </a:lnTo>
                <a:close/>
                <a:moveTo>
                  <a:pt x="1940560" y="635"/>
                </a:moveTo>
                <a:lnTo>
                  <a:pt x="1432560" y="508635"/>
                </a:lnTo>
                <a:lnTo>
                  <a:pt x="1441450" y="508635"/>
                </a:lnTo>
                <a:lnTo>
                  <a:pt x="1949450" y="635"/>
                </a:lnTo>
                <a:lnTo>
                  <a:pt x="1940560" y="635"/>
                </a:lnTo>
                <a:close/>
                <a:moveTo>
                  <a:pt x="2009140" y="635"/>
                </a:moveTo>
                <a:lnTo>
                  <a:pt x="1501140" y="508635"/>
                </a:lnTo>
                <a:lnTo>
                  <a:pt x="1510030" y="508635"/>
                </a:lnTo>
                <a:lnTo>
                  <a:pt x="2018030" y="635"/>
                </a:lnTo>
                <a:lnTo>
                  <a:pt x="2009140" y="635"/>
                </a:lnTo>
                <a:close/>
                <a:moveTo>
                  <a:pt x="2077720" y="635"/>
                </a:moveTo>
                <a:lnTo>
                  <a:pt x="1569720" y="508635"/>
                </a:lnTo>
                <a:lnTo>
                  <a:pt x="1578610" y="508635"/>
                </a:lnTo>
                <a:lnTo>
                  <a:pt x="2086610" y="635"/>
                </a:lnTo>
                <a:lnTo>
                  <a:pt x="2077720" y="635"/>
                </a:lnTo>
                <a:close/>
                <a:moveTo>
                  <a:pt x="2146300" y="635"/>
                </a:moveTo>
                <a:lnTo>
                  <a:pt x="1638300" y="508635"/>
                </a:lnTo>
                <a:lnTo>
                  <a:pt x="1647190" y="508635"/>
                </a:lnTo>
                <a:lnTo>
                  <a:pt x="2155190" y="635"/>
                </a:lnTo>
                <a:lnTo>
                  <a:pt x="2146300" y="635"/>
                </a:lnTo>
                <a:close/>
                <a:moveTo>
                  <a:pt x="2215515" y="635"/>
                </a:moveTo>
                <a:lnTo>
                  <a:pt x="1706880" y="508635"/>
                </a:lnTo>
                <a:lnTo>
                  <a:pt x="1715770" y="508635"/>
                </a:lnTo>
                <a:lnTo>
                  <a:pt x="2224405" y="635"/>
                </a:lnTo>
                <a:lnTo>
                  <a:pt x="2215515" y="635"/>
                </a:lnTo>
                <a:close/>
                <a:moveTo>
                  <a:pt x="2284095" y="635"/>
                </a:moveTo>
                <a:lnTo>
                  <a:pt x="1775460" y="508635"/>
                </a:lnTo>
                <a:lnTo>
                  <a:pt x="1784350" y="508635"/>
                </a:lnTo>
                <a:lnTo>
                  <a:pt x="2292985" y="635"/>
                </a:lnTo>
                <a:lnTo>
                  <a:pt x="2284095" y="635"/>
                </a:lnTo>
                <a:close/>
                <a:moveTo>
                  <a:pt x="2352675" y="635"/>
                </a:moveTo>
                <a:lnTo>
                  <a:pt x="1844040" y="508635"/>
                </a:lnTo>
                <a:lnTo>
                  <a:pt x="1852930" y="508635"/>
                </a:lnTo>
                <a:lnTo>
                  <a:pt x="2361565" y="635"/>
                </a:lnTo>
                <a:lnTo>
                  <a:pt x="2352675" y="635"/>
                </a:lnTo>
                <a:close/>
                <a:moveTo>
                  <a:pt x="2421255" y="635"/>
                </a:moveTo>
                <a:lnTo>
                  <a:pt x="1912620" y="508635"/>
                </a:lnTo>
                <a:lnTo>
                  <a:pt x="1921510" y="508635"/>
                </a:lnTo>
                <a:lnTo>
                  <a:pt x="2430145" y="635"/>
                </a:lnTo>
                <a:lnTo>
                  <a:pt x="2421255" y="635"/>
                </a:lnTo>
                <a:close/>
                <a:moveTo>
                  <a:pt x="2489835" y="635"/>
                </a:moveTo>
                <a:lnTo>
                  <a:pt x="1981200" y="508635"/>
                </a:lnTo>
                <a:lnTo>
                  <a:pt x="1990090" y="508635"/>
                </a:lnTo>
                <a:lnTo>
                  <a:pt x="2498725" y="635"/>
                </a:lnTo>
                <a:lnTo>
                  <a:pt x="2489835" y="635"/>
                </a:lnTo>
                <a:close/>
                <a:moveTo>
                  <a:pt x="2558415" y="635"/>
                </a:moveTo>
                <a:lnTo>
                  <a:pt x="2049780" y="508635"/>
                </a:lnTo>
                <a:lnTo>
                  <a:pt x="2058670" y="508635"/>
                </a:lnTo>
                <a:lnTo>
                  <a:pt x="2567305" y="635"/>
                </a:lnTo>
                <a:lnTo>
                  <a:pt x="2558415" y="635"/>
                </a:lnTo>
                <a:close/>
                <a:moveTo>
                  <a:pt x="2626995" y="635"/>
                </a:moveTo>
                <a:lnTo>
                  <a:pt x="2118995" y="508635"/>
                </a:lnTo>
                <a:lnTo>
                  <a:pt x="2127885" y="508635"/>
                </a:lnTo>
                <a:lnTo>
                  <a:pt x="2635885" y="635"/>
                </a:lnTo>
                <a:lnTo>
                  <a:pt x="2626995" y="635"/>
                </a:lnTo>
                <a:close/>
                <a:moveTo>
                  <a:pt x="2695575" y="635"/>
                </a:moveTo>
                <a:lnTo>
                  <a:pt x="2187575" y="508635"/>
                </a:lnTo>
                <a:lnTo>
                  <a:pt x="2196465" y="508635"/>
                </a:lnTo>
                <a:lnTo>
                  <a:pt x="2704465" y="635"/>
                </a:lnTo>
                <a:lnTo>
                  <a:pt x="2695575" y="635"/>
                </a:lnTo>
                <a:close/>
                <a:moveTo>
                  <a:pt x="2764155" y="635"/>
                </a:moveTo>
                <a:lnTo>
                  <a:pt x="2256155" y="508635"/>
                </a:lnTo>
                <a:lnTo>
                  <a:pt x="2265045" y="508635"/>
                </a:lnTo>
                <a:lnTo>
                  <a:pt x="2773045" y="635"/>
                </a:lnTo>
                <a:lnTo>
                  <a:pt x="2764155" y="635"/>
                </a:lnTo>
                <a:close/>
                <a:moveTo>
                  <a:pt x="2832735" y="635"/>
                </a:moveTo>
                <a:lnTo>
                  <a:pt x="2324735" y="508635"/>
                </a:lnTo>
                <a:lnTo>
                  <a:pt x="2333625" y="508635"/>
                </a:lnTo>
                <a:lnTo>
                  <a:pt x="2841625" y="635"/>
                </a:lnTo>
                <a:lnTo>
                  <a:pt x="2832735" y="635"/>
                </a:lnTo>
                <a:close/>
                <a:moveTo>
                  <a:pt x="2901315" y="635"/>
                </a:moveTo>
                <a:lnTo>
                  <a:pt x="2393315" y="508635"/>
                </a:lnTo>
                <a:lnTo>
                  <a:pt x="2402205" y="508635"/>
                </a:lnTo>
                <a:lnTo>
                  <a:pt x="2910205" y="635"/>
                </a:lnTo>
                <a:lnTo>
                  <a:pt x="2901315" y="635"/>
                </a:lnTo>
                <a:close/>
                <a:moveTo>
                  <a:pt x="2970530" y="635"/>
                </a:moveTo>
                <a:lnTo>
                  <a:pt x="2461895" y="508635"/>
                </a:lnTo>
                <a:lnTo>
                  <a:pt x="2470785" y="508635"/>
                </a:lnTo>
                <a:lnTo>
                  <a:pt x="2979420" y="635"/>
                </a:lnTo>
                <a:lnTo>
                  <a:pt x="2970530" y="635"/>
                </a:lnTo>
                <a:close/>
                <a:moveTo>
                  <a:pt x="3039110" y="635"/>
                </a:moveTo>
                <a:lnTo>
                  <a:pt x="2530475" y="508635"/>
                </a:lnTo>
                <a:lnTo>
                  <a:pt x="2539365" y="508635"/>
                </a:lnTo>
                <a:lnTo>
                  <a:pt x="3048000" y="635"/>
                </a:lnTo>
                <a:lnTo>
                  <a:pt x="3039110" y="635"/>
                </a:lnTo>
                <a:close/>
                <a:moveTo>
                  <a:pt x="3107690" y="635"/>
                </a:moveTo>
                <a:lnTo>
                  <a:pt x="2599055" y="508635"/>
                </a:lnTo>
                <a:lnTo>
                  <a:pt x="2607945" y="508635"/>
                </a:lnTo>
                <a:lnTo>
                  <a:pt x="3116580" y="635"/>
                </a:lnTo>
                <a:lnTo>
                  <a:pt x="3107690" y="635"/>
                </a:lnTo>
                <a:close/>
                <a:moveTo>
                  <a:pt x="3176270" y="635"/>
                </a:moveTo>
                <a:lnTo>
                  <a:pt x="2667635" y="508635"/>
                </a:lnTo>
                <a:lnTo>
                  <a:pt x="2676525" y="508635"/>
                </a:lnTo>
                <a:lnTo>
                  <a:pt x="3185160" y="635"/>
                </a:lnTo>
                <a:lnTo>
                  <a:pt x="3176270" y="635"/>
                </a:lnTo>
                <a:close/>
                <a:moveTo>
                  <a:pt x="3244850" y="635"/>
                </a:moveTo>
                <a:lnTo>
                  <a:pt x="2736215" y="508635"/>
                </a:lnTo>
                <a:lnTo>
                  <a:pt x="2745105" y="508635"/>
                </a:lnTo>
                <a:lnTo>
                  <a:pt x="3253740" y="635"/>
                </a:lnTo>
                <a:lnTo>
                  <a:pt x="3244850" y="635"/>
                </a:lnTo>
                <a:close/>
                <a:moveTo>
                  <a:pt x="3313430" y="635"/>
                </a:moveTo>
                <a:lnTo>
                  <a:pt x="2805430" y="508635"/>
                </a:lnTo>
                <a:lnTo>
                  <a:pt x="2814320" y="508635"/>
                </a:lnTo>
                <a:lnTo>
                  <a:pt x="3322320" y="635"/>
                </a:lnTo>
                <a:lnTo>
                  <a:pt x="3313430" y="635"/>
                </a:lnTo>
                <a:close/>
                <a:moveTo>
                  <a:pt x="3382010" y="635"/>
                </a:moveTo>
                <a:lnTo>
                  <a:pt x="2874010" y="508635"/>
                </a:lnTo>
                <a:lnTo>
                  <a:pt x="2882900" y="508635"/>
                </a:lnTo>
                <a:lnTo>
                  <a:pt x="3390900" y="635"/>
                </a:lnTo>
                <a:lnTo>
                  <a:pt x="3382010" y="635"/>
                </a:lnTo>
                <a:close/>
                <a:moveTo>
                  <a:pt x="3450590" y="635"/>
                </a:moveTo>
                <a:lnTo>
                  <a:pt x="2942590" y="508635"/>
                </a:lnTo>
                <a:lnTo>
                  <a:pt x="2951480" y="508635"/>
                </a:lnTo>
                <a:lnTo>
                  <a:pt x="3459480" y="635"/>
                </a:lnTo>
                <a:lnTo>
                  <a:pt x="3450590" y="635"/>
                </a:lnTo>
                <a:close/>
                <a:moveTo>
                  <a:pt x="3519170" y="635"/>
                </a:moveTo>
                <a:lnTo>
                  <a:pt x="3011170" y="508635"/>
                </a:lnTo>
                <a:lnTo>
                  <a:pt x="3020060" y="508635"/>
                </a:lnTo>
                <a:lnTo>
                  <a:pt x="3528060" y="635"/>
                </a:lnTo>
                <a:lnTo>
                  <a:pt x="3519170" y="635"/>
                </a:lnTo>
                <a:close/>
                <a:moveTo>
                  <a:pt x="3587750" y="635"/>
                </a:moveTo>
                <a:lnTo>
                  <a:pt x="3079750" y="508635"/>
                </a:lnTo>
                <a:lnTo>
                  <a:pt x="3088640" y="508635"/>
                </a:lnTo>
                <a:lnTo>
                  <a:pt x="3596640" y="635"/>
                </a:lnTo>
                <a:lnTo>
                  <a:pt x="3587750" y="635"/>
                </a:lnTo>
                <a:close/>
                <a:moveTo>
                  <a:pt x="3656330" y="635"/>
                </a:moveTo>
                <a:lnTo>
                  <a:pt x="3148330" y="508635"/>
                </a:lnTo>
                <a:lnTo>
                  <a:pt x="3157220" y="508635"/>
                </a:lnTo>
                <a:lnTo>
                  <a:pt x="3665220" y="635"/>
                </a:lnTo>
                <a:lnTo>
                  <a:pt x="3656330" y="635"/>
                </a:lnTo>
                <a:close/>
                <a:moveTo>
                  <a:pt x="3725545" y="635"/>
                </a:moveTo>
                <a:lnTo>
                  <a:pt x="3216910" y="508635"/>
                </a:lnTo>
                <a:lnTo>
                  <a:pt x="3225800" y="508635"/>
                </a:lnTo>
                <a:lnTo>
                  <a:pt x="3734435" y="635"/>
                </a:lnTo>
                <a:lnTo>
                  <a:pt x="3725545" y="635"/>
                </a:lnTo>
                <a:close/>
                <a:moveTo>
                  <a:pt x="3794125" y="635"/>
                </a:moveTo>
                <a:lnTo>
                  <a:pt x="3285490" y="508635"/>
                </a:lnTo>
                <a:lnTo>
                  <a:pt x="3294380" y="508635"/>
                </a:lnTo>
                <a:lnTo>
                  <a:pt x="3803015" y="635"/>
                </a:lnTo>
                <a:lnTo>
                  <a:pt x="3794125" y="635"/>
                </a:lnTo>
                <a:close/>
                <a:moveTo>
                  <a:pt x="3862705" y="635"/>
                </a:moveTo>
                <a:lnTo>
                  <a:pt x="3354070" y="508635"/>
                </a:lnTo>
                <a:lnTo>
                  <a:pt x="3362960" y="508635"/>
                </a:lnTo>
                <a:lnTo>
                  <a:pt x="3871595" y="635"/>
                </a:lnTo>
                <a:lnTo>
                  <a:pt x="3862705" y="635"/>
                </a:lnTo>
                <a:close/>
                <a:moveTo>
                  <a:pt x="3931285" y="635"/>
                </a:moveTo>
                <a:lnTo>
                  <a:pt x="3422650" y="508635"/>
                </a:lnTo>
                <a:lnTo>
                  <a:pt x="3431540" y="508635"/>
                </a:lnTo>
                <a:lnTo>
                  <a:pt x="3940175" y="635"/>
                </a:lnTo>
                <a:lnTo>
                  <a:pt x="3931285" y="635"/>
                </a:lnTo>
                <a:close/>
                <a:moveTo>
                  <a:pt x="3999865" y="635"/>
                </a:moveTo>
                <a:lnTo>
                  <a:pt x="3491230" y="508635"/>
                </a:lnTo>
                <a:lnTo>
                  <a:pt x="3500120" y="508635"/>
                </a:lnTo>
                <a:lnTo>
                  <a:pt x="4008755" y="635"/>
                </a:lnTo>
                <a:lnTo>
                  <a:pt x="3999865" y="635"/>
                </a:lnTo>
                <a:close/>
                <a:moveTo>
                  <a:pt x="4068445" y="635"/>
                </a:moveTo>
                <a:lnTo>
                  <a:pt x="3560445" y="508635"/>
                </a:lnTo>
                <a:lnTo>
                  <a:pt x="3569335" y="508635"/>
                </a:lnTo>
                <a:lnTo>
                  <a:pt x="4077335" y="635"/>
                </a:lnTo>
                <a:lnTo>
                  <a:pt x="4068445" y="635"/>
                </a:lnTo>
                <a:close/>
                <a:moveTo>
                  <a:pt x="4137025" y="635"/>
                </a:moveTo>
                <a:lnTo>
                  <a:pt x="3629025" y="508635"/>
                </a:lnTo>
                <a:lnTo>
                  <a:pt x="3637915" y="508635"/>
                </a:lnTo>
                <a:lnTo>
                  <a:pt x="4145915" y="635"/>
                </a:lnTo>
                <a:lnTo>
                  <a:pt x="4137025" y="635"/>
                </a:lnTo>
                <a:close/>
                <a:moveTo>
                  <a:pt x="4205606" y="635"/>
                </a:moveTo>
                <a:lnTo>
                  <a:pt x="3697605" y="508635"/>
                </a:lnTo>
                <a:lnTo>
                  <a:pt x="3706495" y="508635"/>
                </a:lnTo>
                <a:lnTo>
                  <a:pt x="4214495" y="635"/>
                </a:lnTo>
                <a:lnTo>
                  <a:pt x="4205606" y="635"/>
                </a:lnTo>
                <a:close/>
                <a:moveTo>
                  <a:pt x="4274185" y="635"/>
                </a:moveTo>
                <a:lnTo>
                  <a:pt x="3766185" y="508635"/>
                </a:lnTo>
                <a:lnTo>
                  <a:pt x="3775075" y="508635"/>
                </a:lnTo>
                <a:lnTo>
                  <a:pt x="4283075" y="635"/>
                </a:lnTo>
                <a:lnTo>
                  <a:pt x="4274185" y="635"/>
                </a:lnTo>
                <a:close/>
                <a:moveTo>
                  <a:pt x="4342765" y="635"/>
                </a:moveTo>
                <a:lnTo>
                  <a:pt x="3834765" y="508635"/>
                </a:lnTo>
                <a:lnTo>
                  <a:pt x="3843655" y="508635"/>
                </a:lnTo>
                <a:lnTo>
                  <a:pt x="4351656" y="635"/>
                </a:lnTo>
                <a:lnTo>
                  <a:pt x="4342765" y="635"/>
                </a:lnTo>
                <a:close/>
                <a:moveTo>
                  <a:pt x="4411981" y="635"/>
                </a:moveTo>
                <a:lnTo>
                  <a:pt x="3903345" y="508635"/>
                </a:lnTo>
                <a:lnTo>
                  <a:pt x="3912235" y="508635"/>
                </a:lnTo>
                <a:lnTo>
                  <a:pt x="4420870" y="635"/>
                </a:lnTo>
                <a:lnTo>
                  <a:pt x="4411981" y="635"/>
                </a:lnTo>
                <a:close/>
                <a:moveTo>
                  <a:pt x="4480560" y="635"/>
                </a:moveTo>
                <a:lnTo>
                  <a:pt x="3971925" y="508635"/>
                </a:lnTo>
                <a:lnTo>
                  <a:pt x="3980815" y="508635"/>
                </a:lnTo>
                <a:lnTo>
                  <a:pt x="4489450" y="635"/>
                </a:lnTo>
                <a:lnTo>
                  <a:pt x="4480560" y="635"/>
                </a:lnTo>
                <a:close/>
                <a:moveTo>
                  <a:pt x="4549140" y="635"/>
                </a:moveTo>
                <a:lnTo>
                  <a:pt x="4040505" y="508635"/>
                </a:lnTo>
                <a:lnTo>
                  <a:pt x="4049395" y="508635"/>
                </a:lnTo>
                <a:lnTo>
                  <a:pt x="4558031" y="635"/>
                </a:lnTo>
                <a:lnTo>
                  <a:pt x="4549140" y="635"/>
                </a:lnTo>
                <a:close/>
                <a:moveTo>
                  <a:pt x="4617720" y="635"/>
                </a:moveTo>
                <a:lnTo>
                  <a:pt x="4109085" y="508635"/>
                </a:lnTo>
                <a:lnTo>
                  <a:pt x="4117975" y="508635"/>
                </a:lnTo>
                <a:lnTo>
                  <a:pt x="4626610" y="635"/>
                </a:lnTo>
                <a:lnTo>
                  <a:pt x="4617720" y="635"/>
                </a:lnTo>
                <a:close/>
                <a:moveTo>
                  <a:pt x="4686300" y="635"/>
                </a:moveTo>
                <a:lnTo>
                  <a:pt x="4177665" y="508635"/>
                </a:lnTo>
                <a:lnTo>
                  <a:pt x="4186555" y="508635"/>
                </a:lnTo>
                <a:lnTo>
                  <a:pt x="4695190" y="635"/>
                </a:lnTo>
                <a:lnTo>
                  <a:pt x="4686300" y="635"/>
                </a:lnTo>
                <a:close/>
                <a:moveTo>
                  <a:pt x="4754881" y="635"/>
                </a:moveTo>
                <a:lnTo>
                  <a:pt x="4246245" y="508635"/>
                </a:lnTo>
                <a:lnTo>
                  <a:pt x="4255135" y="508635"/>
                </a:lnTo>
                <a:lnTo>
                  <a:pt x="4763770" y="635"/>
                </a:lnTo>
                <a:lnTo>
                  <a:pt x="4754881" y="635"/>
                </a:lnTo>
                <a:close/>
                <a:moveTo>
                  <a:pt x="4823460" y="635"/>
                </a:moveTo>
                <a:lnTo>
                  <a:pt x="4315460" y="508635"/>
                </a:lnTo>
                <a:lnTo>
                  <a:pt x="4324350" y="508635"/>
                </a:lnTo>
                <a:lnTo>
                  <a:pt x="4832350" y="635"/>
                </a:lnTo>
                <a:lnTo>
                  <a:pt x="4823460" y="635"/>
                </a:lnTo>
                <a:close/>
                <a:moveTo>
                  <a:pt x="4892040" y="635"/>
                </a:moveTo>
                <a:lnTo>
                  <a:pt x="4384040" y="508635"/>
                </a:lnTo>
                <a:lnTo>
                  <a:pt x="4392931" y="508635"/>
                </a:lnTo>
                <a:lnTo>
                  <a:pt x="4900931" y="635"/>
                </a:lnTo>
                <a:lnTo>
                  <a:pt x="4892040" y="635"/>
                </a:lnTo>
                <a:close/>
                <a:moveTo>
                  <a:pt x="4960620" y="635"/>
                </a:moveTo>
                <a:lnTo>
                  <a:pt x="4452620" y="508635"/>
                </a:lnTo>
                <a:lnTo>
                  <a:pt x="4461510" y="508635"/>
                </a:lnTo>
                <a:lnTo>
                  <a:pt x="4969510" y="635"/>
                </a:lnTo>
                <a:lnTo>
                  <a:pt x="4960620" y="635"/>
                </a:lnTo>
                <a:close/>
                <a:moveTo>
                  <a:pt x="5029200" y="635"/>
                </a:moveTo>
                <a:lnTo>
                  <a:pt x="4521200" y="508635"/>
                </a:lnTo>
                <a:lnTo>
                  <a:pt x="4530090" y="508635"/>
                </a:lnTo>
                <a:lnTo>
                  <a:pt x="5038090" y="635"/>
                </a:lnTo>
                <a:lnTo>
                  <a:pt x="5029200" y="635"/>
                </a:lnTo>
                <a:close/>
                <a:moveTo>
                  <a:pt x="5097781" y="635"/>
                </a:moveTo>
                <a:lnTo>
                  <a:pt x="4589781" y="508635"/>
                </a:lnTo>
                <a:lnTo>
                  <a:pt x="4598670" y="508635"/>
                </a:lnTo>
                <a:lnTo>
                  <a:pt x="5106670" y="635"/>
                </a:lnTo>
                <a:lnTo>
                  <a:pt x="5097781" y="635"/>
                </a:lnTo>
                <a:close/>
                <a:moveTo>
                  <a:pt x="5166995" y="635"/>
                </a:moveTo>
                <a:lnTo>
                  <a:pt x="4658360" y="508635"/>
                </a:lnTo>
                <a:lnTo>
                  <a:pt x="4667250" y="508635"/>
                </a:lnTo>
                <a:lnTo>
                  <a:pt x="5175885" y="635"/>
                </a:lnTo>
                <a:lnTo>
                  <a:pt x="5166995" y="635"/>
                </a:lnTo>
                <a:close/>
                <a:moveTo>
                  <a:pt x="5235575" y="635"/>
                </a:moveTo>
                <a:lnTo>
                  <a:pt x="4726940" y="508635"/>
                </a:lnTo>
                <a:lnTo>
                  <a:pt x="4735831" y="508635"/>
                </a:lnTo>
                <a:lnTo>
                  <a:pt x="5244465" y="635"/>
                </a:lnTo>
                <a:lnTo>
                  <a:pt x="5235575" y="635"/>
                </a:lnTo>
                <a:close/>
                <a:moveTo>
                  <a:pt x="5304156" y="635"/>
                </a:moveTo>
                <a:lnTo>
                  <a:pt x="4795520" y="508635"/>
                </a:lnTo>
                <a:lnTo>
                  <a:pt x="4804410" y="508635"/>
                </a:lnTo>
                <a:lnTo>
                  <a:pt x="5313045" y="635"/>
                </a:lnTo>
                <a:lnTo>
                  <a:pt x="5304156" y="635"/>
                </a:lnTo>
                <a:close/>
                <a:moveTo>
                  <a:pt x="5372735" y="635"/>
                </a:moveTo>
                <a:lnTo>
                  <a:pt x="4864100" y="508635"/>
                </a:lnTo>
                <a:lnTo>
                  <a:pt x="4872990" y="508635"/>
                </a:lnTo>
                <a:lnTo>
                  <a:pt x="5381625" y="635"/>
                </a:lnTo>
                <a:lnTo>
                  <a:pt x="5372735" y="635"/>
                </a:lnTo>
                <a:close/>
                <a:moveTo>
                  <a:pt x="5441315" y="635"/>
                </a:moveTo>
                <a:lnTo>
                  <a:pt x="4932681" y="508635"/>
                </a:lnTo>
                <a:lnTo>
                  <a:pt x="4941570" y="508635"/>
                </a:lnTo>
                <a:lnTo>
                  <a:pt x="5450206" y="635"/>
                </a:lnTo>
                <a:lnTo>
                  <a:pt x="5441315" y="635"/>
                </a:lnTo>
                <a:close/>
                <a:moveTo>
                  <a:pt x="5509895" y="635"/>
                </a:moveTo>
                <a:lnTo>
                  <a:pt x="5001895" y="508635"/>
                </a:lnTo>
                <a:lnTo>
                  <a:pt x="5010785" y="508635"/>
                </a:lnTo>
                <a:lnTo>
                  <a:pt x="5518785" y="635"/>
                </a:lnTo>
                <a:lnTo>
                  <a:pt x="5509895" y="635"/>
                </a:lnTo>
                <a:close/>
                <a:moveTo>
                  <a:pt x="5578475" y="635"/>
                </a:moveTo>
                <a:lnTo>
                  <a:pt x="5070475" y="508635"/>
                </a:lnTo>
                <a:lnTo>
                  <a:pt x="5079365" y="508635"/>
                </a:lnTo>
                <a:lnTo>
                  <a:pt x="5587365" y="635"/>
                </a:lnTo>
                <a:lnTo>
                  <a:pt x="5578475" y="635"/>
                </a:lnTo>
                <a:close/>
                <a:moveTo>
                  <a:pt x="5647056" y="635"/>
                </a:moveTo>
                <a:lnTo>
                  <a:pt x="5139056" y="508635"/>
                </a:lnTo>
                <a:lnTo>
                  <a:pt x="5147945" y="508635"/>
                </a:lnTo>
                <a:lnTo>
                  <a:pt x="5655945" y="635"/>
                </a:lnTo>
                <a:lnTo>
                  <a:pt x="5647056" y="635"/>
                </a:lnTo>
                <a:close/>
                <a:moveTo>
                  <a:pt x="5715635" y="635"/>
                </a:moveTo>
                <a:lnTo>
                  <a:pt x="5207635" y="508635"/>
                </a:lnTo>
                <a:lnTo>
                  <a:pt x="5216525" y="508635"/>
                </a:lnTo>
                <a:lnTo>
                  <a:pt x="5724525" y="635"/>
                </a:lnTo>
                <a:lnTo>
                  <a:pt x="5715635" y="635"/>
                </a:lnTo>
                <a:close/>
                <a:moveTo>
                  <a:pt x="5784850" y="635"/>
                </a:moveTo>
                <a:lnTo>
                  <a:pt x="5276215" y="508635"/>
                </a:lnTo>
                <a:lnTo>
                  <a:pt x="5285106" y="508635"/>
                </a:lnTo>
                <a:lnTo>
                  <a:pt x="5793740" y="635"/>
                </a:lnTo>
                <a:lnTo>
                  <a:pt x="5784850" y="635"/>
                </a:lnTo>
                <a:close/>
                <a:moveTo>
                  <a:pt x="5854700" y="635"/>
                </a:moveTo>
                <a:lnTo>
                  <a:pt x="5346700" y="508635"/>
                </a:lnTo>
                <a:lnTo>
                  <a:pt x="5355590" y="508635"/>
                </a:lnTo>
                <a:lnTo>
                  <a:pt x="5863590" y="635"/>
                </a:lnTo>
                <a:lnTo>
                  <a:pt x="5854700" y="635"/>
                </a:lnTo>
                <a:close/>
                <a:moveTo>
                  <a:pt x="5923915" y="635"/>
                </a:moveTo>
                <a:lnTo>
                  <a:pt x="5415281" y="508635"/>
                </a:lnTo>
                <a:lnTo>
                  <a:pt x="5424170" y="508635"/>
                </a:lnTo>
                <a:lnTo>
                  <a:pt x="5932806" y="635"/>
                </a:lnTo>
                <a:lnTo>
                  <a:pt x="5923915" y="635"/>
                </a:lnTo>
                <a:close/>
                <a:moveTo>
                  <a:pt x="5992495" y="635"/>
                </a:moveTo>
                <a:lnTo>
                  <a:pt x="5483860" y="508635"/>
                </a:lnTo>
                <a:lnTo>
                  <a:pt x="5492750" y="508635"/>
                </a:lnTo>
                <a:lnTo>
                  <a:pt x="6001385" y="635"/>
                </a:lnTo>
                <a:lnTo>
                  <a:pt x="5992495" y="635"/>
                </a:lnTo>
                <a:close/>
                <a:moveTo>
                  <a:pt x="6061075" y="635"/>
                </a:moveTo>
                <a:lnTo>
                  <a:pt x="5552440" y="508635"/>
                </a:lnTo>
                <a:lnTo>
                  <a:pt x="5561331" y="508635"/>
                </a:lnTo>
                <a:lnTo>
                  <a:pt x="6069965" y="635"/>
                </a:lnTo>
                <a:lnTo>
                  <a:pt x="6061075" y="635"/>
                </a:lnTo>
                <a:close/>
                <a:moveTo>
                  <a:pt x="6129656" y="635"/>
                </a:moveTo>
                <a:lnTo>
                  <a:pt x="5621020" y="508635"/>
                </a:lnTo>
                <a:lnTo>
                  <a:pt x="5629910" y="508635"/>
                </a:lnTo>
                <a:lnTo>
                  <a:pt x="6138545" y="635"/>
                </a:lnTo>
                <a:lnTo>
                  <a:pt x="6129656" y="635"/>
                </a:lnTo>
                <a:close/>
                <a:moveTo>
                  <a:pt x="6198235" y="635"/>
                </a:moveTo>
                <a:lnTo>
                  <a:pt x="5689600" y="508635"/>
                </a:lnTo>
                <a:lnTo>
                  <a:pt x="5698490" y="508635"/>
                </a:lnTo>
                <a:lnTo>
                  <a:pt x="6207125" y="635"/>
                </a:lnTo>
                <a:lnTo>
                  <a:pt x="6198235" y="635"/>
                </a:lnTo>
                <a:close/>
                <a:moveTo>
                  <a:pt x="6266815" y="635"/>
                </a:moveTo>
                <a:lnTo>
                  <a:pt x="5758181" y="508635"/>
                </a:lnTo>
                <a:lnTo>
                  <a:pt x="5767070" y="508635"/>
                </a:lnTo>
                <a:lnTo>
                  <a:pt x="6275706" y="635"/>
                </a:lnTo>
                <a:lnTo>
                  <a:pt x="6266815" y="635"/>
                </a:lnTo>
                <a:close/>
                <a:moveTo>
                  <a:pt x="6335395" y="635"/>
                </a:moveTo>
                <a:lnTo>
                  <a:pt x="5827395" y="508635"/>
                </a:lnTo>
                <a:lnTo>
                  <a:pt x="5836285" y="508635"/>
                </a:lnTo>
                <a:lnTo>
                  <a:pt x="6344285" y="635"/>
                </a:lnTo>
                <a:lnTo>
                  <a:pt x="6335395" y="635"/>
                </a:lnTo>
                <a:close/>
                <a:moveTo>
                  <a:pt x="6403975" y="635"/>
                </a:moveTo>
                <a:lnTo>
                  <a:pt x="5895975" y="508635"/>
                </a:lnTo>
                <a:lnTo>
                  <a:pt x="5904865" y="508635"/>
                </a:lnTo>
                <a:lnTo>
                  <a:pt x="6412865" y="635"/>
                </a:lnTo>
                <a:lnTo>
                  <a:pt x="6403975" y="635"/>
                </a:lnTo>
                <a:close/>
                <a:moveTo>
                  <a:pt x="6472556" y="635"/>
                </a:moveTo>
                <a:lnTo>
                  <a:pt x="5964556" y="508635"/>
                </a:lnTo>
                <a:lnTo>
                  <a:pt x="5973445" y="508635"/>
                </a:lnTo>
                <a:lnTo>
                  <a:pt x="6481445" y="635"/>
                </a:lnTo>
                <a:lnTo>
                  <a:pt x="6472556" y="635"/>
                </a:lnTo>
                <a:close/>
                <a:moveTo>
                  <a:pt x="6541135" y="635"/>
                </a:moveTo>
                <a:lnTo>
                  <a:pt x="6033135" y="508635"/>
                </a:lnTo>
                <a:lnTo>
                  <a:pt x="6042025" y="508635"/>
                </a:lnTo>
                <a:lnTo>
                  <a:pt x="6550025" y="635"/>
                </a:lnTo>
                <a:lnTo>
                  <a:pt x="6541135" y="635"/>
                </a:lnTo>
                <a:close/>
                <a:moveTo>
                  <a:pt x="6609715" y="635"/>
                </a:moveTo>
                <a:lnTo>
                  <a:pt x="6101715" y="508635"/>
                </a:lnTo>
                <a:lnTo>
                  <a:pt x="6110606" y="508635"/>
                </a:lnTo>
                <a:lnTo>
                  <a:pt x="6618606" y="635"/>
                </a:lnTo>
                <a:lnTo>
                  <a:pt x="6609715" y="635"/>
                </a:lnTo>
                <a:close/>
                <a:moveTo>
                  <a:pt x="6678931" y="635"/>
                </a:moveTo>
                <a:lnTo>
                  <a:pt x="6170295" y="508635"/>
                </a:lnTo>
                <a:lnTo>
                  <a:pt x="6179185" y="508635"/>
                </a:lnTo>
                <a:lnTo>
                  <a:pt x="6687820" y="635"/>
                </a:lnTo>
                <a:lnTo>
                  <a:pt x="6678931" y="635"/>
                </a:lnTo>
                <a:close/>
                <a:moveTo>
                  <a:pt x="6747510" y="635"/>
                </a:moveTo>
                <a:lnTo>
                  <a:pt x="6239510" y="508635"/>
                </a:lnTo>
                <a:lnTo>
                  <a:pt x="6248400" y="508635"/>
                </a:lnTo>
                <a:lnTo>
                  <a:pt x="6756400" y="635"/>
                </a:lnTo>
                <a:lnTo>
                  <a:pt x="6747510" y="635"/>
                </a:lnTo>
                <a:close/>
                <a:moveTo>
                  <a:pt x="6817360" y="635"/>
                </a:moveTo>
                <a:lnTo>
                  <a:pt x="6309360" y="508635"/>
                </a:lnTo>
                <a:lnTo>
                  <a:pt x="6318250" y="508635"/>
                </a:lnTo>
                <a:lnTo>
                  <a:pt x="6826250" y="635"/>
                </a:lnTo>
                <a:lnTo>
                  <a:pt x="6817360" y="635"/>
                </a:lnTo>
                <a:close/>
                <a:moveTo>
                  <a:pt x="6885940" y="635"/>
                </a:moveTo>
                <a:lnTo>
                  <a:pt x="6377940" y="508635"/>
                </a:lnTo>
                <a:lnTo>
                  <a:pt x="6386831" y="508635"/>
                </a:lnTo>
                <a:lnTo>
                  <a:pt x="6894831" y="635"/>
                </a:lnTo>
                <a:lnTo>
                  <a:pt x="6885940" y="635"/>
                </a:lnTo>
                <a:close/>
                <a:moveTo>
                  <a:pt x="6955156" y="635"/>
                </a:moveTo>
                <a:lnTo>
                  <a:pt x="6446520" y="508635"/>
                </a:lnTo>
                <a:lnTo>
                  <a:pt x="6455410" y="508635"/>
                </a:lnTo>
                <a:lnTo>
                  <a:pt x="6964045" y="635"/>
                </a:lnTo>
                <a:lnTo>
                  <a:pt x="6955156" y="635"/>
                </a:lnTo>
                <a:close/>
                <a:moveTo>
                  <a:pt x="7023735" y="635"/>
                </a:moveTo>
                <a:lnTo>
                  <a:pt x="6515735" y="508635"/>
                </a:lnTo>
                <a:lnTo>
                  <a:pt x="6524625" y="508635"/>
                </a:lnTo>
                <a:lnTo>
                  <a:pt x="7032625" y="635"/>
                </a:lnTo>
                <a:lnTo>
                  <a:pt x="7023735" y="635"/>
                </a:lnTo>
                <a:close/>
              </a:path>
            </a:pathLst>
          </a:custGeom>
          <a:solidFill>
            <a:srgbClr val="C8C8C8"/>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429" name="Google Shape;429;p54"/>
          <p:cNvSpPr/>
          <p:nvPr/>
        </p:nvSpPr>
        <p:spPr>
          <a:xfrm>
            <a:off x="2480309" y="2787491"/>
            <a:ext cx="440531" cy="54292"/>
          </a:xfrm>
          <a:custGeom>
            <a:avLst/>
            <a:gdLst/>
            <a:ahLst/>
            <a:cxnLst/>
            <a:rect l="l" t="t" r="r" b="b"/>
            <a:pathLst>
              <a:path w="587375" h="72389" extrusionOk="0">
                <a:moveTo>
                  <a:pt x="371475" y="1905"/>
                </a:moveTo>
                <a:lnTo>
                  <a:pt x="431165" y="1905"/>
                </a:lnTo>
                <a:lnTo>
                  <a:pt x="431165" y="15875"/>
                </a:lnTo>
                <a:lnTo>
                  <a:pt x="381000" y="15875"/>
                </a:lnTo>
                <a:cubicBezTo>
                  <a:pt x="379095" y="10795"/>
                  <a:pt x="375920" y="6350"/>
                  <a:pt x="371475" y="1905"/>
                </a:cubicBezTo>
                <a:moveTo>
                  <a:pt x="423545" y="43180"/>
                </a:moveTo>
                <a:lnTo>
                  <a:pt x="423545" y="29210"/>
                </a:lnTo>
                <a:lnTo>
                  <a:pt x="385445" y="29210"/>
                </a:lnTo>
                <a:cubicBezTo>
                  <a:pt x="386080" y="31750"/>
                  <a:pt x="386080" y="34290"/>
                  <a:pt x="386080" y="36830"/>
                </a:cubicBezTo>
                <a:cubicBezTo>
                  <a:pt x="386080" y="39370"/>
                  <a:pt x="386080" y="41275"/>
                  <a:pt x="385445" y="43180"/>
                </a:cubicBezTo>
                <a:lnTo>
                  <a:pt x="423545" y="43180"/>
                </a:lnTo>
                <a:close/>
                <a:moveTo>
                  <a:pt x="372745" y="70485"/>
                </a:moveTo>
                <a:lnTo>
                  <a:pt x="431800" y="70485"/>
                </a:lnTo>
                <a:lnTo>
                  <a:pt x="431800" y="56515"/>
                </a:lnTo>
                <a:lnTo>
                  <a:pt x="381635" y="56515"/>
                </a:lnTo>
                <a:cubicBezTo>
                  <a:pt x="379730" y="61595"/>
                  <a:pt x="376555" y="66675"/>
                  <a:pt x="372745" y="70485"/>
                </a:cubicBezTo>
                <a:moveTo>
                  <a:pt x="203200" y="36830"/>
                </a:moveTo>
                <a:cubicBezTo>
                  <a:pt x="203200" y="57150"/>
                  <a:pt x="187960" y="72390"/>
                  <a:pt x="167005" y="72390"/>
                </a:cubicBezTo>
                <a:cubicBezTo>
                  <a:pt x="146050" y="72390"/>
                  <a:pt x="130810" y="56515"/>
                  <a:pt x="130810" y="36830"/>
                </a:cubicBezTo>
                <a:cubicBezTo>
                  <a:pt x="130810" y="16510"/>
                  <a:pt x="146050" y="635"/>
                  <a:pt x="167005" y="635"/>
                </a:cubicBezTo>
                <a:cubicBezTo>
                  <a:pt x="187960" y="635"/>
                  <a:pt x="203200" y="16510"/>
                  <a:pt x="203200" y="36830"/>
                </a:cubicBezTo>
                <a:moveTo>
                  <a:pt x="186690" y="36830"/>
                </a:moveTo>
                <a:cubicBezTo>
                  <a:pt x="186690" y="24130"/>
                  <a:pt x="178435" y="15240"/>
                  <a:pt x="167005" y="15240"/>
                </a:cubicBezTo>
                <a:cubicBezTo>
                  <a:pt x="155575" y="15240"/>
                  <a:pt x="147320" y="24130"/>
                  <a:pt x="147320" y="36830"/>
                </a:cubicBezTo>
                <a:cubicBezTo>
                  <a:pt x="147320" y="48895"/>
                  <a:pt x="155575" y="58420"/>
                  <a:pt x="167005" y="58420"/>
                </a:cubicBezTo>
                <a:cubicBezTo>
                  <a:pt x="178435" y="57785"/>
                  <a:pt x="186690" y="48895"/>
                  <a:pt x="186690" y="36830"/>
                </a:cubicBezTo>
                <a:moveTo>
                  <a:pt x="365125" y="36195"/>
                </a:moveTo>
                <a:cubicBezTo>
                  <a:pt x="365125" y="56515"/>
                  <a:pt x="349885" y="70485"/>
                  <a:pt x="327660" y="70485"/>
                </a:cubicBezTo>
                <a:lnTo>
                  <a:pt x="300355" y="70485"/>
                </a:lnTo>
                <a:lnTo>
                  <a:pt x="300355" y="1905"/>
                </a:lnTo>
                <a:lnTo>
                  <a:pt x="327025" y="1905"/>
                </a:lnTo>
                <a:cubicBezTo>
                  <a:pt x="349250" y="1905"/>
                  <a:pt x="365125" y="15875"/>
                  <a:pt x="365125" y="36195"/>
                </a:cubicBezTo>
                <a:moveTo>
                  <a:pt x="348615" y="36195"/>
                </a:moveTo>
                <a:cubicBezTo>
                  <a:pt x="348615" y="24130"/>
                  <a:pt x="339725" y="15875"/>
                  <a:pt x="326390" y="15875"/>
                </a:cubicBezTo>
                <a:lnTo>
                  <a:pt x="316230" y="15875"/>
                </a:lnTo>
                <a:lnTo>
                  <a:pt x="316230" y="57150"/>
                </a:lnTo>
                <a:lnTo>
                  <a:pt x="326390" y="57150"/>
                </a:lnTo>
                <a:cubicBezTo>
                  <a:pt x="339725" y="57150"/>
                  <a:pt x="348615" y="48895"/>
                  <a:pt x="348615" y="36195"/>
                </a:cubicBezTo>
                <a:moveTo>
                  <a:pt x="36195" y="57785"/>
                </a:moveTo>
                <a:cubicBezTo>
                  <a:pt x="24765" y="57785"/>
                  <a:pt x="15875" y="48260"/>
                  <a:pt x="15875" y="36195"/>
                </a:cubicBezTo>
                <a:cubicBezTo>
                  <a:pt x="15875" y="24130"/>
                  <a:pt x="24130" y="14605"/>
                  <a:pt x="36195" y="14605"/>
                </a:cubicBezTo>
                <a:cubicBezTo>
                  <a:pt x="41910" y="14605"/>
                  <a:pt x="46355" y="16510"/>
                  <a:pt x="50800" y="20320"/>
                </a:cubicBezTo>
                <a:lnTo>
                  <a:pt x="60960" y="10160"/>
                </a:lnTo>
                <a:cubicBezTo>
                  <a:pt x="54610" y="3810"/>
                  <a:pt x="46355" y="0"/>
                  <a:pt x="36195" y="0"/>
                </a:cubicBezTo>
                <a:cubicBezTo>
                  <a:pt x="15875" y="0"/>
                  <a:pt x="0" y="15875"/>
                  <a:pt x="0" y="35560"/>
                </a:cubicBezTo>
                <a:cubicBezTo>
                  <a:pt x="0" y="55880"/>
                  <a:pt x="15875" y="71120"/>
                  <a:pt x="36195" y="71120"/>
                </a:cubicBezTo>
                <a:cubicBezTo>
                  <a:pt x="46355" y="71120"/>
                  <a:pt x="55880" y="66675"/>
                  <a:pt x="62230" y="59690"/>
                </a:cubicBezTo>
                <a:lnTo>
                  <a:pt x="52070" y="49530"/>
                </a:lnTo>
                <a:cubicBezTo>
                  <a:pt x="47625" y="55245"/>
                  <a:pt x="42545" y="57785"/>
                  <a:pt x="36195" y="57785"/>
                </a:cubicBezTo>
                <a:moveTo>
                  <a:pt x="92710" y="1905"/>
                </a:moveTo>
                <a:lnTo>
                  <a:pt x="77470" y="1905"/>
                </a:lnTo>
                <a:lnTo>
                  <a:pt x="77470" y="70485"/>
                </a:lnTo>
                <a:lnTo>
                  <a:pt x="125730" y="70485"/>
                </a:lnTo>
                <a:lnTo>
                  <a:pt x="125730" y="56515"/>
                </a:lnTo>
                <a:lnTo>
                  <a:pt x="93345" y="56515"/>
                </a:lnTo>
                <a:lnTo>
                  <a:pt x="92710" y="1905"/>
                </a:lnTo>
                <a:lnTo>
                  <a:pt x="92710" y="1905"/>
                </a:lnTo>
                <a:close/>
                <a:moveTo>
                  <a:pt x="491490" y="47625"/>
                </a:moveTo>
                <a:lnTo>
                  <a:pt x="511175" y="70485"/>
                </a:lnTo>
                <a:lnTo>
                  <a:pt x="492760" y="70485"/>
                </a:lnTo>
                <a:lnTo>
                  <a:pt x="474345" y="48895"/>
                </a:lnTo>
                <a:lnTo>
                  <a:pt x="465455" y="48895"/>
                </a:lnTo>
                <a:lnTo>
                  <a:pt x="465455" y="70485"/>
                </a:lnTo>
                <a:lnTo>
                  <a:pt x="450215" y="70485"/>
                </a:lnTo>
                <a:lnTo>
                  <a:pt x="450215" y="1905"/>
                </a:lnTo>
                <a:lnTo>
                  <a:pt x="481965" y="1905"/>
                </a:lnTo>
                <a:cubicBezTo>
                  <a:pt x="490855" y="1905"/>
                  <a:pt x="497205" y="3810"/>
                  <a:pt x="501650" y="8255"/>
                </a:cubicBezTo>
                <a:cubicBezTo>
                  <a:pt x="506095" y="12065"/>
                  <a:pt x="509270" y="18415"/>
                  <a:pt x="509270" y="25400"/>
                </a:cubicBezTo>
                <a:cubicBezTo>
                  <a:pt x="509270" y="34925"/>
                  <a:pt x="505460" y="43815"/>
                  <a:pt x="491490" y="47625"/>
                </a:cubicBezTo>
                <a:moveTo>
                  <a:pt x="493395" y="26035"/>
                </a:moveTo>
                <a:cubicBezTo>
                  <a:pt x="493395" y="22860"/>
                  <a:pt x="492125" y="20320"/>
                  <a:pt x="490220" y="18415"/>
                </a:cubicBezTo>
                <a:cubicBezTo>
                  <a:pt x="488315" y="16510"/>
                  <a:pt x="485140" y="15875"/>
                  <a:pt x="480695" y="15875"/>
                </a:cubicBezTo>
                <a:lnTo>
                  <a:pt x="465455" y="15875"/>
                </a:lnTo>
                <a:lnTo>
                  <a:pt x="465455" y="36195"/>
                </a:lnTo>
                <a:lnTo>
                  <a:pt x="480695" y="36195"/>
                </a:lnTo>
                <a:cubicBezTo>
                  <a:pt x="484505" y="36195"/>
                  <a:pt x="487680" y="35560"/>
                  <a:pt x="489585" y="33655"/>
                </a:cubicBezTo>
                <a:cubicBezTo>
                  <a:pt x="492125" y="31750"/>
                  <a:pt x="493395" y="29210"/>
                  <a:pt x="493395" y="26035"/>
                </a:cubicBezTo>
                <a:moveTo>
                  <a:pt x="587375" y="70485"/>
                </a:moveTo>
                <a:lnTo>
                  <a:pt x="571500" y="70485"/>
                </a:lnTo>
                <a:lnTo>
                  <a:pt x="565785" y="56515"/>
                </a:lnTo>
                <a:lnTo>
                  <a:pt x="536575" y="56515"/>
                </a:lnTo>
                <a:lnTo>
                  <a:pt x="530860" y="70485"/>
                </a:lnTo>
                <a:lnTo>
                  <a:pt x="514985" y="70485"/>
                </a:lnTo>
                <a:lnTo>
                  <a:pt x="544195" y="1905"/>
                </a:lnTo>
                <a:lnTo>
                  <a:pt x="558165" y="1905"/>
                </a:lnTo>
                <a:lnTo>
                  <a:pt x="587375" y="70485"/>
                </a:lnTo>
                <a:close/>
                <a:moveTo>
                  <a:pt x="560705" y="43815"/>
                </a:moveTo>
                <a:lnTo>
                  <a:pt x="551180" y="19685"/>
                </a:lnTo>
                <a:lnTo>
                  <a:pt x="541655" y="43815"/>
                </a:lnTo>
                <a:lnTo>
                  <a:pt x="560705" y="43815"/>
                </a:lnTo>
                <a:close/>
                <a:moveTo>
                  <a:pt x="264795" y="40640"/>
                </a:moveTo>
                <a:cubicBezTo>
                  <a:pt x="264795" y="51435"/>
                  <a:pt x="258445" y="57785"/>
                  <a:pt x="249555" y="57785"/>
                </a:cubicBezTo>
                <a:cubicBezTo>
                  <a:pt x="240665" y="57785"/>
                  <a:pt x="234315" y="51435"/>
                  <a:pt x="234315" y="40640"/>
                </a:cubicBezTo>
                <a:lnTo>
                  <a:pt x="234315" y="2540"/>
                </a:lnTo>
                <a:lnTo>
                  <a:pt x="218440" y="2540"/>
                </a:lnTo>
                <a:lnTo>
                  <a:pt x="218440" y="40005"/>
                </a:lnTo>
                <a:cubicBezTo>
                  <a:pt x="218440" y="59690"/>
                  <a:pt x="231140" y="72390"/>
                  <a:pt x="249555" y="72390"/>
                </a:cubicBezTo>
                <a:cubicBezTo>
                  <a:pt x="267970" y="72390"/>
                  <a:pt x="280670" y="59690"/>
                  <a:pt x="280670" y="40005"/>
                </a:cubicBezTo>
                <a:lnTo>
                  <a:pt x="280670" y="2540"/>
                </a:lnTo>
                <a:lnTo>
                  <a:pt x="264795" y="2540"/>
                </a:lnTo>
                <a:lnTo>
                  <a:pt x="264795" y="40640"/>
                </a:lnTo>
                <a:close/>
              </a:path>
            </a:pathLst>
          </a:custGeom>
          <a:solidFill>
            <a:srgbClr val="F96702"/>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430" name="Google Shape;430;p54"/>
          <p:cNvSpPr/>
          <p:nvPr/>
        </p:nvSpPr>
        <p:spPr>
          <a:xfrm>
            <a:off x="2476500" y="2867024"/>
            <a:ext cx="140969" cy="158174"/>
          </a:xfrm>
          <a:custGeom>
            <a:avLst/>
            <a:gdLst/>
            <a:ahLst/>
            <a:cxnLst/>
            <a:rect l="l" t="t" r="r" b="b"/>
            <a:pathLst>
              <a:path w="187959" h="210899" extrusionOk="0">
                <a:moveTo>
                  <a:pt x="5715" y="170815"/>
                </a:moveTo>
                <a:cubicBezTo>
                  <a:pt x="1905" y="162560"/>
                  <a:pt x="0" y="153035"/>
                  <a:pt x="0" y="142240"/>
                </a:cubicBezTo>
                <a:lnTo>
                  <a:pt x="48260" y="142240"/>
                </a:lnTo>
                <a:cubicBezTo>
                  <a:pt x="48260" y="147955"/>
                  <a:pt x="49530" y="153035"/>
                  <a:pt x="51435" y="158115"/>
                </a:cubicBezTo>
                <a:cubicBezTo>
                  <a:pt x="57150" y="171450"/>
                  <a:pt x="73660" y="177800"/>
                  <a:pt x="95885" y="177800"/>
                </a:cubicBezTo>
                <a:cubicBezTo>
                  <a:pt x="115570" y="177800"/>
                  <a:pt x="131445" y="172720"/>
                  <a:pt x="136525" y="161925"/>
                </a:cubicBezTo>
                <a:cubicBezTo>
                  <a:pt x="137795" y="158750"/>
                  <a:pt x="138430" y="155575"/>
                  <a:pt x="138430" y="152400"/>
                </a:cubicBezTo>
                <a:cubicBezTo>
                  <a:pt x="138430" y="149225"/>
                  <a:pt x="137795" y="146050"/>
                  <a:pt x="136525" y="143510"/>
                </a:cubicBezTo>
                <a:cubicBezTo>
                  <a:pt x="129540" y="127635"/>
                  <a:pt x="99060" y="124460"/>
                  <a:pt x="70485" y="118110"/>
                </a:cubicBezTo>
                <a:cubicBezTo>
                  <a:pt x="41275" y="111760"/>
                  <a:pt x="18415" y="102235"/>
                  <a:pt x="8890" y="81915"/>
                </a:cubicBezTo>
                <a:cubicBezTo>
                  <a:pt x="6350" y="76200"/>
                  <a:pt x="5080" y="69215"/>
                  <a:pt x="5080" y="60960"/>
                </a:cubicBezTo>
                <a:cubicBezTo>
                  <a:pt x="5080" y="52705"/>
                  <a:pt x="6985" y="45085"/>
                  <a:pt x="9525" y="38735"/>
                </a:cubicBezTo>
                <a:cubicBezTo>
                  <a:pt x="20320" y="13970"/>
                  <a:pt x="53340" y="0"/>
                  <a:pt x="92710" y="0"/>
                </a:cubicBezTo>
                <a:cubicBezTo>
                  <a:pt x="132080" y="0"/>
                  <a:pt x="163830" y="13335"/>
                  <a:pt x="175895" y="39370"/>
                </a:cubicBezTo>
                <a:cubicBezTo>
                  <a:pt x="179070" y="46990"/>
                  <a:pt x="180975" y="55880"/>
                  <a:pt x="180975" y="66040"/>
                </a:cubicBezTo>
                <a:lnTo>
                  <a:pt x="133350" y="66040"/>
                </a:lnTo>
                <a:cubicBezTo>
                  <a:pt x="133350" y="60325"/>
                  <a:pt x="132080" y="55245"/>
                  <a:pt x="130175" y="50800"/>
                </a:cubicBezTo>
                <a:cubicBezTo>
                  <a:pt x="124460" y="38100"/>
                  <a:pt x="111125" y="32385"/>
                  <a:pt x="91440" y="32385"/>
                </a:cubicBezTo>
                <a:cubicBezTo>
                  <a:pt x="74295" y="32385"/>
                  <a:pt x="58420" y="37465"/>
                  <a:pt x="53975" y="47625"/>
                </a:cubicBezTo>
                <a:cubicBezTo>
                  <a:pt x="52705" y="50165"/>
                  <a:pt x="52705" y="52705"/>
                  <a:pt x="52705" y="55245"/>
                </a:cubicBezTo>
                <a:cubicBezTo>
                  <a:pt x="52705" y="57785"/>
                  <a:pt x="52705" y="60325"/>
                  <a:pt x="53975" y="62865"/>
                </a:cubicBezTo>
                <a:cubicBezTo>
                  <a:pt x="60325" y="76835"/>
                  <a:pt x="86995" y="80010"/>
                  <a:pt x="114935" y="86360"/>
                </a:cubicBezTo>
                <a:cubicBezTo>
                  <a:pt x="145415" y="92710"/>
                  <a:pt x="172720" y="101600"/>
                  <a:pt x="183515" y="124460"/>
                </a:cubicBezTo>
                <a:cubicBezTo>
                  <a:pt x="186055" y="130810"/>
                  <a:pt x="187960" y="138430"/>
                  <a:pt x="187960" y="147320"/>
                </a:cubicBezTo>
                <a:cubicBezTo>
                  <a:pt x="187960" y="156210"/>
                  <a:pt x="186055" y="164465"/>
                  <a:pt x="182880" y="171450"/>
                </a:cubicBezTo>
                <a:cubicBezTo>
                  <a:pt x="170815" y="198120"/>
                  <a:pt x="137160" y="210820"/>
                  <a:pt x="94615" y="210820"/>
                </a:cubicBezTo>
                <a:cubicBezTo>
                  <a:pt x="49530" y="212090"/>
                  <a:pt x="17780" y="198120"/>
                  <a:pt x="5715" y="170815"/>
                </a:cubicBezTo>
              </a:path>
            </a:pathLst>
          </a:custGeom>
          <a:solidFill>
            <a:srgbClr val="646464"/>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431" name="Google Shape;431;p54"/>
          <p:cNvSpPr/>
          <p:nvPr/>
        </p:nvSpPr>
        <p:spPr>
          <a:xfrm>
            <a:off x="2637472" y="2871787"/>
            <a:ext cx="141922" cy="149542"/>
          </a:xfrm>
          <a:custGeom>
            <a:avLst/>
            <a:gdLst/>
            <a:ahLst/>
            <a:cxnLst/>
            <a:rect l="l" t="t" r="r" b="b"/>
            <a:pathLst>
              <a:path w="189229" h="199390" extrusionOk="0">
                <a:moveTo>
                  <a:pt x="0" y="0"/>
                </a:moveTo>
                <a:lnTo>
                  <a:pt x="80645" y="0"/>
                </a:lnTo>
                <a:cubicBezTo>
                  <a:pt x="130175" y="0"/>
                  <a:pt x="165100" y="18415"/>
                  <a:pt x="180340" y="52705"/>
                </a:cubicBezTo>
                <a:cubicBezTo>
                  <a:pt x="186055" y="66040"/>
                  <a:pt x="189230" y="81280"/>
                  <a:pt x="189230" y="99695"/>
                </a:cubicBezTo>
                <a:cubicBezTo>
                  <a:pt x="189230" y="118110"/>
                  <a:pt x="186690" y="133985"/>
                  <a:pt x="180340" y="147320"/>
                </a:cubicBezTo>
                <a:cubicBezTo>
                  <a:pt x="164465" y="181610"/>
                  <a:pt x="130175" y="199390"/>
                  <a:pt x="80645" y="199390"/>
                </a:cubicBezTo>
                <a:lnTo>
                  <a:pt x="0" y="199390"/>
                </a:lnTo>
                <a:lnTo>
                  <a:pt x="0" y="0"/>
                </a:lnTo>
                <a:close/>
                <a:moveTo>
                  <a:pt x="75565" y="161925"/>
                </a:moveTo>
                <a:cubicBezTo>
                  <a:pt x="106680" y="161925"/>
                  <a:pt x="125730" y="151765"/>
                  <a:pt x="135255" y="131445"/>
                </a:cubicBezTo>
                <a:cubicBezTo>
                  <a:pt x="139065" y="123190"/>
                  <a:pt x="140970" y="113030"/>
                  <a:pt x="140970" y="99695"/>
                </a:cubicBezTo>
                <a:cubicBezTo>
                  <a:pt x="140970" y="86360"/>
                  <a:pt x="139065" y="76200"/>
                  <a:pt x="135255" y="67945"/>
                </a:cubicBezTo>
                <a:cubicBezTo>
                  <a:pt x="126365" y="48260"/>
                  <a:pt x="106680" y="38100"/>
                  <a:pt x="75565" y="38100"/>
                </a:cubicBezTo>
                <a:lnTo>
                  <a:pt x="45720" y="38100"/>
                </a:lnTo>
                <a:lnTo>
                  <a:pt x="45720" y="161925"/>
                </a:lnTo>
                <a:lnTo>
                  <a:pt x="75565" y="161925"/>
                </a:lnTo>
                <a:close/>
              </a:path>
            </a:pathLst>
          </a:custGeom>
          <a:solidFill>
            <a:srgbClr val="646464"/>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432" name="Google Shape;432;p54"/>
          <p:cNvSpPr/>
          <p:nvPr/>
        </p:nvSpPr>
        <p:spPr>
          <a:xfrm>
            <a:off x="2771775" y="2871787"/>
            <a:ext cx="158115" cy="150019"/>
          </a:xfrm>
          <a:custGeom>
            <a:avLst/>
            <a:gdLst/>
            <a:ahLst/>
            <a:cxnLst/>
            <a:rect l="l" t="t" r="r" b="b"/>
            <a:pathLst>
              <a:path w="210820" h="200025" extrusionOk="0">
                <a:moveTo>
                  <a:pt x="133350" y="97790"/>
                </a:moveTo>
                <a:lnTo>
                  <a:pt x="207010" y="0"/>
                </a:lnTo>
                <a:lnTo>
                  <a:pt x="151130" y="0"/>
                </a:lnTo>
                <a:lnTo>
                  <a:pt x="105410" y="60960"/>
                </a:lnTo>
                <a:lnTo>
                  <a:pt x="59055" y="0"/>
                </a:lnTo>
                <a:lnTo>
                  <a:pt x="3810" y="0"/>
                </a:lnTo>
                <a:lnTo>
                  <a:pt x="49530" y="60960"/>
                </a:lnTo>
                <a:lnTo>
                  <a:pt x="105410" y="60960"/>
                </a:lnTo>
                <a:lnTo>
                  <a:pt x="77470" y="97790"/>
                </a:lnTo>
                <a:lnTo>
                  <a:pt x="0" y="200025"/>
                </a:lnTo>
                <a:lnTo>
                  <a:pt x="55880" y="200025"/>
                </a:lnTo>
                <a:lnTo>
                  <a:pt x="105410" y="134620"/>
                </a:lnTo>
                <a:lnTo>
                  <a:pt x="154940" y="200025"/>
                </a:lnTo>
                <a:lnTo>
                  <a:pt x="210820" y="200025"/>
                </a:lnTo>
                <a:close/>
              </a:path>
            </a:pathLst>
          </a:custGeom>
          <a:solidFill>
            <a:srgbClr val="F96702"/>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grpSp>
        <p:nvGrpSpPr>
          <p:cNvPr id="433" name="Google Shape;433;p54"/>
          <p:cNvGrpSpPr/>
          <p:nvPr/>
        </p:nvGrpSpPr>
        <p:grpSpPr>
          <a:xfrm>
            <a:off x="2740819" y="1948339"/>
            <a:ext cx="1541620" cy="336708"/>
            <a:chOff x="3654425" y="2372995"/>
            <a:chExt cx="2055494" cy="448944"/>
          </a:xfrm>
          <a:solidFill>
            <a:schemeClr val="accent1"/>
          </a:solidFill>
        </p:grpSpPr>
        <p:grpSp>
          <p:nvGrpSpPr>
            <p:cNvPr id="434" name="Google Shape;434;p54"/>
            <p:cNvGrpSpPr/>
            <p:nvPr/>
          </p:nvGrpSpPr>
          <p:grpSpPr>
            <a:xfrm>
              <a:off x="5274309" y="2380614"/>
              <a:ext cx="435610" cy="391160"/>
              <a:chOff x="5274309" y="2380614"/>
              <a:chExt cx="435610" cy="391160"/>
            </a:xfrm>
            <a:grpFill/>
          </p:grpSpPr>
          <p:sp>
            <p:nvSpPr>
              <p:cNvPr id="435" name="Google Shape;435;p54"/>
              <p:cNvSpPr/>
              <p:nvPr/>
            </p:nvSpPr>
            <p:spPr>
              <a:xfrm>
                <a:off x="5393054" y="2380614"/>
                <a:ext cx="168275" cy="107314"/>
              </a:xfrm>
              <a:custGeom>
                <a:avLst/>
                <a:gdLst/>
                <a:ahLst/>
                <a:cxnLst/>
                <a:rect l="l" t="t" r="r" b="b"/>
                <a:pathLst>
                  <a:path w="168275" h="107314" extrusionOk="0">
                    <a:moveTo>
                      <a:pt x="159385" y="107315"/>
                    </a:moveTo>
                    <a:lnTo>
                      <a:pt x="8890" y="107315"/>
                    </a:lnTo>
                    <a:cubicBezTo>
                      <a:pt x="3810" y="107315"/>
                      <a:pt x="0" y="103505"/>
                      <a:pt x="0" y="98425"/>
                    </a:cubicBezTo>
                    <a:lnTo>
                      <a:pt x="0" y="8890"/>
                    </a:lnTo>
                    <a:cubicBezTo>
                      <a:pt x="0" y="3810"/>
                      <a:pt x="3810" y="0"/>
                      <a:pt x="8890" y="0"/>
                    </a:cubicBezTo>
                    <a:lnTo>
                      <a:pt x="159385" y="0"/>
                    </a:lnTo>
                    <a:cubicBezTo>
                      <a:pt x="164465" y="0"/>
                      <a:pt x="168275" y="3810"/>
                      <a:pt x="168275" y="8890"/>
                    </a:cubicBezTo>
                    <a:lnTo>
                      <a:pt x="168275" y="98425"/>
                    </a:lnTo>
                    <a:cubicBezTo>
                      <a:pt x="168275" y="103505"/>
                      <a:pt x="164465" y="107315"/>
                      <a:pt x="159385" y="107315"/>
                    </a:cubicBezTo>
                    <a:close/>
                    <a:moveTo>
                      <a:pt x="17145" y="90170"/>
                    </a:moveTo>
                    <a:lnTo>
                      <a:pt x="150495" y="90170"/>
                    </a:lnTo>
                    <a:lnTo>
                      <a:pt x="150495" y="17780"/>
                    </a:lnTo>
                    <a:lnTo>
                      <a:pt x="17145" y="17780"/>
                    </a:lnTo>
                    <a:lnTo>
                      <a:pt x="17145" y="90170"/>
                    </a:lnTo>
                    <a:close/>
                  </a:path>
                </a:pathLst>
              </a:custGeom>
              <a:grp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436" name="Google Shape;436;p54"/>
              <p:cNvSpPr/>
              <p:nvPr/>
            </p:nvSpPr>
            <p:spPr>
              <a:xfrm>
                <a:off x="5462270" y="2522854"/>
                <a:ext cx="168275" cy="107315"/>
              </a:xfrm>
              <a:custGeom>
                <a:avLst/>
                <a:gdLst/>
                <a:ahLst/>
                <a:cxnLst/>
                <a:rect l="l" t="t" r="r" b="b"/>
                <a:pathLst>
                  <a:path w="168275" h="107315" extrusionOk="0">
                    <a:moveTo>
                      <a:pt x="159385" y="107315"/>
                    </a:moveTo>
                    <a:lnTo>
                      <a:pt x="8890" y="107315"/>
                    </a:lnTo>
                    <a:cubicBezTo>
                      <a:pt x="3810" y="107315"/>
                      <a:pt x="0" y="103505"/>
                      <a:pt x="0" y="98425"/>
                    </a:cubicBezTo>
                    <a:lnTo>
                      <a:pt x="0" y="8890"/>
                    </a:lnTo>
                    <a:cubicBezTo>
                      <a:pt x="0" y="3810"/>
                      <a:pt x="3810" y="0"/>
                      <a:pt x="8890" y="0"/>
                    </a:cubicBezTo>
                    <a:lnTo>
                      <a:pt x="159385" y="0"/>
                    </a:lnTo>
                    <a:cubicBezTo>
                      <a:pt x="164465" y="0"/>
                      <a:pt x="168275" y="3810"/>
                      <a:pt x="168275" y="8890"/>
                    </a:cubicBezTo>
                    <a:lnTo>
                      <a:pt x="168275" y="98425"/>
                    </a:lnTo>
                    <a:cubicBezTo>
                      <a:pt x="167640" y="103505"/>
                      <a:pt x="163830" y="107315"/>
                      <a:pt x="159385" y="107315"/>
                    </a:cubicBezTo>
                    <a:close/>
                    <a:moveTo>
                      <a:pt x="17145" y="89535"/>
                    </a:moveTo>
                    <a:lnTo>
                      <a:pt x="150495" y="89535"/>
                    </a:lnTo>
                    <a:lnTo>
                      <a:pt x="150495" y="17145"/>
                    </a:lnTo>
                    <a:lnTo>
                      <a:pt x="17145" y="17145"/>
                    </a:lnTo>
                    <a:lnTo>
                      <a:pt x="17145" y="89535"/>
                    </a:lnTo>
                    <a:close/>
                  </a:path>
                </a:pathLst>
              </a:custGeom>
              <a:grp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437" name="Google Shape;437;p54"/>
              <p:cNvSpPr/>
              <p:nvPr/>
            </p:nvSpPr>
            <p:spPr>
              <a:xfrm>
                <a:off x="5393054" y="2664460"/>
                <a:ext cx="168275" cy="107314"/>
              </a:xfrm>
              <a:custGeom>
                <a:avLst/>
                <a:gdLst/>
                <a:ahLst/>
                <a:cxnLst/>
                <a:rect l="l" t="t" r="r" b="b"/>
                <a:pathLst>
                  <a:path w="168275" h="107314" extrusionOk="0">
                    <a:moveTo>
                      <a:pt x="159385" y="107315"/>
                    </a:moveTo>
                    <a:lnTo>
                      <a:pt x="8890" y="107315"/>
                    </a:lnTo>
                    <a:cubicBezTo>
                      <a:pt x="3810" y="107315"/>
                      <a:pt x="0" y="103505"/>
                      <a:pt x="0" y="98425"/>
                    </a:cubicBezTo>
                    <a:lnTo>
                      <a:pt x="0" y="8890"/>
                    </a:lnTo>
                    <a:cubicBezTo>
                      <a:pt x="0" y="3810"/>
                      <a:pt x="3810" y="0"/>
                      <a:pt x="8890" y="0"/>
                    </a:cubicBezTo>
                    <a:lnTo>
                      <a:pt x="159385" y="0"/>
                    </a:lnTo>
                    <a:cubicBezTo>
                      <a:pt x="164465" y="0"/>
                      <a:pt x="168275" y="3810"/>
                      <a:pt x="168275" y="8890"/>
                    </a:cubicBezTo>
                    <a:lnTo>
                      <a:pt x="168275" y="98425"/>
                    </a:lnTo>
                    <a:cubicBezTo>
                      <a:pt x="168275" y="103505"/>
                      <a:pt x="164465" y="107315"/>
                      <a:pt x="159385" y="107315"/>
                    </a:cubicBezTo>
                    <a:close/>
                    <a:moveTo>
                      <a:pt x="17145" y="90170"/>
                    </a:moveTo>
                    <a:lnTo>
                      <a:pt x="150495" y="90170"/>
                    </a:lnTo>
                    <a:lnTo>
                      <a:pt x="150495" y="17780"/>
                    </a:lnTo>
                    <a:lnTo>
                      <a:pt x="17145" y="17780"/>
                    </a:lnTo>
                    <a:lnTo>
                      <a:pt x="17145" y="90170"/>
                    </a:lnTo>
                    <a:close/>
                  </a:path>
                </a:pathLst>
              </a:custGeom>
              <a:grp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438" name="Google Shape;438;p54"/>
              <p:cNvSpPr/>
              <p:nvPr/>
            </p:nvSpPr>
            <p:spPr>
              <a:xfrm>
                <a:off x="5274309" y="2425700"/>
                <a:ext cx="168275" cy="202564"/>
              </a:xfrm>
              <a:custGeom>
                <a:avLst/>
                <a:gdLst/>
                <a:ahLst/>
                <a:cxnLst/>
                <a:rect l="l" t="t" r="r" b="b"/>
                <a:pathLst>
                  <a:path w="168275" h="202564" extrusionOk="0">
                    <a:moveTo>
                      <a:pt x="116205" y="99060"/>
                    </a:moveTo>
                    <a:lnTo>
                      <a:pt x="104140" y="111125"/>
                    </a:lnTo>
                    <a:lnTo>
                      <a:pt x="135255" y="142240"/>
                    </a:lnTo>
                    <a:lnTo>
                      <a:pt x="49530" y="142240"/>
                    </a:lnTo>
                    <a:cubicBezTo>
                      <a:pt x="31750" y="142240"/>
                      <a:pt x="17145" y="127635"/>
                      <a:pt x="17145" y="109855"/>
                    </a:cubicBezTo>
                    <a:lnTo>
                      <a:pt x="17145" y="49530"/>
                    </a:lnTo>
                    <a:cubicBezTo>
                      <a:pt x="17145" y="31750"/>
                      <a:pt x="31750" y="17145"/>
                      <a:pt x="49530" y="17145"/>
                    </a:cubicBezTo>
                    <a:lnTo>
                      <a:pt x="95885" y="17145"/>
                    </a:lnTo>
                    <a:lnTo>
                      <a:pt x="95885" y="0"/>
                    </a:lnTo>
                    <a:lnTo>
                      <a:pt x="49530" y="0"/>
                    </a:lnTo>
                    <a:cubicBezTo>
                      <a:pt x="22225" y="0"/>
                      <a:pt x="0" y="22225"/>
                      <a:pt x="0" y="49530"/>
                    </a:cubicBezTo>
                    <a:lnTo>
                      <a:pt x="0" y="109855"/>
                    </a:lnTo>
                    <a:cubicBezTo>
                      <a:pt x="0" y="137160"/>
                      <a:pt x="22225" y="159385"/>
                      <a:pt x="49530" y="159385"/>
                    </a:cubicBezTo>
                    <a:lnTo>
                      <a:pt x="135255" y="159385"/>
                    </a:lnTo>
                    <a:lnTo>
                      <a:pt x="104140" y="190500"/>
                    </a:lnTo>
                    <a:lnTo>
                      <a:pt x="116205" y="202565"/>
                    </a:lnTo>
                    <a:lnTo>
                      <a:pt x="168275" y="150495"/>
                    </a:lnTo>
                    <a:lnTo>
                      <a:pt x="116205" y="99060"/>
                    </a:lnTo>
                    <a:close/>
                  </a:path>
                </a:pathLst>
              </a:custGeom>
              <a:grp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439" name="Google Shape;439;p54"/>
              <p:cNvSpPr/>
              <p:nvPr/>
            </p:nvSpPr>
            <p:spPr>
              <a:xfrm>
                <a:off x="5581015" y="2383154"/>
                <a:ext cx="128904" cy="344170"/>
              </a:xfrm>
              <a:custGeom>
                <a:avLst/>
                <a:gdLst/>
                <a:ahLst/>
                <a:cxnLst/>
                <a:rect l="l" t="t" r="r" b="b"/>
                <a:pathLst>
                  <a:path w="128904" h="344170" extrusionOk="0">
                    <a:moveTo>
                      <a:pt x="52070" y="103505"/>
                    </a:moveTo>
                    <a:lnTo>
                      <a:pt x="64135" y="91440"/>
                    </a:lnTo>
                    <a:lnTo>
                      <a:pt x="33020" y="60325"/>
                    </a:lnTo>
                    <a:lnTo>
                      <a:pt x="79375" y="60325"/>
                    </a:lnTo>
                    <a:cubicBezTo>
                      <a:pt x="97155" y="60325"/>
                      <a:pt x="111760" y="74930"/>
                      <a:pt x="111760" y="92710"/>
                    </a:cubicBezTo>
                    <a:lnTo>
                      <a:pt x="111760" y="294640"/>
                    </a:lnTo>
                    <a:cubicBezTo>
                      <a:pt x="111760" y="312420"/>
                      <a:pt x="97155" y="327025"/>
                      <a:pt x="79375" y="327025"/>
                    </a:cubicBezTo>
                    <a:lnTo>
                      <a:pt x="3175" y="327025"/>
                    </a:lnTo>
                    <a:lnTo>
                      <a:pt x="3175" y="344170"/>
                    </a:lnTo>
                    <a:lnTo>
                      <a:pt x="79375" y="344170"/>
                    </a:lnTo>
                    <a:cubicBezTo>
                      <a:pt x="106680" y="344170"/>
                      <a:pt x="128905" y="321945"/>
                      <a:pt x="128905" y="294640"/>
                    </a:cubicBezTo>
                    <a:lnTo>
                      <a:pt x="128905" y="92710"/>
                    </a:lnTo>
                    <a:cubicBezTo>
                      <a:pt x="128905" y="65405"/>
                      <a:pt x="106680" y="43180"/>
                      <a:pt x="79375" y="43180"/>
                    </a:cubicBezTo>
                    <a:lnTo>
                      <a:pt x="33020" y="43180"/>
                    </a:lnTo>
                    <a:lnTo>
                      <a:pt x="64135" y="12065"/>
                    </a:lnTo>
                    <a:lnTo>
                      <a:pt x="52070" y="0"/>
                    </a:lnTo>
                    <a:lnTo>
                      <a:pt x="0" y="52070"/>
                    </a:lnTo>
                    <a:lnTo>
                      <a:pt x="52070" y="103505"/>
                    </a:lnTo>
                    <a:close/>
                  </a:path>
                </a:pathLst>
              </a:custGeom>
              <a:grp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grpSp>
        <p:grpSp>
          <p:nvGrpSpPr>
            <p:cNvPr id="440" name="Google Shape;440;p54"/>
            <p:cNvGrpSpPr/>
            <p:nvPr/>
          </p:nvGrpSpPr>
          <p:grpSpPr>
            <a:xfrm>
              <a:off x="4473474" y="2381567"/>
              <a:ext cx="409776" cy="440372"/>
              <a:chOff x="4473474" y="2381567"/>
              <a:chExt cx="409776" cy="440372"/>
            </a:xfrm>
            <a:grpFill/>
          </p:grpSpPr>
          <p:sp>
            <p:nvSpPr>
              <p:cNvPr id="441" name="Google Shape;441;p54"/>
              <p:cNvSpPr/>
              <p:nvPr/>
            </p:nvSpPr>
            <p:spPr>
              <a:xfrm>
                <a:off x="4518025" y="2477770"/>
                <a:ext cx="213359" cy="252729"/>
              </a:xfrm>
              <a:custGeom>
                <a:avLst/>
                <a:gdLst/>
                <a:ahLst/>
                <a:cxnLst/>
                <a:rect l="l" t="t" r="r" b="b"/>
                <a:pathLst>
                  <a:path w="213359" h="252729" extrusionOk="0">
                    <a:moveTo>
                      <a:pt x="97790" y="234950"/>
                    </a:moveTo>
                    <a:cubicBezTo>
                      <a:pt x="45720" y="233045"/>
                      <a:pt x="17780" y="217805"/>
                      <a:pt x="17780" y="209550"/>
                    </a:cubicBezTo>
                    <a:lnTo>
                      <a:pt x="17780" y="178435"/>
                    </a:lnTo>
                    <a:cubicBezTo>
                      <a:pt x="36195" y="189230"/>
                      <a:pt x="66675" y="195580"/>
                      <a:pt x="97790" y="196850"/>
                    </a:cubicBezTo>
                    <a:lnTo>
                      <a:pt x="97790" y="179705"/>
                    </a:lnTo>
                    <a:cubicBezTo>
                      <a:pt x="45720" y="177800"/>
                      <a:pt x="17780" y="162560"/>
                      <a:pt x="17780" y="154305"/>
                    </a:cubicBezTo>
                    <a:lnTo>
                      <a:pt x="17780" y="123190"/>
                    </a:lnTo>
                    <a:cubicBezTo>
                      <a:pt x="36195" y="133985"/>
                      <a:pt x="66675" y="140335"/>
                      <a:pt x="97790" y="141605"/>
                    </a:cubicBezTo>
                    <a:lnTo>
                      <a:pt x="97790" y="134620"/>
                    </a:lnTo>
                    <a:cubicBezTo>
                      <a:pt x="97790" y="130810"/>
                      <a:pt x="98425" y="127635"/>
                      <a:pt x="100330" y="123825"/>
                    </a:cubicBezTo>
                    <a:cubicBezTo>
                      <a:pt x="46990" y="122555"/>
                      <a:pt x="17780" y="106680"/>
                      <a:pt x="17780" y="98425"/>
                    </a:cubicBezTo>
                    <a:lnTo>
                      <a:pt x="17780" y="67310"/>
                    </a:lnTo>
                    <a:cubicBezTo>
                      <a:pt x="38100" y="79375"/>
                      <a:pt x="72390" y="85725"/>
                      <a:pt x="106680" y="85725"/>
                    </a:cubicBezTo>
                    <a:cubicBezTo>
                      <a:pt x="140970" y="85725"/>
                      <a:pt x="175895" y="79375"/>
                      <a:pt x="195580" y="67310"/>
                    </a:cubicBezTo>
                    <a:lnTo>
                      <a:pt x="195580" y="91440"/>
                    </a:lnTo>
                    <a:cubicBezTo>
                      <a:pt x="198755" y="91440"/>
                      <a:pt x="201295" y="91440"/>
                      <a:pt x="204470" y="91440"/>
                    </a:cubicBezTo>
                    <a:cubicBezTo>
                      <a:pt x="207645" y="91440"/>
                      <a:pt x="210185" y="91440"/>
                      <a:pt x="213360" y="91440"/>
                    </a:cubicBezTo>
                    <a:lnTo>
                      <a:pt x="213360" y="42545"/>
                    </a:lnTo>
                    <a:cubicBezTo>
                      <a:pt x="213360" y="14605"/>
                      <a:pt x="160020" y="0"/>
                      <a:pt x="106680" y="0"/>
                    </a:cubicBezTo>
                    <a:cubicBezTo>
                      <a:pt x="53340" y="0"/>
                      <a:pt x="0" y="14605"/>
                      <a:pt x="0" y="42545"/>
                    </a:cubicBezTo>
                    <a:lnTo>
                      <a:pt x="0" y="210185"/>
                    </a:lnTo>
                    <a:cubicBezTo>
                      <a:pt x="0" y="236855"/>
                      <a:pt x="47625" y="251460"/>
                      <a:pt x="97155" y="252730"/>
                    </a:cubicBezTo>
                    <a:lnTo>
                      <a:pt x="97790" y="234950"/>
                    </a:lnTo>
                    <a:lnTo>
                      <a:pt x="97790" y="234950"/>
                    </a:lnTo>
                    <a:close/>
                    <a:moveTo>
                      <a:pt x="107315" y="16510"/>
                    </a:moveTo>
                    <a:cubicBezTo>
                      <a:pt x="165100" y="16510"/>
                      <a:pt x="196215" y="33020"/>
                      <a:pt x="196215" y="41910"/>
                    </a:cubicBezTo>
                    <a:cubicBezTo>
                      <a:pt x="196215" y="50800"/>
                      <a:pt x="165100" y="67310"/>
                      <a:pt x="107315" y="67310"/>
                    </a:cubicBezTo>
                    <a:cubicBezTo>
                      <a:pt x="49530" y="67310"/>
                      <a:pt x="18415" y="50800"/>
                      <a:pt x="18415" y="41910"/>
                    </a:cubicBezTo>
                    <a:cubicBezTo>
                      <a:pt x="18415" y="33020"/>
                      <a:pt x="49530" y="16510"/>
                      <a:pt x="107315" y="16510"/>
                    </a:cubicBezTo>
                    <a:close/>
                  </a:path>
                </a:pathLst>
              </a:custGeom>
              <a:grp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442" name="Google Shape;442;p54"/>
              <p:cNvSpPr/>
              <p:nvPr/>
            </p:nvSpPr>
            <p:spPr>
              <a:xfrm>
                <a:off x="4473474" y="2381567"/>
                <a:ext cx="409776" cy="105828"/>
              </a:xfrm>
              <a:custGeom>
                <a:avLst/>
                <a:gdLst/>
                <a:ahLst/>
                <a:cxnLst/>
                <a:rect l="l" t="t" r="r" b="b"/>
                <a:pathLst>
                  <a:path w="409776" h="105828" extrusionOk="0">
                    <a:moveTo>
                      <a:pt x="8991" y="105728"/>
                    </a:moveTo>
                    <a:cubicBezTo>
                      <a:pt x="5816" y="105728"/>
                      <a:pt x="2641" y="103822"/>
                      <a:pt x="736" y="100647"/>
                    </a:cubicBezTo>
                    <a:cubicBezTo>
                      <a:pt x="-1169" y="96203"/>
                      <a:pt x="736" y="91122"/>
                      <a:pt x="5181" y="89218"/>
                    </a:cubicBezTo>
                    <a:lnTo>
                      <a:pt x="201396" y="953"/>
                    </a:lnTo>
                    <a:cubicBezTo>
                      <a:pt x="203936" y="-318"/>
                      <a:pt x="206476" y="-318"/>
                      <a:pt x="208381" y="953"/>
                    </a:cubicBezTo>
                    <a:lnTo>
                      <a:pt x="404596" y="89218"/>
                    </a:lnTo>
                    <a:cubicBezTo>
                      <a:pt x="409041" y="91122"/>
                      <a:pt x="410946" y="96203"/>
                      <a:pt x="409041" y="100647"/>
                    </a:cubicBezTo>
                    <a:cubicBezTo>
                      <a:pt x="407136" y="105093"/>
                      <a:pt x="402056" y="106997"/>
                      <a:pt x="397611" y="105093"/>
                    </a:cubicBezTo>
                    <a:lnTo>
                      <a:pt x="205206" y="18097"/>
                    </a:lnTo>
                    <a:lnTo>
                      <a:pt x="12801" y="105093"/>
                    </a:lnTo>
                    <a:cubicBezTo>
                      <a:pt x="10896" y="105093"/>
                      <a:pt x="9626" y="105728"/>
                      <a:pt x="8991" y="105728"/>
                    </a:cubicBezTo>
                    <a:close/>
                  </a:path>
                </a:pathLst>
              </a:custGeom>
              <a:grp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443" name="Google Shape;443;p54"/>
              <p:cNvSpPr/>
              <p:nvPr/>
            </p:nvSpPr>
            <p:spPr>
              <a:xfrm>
                <a:off x="4616450" y="2567939"/>
                <a:ext cx="213359" cy="254000"/>
              </a:xfrm>
              <a:custGeom>
                <a:avLst/>
                <a:gdLst/>
                <a:ahLst/>
                <a:cxnLst/>
                <a:rect l="l" t="t" r="r" b="b"/>
                <a:pathLst>
                  <a:path w="213359" h="254000" extrusionOk="0">
                    <a:moveTo>
                      <a:pt x="106680" y="0"/>
                    </a:moveTo>
                    <a:cubicBezTo>
                      <a:pt x="53340" y="0"/>
                      <a:pt x="0" y="14605"/>
                      <a:pt x="0" y="43180"/>
                    </a:cubicBezTo>
                    <a:lnTo>
                      <a:pt x="0" y="210820"/>
                    </a:lnTo>
                    <a:cubicBezTo>
                      <a:pt x="0" y="239395"/>
                      <a:pt x="53975" y="254000"/>
                      <a:pt x="106680" y="254000"/>
                    </a:cubicBezTo>
                    <a:cubicBezTo>
                      <a:pt x="160020" y="254000"/>
                      <a:pt x="213360" y="239395"/>
                      <a:pt x="213360" y="210820"/>
                    </a:cubicBezTo>
                    <a:lnTo>
                      <a:pt x="213360" y="43180"/>
                    </a:lnTo>
                    <a:cubicBezTo>
                      <a:pt x="213360" y="15240"/>
                      <a:pt x="159385" y="0"/>
                      <a:pt x="106680" y="0"/>
                    </a:cubicBezTo>
                    <a:close/>
                    <a:moveTo>
                      <a:pt x="106680" y="18415"/>
                    </a:moveTo>
                    <a:cubicBezTo>
                      <a:pt x="163830" y="18415"/>
                      <a:pt x="195580" y="34925"/>
                      <a:pt x="195580" y="43180"/>
                    </a:cubicBezTo>
                    <a:cubicBezTo>
                      <a:pt x="195580" y="51435"/>
                      <a:pt x="164465" y="67945"/>
                      <a:pt x="106680" y="67945"/>
                    </a:cubicBezTo>
                    <a:cubicBezTo>
                      <a:pt x="48895" y="67945"/>
                      <a:pt x="17780" y="51435"/>
                      <a:pt x="17780" y="43180"/>
                    </a:cubicBezTo>
                    <a:cubicBezTo>
                      <a:pt x="17780" y="34925"/>
                      <a:pt x="48895" y="18415"/>
                      <a:pt x="106680" y="18415"/>
                    </a:cubicBezTo>
                    <a:close/>
                    <a:moveTo>
                      <a:pt x="106680" y="236220"/>
                    </a:moveTo>
                    <a:cubicBezTo>
                      <a:pt x="49530" y="236220"/>
                      <a:pt x="17780" y="219710"/>
                      <a:pt x="17780" y="211455"/>
                    </a:cubicBezTo>
                    <a:lnTo>
                      <a:pt x="17780" y="180975"/>
                    </a:lnTo>
                    <a:cubicBezTo>
                      <a:pt x="38100" y="193040"/>
                      <a:pt x="72390" y="198755"/>
                      <a:pt x="106680" y="198755"/>
                    </a:cubicBezTo>
                    <a:cubicBezTo>
                      <a:pt x="140970" y="198755"/>
                      <a:pt x="175260" y="192405"/>
                      <a:pt x="195580" y="180975"/>
                    </a:cubicBezTo>
                    <a:lnTo>
                      <a:pt x="195580" y="211455"/>
                    </a:lnTo>
                    <a:cubicBezTo>
                      <a:pt x="194945" y="219710"/>
                      <a:pt x="163830" y="236220"/>
                      <a:pt x="106680" y="236220"/>
                    </a:cubicBezTo>
                    <a:close/>
                    <a:moveTo>
                      <a:pt x="106680" y="180340"/>
                    </a:moveTo>
                    <a:cubicBezTo>
                      <a:pt x="49530" y="180340"/>
                      <a:pt x="17780" y="163830"/>
                      <a:pt x="17780" y="155575"/>
                    </a:cubicBezTo>
                    <a:lnTo>
                      <a:pt x="17780" y="124460"/>
                    </a:lnTo>
                    <a:cubicBezTo>
                      <a:pt x="38100" y="136525"/>
                      <a:pt x="72390" y="142240"/>
                      <a:pt x="106680" y="142240"/>
                    </a:cubicBezTo>
                    <a:cubicBezTo>
                      <a:pt x="140970" y="142240"/>
                      <a:pt x="175260" y="135890"/>
                      <a:pt x="195580" y="124460"/>
                    </a:cubicBezTo>
                    <a:lnTo>
                      <a:pt x="195580" y="154940"/>
                    </a:lnTo>
                    <a:cubicBezTo>
                      <a:pt x="194945" y="163830"/>
                      <a:pt x="163830" y="180340"/>
                      <a:pt x="106680" y="180340"/>
                    </a:cubicBezTo>
                    <a:close/>
                    <a:moveTo>
                      <a:pt x="106680" y="124460"/>
                    </a:moveTo>
                    <a:cubicBezTo>
                      <a:pt x="49530" y="124460"/>
                      <a:pt x="17780" y="107950"/>
                      <a:pt x="17780" y="99695"/>
                    </a:cubicBezTo>
                    <a:lnTo>
                      <a:pt x="17780" y="69215"/>
                    </a:lnTo>
                    <a:cubicBezTo>
                      <a:pt x="38100" y="81280"/>
                      <a:pt x="72390" y="86995"/>
                      <a:pt x="106680" y="86995"/>
                    </a:cubicBezTo>
                    <a:cubicBezTo>
                      <a:pt x="140970" y="86995"/>
                      <a:pt x="175260" y="80645"/>
                      <a:pt x="195580" y="69215"/>
                    </a:cubicBezTo>
                    <a:lnTo>
                      <a:pt x="195580" y="99695"/>
                    </a:lnTo>
                    <a:cubicBezTo>
                      <a:pt x="194945" y="107950"/>
                      <a:pt x="163830" y="124460"/>
                      <a:pt x="106680" y="124460"/>
                    </a:cubicBezTo>
                    <a:close/>
                  </a:path>
                </a:pathLst>
              </a:custGeom>
              <a:grp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grpSp>
        <p:grpSp>
          <p:nvGrpSpPr>
            <p:cNvPr id="444" name="Google Shape;444;p54"/>
            <p:cNvGrpSpPr/>
            <p:nvPr/>
          </p:nvGrpSpPr>
          <p:grpSpPr>
            <a:xfrm>
              <a:off x="3654425" y="2372995"/>
              <a:ext cx="339724" cy="426719"/>
              <a:chOff x="3654425" y="2372995"/>
              <a:chExt cx="339724" cy="426719"/>
            </a:xfrm>
            <a:grpFill/>
          </p:grpSpPr>
          <p:sp>
            <p:nvSpPr>
              <p:cNvPr id="445" name="Google Shape;445;p54"/>
              <p:cNvSpPr/>
              <p:nvPr/>
            </p:nvSpPr>
            <p:spPr>
              <a:xfrm>
                <a:off x="3756659" y="2372995"/>
                <a:ext cx="237490" cy="237489"/>
              </a:xfrm>
              <a:custGeom>
                <a:avLst/>
                <a:gdLst/>
                <a:ahLst/>
                <a:cxnLst/>
                <a:rect l="l" t="t" r="r" b="b"/>
                <a:pathLst>
                  <a:path w="237490" h="237489" extrusionOk="0">
                    <a:moveTo>
                      <a:pt x="142875" y="237490"/>
                    </a:moveTo>
                    <a:lnTo>
                      <a:pt x="94615" y="237490"/>
                    </a:lnTo>
                    <a:lnTo>
                      <a:pt x="93980" y="206375"/>
                    </a:lnTo>
                    <a:cubicBezTo>
                      <a:pt x="87630" y="204470"/>
                      <a:pt x="81280" y="201930"/>
                      <a:pt x="74930" y="198120"/>
                    </a:cubicBezTo>
                    <a:lnTo>
                      <a:pt x="52070" y="219710"/>
                    </a:lnTo>
                    <a:lnTo>
                      <a:pt x="17780" y="185420"/>
                    </a:lnTo>
                    <a:lnTo>
                      <a:pt x="39370" y="162560"/>
                    </a:lnTo>
                    <a:cubicBezTo>
                      <a:pt x="35560" y="156210"/>
                      <a:pt x="33020" y="149860"/>
                      <a:pt x="31115" y="143510"/>
                    </a:cubicBezTo>
                    <a:lnTo>
                      <a:pt x="0" y="142875"/>
                    </a:lnTo>
                    <a:lnTo>
                      <a:pt x="0" y="94615"/>
                    </a:lnTo>
                    <a:lnTo>
                      <a:pt x="31115" y="93980"/>
                    </a:lnTo>
                    <a:cubicBezTo>
                      <a:pt x="33020" y="87630"/>
                      <a:pt x="35560" y="81280"/>
                      <a:pt x="39370" y="74930"/>
                    </a:cubicBezTo>
                    <a:lnTo>
                      <a:pt x="17780" y="52070"/>
                    </a:lnTo>
                    <a:lnTo>
                      <a:pt x="52070" y="17780"/>
                    </a:lnTo>
                    <a:lnTo>
                      <a:pt x="74930" y="39370"/>
                    </a:lnTo>
                    <a:cubicBezTo>
                      <a:pt x="81280" y="35560"/>
                      <a:pt x="87630" y="33020"/>
                      <a:pt x="93980" y="31115"/>
                    </a:cubicBezTo>
                    <a:lnTo>
                      <a:pt x="94615" y="0"/>
                    </a:lnTo>
                    <a:lnTo>
                      <a:pt x="142875" y="0"/>
                    </a:lnTo>
                    <a:lnTo>
                      <a:pt x="143510" y="31115"/>
                    </a:lnTo>
                    <a:cubicBezTo>
                      <a:pt x="149860" y="33020"/>
                      <a:pt x="156210" y="35560"/>
                      <a:pt x="162560" y="39370"/>
                    </a:cubicBezTo>
                    <a:lnTo>
                      <a:pt x="185420" y="17780"/>
                    </a:lnTo>
                    <a:lnTo>
                      <a:pt x="219710" y="52070"/>
                    </a:lnTo>
                    <a:lnTo>
                      <a:pt x="198120" y="74930"/>
                    </a:lnTo>
                    <a:cubicBezTo>
                      <a:pt x="201930" y="81280"/>
                      <a:pt x="204470" y="87630"/>
                      <a:pt x="206375" y="93980"/>
                    </a:cubicBezTo>
                    <a:lnTo>
                      <a:pt x="237490" y="94615"/>
                    </a:lnTo>
                    <a:lnTo>
                      <a:pt x="237490" y="142875"/>
                    </a:lnTo>
                    <a:lnTo>
                      <a:pt x="206375" y="143510"/>
                    </a:lnTo>
                    <a:cubicBezTo>
                      <a:pt x="204470" y="149860"/>
                      <a:pt x="201930" y="156210"/>
                      <a:pt x="198120" y="162560"/>
                    </a:cubicBezTo>
                    <a:lnTo>
                      <a:pt x="219710" y="185420"/>
                    </a:lnTo>
                    <a:lnTo>
                      <a:pt x="185420" y="219710"/>
                    </a:lnTo>
                    <a:lnTo>
                      <a:pt x="162560" y="198120"/>
                    </a:lnTo>
                    <a:cubicBezTo>
                      <a:pt x="156210" y="201930"/>
                      <a:pt x="149860" y="204470"/>
                      <a:pt x="143510" y="206375"/>
                    </a:cubicBezTo>
                    <a:lnTo>
                      <a:pt x="142875" y="237490"/>
                    </a:lnTo>
                    <a:close/>
                    <a:moveTo>
                      <a:pt x="111760" y="219710"/>
                    </a:moveTo>
                    <a:lnTo>
                      <a:pt x="125730" y="219710"/>
                    </a:lnTo>
                    <a:lnTo>
                      <a:pt x="126365" y="191770"/>
                    </a:lnTo>
                    <a:lnTo>
                      <a:pt x="133350" y="190500"/>
                    </a:lnTo>
                    <a:cubicBezTo>
                      <a:pt x="142240" y="189230"/>
                      <a:pt x="150495" y="185420"/>
                      <a:pt x="159385" y="179705"/>
                    </a:cubicBezTo>
                    <a:lnTo>
                      <a:pt x="165100" y="175895"/>
                    </a:lnTo>
                    <a:lnTo>
                      <a:pt x="185420" y="194945"/>
                    </a:lnTo>
                    <a:lnTo>
                      <a:pt x="195580" y="184785"/>
                    </a:lnTo>
                    <a:lnTo>
                      <a:pt x="176530" y="164465"/>
                    </a:lnTo>
                    <a:lnTo>
                      <a:pt x="180340" y="158750"/>
                    </a:lnTo>
                    <a:cubicBezTo>
                      <a:pt x="186055" y="149860"/>
                      <a:pt x="189865" y="141605"/>
                      <a:pt x="191135" y="132715"/>
                    </a:cubicBezTo>
                    <a:lnTo>
                      <a:pt x="192405" y="125730"/>
                    </a:lnTo>
                    <a:lnTo>
                      <a:pt x="220345" y="125095"/>
                    </a:lnTo>
                    <a:lnTo>
                      <a:pt x="220345" y="111125"/>
                    </a:lnTo>
                    <a:lnTo>
                      <a:pt x="192405" y="110490"/>
                    </a:lnTo>
                    <a:lnTo>
                      <a:pt x="191135" y="103505"/>
                    </a:lnTo>
                    <a:cubicBezTo>
                      <a:pt x="189865" y="94615"/>
                      <a:pt x="186055" y="86360"/>
                      <a:pt x="180340" y="77470"/>
                    </a:cubicBezTo>
                    <a:lnTo>
                      <a:pt x="176530" y="71755"/>
                    </a:lnTo>
                    <a:lnTo>
                      <a:pt x="195580" y="51435"/>
                    </a:lnTo>
                    <a:lnTo>
                      <a:pt x="185420" y="41275"/>
                    </a:lnTo>
                    <a:lnTo>
                      <a:pt x="165100" y="60325"/>
                    </a:lnTo>
                    <a:lnTo>
                      <a:pt x="159385" y="56515"/>
                    </a:lnTo>
                    <a:cubicBezTo>
                      <a:pt x="150495" y="50800"/>
                      <a:pt x="142240" y="46990"/>
                      <a:pt x="133350" y="45720"/>
                    </a:cubicBezTo>
                    <a:lnTo>
                      <a:pt x="126365" y="44450"/>
                    </a:lnTo>
                    <a:lnTo>
                      <a:pt x="125730" y="16510"/>
                    </a:lnTo>
                    <a:lnTo>
                      <a:pt x="111760" y="16510"/>
                    </a:lnTo>
                    <a:lnTo>
                      <a:pt x="111125" y="44450"/>
                    </a:lnTo>
                    <a:lnTo>
                      <a:pt x="104140" y="45720"/>
                    </a:lnTo>
                    <a:cubicBezTo>
                      <a:pt x="95250" y="46990"/>
                      <a:pt x="86995" y="50800"/>
                      <a:pt x="78105" y="56515"/>
                    </a:cubicBezTo>
                    <a:lnTo>
                      <a:pt x="72390" y="60325"/>
                    </a:lnTo>
                    <a:lnTo>
                      <a:pt x="52070" y="41275"/>
                    </a:lnTo>
                    <a:lnTo>
                      <a:pt x="41910" y="51435"/>
                    </a:lnTo>
                    <a:lnTo>
                      <a:pt x="60960" y="71755"/>
                    </a:lnTo>
                    <a:lnTo>
                      <a:pt x="57150" y="77470"/>
                    </a:lnTo>
                    <a:cubicBezTo>
                      <a:pt x="51435" y="86360"/>
                      <a:pt x="47625" y="94615"/>
                      <a:pt x="46355" y="103505"/>
                    </a:cubicBezTo>
                    <a:lnTo>
                      <a:pt x="45085" y="110490"/>
                    </a:lnTo>
                    <a:lnTo>
                      <a:pt x="17145" y="111125"/>
                    </a:lnTo>
                    <a:lnTo>
                      <a:pt x="17145" y="125095"/>
                    </a:lnTo>
                    <a:lnTo>
                      <a:pt x="45085" y="125730"/>
                    </a:lnTo>
                    <a:lnTo>
                      <a:pt x="46355" y="132715"/>
                    </a:lnTo>
                    <a:cubicBezTo>
                      <a:pt x="47625" y="141605"/>
                      <a:pt x="51435" y="149860"/>
                      <a:pt x="57150" y="158750"/>
                    </a:cubicBezTo>
                    <a:lnTo>
                      <a:pt x="60960" y="164465"/>
                    </a:lnTo>
                    <a:lnTo>
                      <a:pt x="41910" y="184785"/>
                    </a:lnTo>
                    <a:lnTo>
                      <a:pt x="52070" y="194945"/>
                    </a:lnTo>
                    <a:lnTo>
                      <a:pt x="72390" y="175895"/>
                    </a:lnTo>
                    <a:lnTo>
                      <a:pt x="78105" y="179705"/>
                    </a:lnTo>
                    <a:cubicBezTo>
                      <a:pt x="86995" y="185420"/>
                      <a:pt x="95250" y="189230"/>
                      <a:pt x="104140" y="190500"/>
                    </a:cubicBezTo>
                    <a:lnTo>
                      <a:pt x="111125" y="191770"/>
                    </a:lnTo>
                    <a:lnTo>
                      <a:pt x="111760" y="219710"/>
                    </a:lnTo>
                    <a:close/>
                    <a:moveTo>
                      <a:pt x="228600" y="133985"/>
                    </a:moveTo>
                    <a:lnTo>
                      <a:pt x="228600" y="133985"/>
                    </a:lnTo>
                    <a:lnTo>
                      <a:pt x="228600" y="133985"/>
                    </a:lnTo>
                    <a:close/>
                  </a:path>
                </a:pathLst>
              </a:custGeom>
              <a:grp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446" name="Google Shape;446;p54"/>
              <p:cNvSpPr/>
              <p:nvPr/>
            </p:nvSpPr>
            <p:spPr>
              <a:xfrm>
                <a:off x="3654425" y="2539364"/>
                <a:ext cx="231140" cy="260350"/>
              </a:xfrm>
              <a:custGeom>
                <a:avLst/>
                <a:gdLst/>
                <a:ahLst/>
                <a:cxnLst/>
                <a:rect l="l" t="t" r="r" b="b"/>
                <a:pathLst>
                  <a:path w="231140" h="260350" extrusionOk="0">
                    <a:moveTo>
                      <a:pt x="213995" y="99695"/>
                    </a:moveTo>
                    <a:cubicBezTo>
                      <a:pt x="212725" y="106045"/>
                      <a:pt x="178435" y="121285"/>
                      <a:pt x="116205" y="121285"/>
                    </a:cubicBezTo>
                    <a:cubicBezTo>
                      <a:pt x="52705" y="121285"/>
                      <a:pt x="18415" y="106045"/>
                      <a:pt x="18415" y="99695"/>
                    </a:cubicBezTo>
                    <a:lnTo>
                      <a:pt x="18415" y="61595"/>
                    </a:lnTo>
                    <a:cubicBezTo>
                      <a:pt x="40005" y="73025"/>
                      <a:pt x="79375" y="78740"/>
                      <a:pt x="116205" y="78740"/>
                    </a:cubicBezTo>
                    <a:cubicBezTo>
                      <a:pt x="144780" y="78740"/>
                      <a:pt x="174625" y="75565"/>
                      <a:pt x="196215" y="68580"/>
                    </a:cubicBezTo>
                    <a:lnTo>
                      <a:pt x="195580" y="50165"/>
                    </a:lnTo>
                    <a:cubicBezTo>
                      <a:pt x="179705" y="55880"/>
                      <a:pt x="153670" y="60960"/>
                      <a:pt x="115570" y="60960"/>
                    </a:cubicBezTo>
                    <a:cubicBezTo>
                      <a:pt x="48260" y="60960"/>
                      <a:pt x="17780" y="44450"/>
                      <a:pt x="17780" y="39370"/>
                    </a:cubicBezTo>
                    <a:cubicBezTo>
                      <a:pt x="17780" y="34290"/>
                      <a:pt x="48260" y="17780"/>
                      <a:pt x="115570" y="17780"/>
                    </a:cubicBezTo>
                    <a:cubicBezTo>
                      <a:pt x="116840" y="17780"/>
                      <a:pt x="118110" y="17780"/>
                      <a:pt x="120015" y="17780"/>
                    </a:cubicBezTo>
                    <a:lnTo>
                      <a:pt x="135890" y="635"/>
                    </a:lnTo>
                    <a:cubicBezTo>
                      <a:pt x="128905" y="0"/>
                      <a:pt x="121920" y="0"/>
                      <a:pt x="115570" y="0"/>
                    </a:cubicBezTo>
                    <a:cubicBezTo>
                      <a:pt x="59690" y="0"/>
                      <a:pt x="0" y="12065"/>
                      <a:pt x="0" y="39370"/>
                    </a:cubicBezTo>
                    <a:lnTo>
                      <a:pt x="0" y="220980"/>
                    </a:lnTo>
                    <a:cubicBezTo>
                      <a:pt x="0" y="248285"/>
                      <a:pt x="59690" y="260350"/>
                      <a:pt x="115570" y="260350"/>
                    </a:cubicBezTo>
                    <a:cubicBezTo>
                      <a:pt x="158750" y="260350"/>
                      <a:pt x="231140" y="252095"/>
                      <a:pt x="231140" y="220980"/>
                    </a:cubicBezTo>
                    <a:lnTo>
                      <a:pt x="231140" y="71120"/>
                    </a:lnTo>
                    <a:lnTo>
                      <a:pt x="213360" y="71120"/>
                    </a:lnTo>
                    <a:lnTo>
                      <a:pt x="213360" y="99695"/>
                    </a:lnTo>
                    <a:close/>
                    <a:moveTo>
                      <a:pt x="213995" y="220980"/>
                    </a:moveTo>
                    <a:cubicBezTo>
                      <a:pt x="213995" y="227330"/>
                      <a:pt x="179705" y="242570"/>
                      <a:pt x="116205" y="242570"/>
                    </a:cubicBezTo>
                    <a:cubicBezTo>
                      <a:pt x="53975" y="242570"/>
                      <a:pt x="19685" y="227330"/>
                      <a:pt x="18415" y="220980"/>
                    </a:cubicBezTo>
                    <a:lnTo>
                      <a:pt x="18415" y="182880"/>
                    </a:lnTo>
                    <a:cubicBezTo>
                      <a:pt x="42545" y="195580"/>
                      <a:pt x="86360" y="199390"/>
                      <a:pt x="116205" y="199390"/>
                    </a:cubicBezTo>
                    <a:cubicBezTo>
                      <a:pt x="153035" y="199390"/>
                      <a:pt x="192405" y="193675"/>
                      <a:pt x="213995" y="182245"/>
                    </a:cubicBezTo>
                    <a:lnTo>
                      <a:pt x="213995" y="220980"/>
                    </a:lnTo>
                    <a:close/>
                    <a:moveTo>
                      <a:pt x="213995" y="160020"/>
                    </a:moveTo>
                    <a:cubicBezTo>
                      <a:pt x="212725" y="166370"/>
                      <a:pt x="178435" y="181610"/>
                      <a:pt x="116205" y="181610"/>
                    </a:cubicBezTo>
                    <a:cubicBezTo>
                      <a:pt x="52705" y="181610"/>
                      <a:pt x="18415" y="166370"/>
                      <a:pt x="18415" y="160020"/>
                    </a:cubicBezTo>
                    <a:lnTo>
                      <a:pt x="18415" y="122555"/>
                    </a:lnTo>
                    <a:cubicBezTo>
                      <a:pt x="42545" y="135255"/>
                      <a:pt x="86360" y="139065"/>
                      <a:pt x="116205" y="139065"/>
                    </a:cubicBezTo>
                    <a:cubicBezTo>
                      <a:pt x="153035" y="139065"/>
                      <a:pt x="192405" y="133350"/>
                      <a:pt x="213995" y="121920"/>
                    </a:cubicBezTo>
                    <a:lnTo>
                      <a:pt x="213995" y="160020"/>
                    </a:lnTo>
                    <a:close/>
                  </a:path>
                </a:pathLst>
              </a:custGeom>
              <a:grp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447" name="Google Shape;447;p54"/>
              <p:cNvSpPr/>
              <p:nvPr/>
            </p:nvSpPr>
            <p:spPr>
              <a:xfrm>
                <a:off x="3820159" y="2435860"/>
                <a:ext cx="110490" cy="110489"/>
              </a:xfrm>
              <a:custGeom>
                <a:avLst/>
                <a:gdLst/>
                <a:ahLst/>
                <a:cxnLst/>
                <a:rect l="l" t="t" r="r" b="b"/>
                <a:pathLst>
                  <a:path w="110490" h="110489" extrusionOk="0">
                    <a:moveTo>
                      <a:pt x="55245" y="110490"/>
                    </a:moveTo>
                    <a:cubicBezTo>
                      <a:pt x="24765" y="110490"/>
                      <a:pt x="0" y="85725"/>
                      <a:pt x="0" y="55245"/>
                    </a:cubicBezTo>
                    <a:cubicBezTo>
                      <a:pt x="0" y="24765"/>
                      <a:pt x="24765" y="0"/>
                      <a:pt x="55245" y="0"/>
                    </a:cubicBezTo>
                    <a:cubicBezTo>
                      <a:pt x="85725" y="0"/>
                      <a:pt x="110490" y="24765"/>
                      <a:pt x="110490" y="55245"/>
                    </a:cubicBezTo>
                    <a:cubicBezTo>
                      <a:pt x="110490" y="85725"/>
                      <a:pt x="85725" y="110490"/>
                      <a:pt x="55245" y="110490"/>
                    </a:cubicBezTo>
                    <a:close/>
                    <a:moveTo>
                      <a:pt x="55245" y="17780"/>
                    </a:moveTo>
                    <a:cubicBezTo>
                      <a:pt x="34290" y="17780"/>
                      <a:pt x="17780" y="34925"/>
                      <a:pt x="17780" y="55245"/>
                    </a:cubicBezTo>
                    <a:cubicBezTo>
                      <a:pt x="17780" y="76200"/>
                      <a:pt x="34925" y="92710"/>
                      <a:pt x="55245" y="92710"/>
                    </a:cubicBezTo>
                    <a:cubicBezTo>
                      <a:pt x="76200" y="92710"/>
                      <a:pt x="92710" y="75565"/>
                      <a:pt x="92710" y="55245"/>
                    </a:cubicBezTo>
                    <a:cubicBezTo>
                      <a:pt x="92710" y="34290"/>
                      <a:pt x="76200" y="17780"/>
                      <a:pt x="55245" y="17780"/>
                    </a:cubicBezTo>
                    <a:close/>
                  </a:path>
                </a:pathLst>
              </a:custGeom>
              <a:grp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grpSp>
      </p:grpSp>
      <p:grpSp>
        <p:nvGrpSpPr>
          <p:cNvPr id="448" name="Google Shape;448;p54"/>
          <p:cNvGrpSpPr/>
          <p:nvPr/>
        </p:nvGrpSpPr>
        <p:grpSpPr>
          <a:xfrm>
            <a:off x="5550694" y="1948339"/>
            <a:ext cx="1541620" cy="336708"/>
            <a:chOff x="7400925" y="2372995"/>
            <a:chExt cx="2055494" cy="448944"/>
          </a:xfrm>
          <a:solidFill>
            <a:schemeClr val="accent1"/>
          </a:solidFill>
        </p:grpSpPr>
        <p:grpSp>
          <p:nvGrpSpPr>
            <p:cNvPr id="449" name="Google Shape;449;p54"/>
            <p:cNvGrpSpPr/>
            <p:nvPr/>
          </p:nvGrpSpPr>
          <p:grpSpPr>
            <a:xfrm>
              <a:off x="9020809" y="2380614"/>
              <a:ext cx="435609" cy="391160"/>
              <a:chOff x="9020809" y="2380614"/>
              <a:chExt cx="435609" cy="391160"/>
            </a:xfrm>
            <a:grpFill/>
          </p:grpSpPr>
          <p:sp>
            <p:nvSpPr>
              <p:cNvPr id="450" name="Google Shape;450;p54"/>
              <p:cNvSpPr/>
              <p:nvPr/>
            </p:nvSpPr>
            <p:spPr>
              <a:xfrm>
                <a:off x="9139555" y="2380614"/>
                <a:ext cx="168275" cy="107314"/>
              </a:xfrm>
              <a:custGeom>
                <a:avLst/>
                <a:gdLst/>
                <a:ahLst/>
                <a:cxnLst/>
                <a:rect l="l" t="t" r="r" b="b"/>
                <a:pathLst>
                  <a:path w="168275" h="107314" extrusionOk="0">
                    <a:moveTo>
                      <a:pt x="159385" y="107315"/>
                    </a:moveTo>
                    <a:lnTo>
                      <a:pt x="8889" y="107315"/>
                    </a:lnTo>
                    <a:cubicBezTo>
                      <a:pt x="3810" y="107315"/>
                      <a:pt x="0" y="103505"/>
                      <a:pt x="0" y="98425"/>
                    </a:cubicBezTo>
                    <a:lnTo>
                      <a:pt x="0" y="8890"/>
                    </a:lnTo>
                    <a:cubicBezTo>
                      <a:pt x="0" y="3810"/>
                      <a:pt x="3810" y="0"/>
                      <a:pt x="8889" y="0"/>
                    </a:cubicBezTo>
                    <a:lnTo>
                      <a:pt x="159385" y="0"/>
                    </a:lnTo>
                    <a:cubicBezTo>
                      <a:pt x="164464" y="0"/>
                      <a:pt x="168275" y="3810"/>
                      <a:pt x="168275" y="8890"/>
                    </a:cubicBezTo>
                    <a:lnTo>
                      <a:pt x="168275" y="98425"/>
                    </a:lnTo>
                    <a:cubicBezTo>
                      <a:pt x="168275" y="103505"/>
                      <a:pt x="164464" y="107315"/>
                      <a:pt x="159385" y="107315"/>
                    </a:cubicBezTo>
                    <a:close/>
                    <a:moveTo>
                      <a:pt x="17145" y="90170"/>
                    </a:moveTo>
                    <a:lnTo>
                      <a:pt x="150495" y="90170"/>
                    </a:lnTo>
                    <a:lnTo>
                      <a:pt x="150495" y="17780"/>
                    </a:lnTo>
                    <a:lnTo>
                      <a:pt x="17145" y="17780"/>
                    </a:lnTo>
                    <a:lnTo>
                      <a:pt x="17145" y="90170"/>
                    </a:lnTo>
                    <a:close/>
                  </a:path>
                </a:pathLst>
              </a:custGeom>
              <a:grp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451" name="Google Shape;451;p54"/>
              <p:cNvSpPr/>
              <p:nvPr/>
            </p:nvSpPr>
            <p:spPr>
              <a:xfrm>
                <a:off x="9208769" y="2522854"/>
                <a:ext cx="168275" cy="107315"/>
              </a:xfrm>
              <a:custGeom>
                <a:avLst/>
                <a:gdLst/>
                <a:ahLst/>
                <a:cxnLst/>
                <a:rect l="l" t="t" r="r" b="b"/>
                <a:pathLst>
                  <a:path w="168275" h="107315" extrusionOk="0">
                    <a:moveTo>
                      <a:pt x="159386" y="107315"/>
                    </a:moveTo>
                    <a:lnTo>
                      <a:pt x="8890" y="107315"/>
                    </a:lnTo>
                    <a:cubicBezTo>
                      <a:pt x="3811" y="107315"/>
                      <a:pt x="0" y="103505"/>
                      <a:pt x="0" y="98425"/>
                    </a:cubicBezTo>
                    <a:lnTo>
                      <a:pt x="0" y="8890"/>
                    </a:lnTo>
                    <a:cubicBezTo>
                      <a:pt x="0" y="3810"/>
                      <a:pt x="3811" y="0"/>
                      <a:pt x="8890" y="0"/>
                    </a:cubicBezTo>
                    <a:lnTo>
                      <a:pt x="159386" y="0"/>
                    </a:lnTo>
                    <a:cubicBezTo>
                      <a:pt x="164465" y="0"/>
                      <a:pt x="168275" y="3810"/>
                      <a:pt x="168275" y="8890"/>
                    </a:cubicBezTo>
                    <a:lnTo>
                      <a:pt x="168275" y="98425"/>
                    </a:lnTo>
                    <a:cubicBezTo>
                      <a:pt x="167640" y="103505"/>
                      <a:pt x="163830" y="107315"/>
                      <a:pt x="159386" y="107315"/>
                    </a:cubicBezTo>
                    <a:close/>
                    <a:moveTo>
                      <a:pt x="17145" y="89535"/>
                    </a:moveTo>
                    <a:lnTo>
                      <a:pt x="150495" y="89535"/>
                    </a:lnTo>
                    <a:lnTo>
                      <a:pt x="150495" y="17145"/>
                    </a:lnTo>
                    <a:lnTo>
                      <a:pt x="17145" y="17145"/>
                    </a:lnTo>
                    <a:lnTo>
                      <a:pt x="17145" y="89535"/>
                    </a:lnTo>
                    <a:close/>
                  </a:path>
                </a:pathLst>
              </a:custGeom>
              <a:grp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452" name="Google Shape;452;p54"/>
              <p:cNvSpPr/>
              <p:nvPr/>
            </p:nvSpPr>
            <p:spPr>
              <a:xfrm>
                <a:off x="9139555" y="2664460"/>
                <a:ext cx="168275" cy="107314"/>
              </a:xfrm>
              <a:custGeom>
                <a:avLst/>
                <a:gdLst/>
                <a:ahLst/>
                <a:cxnLst/>
                <a:rect l="l" t="t" r="r" b="b"/>
                <a:pathLst>
                  <a:path w="168275" h="107314" extrusionOk="0">
                    <a:moveTo>
                      <a:pt x="159385" y="107315"/>
                    </a:moveTo>
                    <a:lnTo>
                      <a:pt x="8889" y="107315"/>
                    </a:lnTo>
                    <a:cubicBezTo>
                      <a:pt x="3810" y="107315"/>
                      <a:pt x="0" y="103505"/>
                      <a:pt x="0" y="98425"/>
                    </a:cubicBezTo>
                    <a:lnTo>
                      <a:pt x="0" y="8890"/>
                    </a:lnTo>
                    <a:cubicBezTo>
                      <a:pt x="0" y="3810"/>
                      <a:pt x="3810" y="0"/>
                      <a:pt x="8889" y="0"/>
                    </a:cubicBezTo>
                    <a:lnTo>
                      <a:pt x="159385" y="0"/>
                    </a:lnTo>
                    <a:cubicBezTo>
                      <a:pt x="164464" y="0"/>
                      <a:pt x="168275" y="3810"/>
                      <a:pt x="168275" y="8890"/>
                    </a:cubicBezTo>
                    <a:lnTo>
                      <a:pt x="168275" y="98425"/>
                    </a:lnTo>
                    <a:cubicBezTo>
                      <a:pt x="168275" y="103505"/>
                      <a:pt x="164464" y="107315"/>
                      <a:pt x="159385" y="107315"/>
                    </a:cubicBezTo>
                    <a:close/>
                    <a:moveTo>
                      <a:pt x="17145" y="90170"/>
                    </a:moveTo>
                    <a:lnTo>
                      <a:pt x="150495" y="90170"/>
                    </a:lnTo>
                    <a:lnTo>
                      <a:pt x="150495" y="17780"/>
                    </a:lnTo>
                    <a:lnTo>
                      <a:pt x="17145" y="17780"/>
                    </a:lnTo>
                    <a:lnTo>
                      <a:pt x="17145" y="90170"/>
                    </a:lnTo>
                    <a:close/>
                  </a:path>
                </a:pathLst>
              </a:custGeom>
              <a:grp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453" name="Google Shape;453;p54"/>
              <p:cNvSpPr/>
              <p:nvPr/>
            </p:nvSpPr>
            <p:spPr>
              <a:xfrm>
                <a:off x="9020809" y="2425700"/>
                <a:ext cx="168275" cy="202564"/>
              </a:xfrm>
              <a:custGeom>
                <a:avLst/>
                <a:gdLst/>
                <a:ahLst/>
                <a:cxnLst/>
                <a:rect l="l" t="t" r="r" b="b"/>
                <a:pathLst>
                  <a:path w="168275" h="202564" extrusionOk="0">
                    <a:moveTo>
                      <a:pt x="116205" y="99060"/>
                    </a:moveTo>
                    <a:lnTo>
                      <a:pt x="104140" y="111125"/>
                    </a:lnTo>
                    <a:lnTo>
                      <a:pt x="135255" y="142240"/>
                    </a:lnTo>
                    <a:lnTo>
                      <a:pt x="49530" y="142240"/>
                    </a:lnTo>
                    <a:cubicBezTo>
                      <a:pt x="31750" y="142240"/>
                      <a:pt x="17145" y="127635"/>
                      <a:pt x="17145" y="109855"/>
                    </a:cubicBezTo>
                    <a:lnTo>
                      <a:pt x="17145" y="49530"/>
                    </a:lnTo>
                    <a:cubicBezTo>
                      <a:pt x="17145" y="31750"/>
                      <a:pt x="31750" y="17145"/>
                      <a:pt x="49530" y="17145"/>
                    </a:cubicBezTo>
                    <a:lnTo>
                      <a:pt x="95885" y="17145"/>
                    </a:lnTo>
                    <a:lnTo>
                      <a:pt x="95885" y="0"/>
                    </a:lnTo>
                    <a:lnTo>
                      <a:pt x="49530" y="0"/>
                    </a:lnTo>
                    <a:cubicBezTo>
                      <a:pt x="22225" y="0"/>
                      <a:pt x="0" y="22225"/>
                      <a:pt x="0" y="49530"/>
                    </a:cubicBezTo>
                    <a:lnTo>
                      <a:pt x="0" y="109855"/>
                    </a:lnTo>
                    <a:cubicBezTo>
                      <a:pt x="0" y="137160"/>
                      <a:pt x="22225" y="159385"/>
                      <a:pt x="49530" y="159385"/>
                    </a:cubicBezTo>
                    <a:lnTo>
                      <a:pt x="135255" y="159385"/>
                    </a:lnTo>
                    <a:lnTo>
                      <a:pt x="104140" y="190500"/>
                    </a:lnTo>
                    <a:lnTo>
                      <a:pt x="116205" y="202565"/>
                    </a:lnTo>
                    <a:lnTo>
                      <a:pt x="168275" y="150495"/>
                    </a:lnTo>
                    <a:lnTo>
                      <a:pt x="116205" y="99060"/>
                    </a:lnTo>
                    <a:close/>
                  </a:path>
                </a:pathLst>
              </a:custGeom>
              <a:grp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454" name="Google Shape;454;p54"/>
              <p:cNvSpPr/>
              <p:nvPr/>
            </p:nvSpPr>
            <p:spPr>
              <a:xfrm>
                <a:off x="9327515" y="2383154"/>
                <a:ext cx="128904" cy="344170"/>
              </a:xfrm>
              <a:custGeom>
                <a:avLst/>
                <a:gdLst/>
                <a:ahLst/>
                <a:cxnLst/>
                <a:rect l="l" t="t" r="r" b="b"/>
                <a:pathLst>
                  <a:path w="128904" h="344170" extrusionOk="0">
                    <a:moveTo>
                      <a:pt x="52070" y="103505"/>
                    </a:moveTo>
                    <a:lnTo>
                      <a:pt x="64135" y="91440"/>
                    </a:lnTo>
                    <a:lnTo>
                      <a:pt x="33020" y="60325"/>
                    </a:lnTo>
                    <a:lnTo>
                      <a:pt x="79375" y="60325"/>
                    </a:lnTo>
                    <a:cubicBezTo>
                      <a:pt x="97155" y="60325"/>
                      <a:pt x="111760" y="74930"/>
                      <a:pt x="111760" y="92710"/>
                    </a:cubicBezTo>
                    <a:lnTo>
                      <a:pt x="111760" y="294640"/>
                    </a:lnTo>
                    <a:cubicBezTo>
                      <a:pt x="111760" y="312420"/>
                      <a:pt x="97155" y="327025"/>
                      <a:pt x="79375" y="327025"/>
                    </a:cubicBezTo>
                    <a:lnTo>
                      <a:pt x="3175" y="327025"/>
                    </a:lnTo>
                    <a:lnTo>
                      <a:pt x="3175" y="344170"/>
                    </a:lnTo>
                    <a:lnTo>
                      <a:pt x="79375" y="344170"/>
                    </a:lnTo>
                    <a:cubicBezTo>
                      <a:pt x="106680" y="344170"/>
                      <a:pt x="128905" y="321945"/>
                      <a:pt x="128905" y="294640"/>
                    </a:cubicBezTo>
                    <a:lnTo>
                      <a:pt x="128905" y="92710"/>
                    </a:lnTo>
                    <a:cubicBezTo>
                      <a:pt x="128905" y="65405"/>
                      <a:pt x="106680" y="43180"/>
                      <a:pt x="79375" y="43180"/>
                    </a:cubicBezTo>
                    <a:lnTo>
                      <a:pt x="33020" y="43180"/>
                    </a:lnTo>
                    <a:lnTo>
                      <a:pt x="64135" y="12065"/>
                    </a:lnTo>
                    <a:lnTo>
                      <a:pt x="52070" y="0"/>
                    </a:lnTo>
                    <a:lnTo>
                      <a:pt x="0" y="52070"/>
                    </a:lnTo>
                    <a:lnTo>
                      <a:pt x="52070" y="103505"/>
                    </a:lnTo>
                    <a:close/>
                  </a:path>
                </a:pathLst>
              </a:custGeom>
              <a:grp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grpSp>
        <p:grpSp>
          <p:nvGrpSpPr>
            <p:cNvPr id="455" name="Google Shape;455;p54"/>
            <p:cNvGrpSpPr/>
            <p:nvPr/>
          </p:nvGrpSpPr>
          <p:grpSpPr>
            <a:xfrm>
              <a:off x="8219974" y="2381567"/>
              <a:ext cx="409776" cy="440372"/>
              <a:chOff x="8219974" y="2381567"/>
              <a:chExt cx="409776" cy="440372"/>
            </a:xfrm>
            <a:grpFill/>
          </p:grpSpPr>
          <p:sp>
            <p:nvSpPr>
              <p:cNvPr id="456" name="Google Shape;456;p54"/>
              <p:cNvSpPr/>
              <p:nvPr/>
            </p:nvSpPr>
            <p:spPr>
              <a:xfrm>
                <a:off x="8264525" y="2477770"/>
                <a:ext cx="213359" cy="252729"/>
              </a:xfrm>
              <a:custGeom>
                <a:avLst/>
                <a:gdLst/>
                <a:ahLst/>
                <a:cxnLst/>
                <a:rect l="l" t="t" r="r" b="b"/>
                <a:pathLst>
                  <a:path w="213359" h="252729" extrusionOk="0">
                    <a:moveTo>
                      <a:pt x="97790" y="234950"/>
                    </a:moveTo>
                    <a:cubicBezTo>
                      <a:pt x="45720" y="233045"/>
                      <a:pt x="17780" y="217805"/>
                      <a:pt x="17780" y="209550"/>
                    </a:cubicBezTo>
                    <a:lnTo>
                      <a:pt x="17780" y="178435"/>
                    </a:lnTo>
                    <a:cubicBezTo>
                      <a:pt x="36195" y="189230"/>
                      <a:pt x="66675" y="195580"/>
                      <a:pt x="97790" y="196850"/>
                    </a:cubicBezTo>
                    <a:lnTo>
                      <a:pt x="97790" y="179705"/>
                    </a:lnTo>
                    <a:cubicBezTo>
                      <a:pt x="45720" y="177800"/>
                      <a:pt x="17780" y="162560"/>
                      <a:pt x="17780" y="154305"/>
                    </a:cubicBezTo>
                    <a:lnTo>
                      <a:pt x="17780" y="123190"/>
                    </a:lnTo>
                    <a:cubicBezTo>
                      <a:pt x="36195" y="133985"/>
                      <a:pt x="66675" y="140335"/>
                      <a:pt x="97790" y="141605"/>
                    </a:cubicBezTo>
                    <a:lnTo>
                      <a:pt x="97790" y="134620"/>
                    </a:lnTo>
                    <a:cubicBezTo>
                      <a:pt x="97790" y="130810"/>
                      <a:pt x="98425" y="127635"/>
                      <a:pt x="100330" y="123825"/>
                    </a:cubicBezTo>
                    <a:cubicBezTo>
                      <a:pt x="46990" y="122555"/>
                      <a:pt x="17780" y="106680"/>
                      <a:pt x="17780" y="98425"/>
                    </a:cubicBezTo>
                    <a:lnTo>
                      <a:pt x="17780" y="67310"/>
                    </a:lnTo>
                    <a:cubicBezTo>
                      <a:pt x="38100" y="79375"/>
                      <a:pt x="72390" y="85725"/>
                      <a:pt x="106680" y="85725"/>
                    </a:cubicBezTo>
                    <a:cubicBezTo>
                      <a:pt x="140970" y="85725"/>
                      <a:pt x="175895" y="79375"/>
                      <a:pt x="195580" y="67310"/>
                    </a:cubicBezTo>
                    <a:lnTo>
                      <a:pt x="195580" y="91440"/>
                    </a:lnTo>
                    <a:cubicBezTo>
                      <a:pt x="198755" y="91440"/>
                      <a:pt x="201295" y="91440"/>
                      <a:pt x="204470" y="91440"/>
                    </a:cubicBezTo>
                    <a:cubicBezTo>
                      <a:pt x="207645" y="91440"/>
                      <a:pt x="210185" y="91440"/>
                      <a:pt x="213360" y="91440"/>
                    </a:cubicBezTo>
                    <a:lnTo>
                      <a:pt x="213360" y="42545"/>
                    </a:lnTo>
                    <a:cubicBezTo>
                      <a:pt x="213360" y="14605"/>
                      <a:pt x="160020" y="0"/>
                      <a:pt x="106680" y="0"/>
                    </a:cubicBezTo>
                    <a:cubicBezTo>
                      <a:pt x="53340" y="0"/>
                      <a:pt x="0" y="14605"/>
                      <a:pt x="0" y="42545"/>
                    </a:cubicBezTo>
                    <a:lnTo>
                      <a:pt x="0" y="210185"/>
                    </a:lnTo>
                    <a:cubicBezTo>
                      <a:pt x="0" y="236855"/>
                      <a:pt x="47625" y="251460"/>
                      <a:pt x="97155" y="252730"/>
                    </a:cubicBezTo>
                    <a:lnTo>
                      <a:pt x="97790" y="234950"/>
                    </a:lnTo>
                    <a:lnTo>
                      <a:pt x="97790" y="234950"/>
                    </a:lnTo>
                    <a:close/>
                    <a:moveTo>
                      <a:pt x="107315" y="16510"/>
                    </a:moveTo>
                    <a:cubicBezTo>
                      <a:pt x="165100" y="16510"/>
                      <a:pt x="196215" y="33020"/>
                      <a:pt x="196215" y="41910"/>
                    </a:cubicBezTo>
                    <a:cubicBezTo>
                      <a:pt x="196215" y="50800"/>
                      <a:pt x="165100" y="67310"/>
                      <a:pt x="107315" y="67310"/>
                    </a:cubicBezTo>
                    <a:cubicBezTo>
                      <a:pt x="49530" y="67310"/>
                      <a:pt x="18415" y="50800"/>
                      <a:pt x="18415" y="41910"/>
                    </a:cubicBezTo>
                    <a:cubicBezTo>
                      <a:pt x="18415" y="33020"/>
                      <a:pt x="49530" y="16510"/>
                      <a:pt x="107315" y="16510"/>
                    </a:cubicBezTo>
                    <a:close/>
                  </a:path>
                </a:pathLst>
              </a:custGeom>
              <a:grp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457" name="Google Shape;457;p54"/>
              <p:cNvSpPr/>
              <p:nvPr/>
            </p:nvSpPr>
            <p:spPr>
              <a:xfrm>
                <a:off x="8219974" y="2381567"/>
                <a:ext cx="409776" cy="105828"/>
              </a:xfrm>
              <a:custGeom>
                <a:avLst/>
                <a:gdLst/>
                <a:ahLst/>
                <a:cxnLst/>
                <a:rect l="l" t="t" r="r" b="b"/>
                <a:pathLst>
                  <a:path w="409776" h="105828" extrusionOk="0">
                    <a:moveTo>
                      <a:pt x="8991" y="105728"/>
                    </a:moveTo>
                    <a:cubicBezTo>
                      <a:pt x="5816" y="105728"/>
                      <a:pt x="2641" y="103822"/>
                      <a:pt x="735" y="100647"/>
                    </a:cubicBezTo>
                    <a:cubicBezTo>
                      <a:pt x="-1169" y="96203"/>
                      <a:pt x="735" y="91122"/>
                      <a:pt x="5181" y="89218"/>
                    </a:cubicBezTo>
                    <a:lnTo>
                      <a:pt x="201395" y="953"/>
                    </a:lnTo>
                    <a:cubicBezTo>
                      <a:pt x="203935" y="-318"/>
                      <a:pt x="206476" y="-318"/>
                      <a:pt x="208381" y="953"/>
                    </a:cubicBezTo>
                    <a:lnTo>
                      <a:pt x="404595" y="89218"/>
                    </a:lnTo>
                    <a:cubicBezTo>
                      <a:pt x="409041" y="91122"/>
                      <a:pt x="410945" y="96203"/>
                      <a:pt x="409041" y="100647"/>
                    </a:cubicBezTo>
                    <a:cubicBezTo>
                      <a:pt x="407135" y="105093"/>
                      <a:pt x="402056" y="106997"/>
                      <a:pt x="397610" y="105093"/>
                    </a:cubicBezTo>
                    <a:lnTo>
                      <a:pt x="205206" y="18097"/>
                    </a:lnTo>
                    <a:lnTo>
                      <a:pt x="12801" y="105093"/>
                    </a:lnTo>
                    <a:cubicBezTo>
                      <a:pt x="10895" y="105093"/>
                      <a:pt x="9626" y="105728"/>
                      <a:pt x="8991" y="105728"/>
                    </a:cubicBezTo>
                    <a:close/>
                  </a:path>
                </a:pathLst>
              </a:custGeom>
              <a:grp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458" name="Google Shape;458;p54"/>
              <p:cNvSpPr/>
              <p:nvPr/>
            </p:nvSpPr>
            <p:spPr>
              <a:xfrm>
                <a:off x="8362950" y="2567939"/>
                <a:ext cx="213359" cy="254000"/>
              </a:xfrm>
              <a:custGeom>
                <a:avLst/>
                <a:gdLst/>
                <a:ahLst/>
                <a:cxnLst/>
                <a:rect l="l" t="t" r="r" b="b"/>
                <a:pathLst>
                  <a:path w="213359" h="254000" extrusionOk="0">
                    <a:moveTo>
                      <a:pt x="106680" y="0"/>
                    </a:moveTo>
                    <a:cubicBezTo>
                      <a:pt x="53340" y="0"/>
                      <a:pt x="0" y="14605"/>
                      <a:pt x="0" y="43180"/>
                    </a:cubicBezTo>
                    <a:lnTo>
                      <a:pt x="0" y="210820"/>
                    </a:lnTo>
                    <a:cubicBezTo>
                      <a:pt x="0" y="239395"/>
                      <a:pt x="53975" y="254000"/>
                      <a:pt x="106680" y="254000"/>
                    </a:cubicBezTo>
                    <a:cubicBezTo>
                      <a:pt x="160020" y="254000"/>
                      <a:pt x="213360" y="239395"/>
                      <a:pt x="213360" y="210820"/>
                    </a:cubicBezTo>
                    <a:lnTo>
                      <a:pt x="213360" y="43180"/>
                    </a:lnTo>
                    <a:cubicBezTo>
                      <a:pt x="213360" y="15240"/>
                      <a:pt x="159385" y="0"/>
                      <a:pt x="106680" y="0"/>
                    </a:cubicBezTo>
                    <a:close/>
                    <a:moveTo>
                      <a:pt x="106680" y="18415"/>
                    </a:moveTo>
                    <a:cubicBezTo>
                      <a:pt x="163830" y="18415"/>
                      <a:pt x="195580" y="34925"/>
                      <a:pt x="195580" y="43180"/>
                    </a:cubicBezTo>
                    <a:cubicBezTo>
                      <a:pt x="195580" y="51435"/>
                      <a:pt x="164465" y="67945"/>
                      <a:pt x="106680" y="67945"/>
                    </a:cubicBezTo>
                    <a:cubicBezTo>
                      <a:pt x="48895" y="67945"/>
                      <a:pt x="17780" y="51435"/>
                      <a:pt x="17780" y="43180"/>
                    </a:cubicBezTo>
                    <a:cubicBezTo>
                      <a:pt x="17780" y="34925"/>
                      <a:pt x="48895" y="18415"/>
                      <a:pt x="106680" y="18415"/>
                    </a:cubicBezTo>
                    <a:close/>
                    <a:moveTo>
                      <a:pt x="106680" y="236220"/>
                    </a:moveTo>
                    <a:cubicBezTo>
                      <a:pt x="49530" y="236220"/>
                      <a:pt x="17780" y="219710"/>
                      <a:pt x="17780" y="211455"/>
                    </a:cubicBezTo>
                    <a:lnTo>
                      <a:pt x="17780" y="180975"/>
                    </a:lnTo>
                    <a:cubicBezTo>
                      <a:pt x="38100" y="193040"/>
                      <a:pt x="72390" y="198755"/>
                      <a:pt x="106680" y="198755"/>
                    </a:cubicBezTo>
                    <a:cubicBezTo>
                      <a:pt x="140970" y="198755"/>
                      <a:pt x="175260" y="192405"/>
                      <a:pt x="195580" y="180975"/>
                    </a:cubicBezTo>
                    <a:lnTo>
                      <a:pt x="195580" y="211455"/>
                    </a:lnTo>
                    <a:cubicBezTo>
                      <a:pt x="194945" y="219710"/>
                      <a:pt x="163830" y="236220"/>
                      <a:pt x="106680" y="236220"/>
                    </a:cubicBezTo>
                    <a:close/>
                    <a:moveTo>
                      <a:pt x="106680" y="180340"/>
                    </a:moveTo>
                    <a:cubicBezTo>
                      <a:pt x="49530" y="180340"/>
                      <a:pt x="17780" y="163830"/>
                      <a:pt x="17780" y="155575"/>
                    </a:cubicBezTo>
                    <a:lnTo>
                      <a:pt x="17780" y="124460"/>
                    </a:lnTo>
                    <a:cubicBezTo>
                      <a:pt x="38100" y="136525"/>
                      <a:pt x="72390" y="142240"/>
                      <a:pt x="106680" y="142240"/>
                    </a:cubicBezTo>
                    <a:cubicBezTo>
                      <a:pt x="140970" y="142240"/>
                      <a:pt x="175260" y="135890"/>
                      <a:pt x="195580" y="124460"/>
                    </a:cubicBezTo>
                    <a:lnTo>
                      <a:pt x="195580" y="154940"/>
                    </a:lnTo>
                    <a:cubicBezTo>
                      <a:pt x="194945" y="163830"/>
                      <a:pt x="163830" y="180340"/>
                      <a:pt x="106680" y="180340"/>
                    </a:cubicBezTo>
                    <a:close/>
                    <a:moveTo>
                      <a:pt x="106680" y="124460"/>
                    </a:moveTo>
                    <a:cubicBezTo>
                      <a:pt x="49530" y="124460"/>
                      <a:pt x="17780" y="107950"/>
                      <a:pt x="17780" y="99695"/>
                    </a:cubicBezTo>
                    <a:lnTo>
                      <a:pt x="17780" y="69215"/>
                    </a:lnTo>
                    <a:cubicBezTo>
                      <a:pt x="38100" y="81280"/>
                      <a:pt x="72390" y="86995"/>
                      <a:pt x="106680" y="86995"/>
                    </a:cubicBezTo>
                    <a:cubicBezTo>
                      <a:pt x="140970" y="86995"/>
                      <a:pt x="175260" y="80645"/>
                      <a:pt x="195580" y="69215"/>
                    </a:cubicBezTo>
                    <a:lnTo>
                      <a:pt x="195580" y="99695"/>
                    </a:lnTo>
                    <a:cubicBezTo>
                      <a:pt x="194945" y="107950"/>
                      <a:pt x="163830" y="124460"/>
                      <a:pt x="106680" y="124460"/>
                    </a:cubicBezTo>
                    <a:close/>
                  </a:path>
                </a:pathLst>
              </a:custGeom>
              <a:grp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grpSp>
        <p:grpSp>
          <p:nvGrpSpPr>
            <p:cNvPr id="459" name="Google Shape;459;p54"/>
            <p:cNvGrpSpPr/>
            <p:nvPr/>
          </p:nvGrpSpPr>
          <p:grpSpPr>
            <a:xfrm>
              <a:off x="7400925" y="2372995"/>
              <a:ext cx="339724" cy="426719"/>
              <a:chOff x="7400925" y="2372995"/>
              <a:chExt cx="339724" cy="426719"/>
            </a:xfrm>
            <a:grpFill/>
          </p:grpSpPr>
          <p:sp>
            <p:nvSpPr>
              <p:cNvPr id="460" name="Google Shape;460;p54"/>
              <p:cNvSpPr/>
              <p:nvPr/>
            </p:nvSpPr>
            <p:spPr>
              <a:xfrm>
                <a:off x="7503159" y="2372995"/>
                <a:ext cx="237490" cy="237489"/>
              </a:xfrm>
              <a:custGeom>
                <a:avLst/>
                <a:gdLst/>
                <a:ahLst/>
                <a:cxnLst/>
                <a:rect l="l" t="t" r="r" b="b"/>
                <a:pathLst>
                  <a:path w="237490" h="237489" extrusionOk="0">
                    <a:moveTo>
                      <a:pt x="142875" y="237490"/>
                    </a:moveTo>
                    <a:lnTo>
                      <a:pt x="94615" y="237490"/>
                    </a:lnTo>
                    <a:lnTo>
                      <a:pt x="93980" y="206375"/>
                    </a:lnTo>
                    <a:cubicBezTo>
                      <a:pt x="87630" y="204470"/>
                      <a:pt x="81280" y="201930"/>
                      <a:pt x="74930" y="198120"/>
                    </a:cubicBezTo>
                    <a:lnTo>
                      <a:pt x="52070" y="219710"/>
                    </a:lnTo>
                    <a:lnTo>
                      <a:pt x="17780" y="185420"/>
                    </a:lnTo>
                    <a:lnTo>
                      <a:pt x="39370" y="162560"/>
                    </a:lnTo>
                    <a:cubicBezTo>
                      <a:pt x="35560" y="156210"/>
                      <a:pt x="33020" y="149860"/>
                      <a:pt x="31115" y="143510"/>
                    </a:cubicBezTo>
                    <a:lnTo>
                      <a:pt x="0" y="142875"/>
                    </a:lnTo>
                    <a:lnTo>
                      <a:pt x="0" y="94615"/>
                    </a:lnTo>
                    <a:lnTo>
                      <a:pt x="31115" y="93980"/>
                    </a:lnTo>
                    <a:cubicBezTo>
                      <a:pt x="33020" y="87630"/>
                      <a:pt x="35560" y="81280"/>
                      <a:pt x="39370" y="74930"/>
                    </a:cubicBezTo>
                    <a:lnTo>
                      <a:pt x="17780" y="52070"/>
                    </a:lnTo>
                    <a:lnTo>
                      <a:pt x="52070" y="17780"/>
                    </a:lnTo>
                    <a:lnTo>
                      <a:pt x="74930" y="39370"/>
                    </a:lnTo>
                    <a:cubicBezTo>
                      <a:pt x="81280" y="35560"/>
                      <a:pt x="87630" y="33020"/>
                      <a:pt x="93980" y="31115"/>
                    </a:cubicBezTo>
                    <a:lnTo>
                      <a:pt x="94615" y="0"/>
                    </a:lnTo>
                    <a:lnTo>
                      <a:pt x="142875" y="0"/>
                    </a:lnTo>
                    <a:lnTo>
                      <a:pt x="143510" y="31115"/>
                    </a:lnTo>
                    <a:cubicBezTo>
                      <a:pt x="149860" y="33020"/>
                      <a:pt x="156210" y="35560"/>
                      <a:pt x="162560" y="39370"/>
                    </a:cubicBezTo>
                    <a:lnTo>
                      <a:pt x="185420" y="17780"/>
                    </a:lnTo>
                    <a:lnTo>
                      <a:pt x="219710" y="52070"/>
                    </a:lnTo>
                    <a:lnTo>
                      <a:pt x="198120" y="74930"/>
                    </a:lnTo>
                    <a:cubicBezTo>
                      <a:pt x="201930" y="81280"/>
                      <a:pt x="204470" y="87630"/>
                      <a:pt x="206375" y="93980"/>
                    </a:cubicBezTo>
                    <a:lnTo>
                      <a:pt x="237490" y="94615"/>
                    </a:lnTo>
                    <a:lnTo>
                      <a:pt x="237490" y="142875"/>
                    </a:lnTo>
                    <a:lnTo>
                      <a:pt x="206375" y="143510"/>
                    </a:lnTo>
                    <a:cubicBezTo>
                      <a:pt x="204470" y="149860"/>
                      <a:pt x="201930" y="156210"/>
                      <a:pt x="198120" y="162560"/>
                    </a:cubicBezTo>
                    <a:lnTo>
                      <a:pt x="219710" y="185420"/>
                    </a:lnTo>
                    <a:lnTo>
                      <a:pt x="185420" y="219710"/>
                    </a:lnTo>
                    <a:lnTo>
                      <a:pt x="162560" y="198120"/>
                    </a:lnTo>
                    <a:cubicBezTo>
                      <a:pt x="156210" y="201930"/>
                      <a:pt x="149860" y="204470"/>
                      <a:pt x="143510" y="206375"/>
                    </a:cubicBezTo>
                    <a:lnTo>
                      <a:pt x="142875" y="237490"/>
                    </a:lnTo>
                    <a:close/>
                    <a:moveTo>
                      <a:pt x="111760" y="219710"/>
                    </a:moveTo>
                    <a:lnTo>
                      <a:pt x="125730" y="219710"/>
                    </a:lnTo>
                    <a:lnTo>
                      <a:pt x="126365" y="191770"/>
                    </a:lnTo>
                    <a:lnTo>
                      <a:pt x="133350" y="190500"/>
                    </a:lnTo>
                    <a:cubicBezTo>
                      <a:pt x="142240" y="189230"/>
                      <a:pt x="150495" y="185420"/>
                      <a:pt x="159385" y="179705"/>
                    </a:cubicBezTo>
                    <a:lnTo>
                      <a:pt x="165100" y="175895"/>
                    </a:lnTo>
                    <a:lnTo>
                      <a:pt x="185420" y="194945"/>
                    </a:lnTo>
                    <a:lnTo>
                      <a:pt x="195580" y="184785"/>
                    </a:lnTo>
                    <a:lnTo>
                      <a:pt x="176530" y="164465"/>
                    </a:lnTo>
                    <a:lnTo>
                      <a:pt x="180340" y="158750"/>
                    </a:lnTo>
                    <a:cubicBezTo>
                      <a:pt x="186055" y="149860"/>
                      <a:pt x="189865" y="141605"/>
                      <a:pt x="191135" y="132715"/>
                    </a:cubicBezTo>
                    <a:lnTo>
                      <a:pt x="192405" y="125730"/>
                    </a:lnTo>
                    <a:lnTo>
                      <a:pt x="220345" y="125095"/>
                    </a:lnTo>
                    <a:lnTo>
                      <a:pt x="220345" y="111125"/>
                    </a:lnTo>
                    <a:lnTo>
                      <a:pt x="192405" y="110490"/>
                    </a:lnTo>
                    <a:lnTo>
                      <a:pt x="191135" y="103505"/>
                    </a:lnTo>
                    <a:cubicBezTo>
                      <a:pt x="189865" y="94615"/>
                      <a:pt x="186055" y="86360"/>
                      <a:pt x="180340" y="77470"/>
                    </a:cubicBezTo>
                    <a:lnTo>
                      <a:pt x="176530" y="71755"/>
                    </a:lnTo>
                    <a:lnTo>
                      <a:pt x="195580" y="51435"/>
                    </a:lnTo>
                    <a:lnTo>
                      <a:pt x="185420" y="41275"/>
                    </a:lnTo>
                    <a:lnTo>
                      <a:pt x="165100" y="60325"/>
                    </a:lnTo>
                    <a:lnTo>
                      <a:pt x="159385" y="56515"/>
                    </a:lnTo>
                    <a:cubicBezTo>
                      <a:pt x="150495" y="50800"/>
                      <a:pt x="142240" y="46990"/>
                      <a:pt x="133350" y="45720"/>
                    </a:cubicBezTo>
                    <a:lnTo>
                      <a:pt x="126365" y="44450"/>
                    </a:lnTo>
                    <a:lnTo>
                      <a:pt x="125730" y="16510"/>
                    </a:lnTo>
                    <a:lnTo>
                      <a:pt x="111760" y="16510"/>
                    </a:lnTo>
                    <a:lnTo>
                      <a:pt x="111125" y="44450"/>
                    </a:lnTo>
                    <a:lnTo>
                      <a:pt x="104140" y="45720"/>
                    </a:lnTo>
                    <a:cubicBezTo>
                      <a:pt x="95250" y="46990"/>
                      <a:pt x="86995" y="50800"/>
                      <a:pt x="78105" y="56515"/>
                    </a:cubicBezTo>
                    <a:lnTo>
                      <a:pt x="72390" y="60325"/>
                    </a:lnTo>
                    <a:lnTo>
                      <a:pt x="52070" y="41275"/>
                    </a:lnTo>
                    <a:lnTo>
                      <a:pt x="41910" y="51435"/>
                    </a:lnTo>
                    <a:lnTo>
                      <a:pt x="60960" y="71755"/>
                    </a:lnTo>
                    <a:lnTo>
                      <a:pt x="57150" y="77470"/>
                    </a:lnTo>
                    <a:cubicBezTo>
                      <a:pt x="51435" y="86360"/>
                      <a:pt x="47625" y="94615"/>
                      <a:pt x="46355" y="103505"/>
                    </a:cubicBezTo>
                    <a:lnTo>
                      <a:pt x="45085" y="110490"/>
                    </a:lnTo>
                    <a:lnTo>
                      <a:pt x="17145" y="111125"/>
                    </a:lnTo>
                    <a:lnTo>
                      <a:pt x="17145" y="125095"/>
                    </a:lnTo>
                    <a:lnTo>
                      <a:pt x="45085" y="125730"/>
                    </a:lnTo>
                    <a:lnTo>
                      <a:pt x="46355" y="132715"/>
                    </a:lnTo>
                    <a:cubicBezTo>
                      <a:pt x="47625" y="141605"/>
                      <a:pt x="51435" y="149860"/>
                      <a:pt x="57150" y="158750"/>
                    </a:cubicBezTo>
                    <a:lnTo>
                      <a:pt x="60960" y="164465"/>
                    </a:lnTo>
                    <a:lnTo>
                      <a:pt x="41910" y="184785"/>
                    </a:lnTo>
                    <a:lnTo>
                      <a:pt x="52070" y="194945"/>
                    </a:lnTo>
                    <a:lnTo>
                      <a:pt x="72390" y="175895"/>
                    </a:lnTo>
                    <a:lnTo>
                      <a:pt x="78105" y="179705"/>
                    </a:lnTo>
                    <a:cubicBezTo>
                      <a:pt x="86995" y="185420"/>
                      <a:pt x="95250" y="189230"/>
                      <a:pt x="104140" y="190500"/>
                    </a:cubicBezTo>
                    <a:lnTo>
                      <a:pt x="111125" y="191770"/>
                    </a:lnTo>
                    <a:lnTo>
                      <a:pt x="111760" y="219710"/>
                    </a:lnTo>
                    <a:close/>
                    <a:moveTo>
                      <a:pt x="228600" y="133985"/>
                    </a:moveTo>
                    <a:lnTo>
                      <a:pt x="228600" y="133985"/>
                    </a:lnTo>
                    <a:lnTo>
                      <a:pt x="228600" y="133985"/>
                    </a:lnTo>
                    <a:close/>
                  </a:path>
                </a:pathLst>
              </a:custGeom>
              <a:grp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sp>
            <p:nvSpPr>
              <p:cNvPr id="461" name="Google Shape;461;p54"/>
              <p:cNvSpPr/>
              <p:nvPr/>
            </p:nvSpPr>
            <p:spPr>
              <a:xfrm>
                <a:off x="7400925" y="2539364"/>
                <a:ext cx="231140" cy="260350"/>
              </a:xfrm>
              <a:custGeom>
                <a:avLst/>
                <a:gdLst/>
                <a:ahLst/>
                <a:cxnLst/>
                <a:rect l="l" t="t" r="r" b="b"/>
                <a:pathLst>
                  <a:path w="231140" h="260350" extrusionOk="0">
                    <a:moveTo>
                      <a:pt x="213995" y="99695"/>
                    </a:moveTo>
                    <a:cubicBezTo>
                      <a:pt x="212725" y="106045"/>
                      <a:pt x="178435" y="121285"/>
                      <a:pt x="116205" y="121285"/>
                    </a:cubicBezTo>
                    <a:cubicBezTo>
                      <a:pt x="52705" y="121285"/>
                      <a:pt x="18415" y="106045"/>
                      <a:pt x="18415" y="99695"/>
                    </a:cubicBezTo>
                    <a:lnTo>
                      <a:pt x="18415" y="61595"/>
                    </a:lnTo>
                    <a:cubicBezTo>
                      <a:pt x="40005" y="73025"/>
                      <a:pt x="79375" y="78740"/>
                      <a:pt x="116205" y="78740"/>
                    </a:cubicBezTo>
                    <a:cubicBezTo>
                      <a:pt x="144780" y="78740"/>
                      <a:pt x="174625" y="75565"/>
                      <a:pt x="196215" y="68580"/>
                    </a:cubicBezTo>
                    <a:lnTo>
                      <a:pt x="195580" y="50165"/>
                    </a:lnTo>
                    <a:cubicBezTo>
                      <a:pt x="179705" y="55880"/>
                      <a:pt x="153670" y="60960"/>
                      <a:pt x="115570" y="60960"/>
                    </a:cubicBezTo>
                    <a:cubicBezTo>
                      <a:pt x="48260" y="60960"/>
                      <a:pt x="17780" y="44450"/>
                      <a:pt x="17780" y="39370"/>
                    </a:cubicBezTo>
                    <a:cubicBezTo>
                      <a:pt x="17780" y="34290"/>
                      <a:pt x="48260" y="17780"/>
                      <a:pt x="115570" y="17780"/>
                    </a:cubicBezTo>
                    <a:cubicBezTo>
                      <a:pt x="116840" y="17780"/>
                      <a:pt x="118110" y="17780"/>
                      <a:pt x="120015" y="17780"/>
                    </a:cubicBezTo>
                    <a:lnTo>
                      <a:pt x="135890" y="635"/>
                    </a:lnTo>
                    <a:cubicBezTo>
                      <a:pt x="128905" y="0"/>
                      <a:pt x="121920" y="0"/>
                      <a:pt x="115570" y="0"/>
                    </a:cubicBezTo>
                    <a:cubicBezTo>
                      <a:pt x="59690" y="0"/>
                      <a:pt x="0" y="12065"/>
                      <a:pt x="0" y="39370"/>
                    </a:cubicBezTo>
                    <a:lnTo>
                      <a:pt x="0" y="220980"/>
                    </a:lnTo>
                    <a:cubicBezTo>
                      <a:pt x="0" y="248285"/>
                      <a:pt x="59690" y="260350"/>
                      <a:pt x="115570" y="260350"/>
                    </a:cubicBezTo>
                    <a:cubicBezTo>
                      <a:pt x="158750" y="260350"/>
                      <a:pt x="231140" y="252095"/>
                      <a:pt x="231140" y="220980"/>
                    </a:cubicBezTo>
                    <a:lnTo>
                      <a:pt x="231140" y="71120"/>
                    </a:lnTo>
                    <a:lnTo>
                      <a:pt x="213360" y="71120"/>
                    </a:lnTo>
                    <a:lnTo>
                      <a:pt x="213360" y="99695"/>
                    </a:lnTo>
                    <a:close/>
                    <a:moveTo>
                      <a:pt x="213995" y="220980"/>
                    </a:moveTo>
                    <a:cubicBezTo>
                      <a:pt x="213995" y="227330"/>
                      <a:pt x="179705" y="242570"/>
                      <a:pt x="116205" y="242570"/>
                    </a:cubicBezTo>
                    <a:cubicBezTo>
                      <a:pt x="53975" y="242570"/>
                      <a:pt x="19685" y="227330"/>
                      <a:pt x="18415" y="220980"/>
                    </a:cubicBezTo>
                    <a:lnTo>
                      <a:pt x="18415" y="182880"/>
                    </a:lnTo>
                    <a:cubicBezTo>
                      <a:pt x="42545" y="195580"/>
                      <a:pt x="86360" y="199390"/>
                      <a:pt x="116205" y="199390"/>
                    </a:cubicBezTo>
                    <a:cubicBezTo>
                      <a:pt x="153035" y="199390"/>
                      <a:pt x="192405" y="193675"/>
                      <a:pt x="213995" y="182245"/>
                    </a:cubicBezTo>
                    <a:lnTo>
                      <a:pt x="213995" y="220980"/>
                    </a:lnTo>
                    <a:close/>
                    <a:moveTo>
                      <a:pt x="213995" y="160020"/>
                    </a:moveTo>
                    <a:cubicBezTo>
                      <a:pt x="212725" y="166370"/>
                      <a:pt x="178435" y="181610"/>
                      <a:pt x="116205" y="181610"/>
                    </a:cubicBezTo>
                    <a:cubicBezTo>
                      <a:pt x="52705" y="181610"/>
                      <a:pt x="18415" y="166370"/>
                      <a:pt x="18415" y="160020"/>
                    </a:cubicBezTo>
                    <a:lnTo>
                      <a:pt x="18415" y="122555"/>
                    </a:lnTo>
                    <a:cubicBezTo>
                      <a:pt x="42545" y="135255"/>
                      <a:pt x="86360" y="139065"/>
                      <a:pt x="116205" y="139065"/>
                    </a:cubicBezTo>
                    <a:cubicBezTo>
                      <a:pt x="153035" y="139065"/>
                      <a:pt x="192405" y="133350"/>
                      <a:pt x="213995" y="121920"/>
                    </a:cubicBezTo>
                    <a:lnTo>
                      <a:pt x="213995" y="160020"/>
                    </a:lnTo>
                    <a:close/>
                  </a:path>
                </a:pathLst>
              </a:custGeom>
              <a:grp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dirty="0">
                  <a:solidFill>
                    <a:srgbClr val="000000"/>
                  </a:solidFill>
                  <a:latin typeface="Calibri"/>
                  <a:ea typeface="Calibri"/>
                  <a:cs typeface="Calibri"/>
                  <a:sym typeface="Calibri"/>
                </a:endParaRPr>
              </a:p>
            </p:txBody>
          </p:sp>
          <p:sp>
            <p:nvSpPr>
              <p:cNvPr id="462" name="Google Shape;462;p54"/>
              <p:cNvSpPr/>
              <p:nvPr/>
            </p:nvSpPr>
            <p:spPr>
              <a:xfrm>
                <a:off x="7566659" y="2435860"/>
                <a:ext cx="110490" cy="110489"/>
              </a:xfrm>
              <a:custGeom>
                <a:avLst/>
                <a:gdLst/>
                <a:ahLst/>
                <a:cxnLst/>
                <a:rect l="l" t="t" r="r" b="b"/>
                <a:pathLst>
                  <a:path w="110490" h="110489" extrusionOk="0">
                    <a:moveTo>
                      <a:pt x="55245" y="110490"/>
                    </a:moveTo>
                    <a:cubicBezTo>
                      <a:pt x="24765" y="110490"/>
                      <a:pt x="0" y="85725"/>
                      <a:pt x="0" y="55245"/>
                    </a:cubicBezTo>
                    <a:cubicBezTo>
                      <a:pt x="0" y="24765"/>
                      <a:pt x="24765" y="0"/>
                      <a:pt x="55245" y="0"/>
                    </a:cubicBezTo>
                    <a:cubicBezTo>
                      <a:pt x="85725" y="0"/>
                      <a:pt x="110490" y="24765"/>
                      <a:pt x="110490" y="55245"/>
                    </a:cubicBezTo>
                    <a:cubicBezTo>
                      <a:pt x="110490" y="85725"/>
                      <a:pt x="85725" y="110490"/>
                      <a:pt x="55245" y="110490"/>
                    </a:cubicBezTo>
                    <a:close/>
                    <a:moveTo>
                      <a:pt x="55245" y="17780"/>
                    </a:moveTo>
                    <a:cubicBezTo>
                      <a:pt x="34290" y="17780"/>
                      <a:pt x="17780" y="34925"/>
                      <a:pt x="17780" y="55245"/>
                    </a:cubicBezTo>
                    <a:cubicBezTo>
                      <a:pt x="17780" y="76200"/>
                      <a:pt x="34925" y="92710"/>
                      <a:pt x="55245" y="92710"/>
                    </a:cubicBezTo>
                    <a:cubicBezTo>
                      <a:pt x="76200" y="92710"/>
                      <a:pt x="92710" y="75565"/>
                      <a:pt x="92710" y="55245"/>
                    </a:cubicBezTo>
                    <a:cubicBezTo>
                      <a:pt x="92710" y="34290"/>
                      <a:pt x="76200" y="17780"/>
                      <a:pt x="55245" y="17780"/>
                    </a:cubicBezTo>
                    <a:close/>
                  </a:path>
                </a:pathLst>
              </a:custGeom>
              <a:grp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rgbClr val="000000"/>
                  </a:solidFill>
                  <a:latin typeface="Calibri"/>
                  <a:ea typeface="Calibri"/>
                  <a:cs typeface="Calibri"/>
                  <a:sym typeface="Calibri"/>
                </a:endParaRPr>
              </a:p>
            </p:txBody>
          </p:sp>
        </p:grpSp>
      </p:grpSp>
      <p:sp>
        <p:nvSpPr>
          <p:cNvPr id="463" name="Google Shape;463;p54"/>
          <p:cNvSpPr txBox="1"/>
          <p:nvPr/>
        </p:nvSpPr>
        <p:spPr>
          <a:xfrm>
            <a:off x="1666875" y="1097275"/>
            <a:ext cx="5810400" cy="285900"/>
          </a:xfrm>
          <a:prstGeom prst="rect">
            <a:avLst/>
          </a:prstGeom>
          <a:noFill/>
          <a:ln>
            <a:noFill/>
          </a:ln>
        </p:spPr>
        <p:txBody>
          <a:bodyPr spcFirstLastPara="1" wrap="square" lIns="45725" tIns="45725" rIns="45725" bIns="45725" anchor="ctr" anchorCtr="0">
            <a:noAutofit/>
          </a:bodyPr>
          <a:lstStyle/>
          <a:p>
            <a:pPr marL="0" lvl="0" indent="0" algn="ctr" rtl="0">
              <a:spcBef>
                <a:spcPts val="0"/>
              </a:spcBef>
              <a:spcAft>
                <a:spcPts val="0"/>
              </a:spcAft>
              <a:buNone/>
            </a:pPr>
            <a:r>
              <a:rPr lang="en" sz="900" b="1">
                <a:solidFill>
                  <a:schemeClr val="dk2"/>
                </a:solidFill>
                <a:latin typeface="Plus Jakarta Sans"/>
                <a:ea typeface="Plus Jakarta Sans"/>
                <a:cs typeface="Plus Jakarta Sans"/>
                <a:sym typeface="Plus Jakarta Sans"/>
              </a:rPr>
              <a:t>CLOUDERA HYBRID CLOUD</a:t>
            </a:r>
            <a:endParaRPr sz="900" b="1">
              <a:solidFill>
                <a:schemeClr val="dk2"/>
              </a:solidFill>
              <a:latin typeface="Plus Jakarta Sans"/>
              <a:ea typeface="Plus Jakarta Sans"/>
              <a:cs typeface="Plus Jakarta Sans"/>
              <a:sym typeface="Plus Jakarta Sans"/>
            </a:endParaRPr>
          </a:p>
        </p:txBody>
      </p:sp>
      <p:sp>
        <p:nvSpPr>
          <p:cNvPr id="464" name="Google Shape;464;p54"/>
          <p:cNvSpPr txBox="1"/>
          <p:nvPr/>
        </p:nvSpPr>
        <p:spPr>
          <a:xfrm>
            <a:off x="1905000" y="1478275"/>
            <a:ext cx="5334000" cy="285900"/>
          </a:xfrm>
          <a:prstGeom prst="rect">
            <a:avLst/>
          </a:prstGeom>
          <a:noFill/>
          <a:ln>
            <a:noFill/>
          </a:ln>
        </p:spPr>
        <p:txBody>
          <a:bodyPr spcFirstLastPara="1" wrap="square" lIns="45725" tIns="45725" rIns="45725" bIns="45725" anchor="ctr" anchorCtr="0">
            <a:noAutofit/>
          </a:bodyPr>
          <a:lstStyle/>
          <a:p>
            <a:pPr marL="0" lvl="0" indent="0" algn="ctr" rtl="0">
              <a:spcBef>
                <a:spcPts val="0"/>
              </a:spcBef>
              <a:spcAft>
                <a:spcPts val="0"/>
              </a:spcAft>
              <a:buNone/>
            </a:pPr>
            <a:r>
              <a:rPr lang="en" sz="700" b="1" dirty="0">
                <a:solidFill>
                  <a:schemeClr val="dk2"/>
                </a:solidFill>
                <a:latin typeface="Plus Jakarta Sans"/>
                <a:ea typeface="Plus Jakarta Sans"/>
                <a:cs typeface="Plus Jakarta Sans"/>
                <a:sym typeface="Plus Jakarta Sans"/>
              </a:rPr>
              <a:t>MANAGEMENT CONSOLE | DATA CATALOG | REPLICATION MANAGER | OBSERVABILITY*</a:t>
            </a:r>
            <a:endParaRPr sz="700" b="1" dirty="0">
              <a:solidFill>
                <a:schemeClr val="dk2"/>
              </a:solidFill>
              <a:latin typeface="Plus Jakarta Sans"/>
              <a:ea typeface="Plus Jakarta Sans"/>
              <a:cs typeface="Plus Jakarta Sans"/>
              <a:sym typeface="Plus Jakarta Sans"/>
            </a:endParaRPr>
          </a:p>
        </p:txBody>
      </p:sp>
      <p:sp>
        <p:nvSpPr>
          <p:cNvPr id="465" name="Google Shape;465;p54"/>
          <p:cNvSpPr txBox="1"/>
          <p:nvPr/>
        </p:nvSpPr>
        <p:spPr>
          <a:xfrm>
            <a:off x="3348988" y="2764150"/>
            <a:ext cx="3284100" cy="285900"/>
          </a:xfrm>
          <a:prstGeom prst="rect">
            <a:avLst/>
          </a:prstGeom>
          <a:noFill/>
          <a:ln>
            <a:noFill/>
          </a:ln>
        </p:spPr>
        <p:txBody>
          <a:bodyPr spcFirstLastPara="1" wrap="square" lIns="0" tIns="45725" rIns="0" bIns="45725" anchor="ctr" anchorCtr="0">
            <a:noAutofit/>
          </a:bodyPr>
          <a:lstStyle/>
          <a:p>
            <a:pPr marL="0" lvl="0" indent="0" algn="ctr" rtl="0">
              <a:spcBef>
                <a:spcPts val="0"/>
              </a:spcBef>
              <a:spcAft>
                <a:spcPts val="0"/>
              </a:spcAft>
              <a:buNone/>
            </a:pPr>
            <a:r>
              <a:rPr lang="en" sz="700" b="1">
                <a:solidFill>
                  <a:schemeClr val="dk2"/>
                </a:solidFill>
                <a:latin typeface="Plus Jakarta Sans"/>
                <a:ea typeface="Plus Jakarta Sans"/>
                <a:cs typeface="Plus Jakarta Sans"/>
                <a:sym typeface="Plus Jakarta Sans"/>
              </a:rPr>
              <a:t>METADATA | SECURITY | ENCRYPTION | CONTROL | GOVERNANCE</a:t>
            </a:r>
            <a:endParaRPr sz="700" b="1">
              <a:solidFill>
                <a:schemeClr val="dk2"/>
              </a:solidFill>
              <a:latin typeface="Plus Jakarta Sans"/>
              <a:ea typeface="Plus Jakarta Sans"/>
              <a:cs typeface="Plus Jakarta Sans"/>
              <a:sym typeface="Plus Jakarta Sans"/>
            </a:endParaRPr>
          </a:p>
        </p:txBody>
      </p:sp>
      <p:sp>
        <p:nvSpPr>
          <p:cNvPr id="466" name="Google Shape;466;p54"/>
          <p:cNvSpPr txBox="1"/>
          <p:nvPr/>
        </p:nvSpPr>
        <p:spPr>
          <a:xfrm>
            <a:off x="1904963" y="3430900"/>
            <a:ext cx="699600" cy="285900"/>
          </a:xfrm>
          <a:prstGeom prst="rect">
            <a:avLst/>
          </a:prstGeom>
          <a:noFill/>
          <a:ln>
            <a:noFill/>
          </a:ln>
        </p:spPr>
        <p:txBody>
          <a:bodyPr spcFirstLastPara="1" wrap="square" lIns="91450" tIns="45725" rIns="0" bIns="45725" anchor="ctr" anchorCtr="0">
            <a:noAutofit/>
          </a:bodyPr>
          <a:lstStyle/>
          <a:p>
            <a:pPr marL="0" lvl="0" indent="0" algn="l" rtl="0">
              <a:spcBef>
                <a:spcPts val="0"/>
              </a:spcBef>
              <a:spcAft>
                <a:spcPts val="0"/>
              </a:spcAft>
              <a:buNone/>
            </a:pPr>
            <a:r>
              <a:rPr lang="en" sz="700" b="1" dirty="0">
                <a:solidFill>
                  <a:schemeClr val="accent2"/>
                </a:solidFill>
                <a:latin typeface="Plus Jakarta Sans"/>
                <a:ea typeface="Plus Jakarta Sans"/>
                <a:cs typeface="Plus Jakarta Sans"/>
                <a:sym typeface="Plus Jakarta Sans"/>
              </a:rPr>
              <a:t>DATA</a:t>
            </a:r>
            <a:br>
              <a:rPr lang="en" sz="700" b="1" dirty="0">
                <a:solidFill>
                  <a:schemeClr val="accent2"/>
                </a:solidFill>
                <a:latin typeface="Plus Jakarta Sans"/>
                <a:ea typeface="Plus Jakarta Sans"/>
                <a:cs typeface="Plus Jakarta Sans"/>
                <a:sym typeface="Plus Jakarta Sans"/>
              </a:rPr>
            </a:br>
            <a:r>
              <a:rPr lang="en" sz="700" b="1" dirty="0">
                <a:solidFill>
                  <a:schemeClr val="accent2"/>
                </a:solidFill>
                <a:latin typeface="Plus Jakarta Sans"/>
                <a:ea typeface="Plus Jakarta Sans"/>
                <a:cs typeface="Plus Jakarta Sans"/>
                <a:sym typeface="Plus Jakarta Sans"/>
              </a:rPr>
              <a:t>CLUSTERS</a:t>
            </a:r>
            <a:endParaRPr sz="700" b="1" dirty="0">
              <a:solidFill>
                <a:schemeClr val="accent2"/>
              </a:solidFill>
              <a:latin typeface="Plus Jakarta Sans"/>
              <a:ea typeface="Plus Jakarta Sans"/>
              <a:cs typeface="Plus Jakarta Sans"/>
              <a:sym typeface="Plus Jakarta Sans"/>
            </a:endParaRPr>
          </a:p>
        </p:txBody>
      </p:sp>
      <p:sp>
        <p:nvSpPr>
          <p:cNvPr id="467" name="Google Shape;467;p54"/>
          <p:cNvSpPr txBox="1"/>
          <p:nvPr/>
        </p:nvSpPr>
        <p:spPr>
          <a:xfrm>
            <a:off x="4720775" y="3431138"/>
            <a:ext cx="699600" cy="285900"/>
          </a:xfrm>
          <a:prstGeom prst="rect">
            <a:avLst/>
          </a:prstGeom>
          <a:noFill/>
          <a:ln>
            <a:noFill/>
          </a:ln>
        </p:spPr>
        <p:txBody>
          <a:bodyPr spcFirstLastPara="1" wrap="square" lIns="91450" tIns="45725" rIns="0" bIns="45725" anchor="ctr" anchorCtr="0">
            <a:noAutofit/>
          </a:bodyPr>
          <a:lstStyle/>
          <a:p>
            <a:pPr marL="0" lvl="0" indent="0" algn="l" rtl="0">
              <a:spcBef>
                <a:spcPts val="0"/>
              </a:spcBef>
              <a:spcAft>
                <a:spcPts val="0"/>
              </a:spcAft>
              <a:buNone/>
            </a:pPr>
            <a:r>
              <a:rPr lang="en" sz="700" b="1" dirty="0">
                <a:solidFill>
                  <a:schemeClr val="accent2"/>
                </a:solidFill>
                <a:latin typeface="Plus Jakarta Sans"/>
                <a:ea typeface="Plus Jakarta Sans"/>
                <a:cs typeface="Plus Jakarta Sans"/>
                <a:sym typeface="Plus Jakarta Sans"/>
              </a:rPr>
              <a:t>DATA</a:t>
            </a:r>
            <a:br>
              <a:rPr lang="en" sz="700" b="1" dirty="0">
                <a:solidFill>
                  <a:schemeClr val="accent2"/>
                </a:solidFill>
                <a:latin typeface="Plus Jakarta Sans"/>
                <a:ea typeface="Plus Jakarta Sans"/>
                <a:cs typeface="Plus Jakarta Sans"/>
                <a:sym typeface="Plus Jakarta Sans"/>
              </a:rPr>
            </a:br>
            <a:r>
              <a:rPr lang="en" sz="700" b="1" dirty="0">
                <a:solidFill>
                  <a:schemeClr val="accent2"/>
                </a:solidFill>
                <a:latin typeface="Plus Jakarta Sans"/>
                <a:ea typeface="Plus Jakarta Sans"/>
                <a:cs typeface="Plus Jakarta Sans"/>
                <a:sym typeface="Plus Jakarta Sans"/>
              </a:rPr>
              <a:t>CLUSTERS</a:t>
            </a:r>
            <a:endParaRPr sz="700" b="1" dirty="0">
              <a:solidFill>
                <a:schemeClr val="accent2"/>
              </a:solidFill>
              <a:latin typeface="Plus Jakarta Sans"/>
              <a:ea typeface="Plus Jakarta Sans"/>
              <a:cs typeface="Plus Jakarta Sans"/>
              <a:sym typeface="Plus Jakarta Sans"/>
            </a:endParaRPr>
          </a:p>
        </p:txBody>
      </p:sp>
      <p:sp>
        <p:nvSpPr>
          <p:cNvPr id="468" name="Google Shape;468;p54"/>
          <p:cNvSpPr txBox="1"/>
          <p:nvPr/>
        </p:nvSpPr>
        <p:spPr>
          <a:xfrm>
            <a:off x="1904963" y="2097405"/>
            <a:ext cx="624000" cy="285900"/>
          </a:xfrm>
          <a:prstGeom prst="rect">
            <a:avLst/>
          </a:prstGeom>
          <a:noFill/>
          <a:ln>
            <a:noFill/>
          </a:ln>
        </p:spPr>
        <p:txBody>
          <a:bodyPr spcFirstLastPara="1" wrap="square" lIns="91450" tIns="45725" rIns="0" bIns="45725" anchor="ctr" anchorCtr="0">
            <a:noAutofit/>
          </a:bodyPr>
          <a:lstStyle/>
          <a:p>
            <a:pPr marL="0" lvl="0" indent="0" algn="l" rtl="0">
              <a:spcBef>
                <a:spcPts val="0"/>
              </a:spcBef>
              <a:spcAft>
                <a:spcPts val="0"/>
              </a:spcAft>
              <a:buNone/>
            </a:pPr>
            <a:r>
              <a:rPr lang="en" sz="700" b="1" dirty="0">
                <a:solidFill>
                  <a:schemeClr val="accent1"/>
                </a:solidFill>
                <a:latin typeface="Plus Jakarta Sans"/>
                <a:ea typeface="Plus Jakarta Sans"/>
                <a:cs typeface="Plus Jakarta Sans"/>
                <a:sym typeface="Plus Jakarta Sans"/>
              </a:rPr>
              <a:t>DATA</a:t>
            </a:r>
            <a:br>
              <a:rPr lang="en" sz="700" b="1" dirty="0">
                <a:solidFill>
                  <a:schemeClr val="accent1"/>
                </a:solidFill>
                <a:latin typeface="Plus Jakarta Sans"/>
                <a:ea typeface="Plus Jakarta Sans"/>
                <a:cs typeface="Plus Jakarta Sans"/>
                <a:sym typeface="Plus Jakarta Sans"/>
              </a:rPr>
            </a:br>
            <a:r>
              <a:rPr lang="en" sz="700" b="1" dirty="0">
                <a:solidFill>
                  <a:schemeClr val="accent1"/>
                </a:solidFill>
                <a:latin typeface="Plus Jakarta Sans"/>
                <a:ea typeface="Plus Jakarta Sans"/>
                <a:cs typeface="Plus Jakarta Sans"/>
                <a:sym typeface="Plus Jakarta Sans"/>
              </a:rPr>
              <a:t>SERVICES</a:t>
            </a:r>
            <a:endParaRPr sz="700" b="1" dirty="0">
              <a:solidFill>
                <a:schemeClr val="accent1"/>
              </a:solidFill>
              <a:latin typeface="Plus Jakarta Sans"/>
              <a:ea typeface="Plus Jakarta Sans"/>
              <a:cs typeface="Plus Jakarta Sans"/>
              <a:sym typeface="Plus Jakarta Sans"/>
            </a:endParaRPr>
          </a:p>
        </p:txBody>
      </p:sp>
      <p:sp>
        <p:nvSpPr>
          <p:cNvPr id="469" name="Google Shape;469;p54"/>
          <p:cNvSpPr txBox="1"/>
          <p:nvPr/>
        </p:nvSpPr>
        <p:spPr>
          <a:xfrm>
            <a:off x="2455436" y="2285050"/>
            <a:ext cx="724800" cy="285900"/>
          </a:xfrm>
          <a:prstGeom prst="rect">
            <a:avLst/>
          </a:prstGeom>
          <a:noFill/>
          <a:ln>
            <a:noFill/>
          </a:ln>
        </p:spPr>
        <p:txBody>
          <a:bodyPr spcFirstLastPara="1" wrap="square" lIns="0" tIns="45725" rIns="0" bIns="45725" anchor="ctr" anchorCtr="0">
            <a:noAutofit/>
          </a:bodyPr>
          <a:lstStyle/>
          <a:p>
            <a:pPr marL="0" lvl="0" indent="0" algn="ctr" rtl="0">
              <a:spcBef>
                <a:spcPts val="0"/>
              </a:spcBef>
              <a:spcAft>
                <a:spcPts val="0"/>
              </a:spcAft>
              <a:buNone/>
            </a:pPr>
            <a:r>
              <a:rPr lang="en" sz="600" b="1" dirty="0">
                <a:solidFill>
                  <a:schemeClr val="accent1"/>
                </a:solidFill>
                <a:latin typeface="Plus Jakarta Sans"/>
                <a:ea typeface="Plus Jakarta Sans"/>
                <a:cs typeface="Plus Jakarta Sans"/>
                <a:sym typeface="Plus Jakarta Sans"/>
              </a:rPr>
              <a:t>DATA</a:t>
            </a:r>
            <a:br>
              <a:rPr lang="en" sz="600" b="1" dirty="0">
                <a:solidFill>
                  <a:schemeClr val="accent1"/>
                </a:solidFill>
                <a:latin typeface="Plus Jakarta Sans"/>
                <a:ea typeface="Plus Jakarta Sans"/>
                <a:cs typeface="Plus Jakarta Sans"/>
                <a:sym typeface="Plus Jakarta Sans"/>
              </a:rPr>
            </a:br>
            <a:r>
              <a:rPr lang="en" sz="600" b="1" dirty="0">
                <a:solidFill>
                  <a:schemeClr val="accent1"/>
                </a:solidFill>
                <a:latin typeface="Plus Jakarta Sans"/>
                <a:ea typeface="Plus Jakarta Sans"/>
                <a:cs typeface="Plus Jakarta Sans"/>
                <a:sym typeface="Plus Jakarta Sans"/>
              </a:rPr>
              <a:t>ENGINEERING</a:t>
            </a:r>
            <a:endParaRPr sz="600" b="1" dirty="0">
              <a:solidFill>
                <a:schemeClr val="accent1"/>
              </a:solidFill>
              <a:latin typeface="Plus Jakarta Sans"/>
              <a:ea typeface="Plus Jakarta Sans"/>
              <a:cs typeface="Plus Jakarta Sans"/>
              <a:sym typeface="Plus Jakarta Sans"/>
            </a:endParaRPr>
          </a:p>
        </p:txBody>
      </p:sp>
      <p:sp>
        <p:nvSpPr>
          <p:cNvPr id="470" name="Google Shape;470;p54"/>
          <p:cNvSpPr txBox="1"/>
          <p:nvPr/>
        </p:nvSpPr>
        <p:spPr>
          <a:xfrm>
            <a:off x="3146365" y="2285050"/>
            <a:ext cx="724800" cy="285900"/>
          </a:xfrm>
          <a:prstGeom prst="rect">
            <a:avLst/>
          </a:prstGeom>
          <a:noFill/>
          <a:ln>
            <a:noFill/>
          </a:ln>
        </p:spPr>
        <p:txBody>
          <a:bodyPr spcFirstLastPara="1" wrap="square" lIns="0" tIns="45725" rIns="0" bIns="45725" anchor="ctr" anchorCtr="0">
            <a:noAutofit/>
          </a:bodyPr>
          <a:lstStyle/>
          <a:p>
            <a:pPr marL="0" lvl="0" indent="0" algn="ctr" rtl="0">
              <a:spcBef>
                <a:spcPts val="0"/>
              </a:spcBef>
              <a:spcAft>
                <a:spcPts val="0"/>
              </a:spcAft>
              <a:buNone/>
            </a:pPr>
            <a:r>
              <a:rPr lang="en" sz="600" b="1">
                <a:solidFill>
                  <a:schemeClr val="accent1"/>
                </a:solidFill>
                <a:latin typeface="Lato"/>
                <a:ea typeface="Lato"/>
                <a:cs typeface="Lato"/>
                <a:sym typeface="Lato"/>
              </a:rPr>
              <a:t>DATA</a:t>
            </a:r>
            <a:br>
              <a:rPr lang="en" sz="600" b="1">
                <a:solidFill>
                  <a:schemeClr val="accent1"/>
                </a:solidFill>
                <a:latin typeface="Lato"/>
                <a:ea typeface="Lato"/>
                <a:cs typeface="Lato"/>
                <a:sym typeface="Lato"/>
              </a:rPr>
            </a:br>
            <a:r>
              <a:rPr lang="en" sz="600" b="1">
                <a:solidFill>
                  <a:schemeClr val="accent1"/>
                </a:solidFill>
                <a:latin typeface="Lato"/>
                <a:ea typeface="Lato"/>
                <a:cs typeface="Lato"/>
                <a:sym typeface="Lato"/>
              </a:rPr>
              <a:t>WAREHOUSE</a:t>
            </a:r>
            <a:endParaRPr sz="600" b="1">
              <a:solidFill>
                <a:schemeClr val="accent1"/>
              </a:solidFill>
              <a:latin typeface="Lato"/>
              <a:ea typeface="Lato"/>
              <a:cs typeface="Lato"/>
              <a:sym typeface="Lato"/>
            </a:endParaRPr>
          </a:p>
        </p:txBody>
      </p:sp>
      <p:sp>
        <p:nvSpPr>
          <p:cNvPr id="471" name="Google Shape;471;p54"/>
          <p:cNvSpPr txBox="1"/>
          <p:nvPr/>
        </p:nvSpPr>
        <p:spPr>
          <a:xfrm>
            <a:off x="3756681" y="2285050"/>
            <a:ext cx="724800" cy="285900"/>
          </a:xfrm>
          <a:prstGeom prst="rect">
            <a:avLst/>
          </a:prstGeom>
          <a:noFill/>
          <a:ln>
            <a:noFill/>
          </a:ln>
        </p:spPr>
        <p:txBody>
          <a:bodyPr spcFirstLastPara="1" wrap="square" lIns="0" tIns="45725" rIns="0" bIns="45725" anchor="ctr" anchorCtr="0">
            <a:noAutofit/>
          </a:bodyPr>
          <a:lstStyle/>
          <a:p>
            <a:pPr marL="0" lvl="0" indent="0" algn="ctr" rtl="0">
              <a:spcBef>
                <a:spcPts val="0"/>
              </a:spcBef>
              <a:spcAft>
                <a:spcPts val="0"/>
              </a:spcAft>
              <a:buNone/>
            </a:pPr>
            <a:r>
              <a:rPr lang="en" sz="600" b="1">
                <a:solidFill>
                  <a:schemeClr val="accent1"/>
                </a:solidFill>
                <a:latin typeface="Lato"/>
                <a:ea typeface="Lato"/>
                <a:cs typeface="Lato"/>
                <a:sym typeface="Lato"/>
              </a:rPr>
              <a:t>AI</a:t>
            </a:r>
            <a:endParaRPr sz="600" b="1">
              <a:solidFill>
                <a:schemeClr val="accent1"/>
              </a:solidFill>
              <a:latin typeface="Lato"/>
              <a:ea typeface="Lato"/>
              <a:cs typeface="Lato"/>
              <a:sym typeface="Lato"/>
            </a:endParaRPr>
          </a:p>
        </p:txBody>
      </p:sp>
      <p:sp>
        <p:nvSpPr>
          <p:cNvPr id="472" name="Google Shape;472;p54"/>
          <p:cNvSpPr txBox="1"/>
          <p:nvPr/>
        </p:nvSpPr>
        <p:spPr>
          <a:xfrm>
            <a:off x="4714875" y="2096060"/>
            <a:ext cx="624000" cy="285900"/>
          </a:xfrm>
          <a:prstGeom prst="rect">
            <a:avLst/>
          </a:prstGeom>
          <a:noFill/>
          <a:ln>
            <a:noFill/>
          </a:ln>
        </p:spPr>
        <p:txBody>
          <a:bodyPr spcFirstLastPara="1" wrap="square" lIns="91450" tIns="45725" rIns="0" bIns="45725" anchor="ctr" anchorCtr="0">
            <a:noAutofit/>
          </a:bodyPr>
          <a:lstStyle/>
          <a:p>
            <a:pPr marL="0" lvl="0" indent="0" algn="l" rtl="0">
              <a:spcBef>
                <a:spcPts val="0"/>
              </a:spcBef>
              <a:spcAft>
                <a:spcPts val="0"/>
              </a:spcAft>
              <a:buNone/>
            </a:pPr>
            <a:r>
              <a:rPr lang="en" sz="700" b="1" dirty="0">
                <a:solidFill>
                  <a:schemeClr val="accent1"/>
                </a:solidFill>
                <a:latin typeface="Plus Jakarta Sans" panose="020B0604020202020204" charset="0"/>
                <a:ea typeface="Lato"/>
                <a:cs typeface="Plus Jakarta Sans" panose="020B0604020202020204" charset="0"/>
                <a:sym typeface="Lato"/>
              </a:rPr>
              <a:t>DATA</a:t>
            </a:r>
            <a:br>
              <a:rPr lang="en" sz="700" b="1" dirty="0">
                <a:solidFill>
                  <a:schemeClr val="accent1"/>
                </a:solidFill>
                <a:latin typeface="Plus Jakarta Sans" panose="020B0604020202020204" charset="0"/>
                <a:ea typeface="Lato"/>
                <a:cs typeface="Plus Jakarta Sans" panose="020B0604020202020204" charset="0"/>
                <a:sym typeface="Lato"/>
              </a:rPr>
            </a:br>
            <a:r>
              <a:rPr lang="en" sz="700" b="1" dirty="0">
                <a:solidFill>
                  <a:schemeClr val="accent1"/>
                </a:solidFill>
                <a:latin typeface="Plus Jakarta Sans" panose="020B0604020202020204" charset="0"/>
                <a:ea typeface="Lato"/>
                <a:cs typeface="Plus Jakarta Sans" panose="020B0604020202020204" charset="0"/>
                <a:sym typeface="Lato"/>
              </a:rPr>
              <a:t>SERVICES</a:t>
            </a:r>
            <a:endParaRPr sz="700" b="1" dirty="0">
              <a:solidFill>
                <a:schemeClr val="accent1"/>
              </a:solidFill>
              <a:latin typeface="Plus Jakarta Sans" panose="020B0604020202020204" charset="0"/>
              <a:ea typeface="Lato"/>
              <a:cs typeface="Plus Jakarta Sans" panose="020B0604020202020204" charset="0"/>
              <a:sym typeface="Lato"/>
            </a:endParaRPr>
          </a:p>
        </p:txBody>
      </p:sp>
      <p:sp>
        <p:nvSpPr>
          <p:cNvPr id="473" name="Google Shape;473;p54"/>
          <p:cNvSpPr txBox="1"/>
          <p:nvPr/>
        </p:nvSpPr>
        <p:spPr>
          <a:xfrm>
            <a:off x="5265349" y="2283705"/>
            <a:ext cx="724800" cy="285900"/>
          </a:xfrm>
          <a:prstGeom prst="rect">
            <a:avLst/>
          </a:prstGeom>
          <a:noFill/>
          <a:ln>
            <a:noFill/>
          </a:ln>
        </p:spPr>
        <p:txBody>
          <a:bodyPr spcFirstLastPara="1" wrap="square" lIns="0" tIns="45725" rIns="0" bIns="45725" anchor="ctr" anchorCtr="0">
            <a:noAutofit/>
          </a:bodyPr>
          <a:lstStyle/>
          <a:p>
            <a:pPr marL="0" lvl="0" indent="0" algn="ctr" rtl="0">
              <a:spcBef>
                <a:spcPts val="0"/>
              </a:spcBef>
              <a:spcAft>
                <a:spcPts val="0"/>
              </a:spcAft>
              <a:buNone/>
            </a:pPr>
            <a:r>
              <a:rPr lang="en" sz="600" b="1">
                <a:solidFill>
                  <a:schemeClr val="accent1"/>
                </a:solidFill>
                <a:latin typeface="Plus Jakarta Sans" panose="020B0604020202020204" charset="0"/>
                <a:ea typeface="Lato"/>
                <a:cs typeface="Plus Jakarta Sans" panose="020B0604020202020204" charset="0"/>
                <a:sym typeface="Lato"/>
              </a:rPr>
              <a:t>DATA</a:t>
            </a:r>
            <a:br>
              <a:rPr lang="en" sz="600" b="1">
                <a:solidFill>
                  <a:schemeClr val="accent1"/>
                </a:solidFill>
                <a:latin typeface="Plus Jakarta Sans" panose="020B0604020202020204" charset="0"/>
                <a:ea typeface="Lato"/>
                <a:cs typeface="Plus Jakarta Sans" panose="020B0604020202020204" charset="0"/>
                <a:sym typeface="Lato"/>
              </a:rPr>
            </a:br>
            <a:r>
              <a:rPr lang="en" sz="600" b="1">
                <a:solidFill>
                  <a:schemeClr val="accent1"/>
                </a:solidFill>
                <a:latin typeface="Plus Jakarta Sans" panose="020B0604020202020204" charset="0"/>
                <a:ea typeface="Lato"/>
                <a:cs typeface="Plus Jakarta Sans" panose="020B0604020202020204" charset="0"/>
                <a:sym typeface="Lato"/>
              </a:rPr>
              <a:t>ENGINEERING</a:t>
            </a:r>
            <a:endParaRPr sz="600" b="1">
              <a:solidFill>
                <a:schemeClr val="accent1"/>
              </a:solidFill>
              <a:latin typeface="Plus Jakarta Sans" panose="020B0604020202020204" charset="0"/>
              <a:ea typeface="Lato"/>
              <a:cs typeface="Plus Jakarta Sans" panose="020B0604020202020204" charset="0"/>
              <a:sym typeface="Lato"/>
            </a:endParaRPr>
          </a:p>
        </p:txBody>
      </p:sp>
      <p:sp>
        <p:nvSpPr>
          <p:cNvPr id="474" name="Google Shape;474;p54"/>
          <p:cNvSpPr txBox="1"/>
          <p:nvPr/>
        </p:nvSpPr>
        <p:spPr>
          <a:xfrm>
            <a:off x="5956278" y="2283705"/>
            <a:ext cx="724800" cy="285900"/>
          </a:xfrm>
          <a:prstGeom prst="rect">
            <a:avLst/>
          </a:prstGeom>
          <a:noFill/>
          <a:ln>
            <a:noFill/>
          </a:ln>
        </p:spPr>
        <p:txBody>
          <a:bodyPr spcFirstLastPara="1" wrap="square" lIns="0" tIns="45725" rIns="0" bIns="45725" anchor="ctr" anchorCtr="0">
            <a:noAutofit/>
          </a:bodyPr>
          <a:lstStyle/>
          <a:p>
            <a:pPr marL="0" lvl="0" indent="0" algn="ctr" rtl="0">
              <a:spcBef>
                <a:spcPts val="0"/>
              </a:spcBef>
              <a:spcAft>
                <a:spcPts val="0"/>
              </a:spcAft>
              <a:buNone/>
            </a:pPr>
            <a:r>
              <a:rPr lang="en" sz="600" b="1">
                <a:solidFill>
                  <a:schemeClr val="accent1"/>
                </a:solidFill>
                <a:latin typeface="Plus Jakarta Sans" panose="020B0604020202020204" charset="0"/>
                <a:ea typeface="Lato"/>
                <a:cs typeface="Plus Jakarta Sans" panose="020B0604020202020204" charset="0"/>
                <a:sym typeface="Lato"/>
              </a:rPr>
              <a:t>DATA</a:t>
            </a:r>
            <a:br>
              <a:rPr lang="en" sz="600" b="1">
                <a:solidFill>
                  <a:schemeClr val="accent1"/>
                </a:solidFill>
                <a:latin typeface="Plus Jakarta Sans" panose="020B0604020202020204" charset="0"/>
                <a:ea typeface="Lato"/>
                <a:cs typeface="Plus Jakarta Sans" panose="020B0604020202020204" charset="0"/>
                <a:sym typeface="Lato"/>
              </a:rPr>
            </a:br>
            <a:r>
              <a:rPr lang="en" sz="600" b="1">
                <a:solidFill>
                  <a:schemeClr val="accent1"/>
                </a:solidFill>
                <a:latin typeface="Plus Jakarta Sans" panose="020B0604020202020204" charset="0"/>
                <a:ea typeface="Lato"/>
                <a:cs typeface="Plus Jakarta Sans" panose="020B0604020202020204" charset="0"/>
                <a:sym typeface="Lato"/>
              </a:rPr>
              <a:t>WAREHOUSE</a:t>
            </a:r>
            <a:endParaRPr sz="600" b="1">
              <a:solidFill>
                <a:schemeClr val="accent1"/>
              </a:solidFill>
              <a:latin typeface="Plus Jakarta Sans" panose="020B0604020202020204" charset="0"/>
              <a:ea typeface="Lato"/>
              <a:cs typeface="Plus Jakarta Sans" panose="020B0604020202020204" charset="0"/>
              <a:sym typeface="Lato"/>
            </a:endParaRPr>
          </a:p>
        </p:txBody>
      </p:sp>
      <p:sp>
        <p:nvSpPr>
          <p:cNvPr id="475" name="Google Shape;475;p54"/>
          <p:cNvSpPr txBox="1"/>
          <p:nvPr/>
        </p:nvSpPr>
        <p:spPr>
          <a:xfrm>
            <a:off x="6566594" y="2283705"/>
            <a:ext cx="724800" cy="285900"/>
          </a:xfrm>
          <a:prstGeom prst="rect">
            <a:avLst/>
          </a:prstGeom>
          <a:noFill/>
          <a:ln>
            <a:noFill/>
          </a:ln>
        </p:spPr>
        <p:txBody>
          <a:bodyPr spcFirstLastPara="1" wrap="square" lIns="0" tIns="45725" rIns="0" bIns="45725" anchor="ctr" anchorCtr="0">
            <a:noAutofit/>
          </a:bodyPr>
          <a:lstStyle/>
          <a:p>
            <a:pPr marL="0" lvl="0" indent="0" algn="ctr" rtl="0">
              <a:spcBef>
                <a:spcPts val="0"/>
              </a:spcBef>
              <a:spcAft>
                <a:spcPts val="0"/>
              </a:spcAft>
              <a:buNone/>
            </a:pPr>
            <a:r>
              <a:rPr lang="en" sz="600" b="1">
                <a:solidFill>
                  <a:schemeClr val="accent1"/>
                </a:solidFill>
                <a:latin typeface="Plus Jakarta Sans" panose="020B0604020202020204" charset="0"/>
                <a:ea typeface="Lato"/>
                <a:cs typeface="Plus Jakarta Sans" panose="020B0604020202020204" charset="0"/>
                <a:sym typeface="Lato"/>
              </a:rPr>
              <a:t>AI</a:t>
            </a:r>
            <a:endParaRPr sz="600" b="1">
              <a:solidFill>
                <a:schemeClr val="accent1"/>
              </a:solidFill>
              <a:latin typeface="Plus Jakarta Sans" panose="020B0604020202020204" charset="0"/>
              <a:ea typeface="Lato"/>
              <a:cs typeface="Plus Jakarta Sans" panose="020B0604020202020204" charset="0"/>
              <a:sym typeface="Lato"/>
            </a:endParaRPr>
          </a:p>
        </p:txBody>
      </p:sp>
      <p:sp>
        <p:nvSpPr>
          <p:cNvPr id="476" name="Google Shape;476;p54"/>
          <p:cNvSpPr txBox="1"/>
          <p:nvPr/>
        </p:nvSpPr>
        <p:spPr>
          <a:xfrm>
            <a:off x="1904963" y="3954775"/>
            <a:ext cx="2524200" cy="285900"/>
          </a:xfrm>
          <a:prstGeom prst="rect">
            <a:avLst/>
          </a:prstGeom>
          <a:noFill/>
          <a:ln>
            <a:noFill/>
          </a:ln>
        </p:spPr>
        <p:txBody>
          <a:bodyPr spcFirstLastPara="1" wrap="square" lIns="45725" tIns="45725" rIns="45725" bIns="45725" anchor="ctr" anchorCtr="0">
            <a:noAutofit/>
          </a:bodyPr>
          <a:lstStyle/>
          <a:p>
            <a:pPr marL="0" lvl="0" indent="0" algn="ctr" rtl="0">
              <a:spcBef>
                <a:spcPts val="0"/>
              </a:spcBef>
              <a:spcAft>
                <a:spcPts val="0"/>
              </a:spcAft>
              <a:buNone/>
            </a:pPr>
            <a:r>
              <a:rPr lang="en" sz="700" b="1" dirty="0">
                <a:solidFill>
                  <a:schemeClr val="dk2"/>
                </a:solidFill>
                <a:latin typeface="Plus Jakarta Sans"/>
                <a:ea typeface="Plus Jakarta Sans"/>
                <a:cs typeface="Plus Jakarta Sans"/>
                <a:sym typeface="Plus Jakarta Sans"/>
              </a:rPr>
              <a:t>CLOUDERA ON PREMISES</a:t>
            </a:r>
            <a:endParaRPr sz="700" b="1" dirty="0">
              <a:solidFill>
                <a:schemeClr val="dk2"/>
              </a:solidFill>
              <a:latin typeface="Plus Jakarta Sans"/>
              <a:ea typeface="Plus Jakarta Sans"/>
              <a:cs typeface="Plus Jakarta Sans"/>
              <a:sym typeface="Plus Jakarta Sans"/>
            </a:endParaRPr>
          </a:p>
        </p:txBody>
      </p:sp>
      <p:sp>
        <p:nvSpPr>
          <p:cNvPr id="477" name="Google Shape;477;p54"/>
          <p:cNvSpPr txBox="1"/>
          <p:nvPr/>
        </p:nvSpPr>
        <p:spPr>
          <a:xfrm>
            <a:off x="4714838" y="3954775"/>
            <a:ext cx="2524200" cy="285900"/>
          </a:xfrm>
          <a:prstGeom prst="rect">
            <a:avLst/>
          </a:prstGeom>
          <a:noFill/>
          <a:ln>
            <a:noFill/>
          </a:ln>
        </p:spPr>
        <p:txBody>
          <a:bodyPr spcFirstLastPara="1" wrap="square" lIns="45725" tIns="45725" rIns="45725" bIns="45725" anchor="ctr" anchorCtr="0">
            <a:noAutofit/>
          </a:bodyPr>
          <a:lstStyle/>
          <a:p>
            <a:pPr marL="0" lvl="0" indent="0" algn="ctr" rtl="0">
              <a:spcBef>
                <a:spcPts val="0"/>
              </a:spcBef>
              <a:spcAft>
                <a:spcPts val="0"/>
              </a:spcAft>
              <a:buNone/>
            </a:pPr>
            <a:r>
              <a:rPr lang="en" sz="700" b="1">
                <a:solidFill>
                  <a:schemeClr val="dk2"/>
                </a:solidFill>
                <a:latin typeface="Plus Jakarta Sans"/>
                <a:ea typeface="Plus Jakarta Sans"/>
                <a:cs typeface="Plus Jakarta Sans"/>
                <a:sym typeface="Plus Jakarta Sans"/>
              </a:rPr>
              <a:t>CLOUDERA ON CLOUD</a:t>
            </a:r>
            <a:endParaRPr sz="700" b="1">
              <a:solidFill>
                <a:schemeClr val="dk2"/>
              </a:solidFill>
              <a:latin typeface="Plus Jakarta Sans"/>
              <a:ea typeface="Plus Jakarta Sans"/>
              <a:cs typeface="Plus Jakarta Sans"/>
              <a:sym typeface="Plus Jakarta Sans"/>
            </a:endParaRPr>
          </a:p>
        </p:txBody>
      </p:sp>
      <p:sp>
        <p:nvSpPr>
          <p:cNvPr id="478" name="Google Shape;478;p54"/>
          <p:cNvSpPr txBox="1"/>
          <p:nvPr/>
        </p:nvSpPr>
        <p:spPr>
          <a:xfrm>
            <a:off x="2433213" y="3630925"/>
            <a:ext cx="1113900" cy="285900"/>
          </a:xfrm>
          <a:prstGeom prst="rect">
            <a:avLst/>
          </a:prstGeom>
          <a:noFill/>
          <a:ln>
            <a:noFill/>
          </a:ln>
        </p:spPr>
        <p:txBody>
          <a:bodyPr spcFirstLastPara="1" wrap="square" lIns="0" tIns="45725" rIns="0" bIns="45725" anchor="ctr" anchorCtr="0">
            <a:noAutofit/>
          </a:bodyPr>
          <a:lstStyle/>
          <a:p>
            <a:pPr marL="0" lvl="0" indent="0" algn="ctr" rtl="0">
              <a:spcBef>
                <a:spcPts val="0"/>
              </a:spcBef>
              <a:spcAft>
                <a:spcPts val="0"/>
              </a:spcAft>
              <a:buNone/>
            </a:pPr>
            <a:r>
              <a:rPr lang="en" sz="600" b="1" dirty="0">
                <a:solidFill>
                  <a:schemeClr val="accent2"/>
                </a:solidFill>
                <a:latin typeface="Plus Jakarta Sans"/>
                <a:ea typeface="Plus Jakarta Sans"/>
                <a:cs typeface="Plus Jakarta Sans"/>
                <a:sym typeface="Plus Jakarta Sans"/>
              </a:rPr>
              <a:t>NiFi*, Kafka, Flink*,</a:t>
            </a:r>
            <a:br>
              <a:rPr lang="en" sz="600" b="1" dirty="0">
                <a:solidFill>
                  <a:schemeClr val="accent2"/>
                </a:solidFill>
                <a:latin typeface="Plus Jakarta Sans"/>
                <a:ea typeface="Plus Jakarta Sans"/>
                <a:cs typeface="Plus Jakarta Sans"/>
                <a:sym typeface="Plus Jakarta Sans"/>
              </a:rPr>
            </a:br>
            <a:r>
              <a:rPr lang="en" sz="600" b="1" dirty="0">
                <a:solidFill>
                  <a:schemeClr val="accent2"/>
                </a:solidFill>
                <a:latin typeface="Plus Jakarta Sans"/>
                <a:ea typeface="Plus Jakarta Sans"/>
                <a:cs typeface="Plus Jakarta Sans"/>
                <a:sym typeface="Plus Jakarta Sans"/>
              </a:rPr>
              <a:t>Spark, Impala, Hive, HBase, Phoenix</a:t>
            </a:r>
            <a:endParaRPr sz="600" b="1" dirty="0">
              <a:solidFill>
                <a:schemeClr val="accent2"/>
              </a:solidFill>
              <a:latin typeface="Plus Jakarta Sans"/>
              <a:ea typeface="Plus Jakarta Sans"/>
              <a:cs typeface="Plus Jakarta Sans"/>
              <a:sym typeface="Plus Jakarta Sans"/>
            </a:endParaRPr>
          </a:p>
        </p:txBody>
      </p:sp>
      <p:sp>
        <p:nvSpPr>
          <p:cNvPr id="479" name="Google Shape;479;p54"/>
          <p:cNvSpPr txBox="1"/>
          <p:nvPr/>
        </p:nvSpPr>
        <p:spPr>
          <a:xfrm>
            <a:off x="5243613" y="3630925"/>
            <a:ext cx="1113900" cy="285900"/>
          </a:xfrm>
          <a:prstGeom prst="rect">
            <a:avLst/>
          </a:prstGeom>
          <a:noFill/>
          <a:ln>
            <a:noFill/>
          </a:ln>
        </p:spPr>
        <p:txBody>
          <a:bodyPr spcFirstLastPara="1" wrap="square" lIns="0" tIns="45725" rIns="0" bIns="45725" anchor="ctr" anchorCtr="0">
            <a:noAutofit/>
          </a:bodyPr>
          <a:lstStyle/>
          <a:p>
            <a:pPr marL="0" lvl="0" indent="0" algn="ctr" rtl="0">
              <a:spcBef>
                <a:spcPts val="0"/>
              </a:spcBef>
              <a:spcAft>
                <a:spcPts val="0"/>
              </a:spcAft>
              <a:buNone/>
            </a:pPr>
            <a:r>
              <a:rPr lang="en" sz="600" b="1" dirty="0">
                <a:solidFill>
                  <a:schemeClr val="accent2"/>
                </a:solidFill>
                <a:latin typeface="Plus Jakarta Sans"/>
                <a:ea typeface="Plus Jakarta Sans"/>
                <a:cs typeface="Plus Jakarta Sans"/>
                <a:sym typeface="Plus Jakarta Sans"/>
              </a:rPr>
              <a:t>NiFi</a:t>
            </a:r>
            <a:r>
              <a:rPr lang="en" sz="600" b="1" baseline="30000" dirty="0">
                <a:solidFill>
                  <a:schemeClr val="accent2"/>
                </a:solidFill>
                <a:latin typeface="Plus Jakarta Sans"/>
                <a:ea typeface="Plus Jakarta Sans"/>
                <a:cs typeface="Plus Jakarta Sans"/>
                <a:sym typeface="Plus Jakarta Sans"/>
              </a:rPr>
              <a:t>†</a:t>
            </a:r>
            <a:r>
              <a:rPr lang="en" sz="600" b="1" dirty="0">
                <a:solidFill>
                  <a:schemeClr val="accent2"/>
                </a:solidFill>
                <a:latin typeface="Plus Jakarta Sans"/>
                <a:ea typeface="Plus Jakarta Sans"/>
                <a:cs typeface="Plus Jakarta Sans"/>
                <a:sym typeface="Plus Jakarta Sans"/>
              </a:rPr>
              <a:t>, Kafka, Flink,</a:t>
            </a:r>
            <a:br>
              <a:rPr lang="en" sz="600" b="1" dirty="0">
                <a:solidFill>
                  <a:schemeClr val="accent2"/>
                </a:solidFill>
                <a:latin typeface="Plus Jakarta Sans"/>
                <a:ea typeface="Plus Jakarta Sans"/>
                <a:cs typeface="Plus Jakarta Sans"/>
                <a:sym typeface="Plus Jakarta Sans"/>
              </a:rPr>
            </a:br>
            <a:r>
              <a:rPr lang="en" sz="600" b="1" dirty="0">
                <a:solidFill>
                  <a:schemeClr val="accent2"/>
                </a:solidFill>
                <a:latin typeface="Plus Jakarta Sans"/>
                <a:ea typeface="Plus Jakarta Sans"/>
                <a:cs typeface="Plus Jakarta Sans"/>
                <a:sym typeface="Plus Jakarta Sans"/>
              </a:rPr>
              <a:t>Spark, Impala, Hive HBase, Phoenix</a:t>
            </a:r>
            <a:endParaRPr sz="600" b="1" dirty="0">
              <a:solidFill>
                <a:schemeClr val="accent2"/>
              </a:solidFill>
              <a:latin typeface="Plus Jakarta Sans"/>
              <a:ea typeface="Plus Jakarta Sans"/>
              <a:cs typeface="Plus Jakarta Sans"/>
              <a:sym typeface="Plus Jakarta Sans"/>
            </a:endParaRPr>
          </a:p>
        </p:txBody>
      </p:sp>
      <p:sp>
        <p:nvSpPr>
          <p:cNvPr id="480" name="Google Shape;480;p54"/>
          <p:cNvSpPr txBox="1"/>
          <p:nvPr/>
        </p:nvSpPr>
        <p:spPr>
          <a:xfrm>
            <a:off x="3686413" y="3431131"/>
            <a:ext cx="699600" cy="285900"/>
          </a:xfrm>
          <a:prstGeom prst="rect">
            <a:avLst/>
          </a:prstGeom>
          <a:noFill/>
          <a:ln>
            <a:noFill/>
          </a:ln>
        </p:spPr>
        <p:txBody>
          <a:bodyPr spcFirstLastPara="1" wrap="square" lIns="0" tIns="45725" rIns="0" bIns="45725" anchor="ctr" anchorCtr="0">
            <a:noAutofit/>
          </a:bodyPr>
          <a:lstStyle/>
          <a:p>
            <a:pPr marL="0" lvl="0" indent="0" algn="ctr" rtl="0">
              <a:spcBef>
                <a:spcPts val="0"/>
              </a:spcBef>
              <a:spcAft>
                <a:spcPts val="0"/>
              </a:spcAft>
              <a:buNone/>
            </a:pPr>
            <a:r>
              <a:rPr lang="en" sz="700" b="1" dirty="0">
                <a:solidFill>
                  <a:schemeClr val="accent2"/>
                </a:solidFill>
                <a:latin typeface="Plus Jakarta Sans"/>
                <a:ea typeface="Plus Jakarta Sans"/>
                <a:cs typeface="Plus Jakarta Sans"/>
                <a:sym typeface="Plus Jakarta Sans"/>
              </a:rPr>
              <a:t>DATA UNDER MANAGEMENT</a:t>
            </a:r>
            <a:endParaRPr sz="600" b="1" dirty="0">
              <a:solidFill>
                <a:schemeClr val="accent2"/>
              </a:solidFill>
              <a:latin typeface="Plus Jakarta Sans"/>
              <a:ea typeface="Plus Jakarta Sans"/>
              <a:cs typeface="Plus Jakarta Sans"/>
              <a:sym typeface="Plus Jakarta Sans"/>
            </a:endParaRPr>
          </a:p>
        </p:txBody>
      </p:sp>
      <p:sp>
        <p:nvSpPr>
          <p:cNvPr id="481" name="Google Shape;481;p54"/>
          <p:cNvSpPr txBox="1"/>
          <p:nvPr/>
        </p:nvSpPr>
        <p:spPr>
          <a:xfrm>
            <a:off x="6496294" y="3431131"/>
            <a:ext cx="699600" cy="285900"/>
          </a:xfrm>
          <a:prstGeom prst="rect">
            <a:avLst/>
          </a:prstGeom>
          <a:noFill/>
          <a:ln>
            <a:noFill/>
          </a:ln>
        </p:spPr>
        <p:txBody>
          <a:bodyPr spcFirstLastPara="1" wrap="square" lIns="0" tIns="45725" rIns="0" bIns="45725" anchor="ctr" anchorCtr="0">
            <a:noAutofit/>
          </a:bodyPr>
          <a:lstStyle/>
          <a:p>
            <a:pPr marL="0" lvl="0" indent="0" algn="ctr" rtl="0">
              <a:spcBef>
                <a:spcPts val="0"/>
              </a:spcBef>
              <a:spcAft>
                <a:spcPts val="0"/>
              </a:spcAft>
              <a:buNone/>
            </a:pPr>
            <a:r>
              <a:rPr lang="en" sz="700" b="1" dirty="0">
                <a:solidFill>
                  <a:schemeClr val="accent2"/>
                </a:solidFill>
                <a:latin typeface="Plus Jakarta Sans"/>
                <a:ea typeface="Plus Jakarta Sans"/>
                <a:cs typeface="Plus Jakarta Sans"/>
                <a:sym typeface="Plus Jakarta Sans"/>
              </a:rPr>
              <a:t>STORAGE</a:t>
            </a:r>
            <a:endParaRPr sz="700" b="1" dirty="0">
              <a:solidFill>
                <a:schemeClr val="accent2"/>
              </a:solidFill>
              <a:latin typeface="Plus Jakarta Sans"/>
              <a:ea typeface="Plus Jakarta Sans"/>
              <a:cs typeface="Plus Jakarta Sans"/>
              <a:sym typeface="Plus Jakarta Sans"/>
            </a:endParaRPr>
          </a:p>
          <a:p>
            <a:pPr marL="0" lvl="0" indent="0" algn="ctr" rtl="0">
              <a:spcBef>
                <a:spcPts val="0"/>
              </a:spcBef>
              <a:spcAft>
                <a:spcPts val="0"/>
              </a:spcAft>
              <a:buNone/>
            </a:pPr>
            <a:endParaRPr sz="700" b="1" dirty="0">
              <a:solidFill>
                <a:schemeClr val="accent2"/>
              </a:solidFill>
              <a:latin typeface="Plus Jakarta Sans"/>
              <a:ea typeface="Plus Jakarta Sans"/>
              <a:cs typeface="Plus Jakarta Sans"/>
              <a:sym typeface="Plus Jakarta Sans"/>
            </a:endParaRPr>
          </a:p>
          <a:p>
            <a:pPr marL="0" lvl="0" indent="0" algn="ctr" rtl="0">
              <a:spcBef>
                <a:spcPts val="0"/>
              </a:spcBef>
              <a:spcAft>
                <a:spcPts val="0"/>
              </a:spcAft>
              <a:buNone/>
            </a:pPr>
            <a:r>
              <a:rPr lang="en" sz="600" b="1" dirty="0">
                <a:solidFill>
                  <a:schemeClr val="accent2"/>
                </a:solidFill>
                <a:latin typeface="Plus Jakarta Sans"/>
                <a:ea typeface="Plus Jakarta Sans"/>
                <a:cs typeface="Plus Jakarta Sans"/>
                <a:sym typeface="Plus Jakarta Sans"/>
              </a:rPr>
              <a:t>S3 | ADLS | GCS</a:t>
            </a:r>
            <a:endParaRPr sz="600" b="1" dirty="0">
              <a:solidFill>
                <a:schemeClr val="accent2"/>
              </a:solidFill>
              <a:latin typeface="Plus Jakarta Sans"/>
              <a:ea typeface="Plus Jakarta Sans"/>
              <a:cs typeface="Plus Jakarta Sans"/>
              <a:sym typeface="Plus Jakarta Sans"/>
            </a:endParaRPr>
          </a:p>
        </p:txBody>
      </p:sp>
      <p:sp>
        <p:nvSpPr>
          <p:cNvPr id="482" name="Google Shape;482;p54"/>
          <p:cNvSpPr txBox="1"/>
          <p:nvPr/>
        </p:nvSpPr>
        <p:spPr>
          <a:xfrm>
            <a:off x="1809750" y="4383400"/>
            <a:ext cx="2714700" cy="245700"/>
          </a:xfrm>
          <a:prstGeom prst="rect">
            <a:avLst/>
          </a:prstGeom>
          <a:noFill/>
          <a:ln>
            <a:noFill/>
          </a:ln>
        </p:spPr>
        <p:txBody>
          <a:bodyPr spcFirstLastPara="1" wrap="square" lIns="45725" tIns="45725" rIns="45725" bIns="45725" anchor="t" anchorCtr="0">
            <a:noAutofit/>
          </a:bodyPr>
          <a:lstStyle/>
          <a:p>
            <a:pPr marL="0" lvl="0" indent="0" algn="r" rtl="0">
              <a:spcBef>
                <a:spcPts val="0"/>
              </a:spcBef>
              <a:spcAft>
                <a:spcPts val="0"/>
              </a:spcAft>
              <a:buNone/>
            </a:pPr>
            <a:r>
              <a:rPr lang="en" sz="700" b="1">
                <a:solidFill>
                  <a:schemeClr val="dk2"/>
                </a:solidFill>
                <a:latin typeface="Plus Jakarta Sans"/>
                <a:ea typeface="Plus Jakarta Sans"/>
                <a:cs typeface="Plus Jakarta Sans"/>
                <a:sym typeface="Plus Jakarta Sans"/>
              </a:rPr>
              <a:t>* Standalone SKU</a:t>
            </a:r>
            <a:endParaRPr sz="700" b="1">
              <a:solidFill>
                <a:schemeClr val="dk2"/>
              </a:solidFill>
              <a:latin typeface="Plus Jakarta Sans"/>
              <a:ea typeface="Plus Jakarta Sans"/>
              <a:cs typeface="Plus Jakarta Sans"/>
              <a:sym typeface="Plus Jakarta Sans"/>
            </a:endParaRPr>
          </a:p>
        </p:txBody>
      </p:sp>
      <p:sp>
        <p:nvSpPr>
          <p:cNvPr id="483" name="Google Shape;483;p54"/>
          <p:cNvSpPr txBox="1"/>
          <p:nvPr/>
        </p:nvSpPr>
        <p:spPr>
          <a:xfrm>
            <a:off x="4619550" y="4383400"/>
            <a:ext cx="2714700" cy="245700"/>
          </a:xfrm>
          <a:prstGeom prst="rect">
            <a:avLst/>
          </a:prstGeom>
          <a:noFill/>
          <a:ln>
            <a:noFill/>
          </a:ln>
        </p:spPr>
        <p:txBody>
          <a:bodyPr spcFirstLastPara="1" wrap="square" lIns="45725" tIns="45725" rIns="45725" bIns="45725" anchor="t" anchorCtr="0">
            <a:noAutofit/>
          </a:bodyPr>
          <a:lstStyle/>
          <a:p>
            <a:pPr marL="0" lvl="0" indent="0" algn="r" rtl="0">
              <a:spcBef>
                <a:spcPts val="0"/>
              </a:spcBef>
              <a:spcAft>
                <a:spcPts val="0"/>
              </a:spcAft>
              <a:buNone/>
            </a:pPr>
            <a:r>
              <a:rPr lang="en" sz="700" b="1" baseline="30000" dirty="0">
                <a:solidFill>
                  <a:schemeClr val="dk2"/>
                </a:solidFill>
                <a:latin typeface="Plus Jakarta Sans"/>
                <a:ea typeface="Plus Jakarta Sans"/>
                <a:cs typeface="Plus Jakarta Sans"/>
                <a:sym typeface="Plus Jakarta Sans"/>
              </a:rPr>
              <a:t>†</a:t>
            </a:r>
            <a:r>
              <a:rPr lang="en" sz="700" b="1" dirty="0">
                <a:solidFill>
                  <a:schemeClr val="dk2"/>
                </a:solidFill>
                <a:latin typeface="Plus Jakarta Sans"/>
                <a:ea typeface="Plus Jakarta Sans"/>
                <a:cs typeface="Plus Jakarta Sans"/>
                <a:sym typeface="Plus Jakarta Sans"/>
              </a:rPr>
              <a:t> Flow Management or DataFlow  rate card</a:t>
            </a:r>
            <a:endParaRPr sz="700" b="1" dirty="0">
              <a:solidFill>
                <a:schemeClr val="dk2"/>
              </a:solidFill>
              <a:latin typeface="Plus Jakarta Sans"/>
              <a:ea typeface="Plus Jakarta Sans"/>
              <a:cs typeface="Plus Jakarta Sans"/>
              <a:sym typeface="Plus Jakarta Sans"/>
            </a:endParaRPr>
          </a:p>
        </p:txBody>
      </p:sp>
      <p:sp>
        <p:nvSpPr>
          <p:cNvPr id="484" name="Google Shape;484;p54"/>
          <p:cNvSpPr txBox="1"/>
          <p:nvPr/>
        </p:nvSpPr>
        <p:spPr>
          <a:xfrm>
            <a:off x="8668062" y="73969"/>
            <a:ext cx="642000" cy="323100"/>
          </a:xfrm>
          <a:prstGeom prst="rect">
            <a:avLst/>
          </a:prstGeom>
          <a:noFill/>
          <a:ln>
            <a:noFill/>
          </a:ln>
        </p:spPr>
        <p:txBody>
          <a:bodyPr spcFirstLastPara="1" wrap="square" lIns="0" tIns="45700" rIns="91425" bIns="45700" anchor="t" anchorCtr="0">
            <a:noAutofit/>
          </a:bodyPr>
          <a:lstStyle/>
          <a:p>
            <a:pPr marL="0" marR="0" lvl="0" indent="0" algn="l" rtl="0">
              <a:spcBef>
                <a:spcPts val="0"/>
              </a:spcBef>
              <a:spcAft>
                <a:spcPts val="0"/>
              </a:spcAft>
              <a:buNone/>
            </a:pPr>
            <a:r>
              <a:rPr lang="en" sz="1500" b="1">
                <a:solidFill>
                  <a:srgbClr val="FFFFFF"/>
                </a:solidFill>
                <a:latin typeface="Roboto"/>
                <a:ea typeface="Roboto"/>
                <a:cs typeface="Roboto"/>
                <a:sym typeface="Roboto"/>
              </a:rPr>
              <a:t>NDA</a:t>
            </a:r>
            <a:endParaRPr/>
          </a:p>
        </p:txBody>
      </p:sp>
      <p:sp>
        <p:nvSpPr>
          <p:cNvPr id="485" name="Google Shape;485;p54"/>
          <p:cNvSpPr txBox="1">
            <a:spLocks noGrp="1"/>
          </p:cNvSpPr>
          <p:nvPr>
            <p:ph type="body" idx="1"/>
          </p:nvPr>
        </p:nvSpPr>
        <p:spPr>
          <a:xfrm>
            <a:off x="533400" y="734285"/>
            <a:ext cx="7653996" cy="324000"/>
          </a:xfrm>
          <a:prstGeom prst="rect">
            <a:avLst/>
          </a:prstGeom>
        </p:spPr>
        <p:txBody>
          <a:bodyPr spcFirstLastPara="1" wrap="square" lIns="91425" tIns="45700" rIns="91425" bIns="45700" anchor="t" anchorCtr="0">
            <a:noAutofit/>
          </a:bodyPr>
          <a:lstStyle/>
          <a:p>
            <a:pPr marL="0" lvl="0" indent="0" algn="l" rtl="0">
              <a:spcBef>
                <a:spcPts val="0"/>
              </a:spcBef>
              <a:spcAft>
                <a:spcPts val="400"/>
              </a:spcAft>
              <a:buNone/>
            </a:pPr>
            <a:r>
              <a:rPr lang="en-US" dirty="0"/>
              <a:t>Consistency and flexibility for data analytics across private &amp; public clouds</a:t>
            </a:r>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35"/>
          <p:cNvSpPr txBox="1">
            <a:spLocks noGrp="1"/>
          </p:cNvSpPr>
          <p:nvPr>
            <p:ph type="title"/>
          </p:nvPr>
        </p:nvSpPr>
        <p:spPr>
          <a:xfrm>
            <a:off x="419100" y="457200"/>
            <a:ext cx="8305800" cy="417600"/>
          </a:xfrm>
          <a:prstGeom prst="rect">
            <a:avLst/>
          </a:prstGeom>
        </p:spPr>
        <p:txBody>
          <a:bodyPr spcFirstLastPara="1" wrap="square" lIns="0" tIns="91425" rIns="0" bIns="91425" anchor="t" anchorCtr="0">
            <a:noAutofit/>
          </a:bodyPr>
          <a:lstStyle/>
          <a:p>
            <a:pPr lvl="0"/>
            <a:r>
              <a:rPr lang="en" cap="all" dirty="0"/>
              <a:t>High Level Enterprise BIG Data Architecture</a:t>
            </a:r>
            <a:endParaRPr cap="all" dirty="0"/>
          </a:p>
        </p:txBody>
      </p:sp>
      <p:sp>
        <p:nvSpPr>
          <p:cNvPr id="395" name="Rectangle 394">
            <a:extLst>
              <a:ext uri="{FF2B5EF4-FFF2-40B4-BE49-F238E27FC236}">
                <a16:creationId xmlns:a16="http://schemas.microsoft.com/office/drawing/2014/main" id="{1D799CE1-CB96-4288-918C-AABF4AF5F34D}"/>
              </a:ext>
            </a:extLst>
          </p:cNvPr>
          <p:cNvSpPr/>
          <p:nvPr/>
        </p:nvSpPr>
        <p:spPr bwMode="auto">
          <a:xfrm>
            <a:off x="3230473" y="1569600"/>
            <a:ext cx="2499464" cy="1328536"/>
          </a:xfrm>
          <a:prstGeom prst="rect">
            <a:avLst/>
          </a:prstGeom>
          <a:noFill/>
          <a:ln>
            <a:solidFill>
              <a:schemeClr val="bg1">
                <a:lumMod val="65000"/>
              </a:schemeClr>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horz" wrap="square" lIns="182854" tIns="36000" rIns="182854" bIns="14628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710457" rtl="0" eaLnBrk="1" fontAlgn="auto" latinLnBrk="0" hangingPunct="1">
              <a:lnSpc>
                <a:spcPct val="100000"/>
              </a:lnSpc>
              <a:spcBef>
                <a:spcPct val="0"/>
              </a:spcBef>
              <a:spcAft>
                <a:spcPct val="35000"/>
              </a:spcAft>
              <a:buClrTx/>
              <a:buSzTx/>
              <a:buFontTx/>
              <a:buNone/>
              <a:tabLst/>
              <a:defRPr/>
            </a:pPr>
            <a:r>
              <a:rPr kumimoji="0" lang="en-AU" sz="900" b="0" i="0" u="none" strike="noStrike" kern="0" cap="none" spc="0" normalizeH="0" baseline="0" noProof="0" dirty="0">
                <a:ln>
                  <a:noFill/>
                </a:ln>
                <a:solidFill>
                  <a:srgbClr val="1A1A1A"/>
                </a:solidFill>
                <a:effectLst/>
                <a:uLnTx/>
                <a:uFillTx/>
                <a:latin typeface="Arial" panose="020B0604020202020204" pitchFamily="34" charset="0"/>
                <a:cs typeface="Arial" panose="020B0604020202020204" pitchFamily="34" charset="0"/>
              </a:rPr>
              <a:t>Data Lake</a:t>
            </a:r>
          </a:p>
        </p:txBody>
      </p:sp>
      <p:sp>
        <p:nvSpPr>
          <p:cNvPr id="396" name="Rectangle 395">
            <a:extLst>
              <a:ext uri="{FF2B5EF4-FFF2-40B4-BE49-F238E27FC236}">
                <a16:creationId xmlns:a16="http://schemas.microsoft.com/office/drawing/2014/main" id="{2E09ADFD-3F16-4C64-976E-E875B2D24B98}"/>
              </a:ext>
            </a:extLst>
          </p:cNvPr>
          <p:cNvSpPr/>
          <p:nvPr/>
        </p:nvSpPr>
        <p:spPr bwMode="auto">
          <a:xfrm>
            <a:off x="3230473" y="3083214"/>
            <a:ext cx="1152000" cy="905998"/>
          </a:xfrm>
          <a:prstGeom prst="rect">
            <a:avLst/>
          </a:prstGeom>
          <a:noFill/>
          <a:ln>
            <a:solidFill>
              <a:schemeClr val="bg1">
                <a:lumMod val="65000"/>
              </a:schemeClr>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horz" wrap="square" lIns="182854" tIns="36000" rIns="182854" bIns="14628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710457" rtl="0" eaLnBrk="1" fontAlgn="auto" latinLnBrk="0" hangingPunct="1">
              <a:lnSpc>
                <a:spcPct val="100000"/>
              </a:lnSpc>
              <a:spcBef>
                <a:spcPct val="0"/>
              </a:spcBef>
              <a:spcAft>
                <a:spcPct val="35000"/>
              </a:spcAft>
              <a:buClrTx/>
              <a:buSzTx/>
              <a:buFontTx/>
              <a:buNone/>
              <a:tabLst/>
              <a:defRPr/>
            </a:pPr>
            <a:r>
              <a:rPr kumimoji="0" lang="en-AU" sz="900" b="0" i="0" u="none" strike="noStrike" kern="0" cap="none" spc="0" normalizeH="0" baseline="0" noProof="0" dirty="0">
                <a:ln>
                  <a:noFill/>
                </a:ln>
                <a:solidFill>
                  <a:srgbClr val="1A1A1A"/>
                </a:solidFill>
                <a:effectLst/>
                <a:uLnTx/>
                <a:uFillTx/>
                <a:latin typeface="Arial" panose="020B0604020202020204" pitchFamily="34" charset="0"/>
                <a:cs typeface="Arial" panose="020B0604020202020204" pitchFamily="34" charset="0"/>
              </a:rPr>
              <a:t>Operational Database</a:t>
            </a:r>
          </a:p>
        </p:txBody>
      </p:sp>
      <p:sp>
        <p:nvSpPr>
          <p:cNvPr id="398" name="Rectangle 397">
            <a:extLst>
              <a:ext uri="{FF2B5EF4-FFF2-40B4-BE49-F238E27FC236}">
                <a16:creationId xmlns:a16="http://schemas.microsoft.com/office/drawing/2014/main" id="{FBEF6C18-1F9E-4DA5-9DDE-11B5737E9ADC}"/>
              </a:ext>
            </a:extLst>
          </p:cNvPr>
          <p:cNvSpPr/>
          <p:nvPr/>
        </p:nvSpPr>
        <p:spPr bwMode="auto">
          <a:xfrm>
            <a:off x="7430943" y="1031819"/>
            <a:ext cx="983864" cy="2958513"/>
          </a:xfrm>
          <a:prstGeom prst="rect">
            <a:avLst/>
          </a:prstGeom>
          <a:noFill/>
          <a:ln>
            <a:solidFill>
              <a:schemeClr val="bg1">
                <a:lumMod val="65000"/>
              </a:schemeClr>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horz" wrap="square" lIns="182854" tIns="36000" rIns="182854" bIns="14628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710457" rtl="0" eaLnBrk="1" fontAlgn="auto" latinLnBrk="0" hangingPunct="1">
              <a:lnSpc>
                <a:spcPct val="100000"/>
              </a:lnSpc>
              <a:spcBef>
                <a:spcPct val="0"/>
              </a:spcBef>
              <a:spcAft>
                <a:spcPct val="35000"/>
              </a:spcAft>
              <a:buClrTx/>
              <a:buSzTx/>
              <a:buFontTx/>
              <a:buNone/>
              <a:tabLst/>
              <a:defRPr/>
            </a:pPr>
            <a:r>
              <a:rPr kumimoji="0" lang="en-AU" sz="800" b="0" i="0" u="none" strike="noStrike" kern="0" cap="none" spc="0" normalizeH="0" baseline="0" noProof="0" dirty="0">
                <a:ln>
                  <a:noFill/>
                </a:ln>
                <a:solidFill>
                  <a:srgbClr val="1A1A1A"/>
                </a:solidFill>
                <a:effectLst/>
                <a:uLnTx/>
                <a:uFillTx/>
                <a:latin typeface="Arial" panose="020B0604020202020204" pitchFamily="34" charset="0"/>
                <a:cs typeface="Arial" panose="020B0604020202020204" pitchFamily="34" charset="0"/>
              </a:rPr>
              <a:t>Visualize, Interact, Self-Serve</a:t>
            </a:r>
          </a:p>
        </p:txBody>
      </p:sp>
      <p:cxnSp>
        <p:nvCxnSpPr>
          <p:cNvPr id="401" name="Connector: Elbow 565">
            <a:extLst>
              <a:ext uri="{FF2B5EF4-FFF2-40B4-BE49-F238E27FC236}">
                <a16:creationId xmlns:a16="http://schemas.microsoft.com/office/drawing/2014/main" id="{09ABDAD8-BE20-454C-B814-F175658D84D9}"/>
              </a:ext>
            </a:extLst>
          </p:cNvPr>
          <p:cNvCxnSpPr>
            <a:cxnSpLocks/>
          </p:cNvCxnSpPr>
          <p:nvPr/>
        </p:nvCxnSpPr>
        <p:spPr>
          <a:xfrm flipV="1">
            <a:off x="3146017" y="2108536"/>
            <a:ext cx="34256" cy="560"/>
          </a:xfrm>
          <a:prstGeom prst="bentConnector3">
            <a:avLst>
              <a:gd name="adj1" fmla="val 34498"/>
            </a:avLst>
          </a:prstGeom>
          <a:ln w="15875">
            <a:solidFill>
              <a:schemeClr val="accent6">
                <a:lumMod val="40000"/>
                <a:lumOff val="60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402" name="Rectangle 401">
            <a:extLst>
              <a:ext uri="{FF2B5EF4-FFF2-40B4-BE49-F238E27FC236}">
                <a16:creationId xmlns:a16="http://schemas.microsoft.com/office/drawing/2014/main" id="{8F1C8AA8-E6B8-4BAE-B2E1-D6C076EC905C}"/>
              </a:ext>
            </a:extLst>
          </p:cNvPr>
          <p:cNvSpPr>
            <a:spLocks noChangeAspect="1"/>
          </p:cNvSpPr>
          <p:nvPr/>
        </p:nvSpPr>
        <p:spPr bwMode="auto">
          <a:xfrm>
            <a:off x="1948597" y="1583293"/>
            <a:ext cx="1062000" cy="2410399"/>
          </a:xfrm>
          <a:prstGeom prst="rect">
            <a:avLst/>
          </a:prstGeom>
          <a:noFill/>
          <a:ln>
            <a:solidFill>
              <a:schemeClr val="bg1">
                <a:lumMod val="65000"/>
              </a:schemeClr>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horz" wrap="square" lIns="182854" tIns="36000" rIns="182854" bIns="14628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710457" rtl="0" eaLnBrk="1" fontAlgn="auto" latinLnBrk="0" hangingPunct="1">
              <a:lnSpc>
                <a:spcPct val="100000"/>
              </a:lnSpc>
              <a:spcBef>
                <a:spcPct val="0"/>
              </a:spcBef>
              <a:spcAft>
                <a:spcPct val="35000"/>
              </a:spcAft>
              <a:buClrTx/>
              <a:buSzTx/>
              <a:buFontTx/>
              <a:buNone/>
              <a:tabLst/>
              <a:defRPr/>
            </a:pPr>
            <a:r>
              <a:rPr kumimoji="0" lang="en-US" sz="900" b="0" i="0" u="none" strike="noStrike" kern="0" cap="none" spc="0" normalizeH="0" baseline="0" noProof="0" dirty="0">
                <a:ln>
                  <a:noFill/>
                </a:ln>
                <a:solidFill>
                  <a:srgbClr val="1A1A1A"/>
                </a:solidFill>
                <a:effectLst/>
                <a:uLnTx/>
                <a:uFillTx/>
                <a:latin typeface="Arial" panose="020B0604020202020204" pitchFamily="34" charset="0"/>
                <a:cs typeface="Arial" panose="020B0604020202020204" pitchFamily="34" charset="0"/>
              </a:rPr>
              <a:t>Data Integration and Ingestion</a:t>
            </a:r>
          </a:p>
        </p:txBody>
      </p:sp>
      <p:cxnSp>
        <p:nvCxnSpPr>
          <p:cNvPr id="404" name="Connector: Elbow 666">
            <a:extLst>
              <a:ext uri="{FF2B5EF4-FFF2-40B4-BE49-F238E27FC236}">
                <a16:creationId xmlns:a16="http://schemas.microsoft.com/office/drawing/2014/main" id="{901447D8-8FD7-4D34-91B8-3515CA3530D8}"/>
              </a:ext>
            </a:extLst>
          </p:cNvPr>
          <p:cNvCxnSpPr>
            <a:cxnSpLocks/>
          </p:cNvCxnSpPr>
          <p:nvPr/>
        </p:nvCxnSpPr>
        <p:spPr>
          <a:xfrm flipV="1">
            <a:off x="3149558" y="3469613"/>
            <a:ext cx="34256" cy="560"/>
          </a:xfrm>
          <a:prstGeom prst="bentConnector3">
            <a:avLst>
              <a:gd name="adj1" fmla="val 34498"/>
            </a:avLst>
          </a:prstGeom>
          <a:ln w="15875">
            <a:solidFill>
              <a:schemeClr val="accent6">
                <a:lumMod val="40000"/>
                <a:lumOff val="60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411" name="Rectangle 410">
            <a:extLst>
              <a:ext uri="{FF2B5EF4-FFF2-40B4-BE49-F238E27FC236}">
                <a16:creationId xmlns:a16="http://schemas.microsoft.com/office/drawing/2014/main" id="{981AC613-3D3D-40B0-BA9E-E00CFD4B3CC9}"/>
              </a:ext>
            </a:extLst>
          </p:cNvPr>
          <p:cNvSpPr/>
          <p:nvPr/>
        </p:nvSpPr>
        <p:spPr bwMode="auto">
          <a:xfrm>
            <a:off x="489935" y="3182136"/>
            <a:ext cx="1108296" cy="813236"/>
          </a:xfrm>
          <a:prstGeom prst="rect">
            <a:avLst/>
          </a:prstGeom>
          <a:noFill/>
          <a:ln>
            <a:solidFill>
              <a:schemeClr val="bg1">
                <a:lumMod val="65000"/>
              </a:schemeClr>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horz" wrap="square" lIns="182854" tIns="36000" rIns="182854" bIns="14628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l" defTabSz="710457" rtl="0" eaLnBrk="1" fontAlgn="auto" latinLnBrk="0" hangingPunct="1">
              <a:lnSpc>
                <a:spcPct val="100000"/>
              </a:lnSpc>
              <a:spcBef>
                <a:spcPct val="0"/>
              </a:spcBef>
              <a:spcAft>
                <a:spcPct val="35000"/>
              </a:spcAft>
              <a:buClrTx/>
              <a:buSzTx/>
              <a:buFontTx/>
              <a:buNone/>
              <a:tabLst/>
              <a:defRPr/>
            </a:pPr>
            <a:endParaRPr kumimoji="0" lang="en-AU" sz="500" b="0" i="0" u="none" strike="noStrike" kern="0" cap="none" spc="0" normalizeH="0" baseline="0" noProof="0">
              <a:ln>
                <a:noFill/>
              </a:ln>
              <a:solidFill>
                <a:srgbClr val="1A1A1A"/>
              </a:solidFill>
              <a:effectLst/>
              <a:uLnTx/>
              <a:uFillTx/>
              <a:latin typeface="Arial" panose="020B0604020202020204" pitchFamily="34" charset="0"/>
              <a:cs typeface="Arial" panose="020B0604020202020204" pitchFamily="34" charset="0"/>
            </a:endParaRPr>
          </a:p>
        </p:txBody>
      </p:sp>
      <p:sp>
        <p:nvSpPr>
          <p:cNvPr id="412" name="Rectangle 411">
            <a:extLst>
              <a:ext uri="{FF2B5EF4-FFF2-40B4-BE49-F238E27FC236}">
                <a16:creationId xmlns:a16="http://schemas.microsoft.com/office/drawing/2014/main" id="{9D6C76FD-ACDA-4C3A-91BD-EA4769708D0E}"/>
              </a:ext>
            </a:extLst>
          </p:cNvPr>
          <p:cNvSpPr/>
          <p:nvPr/>
        </p:nvSpPr>
        <p:spPr>
          <a:xfrm>
            <a:off x="454323" y="3170497"/>
            <a:ext cx="1167072" cy="200055"/>
          </a:xfrm>
          <a:prstGeom prst="rect">
            <a:avLst/>
          </a:prstGeom>
          <a:ln>
            <a:noFill/>
          </a:ln>
        </p:spPr>
        <p:txBody>
          <a:bodyPr wrap="square"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710457" rtl="0" eaLnBrk="1" fontAlgn="auto" latinLnBrk="0" hangingPunct="1">
              <a:lnSpc>
                <a:spcPct val="100000"/>
              </a:lnSpc>
              <a:spcBef>
                <a:spcPct val="0"/>
              </a:spcBef>
              <a:spcAft>
                <a:spcPts val="0"/>
              </a:spcAft>
              <a:buClrTx/>
              <a:buSzTx/>
              <a:buFontTx/>
              <a:buNone/>
              <a:tabLst/>
              <a:defRPr/>
            </a:pPr>
            <a:r>
              <a:rPr kumimoji="0" lang="en-AU" sz="700" b="0" i="0" u="none" strike="noStrike" kern="0" cap="none" spc="0" normalizeH="0" baseline="0" noProof="0" dirty="0">
                <a:ln>
                  <a:noFill/>
                </a:ln>
                <a:solidFill>
                  <a:srgbClr val="1A1A1A"/>
                </a:solidFill>
                <a:effectLst/>
                <a:uLnTx/>
                <a:uFillTx/>
                <a:latin typeface="Arial" panose="020B0604020202020204" pitchFamily="34" charset="0"/>
                <a:cs typeface="Arial" panose="020B0604020202020204" pitchFamily="34" charset="0"/>
              </a:rPr>
              <a:t>On-Prem Internal Data</a:t>
            </a:r>
          </a:p>
        </p:txBody>
      </p:sp>
      <p:sp>
        <p:nvSpPr>
          <p:cNvPr id="420" name="Rectangle 419">
            <a:extLst>
              <a:ext uri="{FF2B5EF4-FFF2-40B4-BE49-F238E27FC236}">
                <a16:creationId xmlns:a16="http://schemas.microsoft.com/office/drawing/2014/main" id="{03F5BBD4-A5F5-4831-B1C4-02E24B3191C5}"/>
              </a:ext>
            </a:extLst>
          </p:cNvPr>
          <p:cNvSpPr/>
          <p:nvPr/>
        </p:nvSpPr>
        <p:spPr bwMode="auto">
          <a:xfrm>
            <a:off x="489935" y="2296362"/>
            <a:ext cx="1108296" cy="688910"/>
          </a:xfrm>
          <a:prstGeom prst="rect">
            <a:avLst/>
          </a:prstGeom>
          <a:noFill/>
          <a:ln>
            <a:solidFill>
              <a:schemeClr val="bg1">
                <a:lumMod val="65000"/>
              </a:schemeClr>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horz" wrap="square" lIns="182854" tIns="36000" rIns="182854" bIns="14628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l" defTabSz="710457" rtl="0" eaLnBrk="1" fontAlgn="auto" latinLnBrk="0" hangingPunct="1">
              <a:lnSpc>
                <a:spcPct val="100000"/>
              </a:lnSpc>
              <a:spcBef>
                <a:spcPct val="0"/>
              </a:spcBef>
              <a:spcAft>
                <a:spcPct val="35000"/>
              </a:spcAft>
              <a:buClrTx/>
              <a:buSzTx/>
              <a:buFontTx/>
              <a:buNone/>
              <a:tabLst/>
              <a:defRPr/>
            </a:pPr>
            <a:endParaRPr kumimoji="0" lang="en-AU" sz="500" b="0" i="0" u="none" strike="noStrike" kern="0" cap="none" spc="0" normalizeH="0" baseline="0" noProof="0">
              <a:ln>
                <a:noFill/>
              </a:ln>
              <a:solidFill>
                <a:srgbClr val="1A1A1A"/>
              </a:solidFill>
              <a:effectLst/>
              <a:uLnTx/>
              <a:uFillTx/>
              <a:latin typeface="Arial" panose="020B0604020202020204" pitchFamily="34" charset="0"/>
              <a:cs typeface="Arial" panose="020B0604020202020204" pitchFamily="34" charset="0"/>
            </a:endParaRPr>
          </a:p>
        </p:txBody>
      </p:sp>
      <p:grpSp>
        <p:nvGrpSpPr>
          <p:cNvPr id="425" name="Group 424">
            <a:extLst>
              <a:ext uri="{FF2B5EF4-FFF2-40B4-BE49-F238E27FC236}">
                <a16:creationId xmlns:a16="http://schemas.microsoft.com/office/drawing/2014/main" id="{2E1D121A-59C3-4E57-AB9F-72BE5C09332C}"/>
              </a:ext>
            </a:extLst>
          </p:cNvPr>
          <p:cNvGrpSpPr/>
          <p:nvPr/>
        </p:nvGrpSpPr>
        <p:grpSpPr>
          <a:xfrm>
            <a:off x="1581596" y="1730101"/>
            <a:ext cx="349426" cy="2207703"/>
            <a:chOff x="1684579" y="1955485"/>
            <a:chExt cx="501388" cy="3864512"/>
          </a:xfrm>
        </p:grpSpPr>
        <p:cxnSp>
          <p:nvCxnSpPr>
            <p:cNvPr id="474" name="Connector: Elbow 698">
              <a:extLst>
                <a:ext uri="{FF2B5EF4-FFF2-40B4-BE49-F238E27FC236}">
                  <a16:creationId xmlns:a16="http://schemas.microsoft.com/office/drawing/2014/main" id="{4CBDFA73-F83B-4FDE-82DA-F2AA6453469C}"/>
                </a:ext>
              </a:extLst>
            </p:cNvPr>
            <p:cNvCxnSpPr>
              <a:cxnSpLocks/>
            </p:cNvCxnSpPr>
            <p:nvPr/>
          </p:nvCxnSpPr>
          <p:spPr>
            <a:xfrm rot="5400000" flipH="1" flipV="1">
              <a:off x="796945" y="4690512"/>
              <a:ext cx="2046588" cy="212381"/>
            </a:xfrm>
            <a:prstGeom prst="bentConnector3">
              <a:avLst>
                <a:gd name="adj1" fmla="val -264"/>
              </a:avLst>
            </a:prstGeom>
            <a:ln w="6350">
              <a:solidFill>
                <a:schemeClr val="accent6">
                  <a:lumMod val="40000"/>
                  <a:lumOff val="60000"/>
                </a:schemeClr>
              </a:solidFill>
              <a:prstDash val="sysDash"/>
              <a:headEnd type="none" w="med" len="med"/>
              <a:tailEnd type="none" w="sm" len="sm"/>
            </a:ln>
          </p:spPr>
          <p:style>
            <a:lnRef idx="1">
              <a:schemeClr val="accent1"/>
            </a:lnRef>
            <a:fillRef idx="0">
              <a:schemeClr val="accent1"/>
            </a:fillRef>
            <a:effectRef idx="0">
              <a:schemeClr val="accent1"/>
            </a:effectRef>
            <a:fontRef idx="minor">
              <a:schemeClr val="tx1"/>
            </a:fontRef>
          </p:style>
        </p:cxnSp>
        <p:grpSp>
          <p:nvGrpSpPr>
            <p:cNvPr id="475" name="Group 474">
              <a:extLst>
                <a:ext uri="{FF2B5EF4-FFF2-40B4-BE49-F238E27FC236}">
                  <a16:creationId xmlns:a16="http://schemas.microsoft.com/office/drawing/2014/main" id="{CC6F3040-430C-48B9-84FE-A8CD2209E8BD}"/>
                </a:ext>
              </a:extLst>
            </p:cNvPr>
            <p:cNvGrpSpPr/>
            <p:nvPr/>
          </p:nvGrpSpPr>
          <p:grpSpPr>
            <a:xfrm>
              <a:off x="1684579" y="1955485"/>
              <a:ext cx="501388" cy="1828798"/>
              <a:chOff x="1347106" y="2693702"/>
              <a:chExt cx="218828" cy="1976768"/>
            </a:xfrm>
          </p:grpSpPr>
          <p:cxnSp>
            <p:nvCxnSpPr>
              <p:cNvPr id="476" name="Connector: Elbow 702">
                <a:extLst>
                  <a:ext uri="{FF2B5EF4-FFF2-40B4-BE49-F238E27FC236}">
                    <a16:creationId xmlns:a16="http://schemas.microsoft.com/office/drawing/2014/main" id="{19B5FBA4-561D-48B0-B35E-FA3AA5A2DB1C}"/>
                  </a:ext>
                </a:extLst>
              </p:cNvPr>
              <p:cNvCxnSpPr>
                <a:cxnSpLocks/>
              </p:cNvCxnSpPr>
              <p:nvPr/>
            </p:nvCxnSpPr>
            <p:spPr>
              <a:xfrm>
                <a:off x="1348450" y="2693702"/>
                <a:ext cx="217484" cy="702177"/>
              </a:xfrm>
              <a:prstGeom prst="bentConnector3">
                <a:avLst/>
              </a:prstGeom>
              <a:ln w="6350">
                <a:solidFill>
                  <a:schemeClr val="accent6">
                    <a:lumMod val="40000"/>
                    <a:lumOff val="60000"/>
                  </a:schemeClr>
                </a:solidFill>
                <a:prstDash val="sysDash"/>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477" name="Connector: Elbow 703">
                <a:extLst>
                  <a:ext uri="{FF2B5EF4-FFF2-40B4-BE49-F238E27FC236}">
                    <a16:creationId xmlns:a16="http://schemas.microsoft.com/office/drawing/2014/main" id="{1D3A79BF-1086-4E05-AC7B-495D6A91D33D}"/>
                  </a:ext>
                </a:extLst>
              </p:cNvPr>
              <p:cNvCxnSpPr>
                <a:cxnSpLocks/>
              </p:cNvCxnSpPr>
              <p:nvPr/>
            </p:nvCxnSpPr>
            <p:spPr>
              <a:xfrm flipV="1">
                <a:off x="1347106" y="3395879"/>
                <a:ext cx="218828" cy="1274591"/>
              </a:xfrm>
              <a:prstGeom prst="bentConnector3">
                <a:avLst/>
              </a:prstGeom>
              <a:ln w="6350">
                <a:solidFill>
                  <a:schemeClr val="accent6">
                    <a:lumMod val="40000"/>
                    <a:lumOff val="60000"/>
                  </a:schemeClr>
                </a:solidFill>
                <a:prstDash val="sysDash"/>
                <a:headEnd type="none" w="med" len="med"/>
                <a:tailEnd type="arrow" w="sm" len="sm"/>
              </a:ln>
            </p:spPr>
            <p:style>
              <a:lnRef idx="1">
                <a:schemeClr val="accent1"/>
              </a:lnRef>
              <a:fillRef idx="0">
                <a:schemeClr val="accent1"/>
              </a:fillRef>
              <a:effectRef idx="0">
                <a:schemeClr val="accent1"/>
              </a:effectRef>
              <a:fontRef idx="minor">
                <a:schemeClr val="tx1"/>
              </a:fontRef>
            </p:style>
          </p:cxnSp>
        </p:grpSp>
      </p:grpSp>
      <p:sp>
        <p:nvSpPr>
          <p:cNvPr id="428" name="Rectangle 427">
            <a:extLst>
              <a:ext uri="{FF2B5EF4-FFF2-40B4-BE49-F238E27FC236}">
                <a16:creationId xmlns:a16="http://schemas.microsoft.com/office/drawing/2014/main" id="{29FB8CB0-4AD9-4F65-ACEE-7743CBE97CC2}"/>
              </a:ext>
            </a:extLst>
          </p:cNvPr>
          <p:cNvSpPr/>
          <p:nvPr/>
        </p:nvSpPr>
        <p:spPr>
          <a:xfrm>
            <a:off x="488803" y="1024861"/>
            <a:ext cx="1092793" cy="338554"/>
          </a:xfrm>
          <a:prstGeom prst="rect">
            <a:avLst/>
          </a:prstGeom>
          <a:ln>
            <a:noFill/>
          </a:ln>
        </p:spPr>
        <p:txBody>
          <a:bodyPr wrap="square"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710457" rtl="0" eaLnBrk="1" fontAlgn="auto" latinLnBrk="0" hangingPunct="1">
              <a:lnSpc>
                <a:spcPct val="100000"/>
              </a:lnSpc>
              <a:spcBef>
                <a:spcPct val="0"/>
              </a:spcBef>
              <a:spcAft>
                <a:spcPts val="0"/>
              </a:spcAft>
              <a:buClrTx/>
              <a:buSzTx/>
              <a:buFontTx/>
              <a:buNone/>
              <a:tabLst/>
              <a:defRPr/>
            </a:pPr>
            <a:r>
              <a:rPr kumimoji="0" lang="en-AU" sz="800" b="0" i="0" u="none" strike="noStrike" kern="0" cap="none" spc="0" normalizeH="0" baseline="0" noProof="0" dirty="0">
                <a:ln>
                  <a:noFill/>
                </a:ln>
                <a:solidFill>
                  <a:srgbClr val="1A1A1A"/>
                </a:solidFill>
                <a:effectLst/>
                <a:uLnTx/>
                <a:uFillTx/>
                <a:latin typeface="Arial" panose="020B0604020202020204" pitchFamily="34" charset="0"/>
                <a:cs typeface="Arial" panose="020B0604020202020204" pitchFamily="34" charset="0"/>
              </a:rPr>
              <a:t>Real-Time Data and Steaming Data</a:t>
            </a:r>
          </a:p>
        </p:txBody>
      </p:sp>
      <p:pic>
        <p:nvPicPr>
          <p:cNvPr id="429" name="Graphic 619" descr="Smart Phone">
            <a:extLst>
              <a:ext uri="{FF2B5EF4-FFF2-40B4-BE49-F238E27FC236}">
                <a16:creationId xmlns:a16="http://schemas.microsoft.com/office/drawing/2014/main" id="{0AD7BB3A-B255-41D6-A8B9-73DA5FF1AE2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38188" y="1382015"/>
            <a:ext cx="214495" cy="175826"/>
          </a:xfrm>
          <a:prstGeom prst="rect">
            <a:avLst/>
          </a:prstGeom>
        </p:spPr>
      </p:pic>
      <p:grpSp>
        <p:nvGrpSpPr>
          <p:cNvPr id="430" name="Group 429">
            <a:extLst>
              <a:ext uri="{FF2B5EF4-FFF2-40B4-BE49-F238E27FC236}">
                <a16:creationId xmlns:a16="http://schemas.microsoft.com/office/drawing/2014/main" id="{345F5923-446E-486A-970E-2D7307ACDEE9}"/>
              </a:ext>
            </a:extLst>
          </p:cNvPr>
          <p:cNvGrpSpPr/>
          <p:nvPr/>
        </p:nvGrpSpPr>
        <p:grpSpPr>
          <a:xfrm>
            <a:off x="1048213" y="1406969"/>
            <a:ext cx="334474" cy="176334"/>
            <a:chOff x="2300287" y="1752544"/>
            <a:chExt cx="735475" cy="525712"/>
          </a:xfrm>
        </p:grpSpPr>
        <p:sp>
          <p:nvSpPr>
            <p:cNvPr id="459" name="Freeform: Shape 621">
              <a:extLst>
                <a:ext uri="{FF2B5EF4-FFF2-40B4-BE49-F238E27FC236}">
                  <a16:creationId xmlns:a16="http://schemas.microsoft.com/office/drawing/2014/main" id="{BF1273BE-CC5E-4EF3-9786-37FC186C16D3}"/>
                </a:ext>
              </a:extLst>
            </p:cNvPr>
            <p:cNvSpPr/>
            <p:nvPr/>
          </p:nvSpPr>
          <p:spPr>
            <a:xfrm>
              <a:off x="2300287" y="1752600"/>
              <a:ext cx="9525" cy="9525"/>
            </a:xfrm>
            <a:custGeom>
              <a:avLst/>
              <a:gdLst/>
              <a:ahLst/>
              <a:cxnLst/>
              <a:rect l="l" t="t" r="r" b="b"/>
              <a:pathLst>
                <a:path w="9525" h="9525"/>
              </a:pathLst>
            </a:custGeom>
            <a:no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1A1A1A"/>
                </a:solidFill>
                <a:effectLst/>
                <a:uLnTx/>
                <a:uFillTx/>
                <a:latin typeface="Arial" panose="020B0604020202020204" pitchFamily="34" charset="0"/>
                <a:cs typeface="Arial" panose="020B0604020202020204" pitchFamily="34" charset="0"/>
              </a:endParaRPr>
            </a:p>
          </p:txBody>
        </p:sp>
        <p:grpSp>
          <p:nvGrpSpPr>
            <p:cNvPr id="460" name="Graphic 2">
              <a:extLst>
                <a:ext uri="{FF2B5EF4-FFF2-40B4-BE49-F238E27FC236}">
                  <a16:creationId xmlns:a16="http://schemas.microsoft.com/office/drawing/2014/main" id="{C64EF5A8-C06A-44FD-888B-5337D68FF4F1}"/>
                </a:ext>
              </a:extLst>
            </p:cNvPr>
            <p:cNvGrpSpPr/>
            <p:nvPr/>
          </p:nvGrpSpPr>
          <p:grpSpPr>
            <a:xfrm>
              <a:off x="2435656" y="1752544"/>
              <a:ext cx="600106" cy="525712"/>
              <a:chOff x="2435656" y="1752544"/>
              <a:chExt cx="600106" cy="525712"/>
            </a:xfrm>
            <a:solidFill>
              <a:schemeClr val="accent1"/>
            </a:solidFill>
          </p:grpSpPr>
          <p:grpSp>
            <p:nvGrpSpPr>
              <p:cNvPr id="461" name="Graphic 2">
                <a:extLst>
                  <a:ext uri="{FF2B5EF4-FFF2-40B4-BE49-F238E27FC236}">
                    <a16:creationId xmlns:a16="http://schemas.microsoft.com/office/drawing/2014/main" id="{B5BB1CCF-63BA-4420-851C-4C559B896D18}"/>
                  </a:ext>
                </a:extLst>
              </p:cNvPr>
              <p:cNvGrpSpPr/>
              <p:nvPr/>
            </p:nvGrpSpPr>
            <p:grpSpPr>
              <a:xfrm>
                <a:off x="2435656" y="2059181"/>
                <a:ext cx="219084" cy="219075"/>
                <a:chOff x="2435656" y="2059181"/>
                <a:chExt cx="219084" cy="219075"/>
              </a:xfrm>
              <a:solidFill>
                <a:schemeClr val="accent1"/>
              </a:solidFill>
            </p:grpSpPr>
            <p:sp>
              <p:nvSpPr>
                <p:cNvPr id="468" name="Freeform: Shape 630">
                  <a:extLst>
                    <a:ext uri="{FF2B5EF4-FFF2-40B4-BE49-F238E27FC236}">
                      <a16:creationId xmlns:a16="http://schemas.microsoft.com/office/drawing/2014/main" id="{361A3F3D-0E02-498F-9F4F-D2CB8B2D7384}"/>
                    </a:ext>
                  </a:extLst>
                </p:cNvPr>
                <p:cNvSpPr/>
                <p:nvPr/>
              </p:nvSpPr>
              <p:spPr>
                <a:xfrm>
                  <a:off x="2435656" y="2059181"/>
                  <a:ext cx="219084" cy="219075"/>
                </a:xfrm>
                <a:custGeom>
                  <a:avLst/>
                  <a:gdLst>
                    <a:gd name="connsiteX0" fmla="*/ 219085 w 219084"/>
                    <a:gd name="connsiteY0" fmla="*/ 206816 h 219075"/>
                    <a:gd name="connsiteX1" fmla="*/ 219085 w 219084"/>
                    <a:gd name="connsiteY1" fmla="*/ 12268 h 219075"/>
                    <a:gd name="connsiteX2" fmla="*/ 206816 w 219084"/>
                    <a:gd name="connsiteY2" fmla="*/ 0 h 219075"/>
                    <a:gd name="connsiteX3" fmla="*/ 12268 w 219084"/>
                    <a:gd name="connsiteY3" fmla="*/ 0 h 219075"/>
                    <a:gd name="connsiteX4" fmla="*/ 0 w 219084"/>
                    <a:gd name="connsiteY4" fmla="*/ 12268 h 219075"/>
                    <a:gd name="connsiteX5" fmla="*/ 0 w 219084"/>
                    <a:gd name="connsiteY5" fmla="*/ 206816 h 219075"/>
                    <a:gd name="connsiteX6" fmla="*/ 12268 w 219084"/>
                    <a:gd name="connsiteY6" fmla="*/ 219075 h 219075"/>
                    <a:gd name="connsiteX7" fmla="*/ 206826 w 219084"/>
                    <a:gd name="connsiteY7" fmla="*/ 219075 h 219075"/>
                    <a:gd name="connsiteX8" fmla="*/ 219085 w 219084"/>
                    <a:gd name="connsiteY8" fmla="*/ 206816 h 219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9084" h="219075">
                      <a:moveTo>
                        <a:pt x="219085" y="206816"/>
                      </a:moveTo>
                      <a:lnTo>
                        <a:pt x="219085" y="12268"/>
                      </a:lnTo>
                      <a:cubicBezTo>
                        <a:pt x="219085" y="5493"/>
                        <a:pt x="213591" y="0"/>
                        <a:pt x="206816" y="0"/>
                      </a:cubicBezTo>
                      <a:lnTo>
                        <a:pt x="12268" y="0"/>
                      </a:lnTo>
                      <a:cubicBezTo>
                        <a:pt x="5493" y="0"/>
                        <a:pt x="0" y="5493"/>
                        <a:pt x="0" y="12268"/>
                      </a:cubicBezTo>
                      <a:lnTo>
                        <a:pt x="0" y="206816"/>
                      </a:lnTo>
                      <a:cubicBezTo>
                        <a:pt x="6" y="213589"/>
                        <a:pt x="5496" y="219075"/>
                        <a:pt x="12268" y="219075"/>
                      </a:cubicBezTo>
                      <a:lnTo>
                        <a:pt x="206826" y="219075"/>
                      </a:lnTo>
                      <a:cubicBezTo>
                        <a:pt x="213594" y="219069"/>
                        <a:pt x="219079" y="213585"/>
                        <a:pt x="219085" y="206816"/>
                      </a:cubicBezTo>
                      <a:close/>
                    </a:path>
                  </a:pathLst>
                </a:custGeom>
                <a:solidFill>
                  <a:srgbClr val="3C5A99"/>
                </a:solid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1A1A1A"/>
                    </a:solidFill>
                    <a:effectLst/>
                    <a:uLnTx/>
                    <a:uFillTx/>
                    <a:latin typeface="Arial" panose="020B0604020202020204" pitchFamily="34" charset="0"/>
                    <a:cs typeface="Arial" panose="020B0604020202020204" pitchFamily="34" charset="0"/>
                  </a:endParaRPr>
                </a:p>
              </p:txBody>
            </p:sp>
            <p:sp>
              <p:nvSpPr>
                <p:cNvPr id="469" name="Freeform: Shape 631">
                  <a:extLst>
                    <a:ext uri="{FF2B5EF4-FFF2-40B4-BE49-F238E27FC236}">
                      <a16:creationId xmlns:a16="http://schemas.microsoft.com/office/drawing/2014/main" id="{298EC582-E0DE-462B-9CD5-3052C6DFEC71}"/>
                    </a:ext>
                  </a:extLst>
                </p:cNvPr>
                <p:cNvSpPr/>
                <p:nvPr/>
              </p:nvSpPr>
              <p:spPr>
                <a:xfrm>
                  <a:off x="2521390" y="2094526"/>
                  <a:ext cx="97669" cy="183729"/>
                </a:xfrm>
                <a:custGeom>
                  <a:avLst/>
                  <a:gdLst>
                    <a:gd name="connsiteX0" fmla="*/ 66675 w 97669"/>
                    <a:gd name="connsiteY0" fmla="*/ 183729 h 183729"/>
                    <a:gd name="connsiteX1" fmla="*/ 66675 w 97669"/>
                    <a:gd name="connsiteY1" fmla="*/ 107529 h 183729"/>
                    <a:gd name="connsiteX2" fmla="*/ 93345 w 97669"/>
                    <a:gd name="connsiteY2" fmla="*/ 107529 h 183729"/>
                    <a:gd name="connsiteX3" fmla="*/ 97669 w 97669"/>
                    <a:gd name="connsiteY3" fmla="*/ 69429 h 183729"/>
                    <a:gd name="connsiteX4" fmla="*/ 66675 w 97669"/>
                    <a:gd name="connsiteY4" fmla="*/ 69429 h 183729"/>
                    <a:gd name="connsiteX5" fmla="*/ 66675 w 97669"/>
                    <a:gd name="connsiteY5" fmla="*/ 47817 h 183729"/>
                    <a:gd name="connsiteX6" fmla="*/ 83458 w 97669"/>
                    <a:gd name="connsiteY6" fmla="*/ 31329 h 183729"/>
                    <a:gd name="connsiteX7" fmla="*/ 95250 w 97669"/>
                    <a:gd name="connsiteY7" fmla="*/ 31329 h 183729"/>
                    <a:gd name="connsiteX8" fmla="*/ 95250 w 97669"/>
                    <a:gd name="connsiteY8" fmla="*/ 1325 h 183729"/>
                    <a:gd name="connsiteX9" fmla="*/ 70247 w 97669"/>
                    <a:gd name="connsiteY9" fmla="*/ 1 h 183729"/>
                    <a:gd name="connsiteX10" fmla="*/ 28575 w 97669"/>
                    <a:gd name="connsiteY10" fmla="*/ 44340 h 183729"/>
                    <a:gd name="connsiteX11" fmla="*/ 28575 w 97669"/>
                    <a:gd name="connsiteY11" fmla="*/ 69429 h 183729"/>
                    <a:gd name="connsiteX12" fmla="*/ 0 w 97669"/>
                    <a:gd name="connsiteY12" fmla="*/ 69429 h 183729"/>
                    <a:gd name="connsiteX13" fmla="*/ 0 w 97669"/>
                    <a:gd name="connsiteY13" fmla="*/ 107529 h 183729"/>
                    <a:gd name="connsiteX14" fmla="*/ 28575 w 97669"/>
                    <a:gd name="connsiteY14" fmla="*/ 107529 h 183729"/>
                    <a:gd name="connsiteX15" fmla="*/ 28575 w 97669"/>
                    <a:gd name="connsiteY15" fmla="*/ 183729 h 183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7669" h="183729">
                      <a:moveTo>
                        <a:pt x="66675" y="183729"/>
                      </a:moveTo>
                      <a:lnTo>
                        <a:pt x="66675" y="107529"/>
                      </a:lnTo>
                      <a:lnTo>
                        <a:pt x="93345" y="107529"/>
                      </a:lnTo>
                      <a:lnTo>
                        <a:pt x="97669" y="69429"/>
                      </a:lnTo>
                      <a:lnTo>
                        <a:pt x="66675" y="69429"/>
                      </a:lnTo>
                      <a:lnTo>
                        <a:pt x="66675" y="47817"/>
                      </a:lnTo>
                      <a:cubicBezTo>
                        <a:pt x="66675" y="38016"/>
                        <a:pt x="69399" y="31329"/>
                        <a:pt x="83458" y="31329"/>
                      </a:cubicBezTo>
                      <a:lnTo>
                        <a:pt x="95250" y="31329"/>
                      </a:lnTo>
                      <a:lnTo>
                        <a:pt x="95250" y="1325"/>
                      </a:lnTo>
                      <a:cubicBezTo>
                        <a:pt x="86947" y="413"/>
                        <a:pt x="78599" y="-29"/>
                        <a:pt x="70247" y="1"/>
                      </a:cubicBezTo>
                      <a:cubicBezTo>
                        <a:pt x="45482" y="1"/>
                        <a:pt x="28575" y="15632"/>
                        <a:pt x="28575" y="44340"/>
                      </a:cubicBezTo>
                      <a:lnTo>
                        <a:pt x="28575" y="69429"/>
                      </a:lnTo>
                      <a:lnTo>
                        <a:pt x="0" y="69429"/>
                      </a:lnTo>
                      <a:lnTo>
                        <a:pt x="0" y="107529"/>
                      </a:lnTo>
                      <a:lnTo>
                        <a:pt x="28575" y="107529"/>
                      </a:lnTo>
                      <a:lnTo>
                        <a:pt x="28575" y="183729"/>
                      </a:lnTo>
                      <a:close/>
                    </a:path>
                  </a:pathLst>
                </a:custGeom>
                <a:solidFill>
                  <a:srgbClr val="FFFFFF"/>
                </a:solid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1A1A1A"/>
                    </a:solidFill>
                    <a:effectLst/>
                    <a:uLnTx/>
                    <a:uFillTx/>
                    <a:latin typeface="Arial" panose="020B0604020202020204" pitchFamily="34" charset="0"/>
                    <a:cs typeface="Arial" panose="020B0604020202020204" pitchFamily="34" charset="0"/>
                  </a:endParaRPr>
                </a:p>
              </p:txBody>
            </p:sp>
          </p:grpSp>
          <p:grpSp>
            <p:nvGrpSpPr>
              <p:cNvPr id="462" name="Graphic 2">
                <a:extLst>
                  <a:ext uri="{FF2B5EF4-FFF2-40B4-BE49-F238E27FC236}">
                    <a16:creationId xmlns:a16="http://schemas.microsoft.com/office/drawing/2014/main" id="{C5C375AD-26D1-41D1-9E15-1DDC390C095E}"/>
                  </a:ext>
                </a:extLst>
              </p:cNvPr>
              <p:cNvGrpSpPr/>
              <p:nvPr/>
            </p:nvGrpSpPr>
            <p:grpSpPr>
              <a:xfrm>
                <a:off x="2816690" y="2059207"/>
                <a:ext cx="219072" cy="219019"/>
                <a:chOff x="2816690" y="2059207"/>
                <a:chExt cx="219072" cy="219019"/>
              </a:xfrm>
              <a:solidFill>
                <a:schemeClr val="accent1"/>
              </a:solidFill>
            </p:grpSpPr>
            <p:sp>
              <p:nvSpPr>
                <p:cNvPr id="464" name="Freeform: Shape 626">
                  <a:extLst>
                    <a:ext uri="{FF2B5EF4-FFF2-40B4-BE49-F238E27FC236}">
                      <a16:creationId xmlns:a16="http://schemas.microsoft.com/office/drawing/2014/main" id="{F12D9F0E-166F-49EE-BB7E-F73D7DCB46C3}"/>
                    </a:ext>
                  </a:extLst>
                </p:cNvPr>
                <p:cNvSpPr/>
                <p:nvPr/>
              </p:nvSpPr>
              <p:spPr>
                <a:xfrm>
                  <a:off x="2816690" y="2059207"/>
                  <a:ext cx="219072" cy="219019"/>
                </a:xfrm>
                <a:custGeom>
                  <a:avLst/>
                  <a:gdLst>
                    <a:gd name="connsiteX0" fmla="*/ 219050 w 219072"/>
                    <a:gd name="connsiteY0" fmla="*/ 109501 h 219019"/>
                    <a:gd name="connsiteX1" fmla="*/ 219050 w 219072"/>
                    <a:gd name="connsiteY1" fmla="*/ 202522 h 219019"/>
                    <a:gd name="connsiteX2" fmla="*/ 215240 w 219072"/>
                    <a:gd name="connsiteY2" fmla="*/ 213410 h 219019"/>
                    <a:gd name="connsiteX3" fmla="*/ 203229 w 219072"/>
                    <a:gd name="connsiteY3" fmla="*/ 218991 h 219019"/>
                    <a:gd name="connsiteX4" fmla="*/ 15777 w 219072"/>
                    <a:gd name="connsiteY4" fmla="*/ 218991 h 219019"/>
                    <a:gd name="connsiteX5" fmla="*/ 185 w 219072"/>
                    <a:gd name="connsiteY5" fmla="*/ 205132 h 219019"/>
                    <a:gd name="connsiteX6" fmla="*/ 13 w 219072"/>
                    <a:gd name="connsiteY6" fmla="*/ 202456 h 219019"/>
                    <a:gd name="connsiteX7" fmla="*/ 13 w 219072"/>
                    <a:gd name="connsiteY7" fmla="*/ 16299 h 219019"/>
                    <a:gd name="connsiteX8" fmla="*/ 11939 w 219072"/>
                    <a:gd name="connsiteY8" fmla="*/ 554 h 219019"/>
                    <a:gd name="connsiteX9" fmla="*/ 16072 w 219072"/>
                    <a:gd name="connsiteY9" fmla="*/ 2 h 219019"/>
                    <a:gd name="connsiteX10" fmla="*/ 202982 w 219072"/>
                    <a:gd name="connsiteY10" fmla="*/ 2 h 219019"/>
                    <a:gd name="connsiteX11" fmla="*/ 218726 w 219072"/>
                    <a:gd name="connsiteY11" fmla="*/ 12556 h 219019"/>
                    <a:gd name="connsiteX12" fmla="*/ 219069 w 219072"/>
                    <a:gd name="connsiteY12" fmla="*/ 16499 h 219019"/>
                    <a:gd name="connsiteX13" fmla="*/ 219050 w 219072"/>
                    <a:gd name="connsiteY13" fmla="*/ 109501 h 219019"/>
                    <a:gd name="connsiteX14" fmla="*/ 191675 w 219072"/>
                    <a:gd name="connsiteY14" fmla="*/ 182539 h 219019"/>
                    <a:gd name="connsiteX15" fmla="*/ 191675 w 219072"/>
                    <a:gd name="connsiteY15" fmla="*/ 181177 h 219019"/>
                    <a:gd name="connsiteX16" fmla="*/ 191675 w 219072"/>
                    <a:gd name="connsiteY16" fmla="*/ 161784 h 219019"/>
                    <a:gd name="connsiteX17" fmla="*/ 191399 w 219072"/>
                    <a:gd name="connsiteY17" fmla="*/ 119407 h 219019"/>
                    <a:gd name="connsiteX18" fmla="*/ 190294 w 219072"/>
                    <a:gd name="connsiteY18" fmla="*/ 109520 h 219019"/>
                    <a:gd name="connsiteX19" fmla="*/ 184808 w 219072"/>
                    <a:gd name="connsiteY19" fmla="*/ 94452 h 219019"/>
                    <a:gd name="connsiteX20" fmla="*/ 168863 w 219072"/>
                    <a:gd name="connsiteY20" fmla="*/ 82288 h 219019"/>
                    <a:gd name="connsiteX21" fmla="*/ 149813 w 219072"/>
                    <a:gd name="connsiteY21" fmla="*/ 79793 h 219019"/>
                    <a:gd name="connsiteX22" fmla="*/ 139650 w 219072"/>
                    <a:gd name="connsiteY22" fmla="*/ 81241 h 219019"/>
                    <a:gd name="connsiteX23" fmla="*/ 119857 w 219072"/>
                    <a:gd name="connsiteY23" fmla="*/ 94680 h 219019"/>
                    <a:gd name="connsiteX24" fmla="*/ 119047 w 219072"/>
                    <a:gd name="connsiteY24" fmla="*/ 95928 h 219019"/>
                    <a:gd name="connsiteX25" fmla="*/ 118761 w 219072"/>
                    <a:gd name="connsiteY25" fmla="*/ 95852 h 219019"/>
                    <a:gd name="connsiteX26" fmla="*/ 118704 w 219072"/>
                    <a:gd name="connsiteY26" fmla="*/ 94776 h 219019"/>
                    <a:gd name="connsiteX27" fmla="*/ 118704 w 219072"/>
                    <a:gd name="connsiteY27" fmla="*/ 83536 h 219019"/>
                    <a:gd name="connsiteX28" fmla="*/ 117228 w 219072"/>
                    <a:gd name="connsiteY28" fmla="*/ 82126 h 219019"/>
                    <a:gd name="connsiteX29" fmla="*/ 87586 w 219072"/>
                    <a:gd name="connsiteY29" fmla="*/ 82126 h 219019"/>
                    <a:gd name="connsiteX30" fmla="*/ 86138 w 219072"/>
                    <a:gd name="connsiteY30" fmla="*/ 83460 h 219019"/>
                    <a:gd name="connsiteX31" fmla="*/ 86138 w 219072"/>
                    <a:gd name="connsiteY31" fmla="*/ 181253 h 219019"/>
                    <a:gd name="connsiteX32" fmla="*/ 87596 w 219072"/>
                    <a:gd name="connsiteY32" fmla="*/ 182558 h 219019"/>
                    <a:gd name="connsiteX33" fmla="*/ 118409 w 219072"/>
                    <a:gd name="connsiteY33" fmla="*/ 182558 h 219019"/>
                    <a:gd name="connsiteX34" fmla="*/ 120009 w 219072"/>
                    <a:gd name="connsiteY34" fmla="*/ 181053 h 219019"/>
                    <a:gd name="connsiteX35" fmla="*/ 120228 w 219072"/>
                    <a:gd name="connsiteY35" fmla="*/ 128256 h 219019"/>
                    <a:gd name="connsiteX36" fmla="*/ 122238 w 219072"/>
                    <a:gd name="connsiteY36" fmla="*/ 118007 h 219019"/>
                    <a:gd name="connsiteX37" fmla="*/ 133154 w 219072"/>
                    <a:gd name="connsiteY37" fmla="*/ 108149 h 219019"/>
                    <a:gd name="connsiteX38" fmla="*/ 142936 w 219072"/>
                    <a:gd name="connsiteY38" fmla="*/ 107406 h 219019"/>
                    <a:gd name="connsiteX39" fmla="*/ 155109 w 219072"/>
                    <a:gd name="connsiteY39" fmla="*/ 115492 h 219019"/>
                    <a:gd name="connsiteX40" fmla="*/ 157538 w 219072"/>
                    <a:gd name="connsiteY40" fmla="*/ 127304 h 219019"/>
                    <a:gd name="connsiteX41" fmla="*/ 157604 w 219072"/>
                    <a:gd name="connsiteY41" fmla="*/ 181148 h 219019"/>
                    <a:gd name="connsiteX42" fmla="*/ 159128 w 219072"/>
                    <a:gd name="connsiteY42" fmla="*/ 182548 h 219019"/>
                    <a:gd name="connsiteX43" fmla="*/ 191685 w 219072"/>
                    <a:gd name="connsiteY43" fmla="*/ 182548 h 219019"/>
                    <a:gd name="connsiteX44" fmla="*/ 36494 w 219072"/>
                    <a:gd name="connsiteY44" fmla="*/ 182539 h 219019"/>
                    <a:gd name="connsiteX45" fmla="*/ 37732 w 219072"/>
                    <a:gd name="connsiteY45" fmla="*/ 182539 h 219019"/>
                    <a:gd name="connsiteX46" fmla="*/ 66517 w 219072"/>
                    <a:gd name="connsiteY46" fmla="*/ 182539 h 219019"/>
                    <a:gd name="connsiteX47" fmla="*/ 67803 w 219072"/>
                    <a:gd name="connsiteY47" fmla="*/ 181177 h 219019"/>
                    <a:gd name="connsiteX48" fmla="*/ 67803 w 219072"/>
                    <a:gd name="connsiteY48" fmla="*/ 83650 h 219019"/>
                    <a:gd name="connsiteX49" fmla="*/ 66250 w 219072"/>
                    <a:gd name="connsiteY49" fmla="*/ 82098 h 219019"/>
                    <a:gd name="connsiteX50" fmla="*/ 38056 w 219072"/>
                    <a:gd name="connsiteY50" fmla="*/ 82098 h 219019"/>
                    <a:gd name="connsiteX51" fmla="*/ 36494 w 219072"/>
                    <a:gd name="connsiteY51" fmla="*/ 83660 h 219019"/>
                    <a:gd name="connsiteX52" fmla="*/ 36494 w 219072"/>
                    <a:gd name="connsiteY52" fmla="*/ 181082 h 219019"/>
                    <a:gd name="connsiteX53" fmla="*/ 29750 w 219072"/>
                    <a:gd name="connsiteY53" fmla="*/ 48865 h 219019"/>
                    <a:gd name="connsiteX54" fmla="*/ 48700 w 219072"/>
                    <a:gd name="connsiteY54" fmla="*/ 67882 h 219019"/>
                    <a:gd name="connsiteX55" fmla="*/ 67717 w 219072"/>
                    <a:gd name="connsiteY55" fmla="*/ 48932 h 219019"/>
                    <a:gd name="connsiteX56" fmla="*/ 48767 w 219072"/>
                    <a:gd name="connsiteY56" fmla="*/ 29915 h 219019"/>
                    <a:gd name="connsiteX57" fmla="*/ 29750 w 219072"/>
                    <a:gd name="connsiteY57" fmla="*/ 48865 h 219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219072" h="219019">
                      <a:moveTo>
                        <a:pt x="219050" y="109501"/>
                      </a:moveTo>
                      <a:cubicBezTo>
                        <a:pt x="219050" y="140508"/>
                        <a:pt x="219050" y="171516"/>
                        <a:pt x="219050" y="202522"/>
                      </a:cubicBezTo>
                      <a:cubicBezTo>
                        <a:pt x="219186" y="206500"/>
                        <a:pt x="217826" y="210384"/>
                        <a:pt x="215240" y="213410"/>
                      </a:cubicBezTo>
                      <a:cubicBezTo>
                        <a:pt x="212275" y="216976"/>
                        <a:pt x="207867" y="219025"/>
                        <a:pt x="203229" y="218991"/>
                      </a:cubicBezTo>
                      <a:cubicBezTo>
                        <a:pt x="140745" y="219029"/>
                        <a:pt x="78261" y="219029"/>
                        <a:pt x="15777" y="218991"/>
                      </a:cubicBezTo>
                      <a:cubicBezTo>
                        <a:pt x="7807" y="219024"/>
                        <a:pt x="1088" y="213052"/>
                        <a:pt x="185" y="205132"/>
                      </a:cubicBezTo>
                      <a:cubicBezTo>
                        <a:pt x="83" y="204244"/>
                        <a:pt x="26" y="203350"/>
                        <a:pt x="13" y="202456"/>
                      </a:cubicBezTo>
                      <a:cubicBezTo>
                        <a:pt x="13" y="140403"/>
                        <a:pt x="13" y="78352"/>
                        <a:pt x="13" y="16299"/>
                      </a:cubicBezTo>
                      <a:cubicBezTo>
                        <a:pt x="-292" y="8873"/>
                        <a:pt x="4707" y="2272"/>
                        <a:pt x="11939" y="554"/>
                      </a:cubicBezTo>
                      <a:cubicBezTo>
                        <a:pt x="13288" y="199"/>
                        <a:pt x="14677" y="13"/>
                        <a:pt x="16072" y="2"/>
                      </a:cubicBezTo>
                      <a:cubicBezTo>
                        <a:pt x="78378" y="2"/>
                        <a:pt x="140681" y="2"/>
                        <a:pt x="202982" y="2"/>
                      </a:cubicBezTo>
                      <a:cubicBezTo>
                        <a:pt x="210556" y="-113"/>
                        <a:pt x="217152" y="5146"/>
                        <a:pt x="218726" y="12556"/>
                      </a:cubicBezTo>
                      <a:cubicBezTo>
                        <a:pt x="218980" y="13854"/>
                        <a:pt x="219094" y="15176"/>
                        <a:pt x="219069" y="16499"/>
                      </a:cubicBezTo>
                      <a:cubicBezTo>
                        <a:pt x="219063" y="47474"/>
                        <a:pt x="219057" y="78475"/>
                        <a:pt x="219050" y="109501"/>
                      </a:cubicBezTo>
                      <a:close/>
                      <a:moveTo>
                        <a:pt x="191675" y="182539"/>
                      </a:moveTo>
                      <a:lnTo>
                        <a:pt x="191675" y="181177"/>
                      </a:lnTo>
                      <a:cubicBezTo>
                        <a:pt x="191675" y="174709"/>
                        <a:pt x="191675" y="168251"/>
                        <a:pt x="191675" y="161784"/>
                      </a:cubicBezTo>
                      <a:cubicBezTo>
                        <a:pt x="191618" y="147658"/>
                        <a:pt x="191590" y="133533"/>
                        <a:pt x="191399" y="119407"/>
                      </a:cubicBezTo>
                      <a:cubicBezTo>
                        <a:pt x="191285" y="116088"/>
                        <a:pt x="190915" y="112783"/>
                        <a:pt x="190294" y="109520"/>
                      </a:cubicBezTo>
                      <a:cubicBezTo>
                        <a:pt x="189508" y="104177"/>
                        <a:pt x="187641" y="99049"/>
                        <a:pt x="184808" y="94452"/>
                      </a:cubicBezTo>
                      <a:cubicBezTo>
                        <a:pt x="181103" y="88636"/>
                        <a:pt x="175451" y="84326"/>
                        <a:pt x="168863" y="82288"/>
                      </a:cubicBezTo>
                      <a:cubicBezTo>
                        <a:pt x="162704" y="80367"/>
                        <a:pt x="156259" y="79522"/>
                        <a:pt x="149813" y="79793"/>
                      </a:cubicBezTo>
                      <a:cubicBezTo>
                        <a:pt x="146379" y="79865"/>
                        <a:pt x="142967" y="80351"/>
                        <a:pt x="139650" y="81241"/>
                      </a:cubicBezTo>
                      <a:cubicBezTo>
                        <a:pt x="131644" y="83180"/>
                        <a:pt x="124613" y="87955"/>
                        <a:pt x="119857" y="94680"/>
                      </a:cubicBezTo>
                      <a:cubicBezTo>
                        <a:pt x="119571" y="95090"/>
                        <a:pt x="119314" y="95509"/>
                        <a:pt x="119047" y="95928"/>
                      </a:cubicBezTo>
                      <a:lnTo>
                        <a:pt x="118761" y="95852"/>
                      </a:lnTo>
                      <a:cubicBezTo>
                        <a:pt x="118761" y="95490"/>
                        <a:pt x="118704" y="95138"/>
                        <a:pt x="118704" y="94776"/>
                      </a:cubicBezTo>
                      <a:cubicBezTo>
                        <a:pt x="118704" y="91029"/>
                        <a:pt x="118704" y="87282"/>
                        <a:pt x="118704" y="83536"/>
                      </a:cubicBezTo>
                      <a:cubicBezTo>
                        <a:pt x="118704" y="82155"/>
                        <a:pt x="118704" y="82136"/>
                        <a:pt x="117228" y="82126"/>
                      </a:cubicBezTo>
                      <a:lnTo>
                        <a:pt x="87586" y="82126"/>
                      </a:lnTo>
                      <a:cubicBezTo>
                        <a:pt x="86186" y="82126"/>
                        <a:pt x="86138" y="82126"/>
                        <a:pt x="86138" y="83460"/>
                      </a:cubicBezTo>
                      <a:cubicBezTo>
                        <a:pt x="86138" y="116054"/>
                        <a:pt x="86138" y="148652"/>
                        <a:pt x="86138" y="181253"/>
                      </a:cubicBezTo>
                      <a:cubicBezTo>
                        <a:pt x="86138" y="182329"/>
                        <a:pt x="86500" y="182558"/>
                        <a:pt x="87596" y="182558"/>
                      </a:cubicBezTo>
                      <a:cubicBezTo>
                        <a:pt x="97864" y="182558"/>
                        <a:pt x="108132" y="182558"/>
                        <a:pt x="118409" y="182558"/>
                      </a:cubicBezTo>
                      <a:cubicBezTo>
                        <a:pt x="120009" y="182558"/>
                        <a:pt x="120009" y="182558"/>
                        <a:pt x="120009" y="181053"/>
                      </a:cubicBezTo>
                      <a:cubicBezTo>
                        <a:pt x="120079" y="163458"/>
                        <a:pt x="120152" y="145858"/>
                        <a:pt x="120228" y="128256"/>
                      </a:cubicBezTo>
                      <a:cubicBezTo>
                        <a:pt x="120261" y="124745"/>
                        <a:pt x="120943" y="121270"/>
                        <a:pt x="122238" y="118007"/>
                      </a:cubicBezTo>
                      <a:cubicBezTo>
                        <a:pt x="123973" y="113085"/>
                        <a:pt x="128081" y="109375"/>
                        <a:pt x="133154" y="108149"/>
                      </a:cubicBezTo>
                      <a:cubicBezTo>
                        <a:pt x="136342" y="107308"/>
                        <a:pt x="139657" y="107056"/>
                        <a:pt x="142936" y="107406"/>
                      </a:cubicBezTo>
                      <a:cubicBezTo>
                        <a:pt x="148186" y="107612"/>
                        <a:pt x="152883" y="110733"/>
                        <a:pt x="155109" y="115492"/>
                      </a:cubicBezTo>
                      <a:cubicBezTo>
                        <a:pt x="156784" y="119201"/>
                        <a:pt x="157614" y="123235"/>
                        <a:pt x="157538" y="127304"/>
                      </a:cubicBezTo>
                      <a:cubicBezTo>
                        <a:pt x="157633" y="145249"/>
                        <a:pt x="157595" y="163203"/>
                        <a:pt x="157604" y="181148"/>
                      </a:cubicBezTo>
                      <a:cubicBezTo>
                        <a:pt x="157604" y="182548"/>
                        <a:pt x="157604" y="182548"/>
                        <a:pt x="159128" y="182548"/>
                      </a:cubicBezTo>
                      <a:lnTo>
                        <a:pt x="191685" y="182548"/>
                      </a:lnTo>
                      <a:close/>
                      <a:moveTo>
                        <a:pt x="36494" y="182539"/>
                      </a:moveTo>
                      <a:lnTo>
                        <a:pt x="37732" y="182539"/>
                      </a:lnTo>
                      <a:cubicBezTo>
                        <a:pt x="47324" y="182539"/>
                        <a:pt x="56916" y="182539"/>
                        <a:pt x="66517" y="182539"/>
                      </a:cubicBezTo>
                      <a:cubicBezTo>
                        <a:pt x="67622" y="182539"/>
                        <a:pt x="67803" y="182158"/>
                        <a:pt x="67803" y="181177"/>
                      </a:cubicBezTo>
                      <a:cubicBezTo>
                        <a:pt x="67803" y="148671"/>
                        <a:pt x="67803" y="116162"/>
                        <a:pt x="67803" y="83650"/>
                      </a:cubicBezTo>
                      <a:cubicBezTo>
                        <a:pt x="67803" y="82793"/>
                        <a:pt x="67107" y="82098"/>
                        <a:pt x="66250" y="82098"/>
                      </a:cubicBezTo>
                      <a:lnTo>
                        <a:pt x="38056" y="82098"/>
                      </a:lnTo>
                      <a:cubicBezTo>
                        <a:pt x="37193" y="82098"/>
                        <a:pt x="36494" y="82797"/>
                        <a:pt x="36494" y="83660"/>
                      </a:cubicBezTo>
                      <a:cubicBezTo>
                        <a:pt x="36494" y="116134"/>
                        <a:pt x="36494" y="148608"/>
                        <a:pt x="36494" y="181082"/>
                      </a:cubicBezTo>
                      <a:close/>
                      <a:moveTo>
                        <a:pt x="29750" y="48865"/>
                      </a:moveTo>
                      <a:cubicBezTo>
                        <a:pt x="29732" y="59349"/>
                        <a:pt x="38216" y="67864"/>
                        <a:pt x="48700" y="67882"/>
                      </a:cubicBezTo>
                      <a:cubicBezTo>
                        <a:pt x="59184" y="67900"/>
                        <a:pt x="67699" y="59416"/>
                        <a:pt x="67717" y="48932"/>
                      </a:cubicBezTo>
                      <a:cubicBezTo>
                        <a:pt x="67735" y="38448"/>
                        <a:pt x="59251" y="29933"/>
                        <a:pt x="48767" y="29915"/>
                      </a:cubicBezTo>
                      <a:cubicBezTo>
                        <a:pt x="38283" y="29897"/>
                        <a:pt x="29768" y="38381"/>
                        <a:pt x="29750" y="48865"/>
                      </a:cubicBezTo>
                      <a:close/>
                    </a:path>
                  </a:pathLst>
                </a:custGeom>
                <a:solidFill>
                  <a:srgbClr val="4875B4"/>
                </a:solid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1A1A1A"/>
                    </a:solidFill>
                    <a:effectLst/>
                    <a:uLnTx/>
                    <a:uFillTx/>
                    <a:latin typeface="Arial" panose="020B0604020202020204" pitchFamily="34" charset="0"/>
                    <a:cs typeface="Arial" panose="020B0604020202020204" pitchFamily="34" charset="0"/>
                  </a:endParaRPr>
                </a:p>
              </p:txBody>
            </p:sp>
            <p:sp>
              <p:nvSpPr>
                <p:cNvPr id="465" name="Freeform: Shape 627">
                  <a:extLst>
                    <a:ext uri="{FF2B5EF4-FFF2-40B4-BE49-F238E27FC236}">
                      <a16:creationId xmlns:a16="http://schemas.microsoft.com/office/drawing/2014/main" id="{2E81AC81-6C0D-49EF-8852-BA88D647DF18}"/>
                    </a:ext>
                  </a:extLst>
                </p:cNvPr>
                <p:cNvSpPr/>
                <p:nvPr/>
              </p:nvSpPr>
              <p:spPr>
                <a:xfrm>
                  <a:off x="2902819" y="2138941"/>
                  <a:ext cx="105536" cy="102814"/>
                </a:xfrm>
                <a:custGeom>
                  <a:avLst/>
                  <a:gdLst>
                    <a:gd name="connsiteX0" fmla="*/ 105537 w 105536"/>
                    <a:gd name="connsiteY0" fmla="*/ 102805 h 102814"/>
                    <a:gd name="connsiteX1" fmla="*/ 72990 w 105536"/>
                    <a:gd name="connsiteY1" fmla="*/ 102805 h 102814"/>
                    <a:gd name="connsiteX2" fmla="*/ 71466 w 105536"/>
                    <a:gd name="connsiteY2" fmla="*/ 101405 h 102814"/>
                    <a:gd name="connsiteX3" fmla="*/ 71399 w 105536"/>
                    <a:gd name="connsiteY3" fmla="*/ 47560 h 102814"/>
                    <a:gd name="connsiteX4" fmla="*/ 68971 w 105536"/>
                    <a:gd name="connsiteY4" fmla="*/ 35749 h 102814"/>
                    <a:gd name="connsiteX5" fmla="*/ 56798 w 105536"/>
                    <a:gd name="connsiteY5" fmla="*/ 27662 h 102814"/>
                    <a:gd name="connsiteX6" fmla="*/ 47015 w 105536"/>
                    <a:gd name="connsiteY6" fmla="*/ 28405 h 102814"/>
                    <a:gd name="connsiteX7" fmla="*/ 36100 w 105536"/>
                    <a:gd name="connsiteY7" fmla="*/ 38264 h 102814"/>
                    <a:gd name="connsiteX8" fmla="*/ 34090 w 105536"/>
                    <a:gd name="connsiteY8" fmla="*/ 48512 h 102814"/>
                    <a:gd name="connsiteX9" fmla="*/ 33871 w 105536"/>
                    <a:gd name="connsiteY9" fmla="*/ 101310 h 102814"/>
                    <a:gd name="connsiteX10" fmla="*/ 32271 w 105536"/>
                    <a:gd name="connsiteY10" fmla="*/ 102814 h 102814"/>
                    <a:gd name="connsiteX11" fmla="*/ 1457 w 105536"/>
                    <a:gd name="connsiteY11" fmla="*/ 102814 h 102814"/>
                    <a:gd name="connsiteX12" fmla="*/ 0 w 105536"/>
                    <a:gd name="connsiteY12" fmla="*/ 101510 h 102814"/>
                    <a:gd name="connsiteX13" fmla="*/ 0 w 105536"/>
                    <a:gd name="connsiteY13" fmla="*/ 3716 h 102814"/>
                    <a:gd name="connsiteX14" fmla="*/ 1448 w 105536"/>
                    <a:gd name="connsiteY14" fmla="*/ 2383 h 102814"/>
                    <a:gd name="connsiteX15" fmla="*/ 31032 w 105536"/>
                    <a:gd name="connsiteY15" fmla="*/ 2383 h 102814"/>
                    <a:gd name="connsiteX16" fmla="*/ 32509 w 105536"/>
                    <a:gd name="connsiteY16" fmla="*/ 3793 h 102814"/>
                    <a:gd name="connsiteX17" fmla="*/ 32509 w 105536"/>
                    <a:gd name="connsiteY17" fmla="*/ 15032 h 102814"/>
                    <a:gd name="connsiteX18" fmla="*/ 32566 w 105536"/>
                    <a:gd name="connsiteY18" fmla="*/ 16108 h 102814"/>
                    <a:gd name="connsiteX19" fmla="*/ 32852 w 105536"/>
                    <a:gd name="connsiteY19" fmla="*/ 16185 h 102814"/>
                    <a:gd name="connsiteX20" fmla="*/ 33661 w 105536"/>
                    <a:gd name="connsiteY20" fmla="*/ 14937 h 102814"/>
                    <a:gd name="connsiteX21" fmla="*/ 53454 w 105536"/>
                    <a:gd name="connsiteY21" fmla="*/ 1497 h 102814"/>
                    <a:gd name="connsiteX22" fmla="*/ 63617 w 105536"/>
                    <a:gd name="connsiteY22" fmla="*/ 49 h 102814"/>
                    <a:gd name="connsiteX23" fmla="*/ 82667 w 105536"/>
                    <a:gd name="connsiteY23" fmla="*/ 2545 h 102814"/>
                    <a:gd name="connsiteX24" fmla="*/ 98612 w 105536"/>
                    <a:gd name="connsiteY24" fmla="*/ 14708 h 102814"/>
                    <a:gd name="connsiteX25" fmla="*/ 104099 w 105536"/>
                    <a:gd name="connsiteY25" fmla="*/ 29777 h 102814"/>
                    <a:gd name="connsiteX26" fmla="*/ 105204 w 105536"/>
                    <a:gd name="connsiteY26" fmla="*/ 39664 h 102814"/>
                    <a:gd name="connsiteX27" fmla="*/ 105480 w 105536"/>
                    <a:gd name="connsiteY27" fmla="*/ 82040 h 102814"/>
                    <a:gd name="connsiteX28" fmla="*/ 105480 w 105536"/>
                    <a:gd name="connsiteY28" fmla="*/ 101433 h 102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5536" h="102814">
                      <a:moveTo>
                        <a:pt x="105537" y="102805"/>
                      </a:moveTo>
                      <a:lnTo>
                        <a:pt x="72990" y="102805"/>
                      </a:lnTo>
                      <a:cubicBezTo>
                        <a:pt x="71466" y="102805"/>
                        <a:pt x="71466" y="102805"/>
                        <a:pt x="71466" y="101405"/>
                      </a:cubicBezTo>
                      <a:cubicBezTo>
                        <a:pt x="71466" y="83460"/>
                        <a:pt x="71466" y="65505"/>
                        <a:pt x="71399" y="47560"/>
                      </a:cubicBezTo>
                      <a:cubicBezTo>
                        <a:pt x="71475" y="43492"/>
                        <a:pt x="70646" y="39457"/>
                        <a:pt x="68971" y="35749"/>
                      </a:cubicBezTo>
                      <a:cubicBezTo>
                        <a:pt x="66745" y="30989"/>
                        <a:pt x="62048" y="27869"/>
                        <a:pt x="56798" y="27662"/>
                      </a:cubicBezTo>
                      <a:cubicBezTo>
                        <a:pt x="53519" y="27313"/>
                        <a:pt x="50203" y="27564"/>
                        <a:pt x="47015" y="28405"/>
                      </a:cubicBezTo>
                      <a:cubicBezTo>
                        <a:pt x="41942" y="29631"/>
                        <a:pt x="37834" y="33341"/>
                        <a:pt x="36100" y="38264"/>
                      </a:cubicBezTo>
                      <a:cubicBezTo>
                        <a:pt x="34804" y="41527"/>
                        <a:pt x="34122" y="45002"/>
                        <a:pt x="34090" y="48512"/>
                      </a:cubicBezTo>
                      <a:cubicBezTo>
                        <a:pt x="33982" y="66108"/>
                        <a:pt x="33909" y="83707"/>
                        <a:pt x="33871" y="101310"/>
                      </a:cubicBezTo>
                      <a:cubicBezTo>
                        <a:pt x="33871" y="102814"/>
                        <a:pt x="33871" y="102814"/>
                        <a:pt x="32271" y="102814"/>
                      </a:cubicBezTo>
                      <a:cubicBezTo>
                        <a:pt x="22003" y="102814"/>
                        <a:pt x="11735" y="102814"/>
                        <a:pt x="1457" y="102814"/>
                      </a:cubicBezTo>
                      <a:cubicBezTo>
                        <a:pt x="352" y="102814"/>
                        <a:pt x="0" y="102586"/>
                        <a:pt x="0" y="101510"/>
                      </a:cubicBezTo>
                      <a:cubicBezTo>
                        <a:pt x="0" y="68915"/>
                        <a:pt x="0" y="36318"/>
                        <a:pt x="0" y="3716"/>
                      </a:cubicBezTo>
                      <a:cubicBezTo>
                        <a:pt x="0" y="2421"/>
                        <a:pt x="0" y="2383"/>
                        <a:pt x="1448" y="2383"/>
                      </a:cubicBezTo>
                      <a:lnTo>
                        <a:pt x="31032" y="2383"/>
                      </a:lnTo>
                      <a:cubicBezTo>
                        <a:pt x="32490" y="2383"/>
                        <a:pt x="32509" y="2383"/>
                        <a:pt x="32509" y="3793"/>
                      </a:cubicBezTo>
                      <a:cubicBezTo>
                        <a:pt x="32509" y="7539"/>
                        <a:pt x="32509" y="11286"/>
                        <a:pt x="32509" y="15032"/>
                      </a:cubicBezTo>
                      <a:cubicBezTo>
                        <a:pt x="32509" y="15394"/>
                        <a:pt x="32509" y="15746"/>
                        <a:pt x="32566" y="16108"/>
                      </a:cubicBezTo>
                      <a:lnTo>
                        <a:pt x="32852" y="16185"/>
                      </a:lnTo>
                      <a:cubicBezTo>
                        <a:pt x="33118" y="15766"/>
                        <a:pt x="33376" y="15346"/>
                        <a:pt x="33661" y="14937"/>
                      </a:cubicBezTo>
                      <a:cubicBezTo>
                        <a:pt x="38417" y="8211"/>
                        <a:pt x="45449" y="3436"/>
                        <a:pt x="53454" y="1497"/>
                      </a:cubicBezTo>
                      <a:cubicBezTo>
                        <a:pt x="56772" y="607"/>
                        <a:pt x="60184" y="122"/>
                        <a:pt x="63617" y="49"/>
                      </a:cubicBezTo>
                      <a:cubicBezTo>
                        <a:pt x="70064" y="-221"/>
                        <a:pt x="76509" y="624"/>
                        <a:pt x="82667" y="2545"/>
                      </a:cubicBezTo>
                      <a:cubicBezTo>
                        <a:pt x="89256" y="4581"/>
                        <a:pt x="94907" y="8892"/>
                        <a:pt x="98612" y="14708"/>
                      </a:cubicBezTo>
                      <a:cubicBezTo>
                        <a:pt x="101446" y="19306"/>
                        <a:pt x="103313" y="24433"/>
                        <a:pt x="104099" y="29777"/>
                      </a:cubicBezTo>
                      <a:cubicBezTo>
                        <a:pt x="104720" y="33039"/>
                        <a:pt x="105089" y="36344"/>
                        <a:pt x="105204" y="39664"/>
                      </a:cubicBezTo>
                      <a:cubicBezTo>
                        <a:pt x="105394" y="53789"/>
                        <a:pt x="105413" y="67915"/>
                        <a:pt x="105480" y="82040"/>
                      </a:cubicBezTo>
                      <a:cubicBezTo>
                        <a:pt x="105480" y="88508"/>
                        <a:pt x="105480" y="94966"/>
                        <a:pt x="105480" y="101433"/>
                      </a:cubicBezTo>
                      <a:close/>
                    </a:path>
                  </a:pathLst>
                </a:custGeom>
                <a:solidFill>
                  <a:srgbClr val="FFFFFF"/>
                </a:solid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1A1A1A"/>
                    </a:solidFill>
                    <a:effectLst/>
                    <a:uLnTx/>
                    <a:uFillTx/>
                    <a:latin typeface="Arial" panose="020B0604020202020204" pitchFamily="34" charset="0"/>
                    <a:cs typeface="Arial" panose="020B0604020202020204" pitchFamily="34" charset="0"/>
                  </a:endParaRPr>
                </a:p>
              </p:txBody>
            </p:sp>
            <p:sp>
              <p:nvSpPr>
                <p:cNvPr id="466" name="Freeform: Shape 628">
                  <a:extLst>
                    <a:ext uri="{FF2B5EF4-FFF2-40B4-BE49-F238E27FC236}">
                      <a16:creationId xmlns:a16="http://schemas.microsoft.com/office/drawing/2014/main" id="{26FB7B02-44F7-46C8-9FF2-08C97D9E9971}"/>
                    </a:ext>
                  </a:extLst>
                </p:cNvPr>
                <p:cNvSpPr/>
                <p:nvPr/>
              </p:nvSpPr>
              <p:spPr>
                <a:xfrm>
                  <a:off x="2853184" y="2141296"/>
                  <a:ext cx="31280" cy="100450"/>
                </a:xfrm>
                <a:custGeom>
                  <a:avLst/>
                  <a:gdLst>
                    <a:gd name="connsiteX0" fmla="*/ 0 w 31280"/>
                    <a:gd name="connsiteY0" fmla="*/ 100451 h 100450"/>
                    <a:gd name="connsiteX1" fmla="*/ 0 w 31280"/>
                    <a:gd name="connsiteY1" fmla="*/ 98984 h 100450"/>
                    <a:gd name="connsiteX2" fmla="*/ 0 w 31280"/>
                    <a:gd name="connsiteY2" fmla="*/ 1562 h 100450"/>
                    <a:gd name="connsiteX3" fmla="*/ 1562 w 31280"/>
                    <a:gd name="connsiteY3" fmla="*/ 0 h 100450"/>
                    <a:gd name="connsiteX4" fmla="*/ 29728 w 31280"/>
                    <a:gd name="connsiteY4" fmla="*/ 0 h 100450"/>
                    <a:gd name="connsiteX5" fmla="*/ 31280 w 31280"/>
                    <a:gd name="connsiteY5" fmla="*/ 1553 h 100450"/>
                    <a:gd name="connsiteX6" fmla="*/ 31280 w 31280"/>
                    <a:gd name="connsiteY6" fmla="*/ 99079 h 100450"/>
                    <a:gd name="connsiteX7" fmla="*/ 29994 w 31280"/>
                    <a:gd name="connsiteY7" fmla="*/ 100441 h 100450"/>
                    <a:gd name="connsiteX8" fmla="*/ 1210 w 31280"/>
                    <a:gd name="connsiteY8" fmla="*/ 100441 h 100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280" h="100450">
                      <a:moveTo>
                        <a:pt x="0" y="100451"/>
                      </a:moveTo>
                      <a:lnTo>
                        <a:pt x="0" y="98984"/>
                      </a:lnTo>
                      <a:cubicBezTo>
                        <a:pt x="0" y="66510"/>
                        <a:pt x="0" y="34036"/>
                        <a:pt x="0" y="1562"/>
                      </a:cubicBezTo>
                      <a:cubicBezTo>
                        <a:pt x="0" y="699"/>
                        <a:pt x="699" y="0"/>
                        <a:pt x="1562" y="0"/>
                      </a:cubicBezTo>
                      <a:lnTo>
                        <a:pt x="29728" y="0"/>
                      </a:lnTo>
                      <a:cubicBezTo>
                        <a:pt x="30585" y="0"/>
                        <a:pt x="31280" y="695"/>
                        <a:pt x="31280" y="1553"/>
                      </a:cubicBezTo>
                      <a:cubicBezTo>
                        <a:pt x="31280" y="34059"/>
                        <a:pt x="31280" y="66567"/>
                        <a:pt x="31280" y="99079"/>
                      </a:cubicBezTo>
                      <a:cubicBezTo>
                        <a:pt x="31280" y="100032"/>
                        <a:pt x="31099" y="100451"/>
                        <a:pt x="29994" y="100441"/>
                      </a:cubicBezTo>
                      <a:cubicBezTo>
                        <a:pt x="20403" y="100441"/>
                        <a:pt x="10811" y="100441"/>
                        <a:pt x="1210" y="100441"/>
                      </a:cubicBezTo>
                      <a:close/>
                    </a:path>
                  </a:pathLst>
                </a:custGeom>
                <a:solidFill>
                  <a:srgbClr val="FFFFFF"/>
                </a:solid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1A1A1A"/>
                    </a:solidFill>
                    <a:effectLst/>
                    <a:uLnTx/>
                    <a:uFillTx/>
                    <a:latin typeface="Arial" panose="020B0604020202020204" pitchFamily="34" charset="0"/>
                    <a:cs typeface="Arial" panose="020B0604020202020204" pitchFamily="34" charset="0"/>
                  </a:endParaRPr>
                </a:p>
              </p:txBody>
            </p:sp>
            <p:sp>
              <p:nvSpPr>
                <p:cNvPr id="467" name="Freeform: Shape 629">
                  <a:extLst>
                    <a:ext uri="{FF2B5EF4-FFF2-40B4-BE49-F238E27FC236}">
                      <a16:creationId xmlns:a16="http://schemas.microsoft.com/office/drawing/2014/main" id="{F7A36522-C4AF-4387-A48C-7AED382B03B1}"/>
                    </a:ext>
                  </a:extLst>
                </p:cNvPr>
                <p:cNvSpPr/>
                <p:nvPr/>
              </p:nvSpPr>
              <p:spPr>
                <a:xfrm>
                  <a:off x="2846440" y="2089122"/>
                  <a:ext cx="37966" cy="37966"/>
                </a:xfrm>
                <a:custGeom>
                  <a:avLst/>
                  <a:gdLst>
                    <a:gd name="connsiteX0" fmla="*/ 0 w 37966"/>
                    <a:gd name="connsiteY0" fmla="*/ 18950 h 37966"/>
                    <a:gd name="connsiteX1" fmla="*/ 19017 w 37966"/>
                    <a:gd name="connsiteY1" fmla="*/ 0 h 37966"/>
                    <a:gd name="connsiteX2" fmla="*/ 37967 w 37966"/>
                    <a:gd name="connsiteY2" fmla="*/ 19017 h 37966"/>
                    <a:gd name="connsiteX3" fmla="*/ 18950 w 37966"/>
                    <a:gd name="connsiteY3" fmla="*/ 37967 h 37966"/>
                    <a:gd name="connsiteX4" fmla="*/ 0 w 37966"/>
                    <a:gd name="connsiteY4" fmla="*/ 18950 h 379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66" h="37966">
                      <a:moveTo>
                        <a:pt x="0" y="18950"/>
                      </a:moveTo>
                      <a:cubicBezTo>
                        <a:pt x="18" y="8466"/>
                        <a:pt x="8533" y="-18"/>
                        <a:pt x="19017" y="0"/>
                      </a:cubicBezTo>
                      <a:cubicBezTo>
                        <a:pt x="29501" y="18"/>
                        <a:pt x="37985" y="8533"/>
                        <a:pt x="37967" y="19017"/>
                      </a:cubicBezTo>
                      <a:cubicBezTo>
                        <a:pt x="37949" y="29501"/>
                        <a:pt x="29434" y="37985"/>
                        <a:pt x="18950" y="37967"/>
                      </a:cubicBezTo>
                      <a:cubicBezTo>
                        <a:pt x="8466" y="37949"/>
                        <a:pt x="-18" y="29434"/>
                        <a:pt x="0" y="18950"/>
                      </a:cubicBezTo>
                      <a:close/>
                    </a:path>
                  </a:pathLst>
                </a:custGeom>
                <a:solidFill>
                  <a:srgbClr val="FFFFFF"/>
                </a:solid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1A1A1A"/>
                    </a:solidFill>
                    <a:effectLst/>
                    <a:uLnTx/>
                    <a:uFillTx/>
                    <a:latin typeface="Arial" panose="020B0604020202020204" pitchFamily="34" charset="0"/>
                    <a:cs typeface="Arial" panose="020B0604020202020204" pitchFamily="34" charset="0"/>
                  </a:endParaRPr>
                </a:p>
              </p:txBody>
            </p:sp>
          </p:grpSp>
          <p:sp>
            <p:nvSpPr>
              <p:cNvPr id="463" name="Freeform: Shape 625">
                <a:extLst>
                  <a:ext uri="{FF2B5EF4-FFF2-40B4-BE49-F238E27FC236}">
                    <a16:creationId xmlns:a16="http://schemas.microsoft.com/office/drawing/2014/main" id="{31F6FE9A-8A3C-49D6-9A9A-86D030B050EC}"/>
                  </a:ext>
                </a:extLst>
              </p:cNvPr>
              <p:cNvSpPr/>
              <p:nvPr/>
            </p:nvSpPr>
            <p:spPr>
              <a:xfrm>
                <a:off x="2638853" y="1752544"/>
                <a:ext cx="263537" cy="214234"/>
              </a:xfrm>
              <a:custGeom>
                <a:avLst/>
                <a:gdLst>
                  <a:gd name="connsiteX0" fmla="*/ 82896 w 263537"/>
                  <a:gd name="connsiteY0" fmla="*/ 214225 h 214234"/>
                  <a:gd name="connsiteX1" fmla="*/ 236725 w 263537"/>
                  <a:gd name="connsiteY1" fmla="*/ 60397 h 214234"/>
                  <a:gd name="connsiteX2" fmla="*/ 236572 w 263537"/>
                  <a:gd name="connsiteY2" fmla="*/ 53405 h 214234"/>
                  <a:gd name="connsiteX3" fmla="*/ 263538 w 263537"/>
                  <a:gd name="connsiteY3" fmla="*/ 25411 h 214234"/>
                  <a:gd name="connsiteX4" fmla="*/ 232486 w 263537"/>
                  <a:gd name="connsiteY4" fmla="*/ 33927 h 214234"/>
                  <a:gd name="connsiteX5" fmla="*/ 256299 w 263537"/>
                  <a:gd name="connsiteY5" fmla="*/ 4018 h 214234"/>
                  <a:gd name="connsiteX6" fmla="*/ 222009 w 263537"/>
                  <a:gd name="connsiteY6" fmla="*/ 17144 h 214234"/>
                  <a:gd name="connsiteX7" fmla="*/ 145526 w 263537"/>
                  <a:gd name="connsiteY7" fmla="*/ 14597 h 214234"/>
                  <a:gd name="connsiteX8" fmla="*/ 129807 w 263537"/>
                  <a:gd name="connsiteY8" fmla="*/ 66445 h 214234"/>
                  <a:gd name="connsiteX9" fmla="*/ 18364 w 263537"/>
                  <a:gd name="connsiteY9" fmla="*/ 9952 h 214234"/>
                  <a:gd name="connsiteX10" fmla="*/ 35100 w 263537"/>
                  <a:gd name="connsiteY10" fmla="*/ 82133 h 214234"/>
                  <a:gd name="connsiteX11" fmla="*/ 10611 w 263537"/>
                  <a:gd name="connsiteY11" fmla="*/ 75370 h 214234"/>
                  <a:gd name="connsiteX12" fmla="*/ 10611 w 263537"/>
                  <a:gd name="connsiteY12" fmla="*/ 76056 h 214234"/>
                  <a:gd name="connsiteX13" fmla="*/ 53988 w 263537"/>
                  <a:gd name="connsiteY13" fmla="*/ 129053 h 214234"/>
                  <a:gd name="connsiteX14" fmla="*/ 29566 w 263537"/>
                  <a:gd name="connsiteY14" fmla="*/ 130005 h 214234"/>
                  <a:gd name="connsiteX15" fmla="*/ 80048 w 263537"/>
                  <a:gd name="connsiteY15" fmla="*/ 167553 h 214234"/>
                  <a:gd name="connsiteX16" fmla="*/ 12897 w 263537"/>
                  <a:gd name="connsiteY16" fmla="*/ 190699 h 214234"/>
                  <a:gd name="connsiteX17" fmla="*/ 0 w 263537"/>
                  <a:gd name="connsiteY17" fmla="*/ 189946 h 214234"/>
                  <a:gd name="connsiteX18" fmla="*/ 82868 w 263537"/>
                  <a:gd name="connsiteY18" fmla="*/ 214235 h 214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63537" h="214234">
                    <a:moveTo>
                      <a:pt x="82896" y="214225"/>
                    </a:moveTo>
                    <a:cubicBezTo>
                      <a:pt x="182347" y="214225"/>
                      <a:pt x="236725" y="131834"/>
                      <a:pt x="236725" y="60397"/>
                    </a:cubicBezTo>
                    <a:cubicBezTo>
                      <a:pt x="236725" y="58053"/>
                      <a:pt x="236674" y="55723"/>
                      <a:pt x="236572" y="53405"/>
                    </a:cubicBezTo>
                    <a:cubicBezTo>
                      <a:pt x="247152" y="45749"/>
                      <a:pt x="256283" y="36270"/>
                      <a:pt x="263538" y="25411"/>
                    </a:cubicBezTo>
                    <a:cubicBezTo>
                      <a:pt x="253672" y="29788"/>
                      <a:pt x="243205" y="32658"/>
                      <a:pt x="232486" y="33927"/>
                    </a:cubicBezTo>
                    <a:cubicBezTo>
                      <a:pt x="243788" y="27174"/>
                      <a:pt x="252250" y="16545"/>
                      <a:pt x="256299" y="4018"/>
                    </a:cubicBezTo>
                    <a:cubicBezTo>
                      <a:pt x="245698" y="10311"/>
                      <a:pt x="234102" y="14749"/>
                      <a:pt x="222009" y="17144"/>
                    </a:cubicBezTo>
                    <a:cubicBezTo>
                      <a:pt x="201592" y="-4680"/>
                      <a:pt x="167349" y="-5820"/>
                      <a:pt x="145526" y="14597"/>
                    </a:cubicBezTo>
                    <a:cubicBezTo>
                      <a:pt x="131389" y="27823"/>
                      <a:pt x="125394" y="47595"/>
                      <a:pt x="129807" y="66445"/>
                    </a:cubicBezTo>
                    <a:cubicBezTo>
                      <a:pt x="86330" y="64265"/>
                      <a:pt x="45823" y="43731"/>
                      <a:pt x="18364" y="9952"/>
                    </a:cubicBezTo>
                    <a:cubicBezTo>
                      <a:pt x="4012" y="34657"/>
                      <a:pt x="11340" y="66264"/>
                      <a:pt x="35100" y="82133"/>
                    </a:cubicBezTo>
                    <a:cubicBezTo>
                      <a:pt x="26513" y="81871"/>
                      <a:pt x="18115" y="79552"/>
                      <a:pt x="10611" y="75370"/>
                    </a:cubicBezTo>
                    <a:cubicBezTo>
                      <a:pt x="10611" y="75599"/>
                      <a:pt x="10611" y="75818"/>
                      <a:pt x="10611" y="76056"/>
                    </a:cubicBezTo>
                    <a:cubicBezTo>
                      <a:pt x="10619" y="101792"/>
                      <a:pt x="28761" y="123958"/>
                      <a:pt x="53988" y="129053"/>
                    </a:cubicBezTo>
                    <a:cubicBezTo>
                      <a:pt x="46027" y="131233"/>
                      <a:pt x="37672" y="131559"/>
                      <a:pt x="29566" y="130005"/>
                    </a:cubicBezTo>
                    <a:cubicBezTo>
                      <a:pt x="36643" y="152021"/>
                      <a:pt x="56927" y="167108"/>
                      <a:pt x="80048" y="167553"/>
                    </a:cubicBezTo>
                    <a:cubicBezTo>
                      <a:pt x="60897" y="182586"/>
                      <a:pt x="37244" y="190739"/>
                      <a:pt x="12897" y="190699"/>
                    </a:cubicBezTo>
                    <a:cubicBezTo>
                      <a:pt x="8587" y="190701"/>
                      <a:pt x="4281" y="190450"/>
                      <a:pt x="0" y="189946"/>
                    </a:cubicBezTo>
                    <a:cubicBezTo>
                      <a:pt x="24718" y="205829"/>
                      <a:pt x="53487" y="214261"/>
                      <a:pt x="82868" y="214235"/>
                    </a:cubicBezTo>
                  </a:path>
                </a:pathLst>
              </a:custGeom>
              <a:solidFill>
                <a:srgbClr val="1DA1F2"/>
              </a:solid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1A1A1A"/>
                  </a:solidFill>
                  <a:effectLst/>
                  <a:uLnTx/>
                  <a:uFillTx/>
                  <a:latin typeface="Arial" panose="020B0604020202020204" pitchFamily="34" charset="0"/>
                  <a:cs typeface="Arial" panose="020B0604020202020204" pitchFamily="34" charset="0"/>
                </a:endParaRPr>
              </a:p>
            </p:txBody>
          </p:sp>
        </p:grpSp>
      </p:grpSp>
      <p:sp>
        <p:nvSpPr>
          <p:cNvPr id="431" name="Rectangle 430">
            <a:extLst>
              <a:ext uri="{FF2B5EF4-FFF2-40B4-BE49-F238E27FC236}">
                <a16:creationId xmlns:a16="http://schemas.microsoft.com/office/drawing/2014/main" id="{013038F1-E11D-485B-B272-7704804551C5}"/>
              </a:ext>
            </a:extLst>
          </p:cNvPr>
          <p:cNvSpPr/>
          <p:nvPr/>
        </p:nvSpPr>
        <p:spPr>
          <a:xfrm>
            <a:off x="897262" y="1591534"/>
            <a:ext cx="630860" cy="169277"/>
          </a:xfrm>
          <a:prstGeom prst="rect">
            <a:avLst/>
          </a:prstGeom>
          <a:ln>
            <a:noFill/>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00" b="0" i="0" u="none" strike="noStrike" kern="1200" cap="none" spc="0" normalizeH="0" baseline="0" noProof="0" dirty="0">
                <a:ln>
                  <a:noFill/>
                </a:ln>
                <a:solidFill>
                  <a:srgbClr val="1A1A1A"/>
                </a:solidFill>
                <a:effectLst/>
                <a:uLnTx/>
                <a:uFillTx/>
                <a:latin typeface="Arial" panose="020B0604020202020204" pitchFamily="34" charset="0"/>
                <a:cs typeface="Arial" panose="020B0604020202020204" pitchFamily="34" charset="0"/>
              </a:rPr>
              <a:t>Social Data</a:t>
            </a:r>
          </a:p>
        </p:txBody>
      </p:sp>
      <p:sp>
        <p:nvSpPr>
          <p:cNvPr id="432" name="Rectangle 431">
            <a:extLst>
              <a:ext uri="{FF2B5EF4-FFF2-40B4-BE49-F238E27FC236}">
                <a16:creationId xmlns:a16="http://schemas.microsoft.com/office/drawing/2014/main" id="{9B201AAA-FA0C-4696-A0A3-6A7D2807C392}"/>
              </a:ext>
            </a:extLst>
          </p:cNvPr>
          <p:cNvSpPr/>
          <p:nvPr/>
        </p:nvSpPr>
        <p:spPr>
          <a:xfrm>
            <a:off x="512172" y="1547063"/>
            <a:ext cx="476393" cy="169277"/>
          </a:xfrm>
          <a:prstGeom prst="rect">
            <a:avLst/>
          </a:prstGeom>
          <a:ln>
            <a:noFill/>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00" b="0" i="0" u="none" strike="noStrike" kern="1200" cap="none" spc="0" normalizeH="0" baseline="0" noProof="0" dirty="0">
                <a:ln>
                  <a:noFill/>
                </a:ln>
                <a:solidFill>
                  <a:srgbClr val="1A1A1A"/>
                </a:solidFill>
                <a:effectLst/>
                <a:uLnTx/>
                <a:uFillTx/>
                <a:latin typeface="Arial" panose="020B0604020202020204" pitchFamily="34" charset="0"/>
                <a:cs typeface="Arial" panose="020B0604020202020204" pitchFamily="34" charset="0"/>
              </a:rPr>
              <a:t>Mob App</a:t>
            </a:r>
          </a:p>
        </p:txBody>
      </p:sp>
      <p:sp>
        <p:nvSpPr>
          <p:cNvPr id="433" name="Rectangle 432">
            <a:extLst>
              <a:ext uri="{FF2B5EF4-FFF2-40B4-BE49-F238E27FC236}">
                <a16:creationId xmlns:a16="http://schemas.microsoft.com/office/drawing/2014/main" id="{24EE6F39-B90A-46FD-9225-F4400E30A9B7}"/>
              </a:ext>
            </a:extLst>
          </p:cNvPr>
          <p:cNvSpPr/>
          <p:nvPr/>
        </p:nvSpPr>
        <p:spPr>
          <a:xfrm>
            <a:off x="555214" y="1979913"/>
            <a:ext cx="418704" cy="169277"/>
          </a:xfrm>
          <a:prstGeom prst="rect">
            <a:avLst/>
          </a:prstGeom>
          <a:ln>
            <a:noFill/>
          </a:ln>
        </p:spPr>
        <p:txBody>
          <a:bodyPr wrap="none"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32239" rtl="0" eaLnBrk="1" fontAlgn="auto" latinLnBrk="0" hangingPunct="1">
              <a:lnSpc>
                <a:spcPct val="100000"/>
              </a:lnSpc>
              <a:spcBef>
                <a:spcPts val="0"/>
              </a:spcBef>
              <a:spcAft>
                <a:spcPts val="0"/>
              </a:spcAft>
              <a:buClrTx/>
              <a:buSzTx/>
              <a:buFontTx/>
              <a:buNone/>
              <a:tabLst/>
              <a:defRPr/>
            </a:pPr>
            <a:r>
              <a:rPr lang="en-US" sz="500" kern="0" dirty="0">
                <a:solidFill>
                  <a:srgbClr val="1A1A1A"/>
                </a:solidFill>
                <a:latin typeface="Arial" panose="020B0604020202020204" pitchFamily="34" charset="0"/>
                <a:ea typeface="MS PGothic"/>
                <a:cs typeface="Arial" panose="020B0604020202020204" pitchFamily="34" charset="0"/>
              </a:rPr>
              <a:t>Sensors</a:t>
            </a:r>
            <a:endParaRPr kumimoji="0" lang="en-US" sz="500" b="0" i="0" u="none" strike="noStrike" kern="1200" cap="none" spc="0" normalizeH="0" baseline="0" noProof="0" dirty="0">
              <a:ln>
                <a:noFill/>
              </a:ln>
              <a:solidFill>
                <a:srgbClr val="1A1A1A"/>
              </a:solidFill>
              <a:effectLst/>
              <a:uLnTx/>
              <a:uFillTx/>
              <a:latin typeface="Arial" panose="020B0604020202020204" pitchFamily="34" charset="0"/>
              <a:cs typeface="Arial" panose="020B0604020202020204" pitchFamily="34" charset="0"/>
            </a:endParaRPr>
          </a:p>
        </p:txBody>
      </p:sp>
      <p:sp>
        <p:nvSpPr>
          <p:cNvPr id="434" name="Rectangle 433">
            <a:extLst>
              <a:ext uri="{FF2B5EF4-FFF2-40B4-BE49-F238E27FC236}">
                <a16:creationId xmlns:a16="http://schemas.microsoft.com/office/drawing/2014/main" id="{980FDD6B-0426-4528-99A7-4B66CB7646CC}"/>
              </a:ext>
            </a:extLst>
          </p:cNvPr>
          <p:cNvSpPr/>
          <p:nvPr/>
        </p:nvSpPr>
        <p:spPr bwMode="auto">
          <a:xfrm>
            <a:off x="489935" y="1024861"/>
            <a:ext cx="1096876" cy="1104370"/>
          </a:xfrm>
          <a:prstGeom prst="rect">
            <a:avLst/>
          </a:prstGeom>
          <a:noFill/>
          <a:ln>
            <a:solidFill>
              <a:schemeClr val="bg1">
                <a:lumMod val="65000"/>
              </a:schemeClr>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horz" wrap="square" lIns="182854" tIns="36000" rIns="182854" bIns="14628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l" defTabSz="710457" rtl="0" eaLnBrk="1" fontAlgn="auto" latinLnBrk="0" hangingPunct="1">
              <a:lnSpc>
                <a:spcPct val="100000"/>
              </a:lnSpc>
              <a:spcBef>
                <a:spcPct val="0"/>
              </a:spcBef>
              <a:spcAft>
                <a:spcPct val="35000"/>
              </a:spcAft>
              <a:buClrTx/>
              <a:buSzTx/>
              <a:buFontTx/>
              <a:buNone/>
              <a:tabLst/>
              <a:defRPr/>
            </a:pPr>
            <a:endParaRPr kumimoji="0" lang="en-AU" sz="1050" b="0" i="0" u="none" strike="noStrike" kern="0" cap="none" spc="0" normalizeH="0" baseline="0" noProof="0">
              <a:ln>
                <a:noFill/>
              </a:ln>
              <a:solidFill>
                <a:srgbClr val="1A1A1A"/>
              </a:solidFill>
              <a:effectLst/>
              <a:uLnTx/>
              <a:uFillTx/>
              <a:latin typeface="Arial" panose="020B0604020202020204" pitchFamily="34" charset="0"/>
              <a:cs typeface="Arial" panose="020B0604020202020204" pitchFamily="34" charset="0"/>
            </a:endParaRPr>
          </a:p>
        </p:txBody>
      </p:sp>
      <p:pic>
        <p:nvPicPr>
          <p:cNvPr id="435" name="Picture 434" descr="A close up of a logo&#10;&#10;Description automatically generated">
            <a:extLst>
              <a:ext uri="{FF2B5EF4-FFF2-40B4-BE49-F238E27FC236}">
                <a16:creationId xmlns:a16="http://schemas.microsoft.com/office/drawing/2014/main" id="{21C78298-21BA-4C39-A962-7AEA621AFE6C}"/>
              </a:ext>
            </a:extLst>
          </p:cNvPr>
          <p:cNvPicPr>
            <a:picLocks noChangeAspect="1"/>
          </p:cNvPicPr>
          <p:nvPr/>
        </p:nvPicPr>
        <p:blipFill>
          <a:blip r:embed="rId5">
            <a:duotone>
              <a:prstClr val="black"/>
              <a:srgbClr val="C6C6C6">
                <a:tint val="45000"/>
                <a:satMod val="400000"/>
              </a:srgbClr>
            </a:duotone>
            <a:extLst>
              <a:ext uri="{28A0092B-C50C-407E-A947-70E740481C1C}">
                <a14:useLocalDpi xmlns:a14="http://schemas.microsoft.com/office/drawing/2010/main" val="0"/>
              </a:ext>
            </a:extLst>
          </a:blip>
          <a:stretch>
            <a:fillRect/>
          </a:stretch>
        </p:blipFill>
        <p:spPr>
          <a:xfrm>
            <a:off x="1089147" y="1808805"/>
            <a:ext cx="292139" cy="154132"/>
          </a:xfrm>
          <a:prstGeom prst="rect">
            <a:avLst/>
          </a:prstGeom>
          <a:ln>
            <a:noFill/>
          </a:ln>
        </p:spPr>
      </p:pic>
      <p:sp>
        <p:nvSpPr>
          <p:cNvPr id="436" name="Rectangle 435">
            <a:extLst>
              <a:ext uri="{FF2B5EF4-FFF2-40B4-BE49-F238E27FC236}">
                <a16:creationId xmlns:a16="http://schemas.microsoft.com/office/drawing/2014/main" id="{69F8A0CA-F504-4C2A-AFFB-DB06BBC52620}"/>
              </a:ext>
            </a:extLst>
          </p:cNvPr>
          <p:cNvSpPr/>
          <p:nvPr/>
        </p:nvSpPr>
        <p:spPr>
          <a:xfrm>
            <a:off x="1098160" y="1972640"/>
            <a:ext cx="333745" cy="169277"/>
          </a:xfrm>
          <a:prstGeom prst="rect">
            <a:avLst/>
          </a:prstGeom>
          <a:ln>
            <a:noFill/>
          </a:ln>
        </p:spPr>
        <p:txBody>
          <a:bodyPr wrap="none"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32239" rtl="0" eaLnBrk="1" fontAlgn="auto" latinLnBrk="0" hangingPunct="1">
              <a:lnSpc>
                <a:spcPct val="100000"/>
              </a:lnSpc>
              <a:spcBef>
                <a:spcPts val="0"/>
              </a:spcBef>
              <a:spcAft>
                <a:spcPts val="0"/>
              </a:spcAft>
              <a:buClrTx/>
              <a:buSzTx/>
              <a:buFontTx/>
              <a:buNone/>
              <a:tabLst/>
              <a:defRPr/>
            </a:pPr>
            <a:r>
              <a:rPr kumimoji="0" lang="en-US" sz="500" b="0" i="0" u="none" strike="noStrike" kern="0" cap="none" spc="0" normalizeH="0" baseline="0" noProof="0" dirty="0">
                <a:ln>
                  <a:noFill/>
                </a:ln>
                <a:solidFill>
                  <a:srgbClr val="1A1A1A"/>
                </a:solidFill>
                <a:effectLst/>
                <a:uLnTx/>
                <a:uFillTx/>
                <a:latin typeface="Arial" panose="020B0604020202020204" pitchFamily="34" charset="0"/>
                <a:ea typeface="MS PGothic"/>
                <a:cs typeface="Arial" panose="020B0604020202020204" pitchFamily="34" charset="0"/>
              </a:rPr>
              <a:t>Edge</a:t>
            </a:r>
            <a:endParaRPr kumimoji="0" lang="en-US" sz="500" b="0" i="0" u="none" strike="noStrike" kern="1200" cap="none" spc="0" normalizeH="0" baseline="0" noProof="0" dirty="0">
              <a:ln>
                <a:noFill/>
              </a:ln>
              <a:solidFill>
                <a:srgbClr val="1A1A1A"/>
              </a:solidFill>
              <a:effectLst/>
              <a:uLnTx/>
              <a:uFillTx/>
              <a:latin typeface="Arial" panose="020B0604020202020204" pitchFamily="34" charset="0"/>
              <a:cs typeface="Arial" panose="020B0604020202020204" pitchFamily="34" charset="0"/>
            </a:endParaRPr>
          </a:p>
        </p:txBody>
      </p:sp>
      <p:sp>
        <p:nvSpPr>
          <p:cNvPr id="437" name="Rectangle 436">
            <a:extLst>
              <a:ext uri="{FF2B5EF4-FFF2-40B4-BE49-F238E27FC236}">
                <a16:creationId xmlns:a16="http://schemas.microsoft.com/office/drawing/2014/main" id="{0CB61A2F-F08A-41BF-8017-CE11AC159FAA}"/>
              </a:ext>
            </a:extLst>
          </p:cNvPr>
          <p:cNvSpPr/>
          <p:nvPr/>
        </p:nvSpPr>
        <p:spPr bwMode="auto">
          <a:xfrm>
            <a:off x="1948600" y="1029179"/>
            <a:ext cx="5270162" cy="373793"/>
          </a:xfrm>
          <a:prstGeom prst="rect">
            <a:avLst/>
          </a:prstGeom>
          <a:noFill/>
          <a:ln>
            <a:solidFill>
              <a:schemeClr val="bg1">
                <a:lumMod val="65000"/>
              </a:schemeClr>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horz" wrap="square" lIns="182854" tIns="36000" rIns="182854" bIns="14628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lvl="0" algn="ctr" defTabSz="710457">
              <a:spcBef>
                <a:spcPct val="0"/>
              </a:spcBef>
              <a:spcAft>
                <a:spcPct val="35000"/>
              </a:spcAft>
              <a:buClrTx/>
              <a:defRPr/>
            </a:pPr>
            <a:r>
              <a:rPr lang="en-AU" sz="800" kern="0" dirty="0">
                <a:solidFill>
                  <a:srgbClr val="1A1A1A"/>
                </a:solidFill>
                <a:latin typeface="Arial" panose="020B0604020202020204" pitchFamily="34" charset="0"/>
                <a:cs typeface="Arial" panose="020B0604020202020204" pitchFamily="34" charset="0"/>
              </a:rPr>
              <a:t>Real-Time </a:t>
            </a:r>
            <a:r>
              <a:rPr lang="en-US" sz="800" kern="0" dirty="0">
                <a:solidFill>
                  <a:srgbClr val="1A1A1A"/>
                </a:solidFill>
                <a:latin typeface="Arial" panose="020B0604020202020204" pitchFamily="34" charset="0"/>
                <a:cs typeface="Arial" panose="020B0604020202020204" pitchFamily="34" charset="0"/>
              </a:rPr>
              <a:t>/</a:t>
            </a:r>
            <a:r>
              <a:rPr lang="en-AU" sz="800" kern="0" dirty="0">
                <a:solidFill>
                  <a:srgbClr val="1A1A1A"/>
                </a:solidFill>
                <a:latin typeface="Arial" panose="020B0604020202020204" pitchFamily="34" charset="0"/>
                <a:cs typeface="Arial" panose="020B0604020202020204" pitchFamily="34" charset="0"/>
              </a:rPr>
              <a:t> Steaming Data / Steaming Processing</a:t>
            </a:r>
          </a:p>
        </p:txBody>
      </p:sp>
      <p:sp>
        <p:nvSpPr>
          <p:cNvPr id="449" name="Rectangle 448">
            <a:extLst>
              <a:ext uri="{FF2B5EF4-FFF2-40B4-BE49-F238E27FC236}">
                <a16:creationId xmlns:a16="http://schemas.microsoft.com/office/drawing/2014/main" id="{9FD8E481-FE4F-40D3-886F-5FCE963CED40}"/>
              </a:ext>
            </a:extLst>
          </p:cNvPr>
          <p:cNvSpPr/>
          <p:nvPr/>
        </p:nvSpPr>
        <p:spPr bwMode="auto">
          <a:xfrm>
            <a:off x="501756" y="4145533"/>
            <a:ext cx="7913051" cy="396000"/>
          </a:xfrm>
          <a:prstGeom prst="rect">
            <a:avLst/>
          </a:prstGeom>
          <a:noFill/>
          <a:ln>
            <a:solidFill>
              <a:schemeClr val="bg1">
                <a:lumMod val="65000"/>
              </a:schemeClr>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horz" wrap="square" lIns="182854" tIns="36000" rIns="182854" bIns="14628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710457" rtl="0" eaLnBrk="1" fontAlgn="auto" latinLnBrk="0" hangingPunct="1">
              <a:lnSpc>
                <a:spcPct val="100000"/>
              </a:lnSpc>
              <a:spcBef>
                <a:spcPct val="0"/>
              </a:spcBef>
              <a:spcAft>
                <a:spcPct val="35000"/>
              </a:spcAft>
              <a:buClrTx/>
              <a:buSzTx/>
              <a:buFontTx/>
              <a:buNone/>
              <a:tabLst/>
              <a:defRPr/>
            </a:pPr>
            <a:r>
              <a:rPr kumimoji="0" lang="en-AU" sz="900" b="0" i="0" u="none" strike="noStrike" kern="0" cap="none" spc="0" normalizeH="0" baseline="0" noProof="0" dirty="0">
                <a:ln>
                  <a:noFill/>
                </a:ln>
                <a:solidFill>
                  <a:srgbClr val="1A1A1A"/>
                </a:solidFill>
                <a:effectLst/>
                <a:uLnTx/>
                <a:uFillTx/>
                <a:latin typeface="Arial" panose="020B0604020202020204" pitchFamily="34" charset="0"/>
                <a:cs typeface="Arial" panose="020B0604020202020204" pitchFamily="34" charset="0"/>
              </a:rPr>
              <a:t>Data Governance</a:t>
            </a:r>
          </a:p>
        </p:txBody>
      </p:sp>
      <p:pic>
        <p:nvPicPr>
          <p:cNvPr id="450" name="Picture 449">
            <a:extLst>
              <a:ext uri="{FF2B5EF4-FFF2-40B4-BE49-F238E27FC236}">
                <a16:creationId xmlns:a16="http://schemas.microsoft.com/office/drawing/2014/main" id="{2EADEFF9-C276-44E9-B313-C450700EE281}"/>
              </a:ext>
            </a:extLst>
          </p:cNvPr>
          <p:cNvPicPr>
            <a:picLocks noChangeAspect="1"/>
          </p:cNvPicPr>
          <p:nvPr/>
        </p:nvPicPr>
        <p:blipFill>
          <a:blip r:embed="rId6" cstate="print">
            <a:extLst>
              <a:ext uri="{BEBA8EAE-BF5A-486C-A8C5-ECC9F3942E4B}">
                <a14:imgProps xmlns:a14="http://schemas.microsoft.com/office/drawing/2010/main">
                  <a14:imgLayer r:embed="rId7">
                    <a14:imgEffect>
                      <a14:saturation sat="0"/>
                    </a14:imgEffect>
                  </a14:imgLayer>
                </a14:imgProps>
              </a:ext>
              <a:ext uri="{28A0092B-C50C-407E-A947-70E740481C1C}">
                <a14:useLocalDpi xmlns:a14="http://schemas.microsoft.com/office/drawing/2010/main"/>
              </a:ext>
            </a:extLst>
          </a:blip>
          <a:stretch>
            <a:fillRect/>
          </a:stretch>
        </p:blipFill>
        <p:spPr>
          <a:xfrm>
            <a:off x="660637" y="1819254"/>
            <a:ext cx="207642" cy="182109"/>
          </a:xfrm>
          <a:prstGeom prst="rect">
            <a:avLst/>
          </a:prstGeom>
          <a:ln>
            <a:noFill/>
          </a:ln>
        </p:spPr>
      </p:pic>
      <p:pic>
        <p:nvPicPr>
          <p:cNvPr id="493" name="Graphic 492" descr="Smart Phone">
            <a:extLst>
              <a:ext uri="{FF2B5EF4-FFF2-40B4-BE49-F238E27FC236}">
                <a16:creationId xmlns:a16="http://schemas.microsoft.com/office/drawing/2014/main" id="{D49D1841-F951-9D4C-8AE1-D91CC13BF389}"/>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32392" y="1398171"/>
            <a:ext cx="212602" cy="198797"/>
          </a:xfrm>
          <a:prstGeom prst="rect">
            <a:avLst/>
          </a:prstGeom>
        </p:spPr>
      </p:pic>
      <p:cxnSp>
        <p:nvCxnSpPr>
          <p:cNvPr id="107" name="Connector: Elbow 763">
            <a:extLst>
              <a:ext uri="{FF2B5EF4-FFF2-40B4-BE49-F238E27FC236}">
                <a16:creationId xmlns:a16="http://schemas.microsoft.com/office/drawing/2014/main" id="{EEA7E509-2F5D-BB43-93C2-53B734FD013D}"/>
              </a:ext>
            </a:extLst>
          </p:cNvPr>
          <p:cNvCxnSpPr>
            <a:cxnSpLocks/>
          </p:cNvCxnSpPr>
          <p:nvPr/>
        </p:nvCxnSpPr>
        <p:spPr>
          <a:xfrm rot="16200000" flipV="1">
            <a:off x="4458191" y="2925251"/>
            <a:ext cx="28080" cy="683"/>
          </a:xfrm>
          <a:prstGeom prst="bentConnector3">
            <a:avLst>
              <a:gd name="adj1" fmla="val 34498"/>
            </a:avLst>
          </a:prstGeom>
          <a:ln w="15875">
            <a:solidFill>
              <a:schemeClr val="accent6">
                <a:lumMod val="40000"/>
                <a:lumOff val="60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08" name="Connector: Elbow 764">
            <a:extLst>
              <a:ext uri="{FF2B5EF4-FFF2-40B4-BE49-F238E27FC236}">
                <a16:creationId xmlns:a16="http://schemas.microsoft.com/office/drawing/2014/main" id="{E6138B1E-0376-2646-84D6-85A46D0444AC}"/>
              </a:ext>
            </a:extLst>
          </p:cNvPr>
          <p:cNvCxnSpPr>
            <a:cxnSpLocks/>
          </p:cNvCxnSpPr>
          <p:nvPr/>
        </p:nvCxnSpPr>
        <p:spPr>
          <a:xfrm rot="5400000">
            <a:off x="4458191" y="3056783"/>
            <a:ext cx="28080" cy="683"/>
          </a:xfrm>
          <a:prstGeom prst="bentConnector3">
            <a:avLst>
              <a:gd name="adj1" fmla="val 34498"/>
            </a:avLst>
          </a:prstGeom>
          <a:ln w="15875">
            <a:solidFill>
              <a:schemeClr val="accent6">
                <a:lumMod val="40000"/>
                <a:lumOff val="60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109" name="Rectangle 108">
            <a:extLst>
              <a:ext uri="{FF2B5EF4-FFF2-40B4-BE49-F238E27FC236}">
                <a16:creationId xmlns:a16="http://schemas.microsoft.com/office/drawing/2014/main" id="{B6223A59-7587-FE46-B419-58FA4E48818E}"/>
              </a:ext>
            </a:extLst>
          </p:cNvPr>
          <p:cNvSpPr/>
          <p:nvPr/>
        </p:nvSpPr>
        <p:spPr bwMode="auto">
          <a:xfrm>
            <a:off x="5943596" y="2642594"/>
            <a:ext cx="1278588" cy="1346618"/>
          </a:xfrm>
          <a:prstGeom prst="rect">
            <a:avLst/>
          </a:prstGeom>
          <a:noFill/>
          <a:ln>
            <a:solidFill>
              <a:schemeClr val="bg1">
                <a:lumMod val="65000"/>
              </a:schemeClr>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horz" wrap="square" lIns="182854" tIns="36000" rIns="182854" bIns="14628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l" defTabSz="710457" rtl="0" eaLnBrk="1" fontAlgn="auto" latinLnBrk="0" hangingPunct="1">
              <a:lnSpc>
                <a:spcPct val="100000"/>
              </a:lnSpc>
              <a:spcBef>
                <a:spcPct val="0"/>
              </a:spcBef>
              <a:spcAft>
                <a:spcPct val="35000"/>
              </a:spcAft>
              <a:buClrTx/>
              <a:buSzTx/>
              <a:buFontTx/>
              <a:buNone/>
              <a:tabLst/>
              <a:defRPr/>
            </a:pPr>
            <a:endParaRPr kumimoji="0" lang="en-AU" sz="900" b="0" i="0" u="none" strike="noStrike" kern="0" cap="none" spc="0" normalizeH="0" baseline="0" noProof="0" dirty="0">
              <a:ln>
                <a:noFill/>
              </a:ln>
              <a:solidFill>
                <a:srgbClr val="1A1A1A"/>
              </a:solidFill>
              <a:effectLst/>
              <a:uLnTx/>
              <a:uFillTx/>
              <a:latin typeface="Arial" panose="020B0604020202020204" pitchFamily="34" charset="0"/>
              <a:cs typeface="Arial" panose="020B0604020202020204" pitchFamily="34" charset="0"/>
            </a:endParaRPr>
          </a:p>
        </p:txBody>
      </p:sp>
      <p:cxnSp>
        <p:nvCxnSpPr>
          <p:cNvPr id="110" name="Connector: Elbow 565">
            <a:extLst>
              <a:ext uri="{FF2B5EF4-FFF2-40B4-BE49-F238E27FC236}">
                <a16:creationId xmlns:a16="http://schemas.microsoft.com/office/drawing/2014/main" id="{7BC00D05-D5C4-9E42-8E9B-CEC4D80CDA81}"/>
              </a:ext>
            </a:extLst>
          </p:cNvPr>
          <p:cNvCxnSpPr>
            <a:cxnSpLocks/>
          </p:cNvCxnSpPr>
          <p:nvPr/>
        </p:nvCxnSpPr>
        <p:spPr>
          <a:xfrm flipV="1">
            <a:off x="5836867" y="1803732"/>
            <a:ext cx="34256" cy="560"/>
          </a:xfrm>
          <a:prstGeom prst="bentConnector3">
            <a:avLst>
              <a:gd name="adj1" fmla="val 34498"/>
            </a:avLst>
          </a:prstGeom>
          <a:ln w="15875">
            <a:solidFill>
              <a:schemeClr val="accent6">
                <a:lumMod val="40000"/>
                <a:lumOff val="60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16" name="Connector: Elbow 764">
            <a:extLst>
              <a:ext uri="{FF2B5EF4-FFF2-40B4-BE49-F238E27FC236}">
                <a16:creationId xmlns:a16="http://schemas.microsoft.com/office/drawing/2014/main" id="{8B932C91-69E0-384C-AD9F-9A1CE863CF4B}"/>
              </a:ext>
            </a:extLst>
          </p:cNvPr>
          <p:cNvCxnSpPr>
            <a:cxnSpLocks/>
          </p:cNvCxnSpPr>
          <p:nvPr/>
        </p:nvCxnSpPr>
        <p:spPr>
          <a:xfrm rot="5400000">
            <a:off x="4458191" y="1517365"/>
            <a:ext cx="28080" cy="683"/>
          </a:xfrm>
          <a:prstGeom prst="bentConnector3">
            <a:avLst>
              <a:gd name="adj1" fmla="val 34498"/>
            </a:avLst>
          </a:prstGeom>
          <a:ln w="15875">
            <a:solidFill>
              <a:schemeClr val="accent6">
                <a:lumMod val="40000"/>
                <a:lumOff val="60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23" name="Connector: Elbow 763">
            <a:extLst>
              <a:ext uri="{FF2B5EF4-FFF2-40B4-BE49-F238E27FC236}">
                <a16:creationId xmlns:a16="http://schemas.microsoft.com/office/drawing/2014/main" id="{C56098BB-FACA-B143-80E3-6C278D6E0041}"/>
              </a:ext>
            </a:extLst>
          </p:cNvPr>
          <p:cNvCxnSpPr>
            <a:cxnSpLocks/>
          </p:cNvCxnSpPr>
          <p:nvPr/>
        </p:nvCxnSpPr>
        <p:spPr>
          <a:xfrm rot="16200000" flipV="1">
            <a:off x="2461531" y="1430055"/>
            <a:ext cx="28080" cy="683"/>
          </a:xfrm>
          <a:prstGeom prst="bentConnector3">
            <a:avLst>
              <a:gd name="adj1" fmla="val 34498"/>
            </a:avLst>
          </a:prstGeom>
          <a:ln w="15875">
            <a:solidFill>
              <a:schemeClr val="accent6">
                <a:lumMod val="40000"/>
                <a:lumOff val="60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24" name="Connector: Elbow 764">
            <a:extLst>
              <a:ext uri="{FF2B5EF4-FFF2-40B4-BE49-F238E27FC236}">
                <a16:creationId xmlns:a16="http://schemas.microsoft.com/office/drawing/2014/main" id="{FC1DF33D-0D6A-D745-85FB-0CB88E8E62C5}"/>
              </a:ext>
            </a:extLst>
          </p:cNvPr>
          <p:cNvCxnSpPr>
            <a:cxnSpLocks/>
          </p:cNvCxnSpPr>
          <p:nvPr/>
        </p:nvCxnSpPr>
        <p:spPr>
          <a:xfrm rot="5400000">
            <a:off x="2461531" y="1568166"/>
            <a:ext cx="28080" cy="683"/>
          </a:xfrm>
          <a:prstGeom prst="bentConnector3">
            <a:avLst>
              <a:gd name="adj1" fmla="val 34498"/>
            </a:avLst>
          </a:prstGeom>
          <a:ln w="15875">
            <a:solidFill>
              <a:schemeClr val="accent6">
                <a:lumMod val="40000"/>
                <a:lumOff val="60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136" name="Rectangle 135">
            <a:extLst>
              <a:ext uri="{FF2B5EF4-FFF2-40B4-BE49-F238E27FC236}">
                <a16:creationId xmlns:a16="http://schemas.microsoft.com/office/drawing/2014/main" id="{5BF5F6A6-6DFD-7E4A-BFFB-0D70567579D1}"/>
              </a:ext>
            </a:extLst>
          </p:cNvPr>
          <p:cNvSpPr/>
          <p:nvPr/>
        </p:nvSpPr>
        <p:spPr bwMode="auto">
          <a:xfrm>
            <a:off x="5943596" y="1573909"/>
            <a:ext cx="1278588" cy="353817"/>
          </a:xfrm>
          <a:prstGeom prst="rect">
            <a:avLst/>
          </a:prstGeom>
          <a:noFill/>
          <a:ln>
            <a:solidFill>
              <a:schemeClr val="bg1">
                <a:lumMod val="65000"/>
              </a:schemeClr>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horz" wrap="square" lIns="182854" tIns="36000" rIns="182854" bIns="14628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l" defTabSz="710457" rtl="0" eaLnBrk="1" fontAlgn="auto" latinLnBrk="0" hangingPunct="1">
              <a:lnSpc>
                <a:spcPct val="100000"/>
              </a:lnSpc>
              <a:spcBef>
                <a:spcPct val="0"/>
              </a:spcBef>
              <a:spcAft>
                <a:spcPct val="35000"/>
              </a:spcAft>
              <a:buClrTx/>
              <a:buSzTx/>
              <a:buFontTx/>
              <a:buNone/>
              <a:tabLst/>
              <a:defRPr/>
            </a:pPr>
            <a:endParaRPr kumimoji="0" lang="en-AU" sz="900" b="0" i="0" u="none" strike="noStrike" kern="0" cap="none" spc="0" normalizeH="0" baseline="0" noProof="0" dirty="0">
              <a:ln>
                <a:noFill/>
              </a:ln>
              <a:solidFill>
                <a:srgbClr val="1A1A1A"/>
              </a:solidFill>
              <a:effectLst/>
              <a:uLnTx/>
              <a:uFillTx/>
              <a:latin typeface="Arial" panose="020B0604020202020204" pitchFamily="34" charset="0"/>
              <a:cs typeface="Arial" panose="020B0604020202020204" pitchFamily="34" charset="0"/>
            </a:endParaRPr>
          </a:p>
        </p:txBody>
      </p:sp>
      <p:sp>
        <p:nvSpPr>
          <p:cNvPr id="138" name="Rectangle 137">
            <a:extLst>
              <a:ext uri="{FF2B5EF4-FFF2-40B4-BE49-F238E27FC236}">
                <a16:creationId xmlns:a16="http://schemas.microsoft.com/office/drawing/2014/main" id="{688E0931-DC84-D64C-B56D-B764DDE4ADF5}"/>
              </a:ext>
            </a:extLst>
          </p:cNvPr>
          <p:cNvSpPr/>
          <p:nvPr/>
        </p:nvSpPr>
        <p:spPr>
          <a:xfrm>
            <a:off x="5942827" y="1558201"/>
            <a:ext cx="1287634" cy="215444"/>
          </a:xfrm>
          <a:prstGeom prst="rect">
            <a:avLst/>
          </a:prstGeom>
          <a:noFill/>
          <a:ln>
            <a:noFill/>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710457" rtl="0" eaLnBrk="1" fontAlgn="auto" latinLnBrk="0" hangingPunct="1">
              <a:lnSpc>
                <a:spcPct val="100000"/>
              </a:lnSpc>
              <a:spcBef>
                <a:spcPct val="0"/>
              </a:spcBef>
              <a:spcAft>
                <a:spcPts val="0"/>
              </a:spcAft>
              <a:buClrTx/>
              <a:buSzTx/>
              <a:buFontTx/>
              <a:buNone/>
              <a:tabLst/>
              <a:defRPr/>
            </a:pPr>
            <a:r>
              <a:rPr kumimoji="0" lang="en-AU" sz="800" b="0" i="0" u="none" strike="noStrike" kern="0" cap="none" spc="0" normalizeH="0" baseline="0" noProof="0" dirty="0">
                <a:ln>
                  <a:noFill/>
                </a:ln>
                <a:solidFill>
                  <a:srgbClr val="1A1A1A"/>
                </a:solidFill>
                <a:effectLst/>
                <a:uLnTx/>
                <a:uFillTx/>
                <a:latin typeface="Arial" panose="020B0604020202020204" pitchFamily="34" charset="0"/>
                <a:cs typeface="Arial" panose="020B0604020202020204" pitchFamily="34" charset="0"/>
              </a:rPr>
              <a:t>Processing</a:t>
            </a:r>
          </a:p>
        </p:txBody>
      </p:sp>
      <p:cxnSp>
        <p:nvCxnSpPr>
          <p:cNvPr id="148" name="Connector: Elbow 666">
            <a:extLst>
              <a:ext uri="{FF2B5EF4-FFF2-40B4-BE49-F238E27FC236}">
                <a16:creationId xmlns:a16="http://schemas.microsoft.com/office/drawing/2014/main" id="{87B1152C-9E0C-464F-9AB6-35C904C9A48C}"/>
              </a:ext>
            </a:extLst>
          </p:cNvPr>
          <p:cNvCxnSpPr>
            <a:cxnSpLocks/>
          </p:cNvCxnSpPr>
          <p:nvPr/>
        </p:nvCxnSpPr>
        <p:spPr>
          <a:xfrm flipV="1">
            <a:off x="5819933" y="3469613"/>
            <a:ext cx="34256" cy="560"/>
          </a:xfrm>
          <a:prstGeom prst="bentConnector3">
            <a:avLst>
              <a:gd name="adj1" fmla="val 34498"/>
            </a:avLst>
          </a:prstGeom>
          <a:ln w="15875">
            <a:solidFill>
              <a:schemeClr val="accent6">
                <a:lumMod val="40000"/>
                <a:lumOff val="60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149" name="Rectangle 148">
            <a:extLst>
              <a:ext uri="{FF2B5EF4-FFF2-40B4-BE49-F238E27FC236}">
                <a16:creationId xmlns:a16="http://schemas.microsoft.com/office/drawing/2014/main" id="{EC78C949-AC7E-854E-A062-80D82F3771C4}"/>
              </a:ext>
            </a:extLst>
          </p:cNvPr>
          <p:cNvSpPr/>
          <p:nvPr/>
        </p:nvSpPr>
        <p:spPr bwMode="auto">
          <a:xfrm>
            <a:off x="5940174" y="2081048"/>
            <a:ext cx="1278588" cy="451314"/>
          </a:xfrm>
          <a:prstGeom prst="rect">
            <a:avLst/>
          </a:prstGeom>
          <a:noFill/>
          <a:ln>
            <a:solidFill>
              <a:schemeClr val="bg1">
                <a:lumMod val="65000"/>
              </a:schemeClr>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horz" wrap="square" lIns="182854" tIns="36000" rIns="182854" bIns="14628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l" defTabSz="710457" rtl="0" eaLnBrk="1" fontAlgn="auto" latinLnBrk="0" hangingPunct="1">
              <a:lnSpc>
                <a:spcPct val="100000"/>
              </a:lnSpc>
              <a:spcBef>
                <a:spcPct val="0"/>
              </a:spcBef>
              <a:spcAft>
                <a:spcPct val="35000"/>
              </a:spcAft>
              <a:buClrTx/>
              <a:buSzTx/>
              <a:buFontTx/>
              <a:buNone/>
              <a:tabLst/>
              <a:defRPr/>
            </a:pPr>
            <a:endParaRPr kumimoji="0" lang="en-AU" sz="900" b="0" i="0" u="none" strike="noStrike" kern="0" cap="none" spc="0" normalizeH="0" baseline="0" noProof="0" dirty="0">
              <a:ln>
                <a:noFill/>
              </a:ln>
              <a:solidFill>
                <a:srgbClr val="1A1A1A"/>
              </a:solidFill>
              <a:effectLst/>
              <a:uLnTx/>
              <a:uFillTx/>
              <a:latin typeface="Arial" panose="020B0604020202020204" pitchFamily="34" charset="0"/>
              <a:cs typeface="Arial" panose="020B0604020202020204" pitchFamily="34" charset="0"/>
            </a:endParaRPr>
          </a:p>
        </p:txBody>
      </p:sp>
      <p:cxnSp>
        <p:nvCxnSpPr>
          <p:cNvPr id="150" name="Connector: Elbow 565">
            <a:extLst>
              <a:ext uri="{FF2B5EF4-FFF2-40B4-BE49-F238E27FC236}">
                <a16:creationId xmlns:a16="http://schemas.microsoft.com/office/drawing/2014/main" id="{8D397307-3BD2-8D4B-A37A-E06B959C0FFD}"/>
              </a:ext>
            </a:extLst>
          </p:cNvPr>
          <p:cNvCxnSpPr>
            <a:cxnSpLocks/>
          </p:cNvCxnSpPr>
          <p:nvPr/>
        </p:nvCxnSpPr>
        <p:spPr>
          <a:xfrm rot="5400000" flipV="1">
            <a:off x="6543246" y="2019538"/>
            <a:ext cx="34256" cy="560"/>
          </a:xfrm>
          <a:prstGeom prst="bentConnector3">
            <a:avLst>
              <a:gd name="adj1" fmla="val 34498"/>
            </a:avLst>
          </a:prstGeom>
          <a:ln w="15875">
            <a:solidFill>
              <a:schemeClr val="accent6">
                <a:lumMod val="40000"/>
                <a:lumOff val="60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151" name="Rectangle 150">
            <a:extLst>
              <a:ext uri="{FF2B5EF4-FFF2-40B4-BE49-F238E27FC236}">
                <a16:creationId xmlns:a16="http://schemas.microsoft.com/office/drawing/2014/main" id="{96E7F87C-F300-9344-A300-B22A560835D3}"/>
              </a:ext>
            </a:extLst>
          </p:cNvPr>
          <p:cNvSpPr/>
          <p:nvPr/>
        </p:nvSpPr>
        <p:spPr>
          <a:xfrm>
            <a:off x="5939055" y="2077887"/>
            <a:ext cx="1278587" cy="215444"/>
          </a:xfrm>
          <a:prstGeom prst="rect">
            <a:avLst/>
          </a:prstGeom>
          <a:noFill/>
          <a:ln>
            <a:noFill/>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710457" rtl="0" eaLnBrk="1" fontAlgn="auto" latinLnBrk="0" hangingPunct="1">
              <a:lnSpc>
                <a:spcPct val="100000"/>
              </a:lnSpc>
              <a:spcBef>
                <a:spcPct val="0"/>
              </a:spcBef>
              <a:spcAft>
                <a:spcPts val="0"/>
              </a:spcAft>
              <a:buClrTx/>
              <a:buSzTx/>
              <a:buFontTx/>
              <a:buNone/>
              <a:tabLst/>
              <a:defRPr/>
            </a:pPr>
            <a:r>
              <a:rPr kumimoji="0" lang="en-AU" sz="800" b="0" i="0" u="none" strike="noStrike" kern="0" cap="none" spc="0" normalizeH="0" baseline="0" noProof="0" dirty="0">
                <a:ln>
                  <a:noFill/>
                </a:ln>
                <a:solidFill>
                  <a:srgbClr val="1A1A1A"/>
                </a:solidFill>
                <a:effectLst/>
                <a:uLnTx/>
                <a:uFillTx/>
                <a:latin typeface="Arial" panose="020B0604020202020204" pitchFamily="34" charset="0"/>
                <a:cs typeface="Arial" panose="020B0604020202020204" pitchFamily="34" charset="0"/>
              </a:rPr>
              <a:t>AI / ML</a:t>
            </a:r>
          </a:p>
        </p:txBody>
      </p:sp>
      <p:cxnSp>
        <p:nvCxnSpPr>
          <p:cNvPr id="152" name="Connector: Elbow 565">
            <a:extLst>
              <a:ext uri="{FF2B5EF4-FFF2-40B4-BE49-F238E27FC236}">
                <a16:creationId xmlns:a16="http://schemas.microsoft.com/office/drawing/2014/main" id="{7C963EFE-4AF6-C046-9303-F5CB508F5189}"/>
              </a:ext>
            </a:extLst>
          </p:cNvPr>
          <p:cNvCxnSpPr>
            <a:cxnSpLocks/>
          </p:cNvCxnSpPr>
          <p:nvPr/>
        </p:nvCxnSpPr>
        <p:spPr>
          <a:xfrm flipV="1">
            <a:off x="5836867" y="2750388"/>
            <a:ext cx="34256" cy="560"/>
          </a:xfrm>
          <a:prstGeom prst="bentConnector3">
            <a:avLst>
              <a:gd name="adj1" fmla="val 34498"/>
            </a:avLst>
          </a:prstGeom>
          <a:ln w="15875">
            <a:solidFill>
              <a:schemeClr val="accent6">
                <a:lumMod val="40000"/>
                <a:lumOff val="60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53" name="Connector: Elbow 565">
            <a:extLst>
              <a:ext uri="{FF2B5EF4-FFF2-40B4-BE49-F238E27FC236}">
                <a16:creationId xmlns:a16="http://schemas.microsoft.com/office/drawing/2014/main" id="{DBDD9143-AA3C-CC48-8174-2764F580C769}"/>
              </a:ext>
            </a:extLst>
          </p:cNvPr>
          <p:cNvCxnSpPr>
            <a:cxnSpLocks/>
          </p:cNvCxnSpPr>
          <p:nvPr/>
        </p:nvCxnSpPr>
        <p:spPr>
          <a:xfrm flipV="1">
            <a:off x="7350554" y="2251764"/>
            <a:ext cx="34256" cy="560"/>
          </a:xfrm>
          <a:prstGeom prst="bentConnector3">
            <a:avLst>
              <a:gd name="adj1" fmla="val 34498"/>
            </a:avLst>
          </a:prstGeom>
          <a:ln w="15875">
            <a:solidFill>
              <a:schemeClr val="accent6">
                <a:lumMod val="40000"/>
                <a:lumOff val="60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54" name="Connector: Elbow 666">
            <a:extLst>
              <a:ext uri="{FF2B5EF4-FFF2-40B4-BE49-F238E27FC236}">
                <a16:creationId xmlns:a16="http://schemas.microsoft.com/office/drawing/2014/main" id="{44D540A8-DF04-2C46-8459-526E791EE0CC}"/>
              </a:ext>
            </a:extLst>
          </p:cNvPr>
          <p:cNvCxnSpPr>
            <a:cxnSpLocks/>
          </p:cNvCxnSpPr>
          <p:nvPr/>
        </p:nvCxnSpPr>
        <p:spPr>
          <a:xfrm flipV="1">
            <a:off x="7333620" y="3463884"/>
            <a:ext cx="34256" cy="560"/>
          </a:xfrm>
          <a:prstGeom prst="bentConnector3">
            <a:avLst>
              <a:gd name="adj1" fmla="val 34498"/>
            </a:avLst>
          </a:prstGeom>
          <a:ln w="15875">
            <a:solidFill>
              <a:schemeClr val="accent6">
                <a:lumMod val="40000"/>
                <a:lumOff val="60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55" name="Connector: Elbow 565">
            <a:extLst>
              <a:ext uri="{FF2B5EF4-FFF2-40B4-BE49-F238E27FC236}">
                <a16:creationId xmlns:a16="http://schemas.microsoft.com/office/drawing/2014/main" id="{A813B633-03ED-624A-93FC-1139E9943F6B}"/>
              </a:ext>
            </a:extLst>
          </p:cNvPr>
          <p:cNvCxnSpPr>
            <a:cxnSpLocks/>
          </p:cNvCxnSpPr>
          <p:nvPr/>
        </p:nvCxnSpPr>
        <p:spPr>
          <a:xfrm flipV="1">
            <a:off x="7350554" y="2744659"/>
            <a:ext cx="34256" cy="560"/>
          </a:xfrm>
          <a:prstGeom prst="bentConnector3">
            <a:avLst>
              <a:gd name="adj1" fmla="val 34498"/>
            </a:avLst>
          </a:prstGeom>
          <a:ln w="15875">
            <a:solidFill>
              <a:schemeClr val="accent6">
                <a:lumMod val="40000"/>
                <a:lumOff val="60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grpSp>
        <p:nvGrpSpPr>
          <p:cNvPr id="112" name="Group 111">
            <a:extLst>
              <a:ext uri="{FF2B5EF4-FFF2-40B4-BE49-F238E27FC236}">
                <a16:creationId xmlns:a16="http://schemas.microsoft.com/office/drawing/2014/main" id="{4CA399F7-A7F7-414E-879B-554BF99D6439}"/>
              </a:ext>
            </a:extLst>
          </p:cNvPr>
          <p:cNvGrpSpPr/>
          <p:nvPr/>
        </p:nvGrpSpPr>
        <p:grpSpPr>
          <a:xfrm>
            <a:off x="659490" y="3691548"/>
            <a:ext cx="262382" cy="166063"/>
            <a:chOff x="4618919" y="1957733"/>
            <a:chExt cx="1762671" cy="1415797"/>
          </a:xfrm>
          <a:solidFill>
            <a:schemeClr val="accent6">
              <a:lumMod val="20000"/>
              <a:lumOff val="80000"/>
            </a:schemeClr>
          </a:solidFill>
        </p:grpSpPr>
        <p:grpSp>
          <p:nvGrpSpPr>
            <p:cNvPr id="113" name="Group 112">
              <a:extLst>
                <a:ext uri="{FF2B5EF4-FFF2-40B4-BE49-F238E27FC236}">
                  <a16:creationId xmlns:a16="http://schemas.microsoft.com/office/drawing/2014/main" id="{2BCD0250-7D7E-E54F-8FA8-09B53E232461}"/>
                </a:ext>
              </a:extLst>
            </p:cNvPr>
            <p:cNvGrpSpPr/>
            <p:nvPr/>
          </p:nvGrpSpPr>
          <p:grpSpPr>
            <a:xfrm>
              <a:off x="4618919" y="1957733"/>
              <a:ext cx="1762671" cy="1415797"/>
              <a:chOff x="3027363" y="2582832"/>
              <a:chExt cx="701675" cy="563593"/>
            </a:xfrm>
            <a:grpFill/>
          </p:grpSpPr>
          <p:sp>
            <p:nvSpPr>
              <p:cNvPr id="115" name="Freeform 114">
                <a:extLst>
                  <a:ext uri="{FF2B5EF4-FFF2-40B4-BE49-F238E27FC236}">
                    <a16:creationId xmlns:a16="http://schemas.microsoft.com/office/drawing/2014/main" id="{EAE37A4D-CBC4-7E42-B27C-6610EE083804}"/>
                  </a:ext>
                </a:extLst>
              </p:cNvPr>
              <p:cNvSpPr>
                <a:spLocks noEditPoints="1"/>
              </p:cNvSpPr>
              <p:nvPr/>
            </p:nvSpPr>
            <p:spPr bwMode="auto">
              <a:xfrm>
                <a:off x="3027363" y="2689225"/>
                <a:ext cx="701675" cy="457200"/>
              </a:xfrm>
              <a:custGeom>
                <a:avLst/>
                <a:gdLst>
                  <a:gd name="T0" fmla="*/ 1454 w 2907"/>
                  <a:gd name="T1" fmla="*/ 1887 h 1887"/>
                  <a:gd name="T2" fmla="*/ 186 w 2907"/>
                  <a:gd name="T3" fmla="*/ 1887 h 1887"/>
                  <a:gd name="T4" fmla="*/ 1 w 2907"/>
                  <a:gd name="T5" fmla="*/ 1704 h 1887"/>
                  <a:gd name="T6" fmla="*/ 1 w 2907"/>
                  <a:gd name="T7" fmla="*/ 180 h 1887"/>
                  <a:gd name="T8" fmla="*/ 182 w 2907"/>
                  <a:gd name="T9" fmla="*/ 0 h 1887"/>
                  <a:gd name="T10" fmla="*/ 2724 w 2907"/>
                  <a:gd name="T11" fmla="*/ 0 h 1887"/>
                  <a:gd name="T12" fmla="*/ 2906 w 2907"/>
                  <a:gd name="T13" fmla="*/ 180 h 1887"/>
                  <a:gd name="T14" fmla="*/ 2906 w 2907"/>
                  <a:gd name="T15" fmla="*/ 1710 h 1887"/>
                  <a:gd name="T16" fmla="*/ 2728 w 2907"/>
                  <a:gd name="T17" fmla="*/ 1887 h 1887"/>
                  <a:gd name="T18" fmla="*/ 1454 w 2907"/>
                  <a:gd name="T19" fmla="*/ 1887 h 1887"/>
                  <a:gd name="T20" fmla="*/ 148 w 2907"/>
                  <a:gd name="T21" fmla="*/ 1737 h 1887"/>
                  <a:gd name="T22" fmla="*/ 2757 w 2907"/>
                  <a:gd name="T23" fmla="*/ 1737 h 1887"/>
                  <a:gd name="T24" fmla="*/ 2757 w 2907"/>
                  <a:gd name="T25" fmla="*/ 148 h 1887"/>
                  <a:gd name="T26" fmla="*/ 148 w 2907"/>
                  <a:gd name="T27" fmla="*/ 148 h 1887"/>
                  <a:gd name="T28" fmla="*/ 148 w 2907"/>
                  <a:gd name="T29" fmla="*/ 1737 h 18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07" h="1887">
                    <a:moveTo>
                      <a:pt x="1454" y="1887"/>
                    </a:moveTo>
                    <a:cubicBezTo>
                      <a:pt x="1031" y="1887"/>
                      <a:pt x="608" y="1887"/>
                      <a:pt x="186" y="1887"/>
                    </a:cubicBezTo>
                    <a:cubicBezTo>
                      <a:pt x="51" y="1887"/>
                      <a:pt x="1" y="1838"/>
                      <a:pt x="1" y="1704"/>
                    </a:cubicBezTo>
                    <a:cubicBezTo>
                      <a:pt x="0" y="1196"/>
                      <a:pt x="0" y="688"/>
                      <a:pt x="1" y="180"/>
                    </a:cubicBezTo>
                    <a:cubicBezTo>
                      <a:pt x="1" y="51"/>
                      <a:pt x="52" y="0"/>
                      <a:pt x="182" y="0"/>
                    </a:cubicBezTo>
                    <a:cubicBezTo>
                      <a:pt x="1030" y="0"/>
                      <a:pt x="1877" y="0"/>
                      <a:pt x="2724" y="0"/>
                    </a:cubicBezTo>
                    <a:cubicBezTo>
                      <a:pt x="2854" y="0"/>
                      <a:pt x="2906" y="51"/>
                      <a:pt x="2906" y="180"/>
                    </a:cubicBezTo>
                    <a:cubicBezTo>
                      <a:pt x="2907" y="690"/>
                      <a:pt x="2907" y="1200"/>
                      <a:pt x="2906" y="1710"/>
                    </a:cubicBezTo>
                    <a:cubicBezTo>
                      <a:pt x="2906" y="1836"/>
                      <a:pt x="2854" y="1887"/>
                      <a:pt x="2728" y="1887"/>
                    </a:cubicBezTo>
                    <a:cubicBezTo>
                      <a:pt x="2303" y="1887"/>
                      <a:pt x="1878" y="1887"/>
                      <a:pt x="1454" y="1887"/>
                    </a:cubicBezTo>
                    <a:close/>
                    <a:moveTo>
                      <a:pt x="148" y="1737"/>
                    </a:moveTo>
                    <a:cubicBezTo>
                      <a:pt x="1019" y="1737"/>
                      <a:pt x="1888" y="1737"/>
                      <a:pt x="2757" y="1737"/>
                    </a:cubicBezTo>
                    <a:cubicBezTo>
                      <a:pt x="2757" y="1205"/>
                      <a:pt x="2757" y="676"/>
                      <a:pt x="2757" y="148"/>
                    </a:cubicBezTo>
                    <a:cubicBezTo>
                      <a:pt x="1885" y="148"/>
                      <a:pt x="1018" y="148"/>
                      <a:pt x="148" y="148"/>
                    </a:cubicBezTo>
                    <a:cubicBezTo>
                      <a:pt x="148" y="679"/>
                      <a:pt x="148" y="1206"/>
                      <a:pt x="148" y="1737"/>
                    </a:cubicBezTo>
                    <a:close/>
                  </a:path>
                </a:pathLst>
              </a:custGeom>
              <a:grpFill/>
              <a:ln>
                <a:solidFill>
                  <a:schemeClr val="accent6">
                    <a:lumMod val="40000"/>
                    <a:lumOff val="60000"/>
                  </a:schemeClr>
                </a:solidFill>
              </a:ln>
            </p:spPr>
            <p:txBody>
              <a:bodyPr vert="horz" wrap="square" lIns="89642" tIns="44821" rIns="89642" bIns="44821"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72290" rtl="0" eaLnBrk="1" fontAlgn="auto" latinLnBrk="0" hangingPunct="1">
                  <a:lnSpc>
                    <a:spcPct val="100000"/>
                  </a:lnSpc>
                  <a:spcBef>
                    <a:spcPts val="0"/>
                  </a:spcBef>
                  <a:spcAft>
                    <a:spcPts val="0"/>
                  </a:spcAft>
                  <a:buClrTx/>
                  <a:buSzTx/>
                  <a:buFontTx/>
                  <a:buNone/>
                  <a:tabLst/>
                  <a:defRPr/>
                </a:pPr>
                <a:endParaRPr kumimoji="0" lang="en-US" sz="500" b="0" i="0" u="none" strike="noStrike" kern="0" cap="none" spc="0" normalizeH="0" baseline="0" noProof="0">
                  <a:ln>
                    <a:noFill/>
                  </a:ln>
                  <a:solidFill>
                    <a:srgbClr val="1A1A1A"/>
                  </a:solidFill>
                  <a:effectLst/>
                  <a:uLnTx/>
                  <a:uFillTx/>
                  <a:latin typeface="Arial" panose="020B0604020202020204" pitchFamily="34" charset="0"/>
                  <a:cs typeface="Arial" panose="020B0604020202020204" pitchFamily="34" charset="0"/>
                </a:endParaRPr>
              </a:p>
            </p:txBody>
          </p:sp>
          <p:sp>
            <p:nvSpPr>
              <p:cNvPr id="117" name="Freeform 116">
                <a:extLst>
                  <a:ext uri="{FF2B5EF4-FFF2-40B4-BE49-F238E27FC236}">
                    <a16:creationId xmlns:a16="http://schemas.microsoft.com/office/drawing/2014/main" id="{1B891D9B-7796-C044-BBB3-854C99C67963}"/>
                  </a:ext>
                </a:extLst>
              </p:cNvPr>
              <p:cNvSpPr>
                <a:spLocks noEditPoints="1"/>
              </p:cNvSpPr>
              <p:nvPr/>
            </p:nvSpPr>
            <p:spPr bwMode="auto">
              <a:xfrm>
                <a:off x="3027363" y="2582832"/>
                <a:ext cx="701675" cy="74613"/>
              </a:xfrm>
              <a:custGeom>
                <a:avLst/>
                <a:gdLst>
                  <a:gd name="T0" fmla="*/ 5 w 2906"/>
                  <a:gd name="T1" fmla="*/ 310 h 312"/>
                  <a:gd name="T2" fmla="*/ 7 w 2906"/>
                  <a:gd name="T3" fmla="*/ 117 h 312"/>
                  <a:gd name="T4" fmla="*/ 125 w 2906"/>
                  <a:gd name="T5" fmla="*/ 3 h 312"/>
                  <a:gd name="T6" fmla="*/ 198 w 2906"/>
                  <a:gd name="T7" fmla="*/ 1 h 312"/>
                  <a:gd name="T8" fmla="*/ 2710 w 2906"/>
                  <a:gd name="T9" fmla="*/ 1 h 312"/>
                  <a:gd name="T10" fmla="*/ 2906 w 2906"/>
                  <a:gd name="T11" fmla="*/ 197 h 312"/>
                  <a:gd name="T12" fmla="*/ 2906 w 2906"/>
                  <a:gd name="T13" fmla="*/ 312 h 312"/>
                  <a:gd name="T14" fmla="*/ 2691 w 2906"/>
                  <a:gd name="T15" fmla="*/ 294 h 312"/>
                  <a:gd name="T16" fmla="*/ 137 w 2906"/>
                  <a:gd name="T17" fmla="*/ 294 h 312"/>
                  <a:gd name="T18" fmla="*/ 5 w 2906"/>
                  <a:gd name="T19" fmla="*/ 310 h 312"/>
                  <a:gd name="T20" fmla="*/ 2615 w 2906"/>
                  <a:gd name="T21" fmla="*/ 98 h 312"/>
                  <a:gd name="T22" fmla="*/ 2608 w 2906"/>
                  <a:gd name="T23" fmla="*/ 106 h 312"/>
                  <a:gd name="T24" fmla="*/ 2643 w 2906"/>
                  <a:gd name="T25" fmla="*/ 151 h 312"/>
                  <a:gd name="T26" fmla="*/ 2619 w 2906"/>
                  <a:gd name="T27" fmla="*/ 184 h 312"/>
                  <a:gd name="T28" fmla="*/ 2707 w 2906"/>
                  <a:gd name="T29" fmla="*/ 184 h 312"/>
                  <a:gd name="T30" fmla="*/ 2681 w 2906"/>
                  <a:gd name="T31" fmla="*/ 150 h 312"/>
                  <a:gd name="T32" fmla="*/ 2716 w 2906"/>
                  <a:gd name="T33" fmla="*/ 105 h 312"/>
                  <a:gd name="T34" fmla="*/ 2710 w 2906"/>
                  <a:gd name="T35" fmla="*/ 99 h 312"/>
                  <a:gd name="T36" fmla="*/ 2662 w 2906"/>
                  <a:gd name="T37" fmla="*/ 129 h 312"/>
                  <a:gd name="T38" fmla="*/ 2615 w 2906"/>
                  <a:gd name="T39" fmla="*/ 98 h 312"/>
                  <a:gd name="T40" fmla="*/ 2404 w 2906"/>
                  <a:gd name="T41" fmla="*/ 103 h 312"/>
                  <a:gd name="T42" fmla="*/ 2404 w 2906"/>
                  <a:gd name="T43" fmla="*/ 193 h 312"/>
                  <a:gd name="T44" fmla="*/ 2492 w 2906"/>
                  <a:gd name="T45" fmla="*/ 193 h 312"/>
                  <a:gd name="T46" fmla="*/ 2492 w 2906"/>
                  <a:gd name="T47" fmla="*/ 103 h 312"/>
                  <a:gd name="T48" fmla="*/ 2404 w 2906"/>
                  <a:gd name="T49" fmla="*/ 103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906" h="312">
                    <a:moveTo>
                      <a:pt x="5" y="310"/>
                    </a:moveTo>
                    <a:cubicBezTo>
                      <a:pt x="5" y="249"/>
                      <a:pt x="0" y="182"/>
                      <a:pt x="7" y="117"/>
                    </a:cubicBezTo>
                    <a:cubicBezTo>
                      <a:pt x="13" y="55"/>
                      <a:pt x="63" y="12"/>
                      <a:pt x="125" y="3"/>
                    </a:cubicBezTo>
                    <a:cubicBezTo>
                      <a:pt x="149" y="0"/>
                      <a:pt x="174" y="1"/>
                      <a:pt x="198" y="1"/>
                    </a:cubicBezTo>
                    <a:cubicBezTo>
                      <a:pt x="1036" y="1"/>
                      <a:pt x="1873" y="1"/>
                      <a:pt x="2710" y="1"/>
                    </a:cubicBezTo>
                    <a:cubicBezTo>
                      <a:pt x="2861" y="1"/>
                      <a:pt x="2906" y="46"/>
                      <a:pt x="2906" y="197"/>
                    </a:cubicBezTo>
                    <a:cubicBezTo>
                      <a:pt x="2906" y="239"/>
                      <a:pt x="2906" y="281"/>
                      <a:pt x="2906" y="312"/>
                    </a:cubicBezTo>
                    <a:cubicBezTo>
                      <a:pt x="2832" y="305"/>
                      <a:pt x="2761" y="294"/>
                      <a:pt x="2691" y="294"/>
                    </a:cubicBezTo>
                    <a:cubicBezTo>
                      <a:pt x="1839" y="292"/>
                      <a:pt x="988" y="293"/>
                      <a:pt x="137" y="294"/>
                    </a:cubicBezTo>
                    <a:cubicBezTo>
                      <a:pt x="95" y="294"/>
                      <a:pt x="54" y="304"/>
                      <a:pt x="5" y="310"/>
                    </a:cubicBezTo>
                    <a:close/>
                    <a:moveTo>
                      <a:pt x="2615" y="98"/>
                    </a:moveTo>
                    <a:cubicBezTo>
                      <a:pt x="2613" y="101"/>
                      <a:pt x="2610" y="103"/>
                      <a:pt x="2608" y="106"/>
                    </a:cubicBezTo>
                    <a:cubicBezTo>
                      <a:pt x="2620" y="121"/>
                      <a:pt x="2632" y="136"/>
                      <a:pt x="2643" y="151"/>
                    </a:cubicBezTo>
                    <a:cubicBezTo>
                      <a:pt x="2631" y="167"/>
                      <a:pt x="2622" y="180"/>
                      <a:pt x="2619" y="184"/>
                    </a:cubicBezTo>
                    <a:cubicBezTo>
                      <a:pt x="2649" y="184"/>
                      <a:pt x="2679" y="184"/>
                      <a:pt x="2707" y="184"/>
                    </a:cubicBezTo>
                    <a:cubicBezTo>
                      <a:pt x="2703" y="178"/>
                      <a:pt x="2693" y="165"/>
                      <a:pt x="2681" y="150"/>
                    </a:cubicBezTo>
                    <a:cubicBezTo>
                      <a:pt x="2693" y="134"/>
                      <a:pt x="2705" y="120"/>
                      <a:pt x="2716" y="105"/>
                    </a:cubicBezTo>
                    <a:cubicBezTo>
                      <a:pt x="2714" y="103"/>
                      <a:pt x="2712" y="101"/>
                      <a:pt x="2710" y="99"/>
                    </a:cubicBezTo>
                    <a:cubicBezTo>
                      <a:pt x="2694" y="109"/>
                      <a:pt x="2679" y="119"/>
                      <a:pt x="2662" y="129"/>
                    </a:cubicBezTo>
                    <a:cubicBezTo>
                      <a:pt x="2647" y="119"/>
                      <a:pt x="2631" y="108"/>
                      <a:pt x="2615" y="98"/>
                    </a:cubicBezTo>
                    <a:close/>
                    <a:moveTo>
                      <a:pt x="2404" y="103"/>
                    </a:moveTo>
                    <a:cubicBezTo>
                      <a:pt x="2404" y="137"/>
                      <a:pt x="2404" y="164"/>
                      <a:pt x="2404" y="193"/>
                    </a:cubicBezTo>
                    <a:cubicBezTo>
                      <a:pt x="2436" y="193"/>
                      <a:pt x="2465" y="193"/>
                      <a:pt x="2492" y="193"/>
                    </a:cubicBezTo>
                    <a:cubicBezTo>
                      <a:pt x="2492" y="160"/>
                      <a:pt x="2492" y="131"/>
                      <a:pt x="2492" y="103"/>
                    </a:cubicBezTo>
                    <a:cubicBezTo>
                      <a:pt x="2461" y="103"/>
                      <a:pt x="2435" y="103"/>
                      <a:pt x="2404" y="103"/>
                    </a:cubicBezTo>
                    <a:close/>
                  </a:path>
                </a:pathLst>
              </a:custGeom>
              <a:grpFill/>
              <a:ln>
                <a:solidFill>
                  <a:schemeClr val="accent6">
                    <a:lumMod val="40000"/>
                    <a:lumOff val="60000"/>
                  </a:schemeClr>
                </a:solidFill>
              </a:ln>
            </p:spPr>
            <p:txBody>
              <a:bodyPr vert="horz" wrap="square" lIns="89642" tIns="44821" rIns="89642" bIns="44821"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72290" rtl="0" eaLnBrk="1" fontAlgn="auto" latinLnBrk="0" hangingPunct="1">
                  <a:lnSpc>
                    <a:spcPct val="100000"/>
                  </a:lnSpc>
                  <a:spcBef>
                    <a:spcPts val="0"/>
                  </a:spcBef>
                  <a:spcAft>
                    <a:spcPts val="0"/>
                  </a:spcAft>
                  <a:buClrTx/>
                  <a:buSzTx/>
                  <a:buFontTx/>
                  <a:buNone/>
                  <a:tabLst/>
                  <a:defRPr/>
                </a:pPr>
                <a:endParaRPr kumimoji="0" lang="en-US" sz="500" b="0" i="0" u="none" strike="noStrike" kern="0" cap="none" spc="0" normalizeH="0" baseline="0" noProof="0">
                  <a:ln>
                    <a:noFill/>
                  </a:ln>
                  <a:solidFill>
                    <a:srgbClr val="1A1A1A"/>
                  </a:solidFill>
                  <a:effectLst/>
                  <a:uLnTx/>
                  <a:uFillTx/>
                  <a:latin typeface="Arial" panose="020B0604020202020204" pitchFamily="34" charset="0"/>
                  <a:cs typeface="Arial" panose="020B0604020202020204" pitchFamily="34" charset="0"/>
                </a:endParaRPr>
              </a:p>
            </p:txBody>
          </p:sp>
          <p:sp>
            <p:nvSpPr>
              <p:cNvPr id="118" name="Freeform 117">
                <a:extLst>
                  <a:ext uri="{FF2B5EF4-FFF2-40B4-BE49-F238E27FC236}">
                    <a16:creationId xmlns:a16="http://schemas.microsoft.com/office/drawing/2014/main" id="{CADEC271-346A-8940-9E74-2B8BDD1DD747}"/>
                  </a:ext>
                </a:extLst>
              </p:cNvPr>
              <p:cNvSpPr>
                <a:spLocks/>
              </p:cNvSpPr>
              <p:nvPr/>
            </p:nvSpPr>
            <p:spPr bwMode="auto">
              <a:xfrm>
                <a:off x="3608388" y="2627313"/>
                <a:ext cx="20638" cy="17463"/>
              </a:xfrm>
              <a:custGeom>
                <a:avLst/>
                <a:gdLst>
                  <a:gd name="T0" fmla="*/ 87 w 87"/>
                  <a:gd name="T1" fmla="*/ 78 h 78"/>
                  <a:gd name="T2" fmla="*/ 66 w 87"/>
                  <a:gd name="T3" fmla="*/ 7 h 78"/>
                  <a:gd name="T4" fmla="*/ 22 w 87"/>
                  <a:gd name="T5" fmla="*/ 7 h 78"/>
                  <a:gd name="T6" fmla="*/ 0 w 87"/>
                  <a:gd name="T7" fmla="*/ 73 h 78"/>
                  <a:gd name="T8" fmla="*/ 87 w 87"/>
                  <a:gd name="T9" fmla="*/ 78 h 78"/>
                </a:gdLst>
                <a:ahLst/>
                <a:cxnLst>
                  <a:cxn ang="0">
                    <a:pos x="T0" y="T1"/>
                  </a:cxn>
                  <a:cxn ang="0">
                    <a:pos x="T2" y="T3"/>
                  </a:cxn>
                  <a:cxn ang="0">
                    <a:pos x="T4" y="T5"/>
                  </a:cxn>
                  <a:cxn ang="0">
                    <a:pos x="T6" y="T7"/>
                  </a:cxn>
                  <a:cxn ang="0">
                    <a:pos x="T8" y="T9"/>
                  </a:cxn>
                </a:cxnLst>
                <a:rect l="0" t="0" r="r" b="b"/>
                <a:pathLst>
                  <a:path w="87" h="78">
                    <a:moveTo>
                      <a:pt x="87" y="78"/>
                    </a:moveTo>
                    <a:cubicBezTo>
                      <a:pt x="78" y="47"/>
                      <a:pt x="77" y="24"/>
                      <a:pt x="66" y="7"/>
                    </a:cubicBezTo>
                    <a:cubicBezTo>
                      <a:pt x="61" y="0"/>
                      <a:pt x="27" y="0"/>
                      <a:pt x="22" y="7"/>
                    </a:cubicBezTo>
                    <a:cubicBezTo>
                      <a:pt x="10" y="23"/>
                      <a:pt x="8" y="47"/>
                      <a:pt x="0" y="73"/>
                    </a:cubicBezTo>
                    <a:cubicBezTo>
                      <a:pt x="31" y="75"/>
                      <a:pt x="51" y="76"/>
                      <a:pt x="87" y="78"/>
                    </a:cubicBezTo>
                    <a:close/>
                  </a:path>
                </a:pathLst>
              </a:custGeom>
              <a:grpFill/>
              <a:ln>
                <a:solidFill>
                  <a:schemeClr val="accent6">
                    <a:lumMod val="40000"/>
                    <a:lumOff val="60000"/>
                  </a:schemeClr>
                </a:solidFill>
              </a:ln>
            </p:spPr>
            <p:txBody>
              <a:bodyPr vert="horz" wrap="square" lIns="89642" tIns="44821" rIns="89642" bIns="44821"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72290" rtl="0" eaLnBrk="1" fontAlgn="auto" latinLnBrk="0" hangingPunct="1">
                  <a:lnSpc>
                    <a:spcPct val="100000"/>
                  </a:lnSpc>
                  <a:spcBef>
                    <a:spcPts val="0"/>
                  </a:spcBef>
                  <a:spcAft>
                    <a:spcPts val="0"/>
                  </a:spcAft>
                  <a:buClrTx/>
                  <a:buSzTx/>
                  <a:buFontTx/>
                  <a:buNone/>
                  <a:tabLst/>
                  <a:defRPr/>
                </a:pPr>
                <a:endParaRPr kumimoji="0" lang="en-US" sz="500" b="0" i="0" u="none" strike="noStrike" kern="0" cap="none" spc="0" normalizeH="0" baseline="0" noProof="0">
                  <a:ln>
                    <a:noFill/>
                  </a:ln>
                  <a:solidFill>
                    <a:srgbClr val="1A1A1A"/>
                  </a:solidFill>
                  <a:effectLst/>
                  <a:uLnTx/>
                  <a:uFillTx/>
                  <a:latin typeface="Arial" panose="020B0604020202020204" pitchFamily="34" charset="0"/>
                  <a:cs typeface="Arial" panose="020B0604020202020204" pitchFamily="34" charset="0"/>
                </a:endParaRPr>
              </a:p>
            </p:txBody>
          </p:sp>
          <p:sp>
            <p:nvSpPr>
              <p:cNvPr id="119" name="Freeform 118">
                <a:extLst>
                  <a:ext uri="{FF2B5EF4-FFF2-40B4-BE49-F238E27FC236}">
                    <a16:creationId xmlns:a16="http://schemas.microsoft.com/office/drawing/2014/main" id="{74558ACE-8074-9A4C-BF31-FF4EFE8847F1}"/>
                  </a:ext>
                </a:extLst>
              </p:cNvPr>
              <p:cNvSpPr>
                <a:spLocks/>
              </p:cNvSpPr>
              <p:nvPr/>
            </p:nvSpPr>
            <p:spPr bwMode="auto">
              <a:xfrm>
                <a:off x="3608388" y="2627313"/>
                <a:ext cx="20638" cy="17463"/>
              </a:xfrm>
              <a:custGeom>
                <a:avLst/>
                <a:gdLst>
                  <a:gd name="T0" fmla="*/ 87 w 87"/>
                  <a:gd name="T1" fmla="*/ 78 h 78"/>
                  <a:gd name="T2" fmla="*/ 0 w 87"/>
                  <a:gd name="T3" fmla="*/ 73 h 78"/>
                  <a:gd name="T4" fmla="*/ 22 w 87"/>
                  <a:gd name="T5" fmla="*/ 7 h 78"/>
                  <a:gd name="T6" fmla="*/ 66 w 87"/>
                  <a:gd name="T7" fmla="*/ 7 h 78"/>
                  <a:gd name="T8" fmla="*/ 87 w 87"/>
                  <a:gd name="T9" fmla="*/ 78 h 78"/>
                </a:gdLst>
                <a:ahLst/>
                <a:cxnLst>
                  <a:cxn ang="0">
                    <a:pos x="T0" y="T1"/>
                  </a:cxn>
                  <a:cxn ang="0">
                    <a:pos x="T2" y="T3"/>
                  </a:cxn>
                  <a:cxn ang="0">
                    <a:pos x="T4" y="T5"/>
                  </a:cxn>
                  <a:cxn ang="0">
                    <a:pos x="T6" y="T7"/>
                  </a:cxn>
                  <a:cxn ang="0">
                    <a:pos x="T8" y="T9"/>
                  </a:cxn>
                </a:cxnLst>
                <a:rect l="0" t="0" r="r" b="b"/>
                <a:pathLst>
                  <a:path w="87" h="78">
                    <a:moveTo>
                      <a:pt x="87" y="78"/>
                    </a:moveTo>
                    <a:cubicBezTo>
                      <a:pt x="51" y="76"/>
                      <a:pt x="31" y="75"/>
                      <a:pt x="0" y="73"/>
                    </a:cubicBezTo>
                    <a:cubicBezTo>
                      <a:pt x="8" y="47"/>
                      <a:pt x="10" y="23"/>
                      <a:pt x="22" y="7"/>
                    </a:cubicBezTo>
                    <a:cubicBezTo>
                      <a:pt x="27" y="0"/>
                      <a:pt x="61" y="0"/>
                      <a:pt x="66" y="7"/>
                    </a:cubicBezTo>
                    <a:cubicBezTo>
                      <a:pt x="77" y="24"/>
                      <a:pt x="78" y="47"/>
                      <a:pt x="87" y="78"/>
                    </a:cubicBezTo>
                    <a:close/>
                  </a:path>
                </a:pathLst>
              </a:custGeom>
              <a:grpFill/>
              <a:ln>
                <a:solidFill>
                  <a:schemeClr val="accent6">
                    <a:lumMod val="40000"/>
                    <a:lumOff val="60000"/>
                  </a:schemeClr>
                </a:solidFill>
              </a:ln>
            </p:spPr>
            <p:txBody>
              <a:bodyPr vert="horz" wrap="square" lIns="89642" tIns="44821" rIns="89642" bIns="44821"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72290" rtl="0" eaLnBrk="1" fontAlgn="auto" latinLnBrk="0" hangingPunct="1">
                  <a:lnSpc>
                    <a:spcPct val="100000"/>
                  </a:lnSpc>
                  <a:spcBef>
                    <a:spcPts val="0"/>
                  </a:spcBef>
                  <a:spcAft>
                    <a:spcPts val="0"/>
                  </a:spcAft>
                  <a:buClrTx/>
                  <a:buSzTx/>
                  <a:buFontTx/>
                  <a:buNone/>
                  <a:tabLst/>
                  <a:defRPr/>
                </a:pPr>
                <a:endParaRPr kumimoji="0" lang="en-US" sz="500" b="0" i="0" u="none" strike="noStrike" kern="0" cap="none" spc="0" normalizeH="0" baseline="0" noProof="0">
                  <a:ln>
                    <a:noFill/>
                  </a:ln>
                  <a:solidFill>
                    <a:srgbClr val="1A1A1A"/>
                  </a:solidFill>
                  <a:effectLst/>
                  <a:uLnTx/>
                  <a:uFillTx/>
                  <a:latin typeface="Arial" panose="020B0604020202020204" pitchFamily="34" charset="0"/>
                  <a:cs typeface="Arial" panose="020B0604020202020204" pitchFamily="34" charset="0"/>
                </a:endParaRPr>
              </a:p>
            </p:txBody>
          </p:sp>
        </p:grpSp>
        <p:sp>
          <p:nvSpPr>
            <p:cNvPr id="114" name="Rectangle 113">
              <a:extLst>
                <a:ext uri="{FF2B5EF4-FFF2-40B4-BE49-F238E27FC236}">
                  <a16:creationId xmlns:a16="http://schemas.microsoft.com/office/drawing/2014/main" id="{AAC0D007-4411-EB41-8172-56F84A73C243}"/>
                </a:ext>
              </a:extLst>
            </p:cNvPr>
            <p:cNvSpPr/>
            <p:nvPr/>
          </p:nvSpPr>
          <p:spPr>
            <a:xfrm>
              <a:off x="4658501" y="2287087"/>
              <a:ext cx="1639060" cy="1001803"/>
            </a:xfrm>
            <a:prstGeom prst="rect">
              <a:avLst/>
            </a:prstGeom>
            <a:grpFill/>
            <a:ln w="12700" cap="flat" cmpd="sng" algn="ctr">
              <a:solidFill>
                <a:schemeClr val="accent6">
                  <a:lumMod val="40000"/>
                  <a:lumOff val="60000"/>
                </a:schemeClr>
              </a:solidFill>
              <a:prstDash val="solid"/>
              <a:miter lim="800000"/>
            </a:ln>
            <a:effectLst/>
          </p:spPr>
          <p:txBody>
            <a:bodyPr lIns="134464" tIns="107571" rIns="134464" bIns="107571" rtlCol="0" anchor="t"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72290" rtl="0" eaLnBrk="1" fontAlgn="auto" latinLnBrk="0" hangingPunct="1">
                <a:lnSpc>
                  <a:spcPct val="90000"/>
                </a:lnSpc>
                <a:spcBef>
                  <a:spcPts val="588"/>
                </a:spcBef>
                <a:spcAft>
                  <a:spcPts val="0"/>
                </a:spcAft>
                <a:buClrTx/>
                <a:buSzTx/>
                <a:buFontTx/>
                <a:buNone/>
                <a:tabLst/>
                <a:defRPr/>
              </a:pPr>
              <a:endParaRPr kumimoji="0" lang="en-US" sz="500" b="0" i="0" u="none" strike="noStrike" kern="0" cap="none" spc="0" normalizeH="0" baseline="0" noProof="0" dirty="0">
                <a:ln>
                  <a:noFill/>
                </a:ln>
                <a:solidFill>
                  <a:srgbClr val="1A1A1A"/>
                </a:solidFill>
                <a:effectLst/>
                <a:uLnTx/>
                <a:uFillTx/>
                <a:latin typeface="Arial" panose="020B0604020202020204" pitchFamily="34" charset="0"/>
                <a:cs typeface="Arial" panose="020B0604020202020204" pitchFamily="34" charset="0"/>
              </a:endParaRPr>
            </a:p>
          </p:txBody>
        </p:sp>
      </p:grpSp>
      <p:grpSp>
        <p:nvGrpSpPr>
          <p:cNvPr id="120" name="Group 119">
            <a:extLst>
              <a:ext uri="{FF2B5EF4-FFF2-40B4-BE49-F238E27FC236}">
                <a16:creationId xmlns:a16="http://schemas.microsoft.com/office/drawing/2014/main" id="{C37675E4-9138-DF40-869D-FCAC4DB79F85}"/>
              </a:ext>
            </a:extLst>
          </p:cNvPr>
          <p:cNvGrpSpPr/>
          <p:nvPr/>
        </p:nvGrpSpPr>
        <p:grpSpPr>
          <a:xfrm>
            <a:off x="1119894" y="3669346"/>
            <a:ext cx="265223" cy="198353"/>
            <a:chOff x="1190786" y="2237452"/>
            <a:chExt cx="497370" cy="368582"/>
          </a:xfrm>
          <a:solidFill>
            <a:schemeClr val="accent6">
              <a:lumMod val="20000"/>
              <a:lumOff val="80000"/>
            </a:schemeClr>
          </a:solidFill>
        </p:grpSpPr>
        <p:sp>
          <p:nvSpPr>
            <p:cNvPr id="121" name="Freeform 120">
              <a:extLst>
                <a:ext uri="{FF2B5EF4-FFF2-40B4-BE49-F238E27FC236}">
                  <a16:creationId xmlns:a16="http://schemas.microsoft.com/office/drawing/2014/main" id="{A8A55276-B15D-964D-9301-A4EAA575869F}"/>
                </a:ext>
              </a:extLst>
            </p:cNvPr>
            <p:cNvSpPr>
              <a:spLocks noEditPoints="1"/>
            </p:cNvSpPr>
            <p:nvPr/>
          </p:nvSpPr>
          <p:spPr bwMode="auto">
            <a:xfrm>
              <a:off x="1190786" y="2297454"/>
              <a:ext cx="497370" cy="308580"/>
            </a:xfrm>
            <a:custGeom>
              <a:avLst/>
              <a:gdLst>
                <a:gd name="T0" fmla="*/ 1454 w 2907"/>
                <a:gd name="T1" fmla="*/ 1887 h 1887"/>
                <a:gd name="T2" fmla="*/ 186 w 2907"/>
                <a:gd name="T3" fmla="*/ 1887 h 1887"/>
                <a:gd name="T4" fmla="*/ 1 w 2907"/>
                <a:gd name="T5" fmla="*/ 1704 h 1887"/>
                <a:gd name="T6" fmla="*/ 1 w 2907"/>
                <a:gd name="T7" fmla="*/ 180 h 1887"/>
                <a:gd name="T8" fmla="*/ 182 w 2907"/>
                <a:gd name="T9" fmla="*/ 0 h 1887"/>
                <a:gd name="T10" fmla="*/ 2724 w 2907"/>
                <a:gd name="T11" fmla="*/ 0 h 1887"/>
                <a:gd name="T12" fmla="*/ 2906 w 2907"/>
                <a:gd name="T13" fmla="*/ 180 h 1887"/>
                <a:gd name="T14" fmla="*/ 2906 w 2907"/>
                <a:gd name="T15" fmla="*/ 1710 h 1887"/>
                <a:gd name="T16" fmla="*/ 2728 w 2907"/>
                <a:gd name="T17" fmla="*/ 1887 h 1887"/>
                <a:gd name="T18" fmla="*/ 1454 w 2907"/>
                <a:gd name="T19" fmla="*/ 1887 h 1887"/>
                <a:gd name="T20" fmla="*/ 148 w 2907"/>
                <a:gd name="T21" fmla="*/ 1737 h 1887"/>
                <a:gd name="T22" fmla="*/ 2757 w 2907"/>
                <a:gd name="T23" fmla="*/ 1737 h 1887"/>
                <a:gd name="T24" fmla="*/ 2757 w 2907"/>
                <a:gd name="T25" fmla="*/ 148 h 1887"/>
                <a:gd name="T26" fmla="*/ 148 w 2907"/>
                <a:gd name="T27" fmla="*/ 148 h 1887"/>
                <a:gd name="T28" fmla="*/ 148 w 2907"/>
                <a:gd name="T29" fmla="*/ 1737 h 18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07" h="1887">
                  <a:moveTo>
                    <a:pt x="1454" y="1887"/>
                  </a:moveTo>
                  <a:cubicBezTo>
                    <a:pt x="1031" y="1887"/>
                    <a:pt x="608" y="1887"/>
                    <a:pt x="186" y="1887"/>
                  </a:cubicBezTo>
                  <a:cubicBezTo>
                    <a:pt x="51" y="1887"/>
                    <a:pt x="1" y="1838"/>
                    <a:pt x="1" y="1704"/>
                  </a:cubicBezTo>
                  <a:cubicBezTo>
                    <a:pt x="0" y="1196"/>
                    <a:pt x="0" y="688"/>
                    <a:pt x="1" y="180"/>
                  </a:cubicBezTo>
                  <a:cubicBezTo>
                    <a:pt x="1" y="51"/>
                    <a:pt x="52" y="0"/>
                    <a:pt x="182" y="0"/>
                  </a:cubicBezTo>
                  <a:cubicBezTo>
                    <a:pt x="1030" y="0"/>
                    <a:pt x="1877" y="0"/>
                    <a:pt x="2724" y="0"/>
                  </a:cubicBezTo>
                  <a:cubicBezTo>
                    <a:pt x="2854" y="0"/>
                    <a:pt x="2906" y="51"/>
                    <a:pt x="2906" y="180"/>
                  </a:cubicBezTo>
                  <a:cubicBezTo>
                    <a:pt x="2907" y="690"/>
                    <a:pt x="2907" y="1200"/>
                    <a:pt x="2906" y="1710"/>
                  </a:cubicBezTo>
                  <a:cubicBezTo>
                    <a:pt x="2906" y="1836"/>
                    <a:pt x="2854" y="1887"/>
                    <a:pt x="2728" y="1887"/>
                  </a:cubicBezTo>
                  <a:cubicBezTo>
                    <a:pt x="2303" y="1887"/>
                    <a:pt x="1878" y="1887"/>
                    <a:pt x="1454" y="1887"/>
                  </a:cubicBezTo>
                  <a:close/>
                  <a:moveTo>
                    <a:pt x="148" y="1737"/>
                  </a:moveTo>
                  <a:cubicBezTo>
                    <a:pt x="1019" y="1737"/>
                    <a:pt x="1888" y="1737"/>
                    <a:pt x="2757" y="1737"/>
                  </a:cubicBezTo>
                  <a:cubicBezTo>
                    <a:pt x="2757" y="1205"/>
                    <a:pt x="2757" y="676"/>
                    <a:pt x="2757" y="148"/>
                  </a:cubicBezTo>
                  <a:cubicBezTo>
                    <a:pt x="1885" y="148"/>
                    <a:pt x="1018" y="148"/>
                    <a:pt x="148" y="148"/>
                  </a:cubicBezTo>
                  <a:cubicBezTo>
                    <a:pt x="148" y="679"/>
                    <a:pt x="148" y="1206"/>
                    <a:pt x="148" y="1737"/>
                  </a:cubicBezTo>
                  <a:close/>
                </a:path>
              </a:pathLst>
            </a:custGeom>
            <a:grpFill/>
            <a:ln>
              <a:noFill/>
            </a:ln>
          </p:spPr>
          <p:txBody>
            <a:bodyPr vert="horz" wrap="square" lIns="89642" tIns="44821" rIns="89642" bIns="44821"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7229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1A1A1A"/>
                </a:solidFill>
                <a:effectLst/>
                <a:uLnTx/>
                <a:uFillTx/>
                <a:latin typeface="Arial" panose="020B0604020202020204" pitchFamily="34" charset="0"/>
                <a:cs typeface="Arial" panose="020B0604020202020204" pitchFamily="34" charset="0"/>
              </a:endParaRPr>
            </a:p>
          </p:txBody>
        </p:sp>
        <p:sp>
          <p:nvSpPr>
            <p:cNvPr id="122" name="Freeform 121">
              <a:extLst>
                <a:ext uri="{FF2B5EF4-FFF2-40B4-BE49-F238E27FC236}">
                  <a16:creationId xmlns:a16="http://schemas.microsoft.com/office/drawing/2014/main" id="{7D828F69-E989-984F-ADAD-CDCB5C855691}"/>
                </a:ext>
              </a:extLst>
            </p:cNvPr>
            <p:cNvSpPr>
              <a:spLocks noEditPoints="1"/>
            </p:cNvSpPr>
            <p:nvPr/>
          </p:nvSpPr>
          <p:spPr bwMode="auto">
            <a:xfrm>
              <a:off x="1190786" y="2237452"/>
              <a:ext cx="497370" cy="50359"/>
            </a:xfrm>
            <a:custGeom>
              <a:avLst/>
              <a:gdLst>
                <a:gd name="T0" fmla="*/ 5 w 2906"/>
                <a:gd name="T1" fmla="*/ 310 h 312"/>
                <a:gd name="T2" fmla="*/ 7 w 2906"/>
                <a:gd name="T3" fmla="*/ 117 h 312"/>
                <a:gd name="T4" fmla="*/ 125 w 2906"/>
                <a:gd name="T5" fmla="*/ 3 h 312"/>
                <a:gd name="T6" fmla="*/ 198 w 2906"/>
                <a:gd name="T7" fmla="*/ 1 h 312"/>
                <a:gd name="T8" fmla="*/ 2710 w 2906"/>
                <a:gd name="T9" fmla="*/ 1 h 312"/>
                <a:gd name="T10" fmla="*/ 2906 w 2906"/>
                <a:gd name="T11" fmla="*/ 197 h 312"/>
                <a:gd name="T12" fmla="*/ 2906 w 2906"/>
                <a:gd name="T13" fmla="*/ 312 h 312"/>
                <a:gd name="T14" fmla="*/ 2691 w 2906"/>
                <a:gd name="T15" fmla="*/ 294 h 312"/>
                <a:gd name="T16" fmla="*/ 137 w 2906"/>
                <a:gd name="T17" fmla="*/ 294 h 312"/>
                <a:gd name="T18" fmla="*/ 5 w 2906"/>
                <a:gd name="T19" fmla="*/ 310 h 312"/>
                <a:gd name="T20" fmla="*/ 2615 w 2906"/>
                <a:gd name="T21" fmla="*/ 98 h 312"/>
                <a:gd name="T22" fmla="*/ 2608 w 2906"/>
                <a:gd name="T23" fmla="*/ 106 h 312"/>
                <a:gd name="T24" fmla="*/ 2643 w 2906"/>
                <a:gd name="T25" fmla="*/ 151 h 312"/>
                <a:gd name="T26" fmla="*/ 2619 w 2906"/>
                <a:gd name="T27" fmla="*/ 184 h 312"/>
                <a:gd name="T28" fmla="*/ 2707 w 2906"/>
                <a:gd name="T29" fmla="*/ 184 h 312"/>
                <a:gd name="T30" fmla="*/ 2681 w 2906"/>
                <a:gd name="T31" fmla="*/ 150 h 312"/>
                <a:gd name="T32" fmla="*/ 2716 w 2906"/>
                <a:gd name="T33" fmla="*/ 105 h 312"/>
                <a:gd name="T34" fmla="*/ 2710 w 2906"/>
                <a:gd name="T35" fmla="*/ 99 h 312"/>
                <a:gd name="T36" fmla="*/ 2662 w 2906"/>
                <a:gd name="T37" fmla="*/ 129 h 312"/>
                <a:gd name="T38" fmla="*/ 2615 w 2906"/>
                <a:gd name="T39" fmla="*/ 98 h 312"/>
                <a:gd name="T40" fmla="*/ 2404 w 2906"/>
                <a:gd name="T41" fmla="*/ 103 h 312"/>
                <a:gd name="T42" fmla="*/ 2404 w 2906"/>
                <a:gd name="T43" fmla="*/ 193 h 312"/>
                <a:gd name="T44" fmla="*/ 2492 w 2906"/>
                <a:gd name="T45" fmla="*/ 193 h 312"/>
                <a:gd name="T46" fmla="*/ 2492 w 2906"/>
                <a:gd name="T47" fmla="*/ 103 h 312"/>
                <a:gd name="T48" fmla="*/ 2404 w 2906"/>
                <a:gd name="T49" fmla="*/ 103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906" h="312">
                  <a:moveTo>
                    <a:pt x="5" y="310"/>
                  </a:moveTo>
                  <a:cubicBezTo>
                    <a:pt x="5" y="249"/>
                    <a:pt x="0" y="182"/>
                    <a:pt x="7" y="117"/>
                  </a:cubicBezTo>
                  <a:cubicBezTo>
                    <a:pt x="13" y="55"/>
                    <a:pt x="63" y="12"/>
                    <a:pt x="125" y="3"/>
                  </a:cubicBezTo>
                  <a:cubicBezTo>
                    <a:pt x="149" y="0"/>
                    <a:pt x="174" y="1"/>
                    <a:pt x="198" y="1"/>
                  </a:cubicBezTo>
                  <a:cubicBezTo>
                    <a:pt x="1036" y="1"/>
                    <a:pt x="1873" y="1"/>
                    <a:pt x="2710" y="1"/>
                  </a:cubicBezTo>
                  <a:cubicBezTo>
                    <a:pt x="2861" y="1"/>
                    <a:pt x="2906" y="46"/>
                    <a:pt x="2906" y="197"/>
                  </a:cubicBezTo>
                  <a:cubicBezTo>
                    <a:pt x="2906" y="239"/>
                    <a:pt x="2906" y="281"/>
                    <a:pt x="2906" y="312"/>
                  </a:cubicBezTo>
                  <a:cubicBezTo>
                    <a:pt x="2832" y="305"/>
                    <a:pt x="2761" y="294"/>
                    <a:pt x="2691" y="294"/>
                  </a:cubicBezTo>
                  <a:cubicBezTo>
                    <a:pt x="1839" y="292"/>
                    <a:pt x="988" y="293"/>
                    <a:pt x="137" y="294"/>
                  </a:cubicBezTo>
                  <a:cubicBezTo>
                    <a:pt x="95" y="294"/>
                    <a:pt x="54" y="304"/>
                    <a:pt x="5" y="310"/>
                  </a:cubicBezTo>
                  <a:close/>
                  <a:moveTo>
                    <a:pt x="2615" y="98"/>
                  </a:moveTo>
                  <a:cubicBezTo>
                    <a:pt x="2613" y="101"/>
                    <a:pt x="2610" y="103"/>
                    <a:pt x="2608" y="106"/>
                  </a:cubicBezTo>
                  <a:cubicBezTo>
                    <a:pt x="2620" y="121"/>
                    <a:pt x="2632" y="136"/>
                    <a:pt x="2643" y="151"/>
                  </a:cubicBezTo>
                  <a:cubicBezTo>
                    <a:pt x="2631" y="167"/>
                    <a:pt x="2622" y="180"/>
                    <a:pt x="2619" y="184"/>
                  </a:cubicBezTo>
                  <a:cubicBezTo>
                    <a:pt x="2649" y="184"/>
                    <a:pt x="2679" y="184"/>
                    <a:pt x="2707" y="184"/>
                  </a:cubicBezTo>
                  <a:cubicBezTo>
                    <a:pt x="2703" y="178"/>
                    <a:pt x="2693" y="165"/>
                    <a:pt x="2681" y="150"/>
                  </a:cubicBezTo>
                  <a:cubicBezTo>
                    <a:pt x="2693" y="134"/>
                    <a:pt x="2705" y="120"/>
                    <a:pt x="2716" y="105"/>
                  </a:cubicBezTo>
                  <a:cubicBezTo>
                    <a:pt x="2714" y="103"/>
                    <a:pt x="2712" y="101"/>
                    <a:pt x="2710" y="99"/>
                  </a:cubicBezTo>
                  <a:cubicBezTo>
                    <a:pt x="2694" y="109"/>
                    <a:pt x="2679" y="119"/>
                    <a:pt x="2662" y="129"/>
                  </a:cubicBezTo>
                  <a:cubicBezTo>
                    <a:pt x="2647" y="119"/>
                    <a:pt x="2631" y="108"/>
                    <a:pt x="2615" y="98"/>
                  </a:cubicBezTo>
                  <a:close/>
                  <a:moveTo>
                    <a:pt x="2404" y="103"/>
                  </a:moveTo>
                  <a:cubicBezTo>
                    <a:pt x="2404" y="137"/>
                    <a:pt x="2404" y="164"/>
                    <a:pt x="2404" y="193"/>
                  </a:cubicBezTo>
                  <a:cubicBezTo>
                    <a:pt x="2436" y="193"/>
                    <a:pt x="2465" y="193"/>
                    <a:pt x="2492" y="193"/>
                  </a:cubicBezTo>
                  <a:cubicBezTo>
                    <a:pt x="2492" y="160"/>
                    <a:pt x="2492" y="131"/>
                    <a:pt x="2492" y="103"/>
                  </a:cubicBezTo>
                  <a:cubicBezTo>
                    <a:pt x="2461" y="103"/>
                    <a:pt x="2435" y="103"/>
                    <a:pt x="2404" y="103"/>
                  </a:cubicBezTo>
                  <a:close/>
                </a:path>
              </a:pathLst>
            </a:custGeom>
            <a:grpFill/>
            <a:ln>
              <a:noFill/>
            </a:ln>
          </p:spPr>
          <p:txBody>
            <a:bodyPr vert="horz" wrap="square" lIns="89642" tIns="44821" rIns="89642" bIns="44821"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7229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1A1A1A"/>
                </a:solidFill>
                <a:effectLst/>
                <a:uLnTx/>
                <a:uFillTx/>
                <a:latin typeface="Arial" panose="020B0604020202020204" pitchFamily="34" charset="0"/>
                <a:cs typeface="Arial" panose="020B0604020202020204" pitchFamily="34" charset="0"/>
              </a:endParaRPr>
            </a:p>
          </p:txBody>
        </p:sp>
        <p:sp>
          <p:nvSpPr>
            <p:cNvPr id="125" name="Freeform 124">
              <a:extLst>
                <a:ext uri="{FF2B5EF4-FFF2-40B4-BE49-F238E27FC236}">
                  <a16:creationId xmlns:a16="http://schemas.microsoft.com/office/drawing/2014/main" id="{0EED9B74-5115-6C41-8903-043212B77D9A}"/>
                </a:ext>
              </a:extLst>
            </p:cNvPr>
            <p:cNvSpPr>
              <a:spLocks/>
            </p:cNvSpPr>
            <p:nvPr/>
          </p:nvSpPr>
          <p:spPr bwMode="auto">
            <a:xfrm>
              <a:off x="1602635" y="2255667"/>
              <a:ext cx="14629" cy="11786"/>
            </a:xfrm>
            <a:custGeom>
              <a:avLst/>
              <a:gdLst>
                <a:gd name="T0" fmla="*/ 87 w 87"/>
                <a:gd name="T1" fmla="*/ 78 h 78"/>
                <a:gd name="T2" fmla="*/ 66 w 87"/>
                <a:gd name="T3" fmla="*/ 7 h 78"/>
                <a:gd name="T4" fmla="*/ 22 w 87"/>
                <a:gd name="T5" fmla="*/ 7 h 78"/>
                <a:gd name="T6" fmla="*/ 0 w 87"/>
                <a:gd name="T7" fmla="*/ 73 h 78"/>
                <a:gd name="T8" fmla="*/ 87 w 87"/>
                <a:gd name="T9" fmla="*/ 78 h 78"/>
              </a:gdLst>
              <a:ahLst/>
              <a:cxnLst>
                <a:cxn ang="0">
                  <a:pos x="T0" y="T1"/>
                </a:cxn>
                <a:cxn ang="0">
                  <a:pos x="T2" y="T3"/>
                </a:cxn>
                <a:cxn ang="0">
                  <a:pos x="T4" y="T5"/>
                </a:cxn>
                <a:cxn ang="0">
                  <a:pos x="T6" y="T7"/>
                </a:cxn>
                <a:cxn ang="0">
                  <a:pos x="T8" y="T9"/>
                </a:cxn>
              </a:cxnLst>
              <a:rect l="0" t="0" r="r" b="b"/>
              <a:pathLst>
                <a:path w="87" h="78">
                  <a:moveTo>
                    <a:pt x="87" y="78"/>
                  </a:moveTo>
                  <a:cubicBezTo>
                    <a:pt x="78" y="47"/>
                    <a:pt x="77" y="24"/>
                    <a:pt x="66" y="7"/>
                  </a:cubicBezTo>
                  <a:cubicBezTo>
                    <a:pt x="61" y="0"/>
                    <a:pt x="27" y="0"/>
                    <a:pt x="22" y="7"/>
                  </a:cubicBezTo>
                  <a:cubicBezTo>
                    <a:pt x="10" y="23"/>
                    <a:pt x="8" y="47"/>
                    <a:pt x="0" y="73"/>
                  </a:cubicBezTo>
                  <a:cubicBezTo>
                    <a:pt x="31" y="75"/>
                    <a:pt x="51" y="76"/>
                    <a:pt x="87" y="78"/>
                  </a:cubicBezTo>
                  <a:close/>
                </a:path>
              </a:pathLst>
            </a:custGeom>
            <a:grpFill/>
            <a:ln>
              <a:noFill/>
            </a:ln>
          </p:spPr>
          <p:txBody>
            <a:bodyPr vert="horz" wrap="square" lIns="89642" tIns="44821" rIns="89642" bIns="44821"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7229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1A1A1A"/>
                </a:solidFill>
                <a:effectLst/>
                <a:uLnTx/>
                <a:uFillTx/>
                <a:latin typeface="Arial" panose="020B0604020202020204" pitchFamily="34" charset="0"/>
                <a:cs typeface="Arial" panose="020B0604020202020204" pitchFamily="34" charset="0"/>
              </a:endParaRPr>
            </a:p>
          </p:txBody>
        </p:sp>
        <p:sp>
          <p:nvSpPr>
            <p:cNvPr id="126" name="Freeform 125">
              <a:extLst>
                <a:ext uri="{FF2B5EF4-FFF2-40B4-BE49-F238E27FC236}">
                  <a16:creationId xmlns:a16="http://schemas.microsoft.com/office/drawing/2014/main" id="{F3DFE155-E77F-2549-9A44-620FDFF2B921}"/>
                </a:ext>
              </a:extLst>
            </p:cNvPr>
            <p:cNvSpPr>
              <a:spLocks noEditPoints="1"/>
            </p:cNvSpPr>
            <p:nvPr/>
          </p:nvSpPr>
          <p:spPr bwMode="auto">
            <a:xfrm>
              <a:off x="1410214" y="2393885"/>
              <a:ext cx="154163" cy="146790"/>
            </a:xfrm>
            <a:custGeom>
              <a:avLst/>
              <a:gdLst>
                <a:gd name="T0" fmla="*/ 512 w 902"/>
                <a:gd name="T1" fmla="*/ 897 h 899"/>
                <a:gd name="T2" fmla="*/ 437 w 902"/>
                <a:gd name="T3" fmla="*/ 897 h 899"/>
                <a:gd name="T4" fmla="*/ 374 w 902"/>
                <a:gd name="T5" fmla="*/ 855 h 899"/>
                <a:gd name="T6" fmla="*/ 215 w 902"/>
                <a:gd name="T7" fmla="*/ 788 h 899"/>
                <a:gd name="T8" fmla="*/ 136 w 902"/>
                <a:gd name="T9" fmla="*/ 768 h 899"/>
                <a:gd name="T10" fmla="*/ 112 w 902"/>
                <a:gd name="T11" fmla="*/ 685 h 899"/>
                <a:gd name="T12" fmla="*/ 42 w 902"/>
                <a:gd name="T13" fmla="*/ 521 h 899"/>
                <a:gd name="T14" fmla="*/ 7 w 902"/>
                <a:gd name="T15" fmla="*/ 449 h 899"/>
                <a:gd name="T16" fmla="*/ 41 w 902"/>
                <a:gd name="T17" fmla="*/ 381 h 899"/>
                <a:gd name="T18" fmla="*/ 110 w 902"/>
                <a:gd name="T19" fmla="*/ 213 h 899"/>
                <a:gd name="T20" fmla="*/ 136 w 902"/>
                <a:gd name="T21" fmla="*/ 137 h 899"/>
                <a:gd name="T22" fmla="*/ 206 w 902"/>
                <a:gd name="T23" fmla="*/ 115 h 899"/>
                <a:gd name="T24" fmla="*/ 376 w 902"/>
                <a:gd name="T25" fmla="*/ 43 h 899"/>
                <a:gd name="T26" fmla="*/ 447 w 902"/>
                <a:gd name="T27" fmla="*/ 4 h 899"/>
                <a:gd name="T28" fmla="*/ 529 w 902"/>
                <a:gd name="T29" fmla="*/ 45 h 899"/>
                <a:gd name="T30" fmla="*/ 693 w 902"/>
                <a:gd name="T31" fmla="*/ 113 h 899"/>
                <a:gd name="T32" fmla="*/ 765 w 902"/>
                <a:gd name="T33" fmla="*/ 133 h 899"/>
                <a:gd name="T34" fmla="*/ 793 w 902"/>
                <a:gd name="T35" fmla="*/ 215 h 899"/>
                <a:gd name="T36" fmla="*/ 859 w 902"/>
                <a:gd name="T37" fmla="*/ 380 h 899"/>
                <a:gd name="T38" fmla="*/ 898 w 902"/>
                <a:gd name="T39" fmla="*/ 456 h 899"/>
                <a:gd name="T40" fmla="*/ 861 w 902"/>
                <a:gd name="T41" fmla="*/ 522 h 899"/>
                <a:gd name="T42" fmla="*/ 792 w 902"/>
                <a:gd name="T43" fmla="*/ 692 h 899"/>
                <a:gd name="T44" fmla="*/ 773 w 902"/>
                <a:gd name="T45" fmla="*/ 758 h 899"/>
                <a:gd name="T46" fmla="*/ 706 w 902"/>
                <a:gd name="T47" fmla="*/ 791 h 899"/>
                <a:gd name="T48" fmla="*/ 512 w 902"/>
                <a:gd name="T49" fmla="*/ 897 h 899"/>
                <a:gd name="T50" fmla="*/ 453 w 902"/>
                <a:gd name="T51" fmla="*/ 721 h 899"/>
                <a:gd name="T52" fmla="*/ 722 w 902"/>
                <a:gd name="T53" fmla="*/ 452 h 899"/>
                <a:gd name="T54" fmla="*/ 448 w 902"/>
                <a:gd name="T55" fmla="*/ 184 h 899"/>
                <a:gd name="T56" fmla="*/ 182 w 902"/>
                <a:gd name="T57" fmla="*/ 454 h 899"/>
                <a:gd name="T58" fmla="*/ 453 w 902"/>
                <a:gd name="T59" fmla="*/ 721 h 8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902" h="899">
                  <a:moveTo>
                    <a:pt x="512" y="897"/>
                  </a:moveTo>
                  <a:cubicBezTo>
                    <a:pt x="485" y="897"/>
                    <a:pt x="461" y="896"/>
                    <a:pt x="437" y="897"/>
                  </a:cubicBezTo>
                  <a:cubicBezTo>
                    <a:pt x="405" y="899"/>
                    <a:pt x="387" y="888"/>
                    <a:pt x="374" y="855"/>
                  </a:cubicBezTo>
                  <a:cubicBezTo>
                    <a:pt x="346" y="788"/>
                    <a:pt x="282" y="759"/>
                    <a:pt x="215" y="788"/>
                  </a:cubicBezTo>
                  <a:cubicBezTo>
                    <a:pt x="178" y="804"/>
                    <a:pt x="159" y="791"/>
                    <a:pt x="136" y="768"/>
                  </a:cubicBezTo>
                  <a:cubicBezTo>
                    <a:pt x="114" y="744"/>
                    <a:pt x="95" y="726"/>
                    <a:pt x="112" y="685"/>
                  </a:cubicBezTo>
                  <a:cubicBezTo>
                    <a:pt x="142" y="614"/>
                    <a:pt x="115" y="549"/>
                    <a:pt x="42" y="521"/>
                  </a:cubicBezTo>
                  <a:cubicBezTo>
                    <a:pt x="0" y="505"/>
                    <a:pt x="8" y="477"/>
                    <a:pt x="7" y="449"/>
                  </a:cubicBezTo>
                  <a:cubicBezTo>
                    <a:pt x="6" y="421"/>
                    <a:pt x="4" y="397"/>
                    <a:pt x="41" y="381"/>
                  </a:cubicBezTo>
                  <a:cubicBezTo>
                    <a:pt x="117" y="350"/>
                    <a:pt x="142" y="289"/>
                    <a:pt x="110" y="213"/>
                  </a:cubicBezTo>
                  <a:cubicBezTo>
                    <a:pt x="93" y="173"/>
                    <a:pt x="113" y="153"/>
                    <a:pt x="136" y="137"/>
                  </a:cubicBezTo>
                  <a:cubicBezTo>
                    <a:pt x="156" y="123"/>
                    <a:pt x="186" y="110"/>
                    <a:pt x="206" y="115"/>
                  </a:cubicBezTo>
                  <a:cubicBezTo>
                    <a:pt x="287" y="138"/>
                    <a:pt x="345" y="119"/>
                    <a:pt x="376" y="43"/>
                  </a:cubicBezTo>
                  <a:cubicBezTo>
                    <a:pt x="391" y="4"/>
                    <a:pt x="416" y="4"/>
                    <a:pt x="447" y="4"/>
                  </a:cubicBezTo>
                  <a:cubicBezTo>
                    <a:pt x="481" y="5"/>
                    <a:pt x="511" y="0"/>
                    <a:pt x="529" y="45"/>
                  </a:cubicBezTo>
                  <a:cubicBezTo>
                    <a:pt x="557" y="118"/>
                    <a:pt x="622" y="144"/>
                    <a:pt x="693" y="113"/>
                  </a:cubicBezTo>
                  <a:cubicBezTo>
                    <a:pt x="728" y="98"/>
                    <a:pt x="746" y="112"/>
                    <a:pt x="765" y="133"/>
                  </a:cubicBezTo>
                  <a:cubicBezTo>
                    <a:pt x="786" y="156"/>
                    <a:pt x="812" y="172"/>
                    <a:pt x="793" y="215"/>
                  </a:cubicBezTo>
                  <a:cubicBezTo>
                    <a:pt x="762" y="287"/>
                    <a:pt x="787" y="351"/>
                    <a:pt x="859" y="380"/>
                  </a:cubicBezTo>
                  <a:cubicBezTo>
                    <a:pt x="902" y="397"/>
                    <a:pt x="897" y="425"/>
                    <a:pt x="898" y="456"/>
                  </a:cubicBezTo>
                  <a:cubicBezTo>
                    <a:pt x="899" y="486"/>
                    <a:pt x="897" y="507"/>
                    <a:pt x="861" y="522"/>
                  </a:cubicBezTo>
                  <a:cubicBezTo>
                    <a:pt x="787" y="552"/>
                    <a:pt x="769" y="612"/>
                    <a:pt x="792" y="692"/>
                  </a:cubicBezTo>
                  <a:cubicBezTo>
                    <a:pt x="797" y="712"/>
                    <a:pt x="787" y="743"/>
                    <a:pt x="773" y="758"/>
                  </a:cubicBezTo>
                  <a:cubicBezTo>
                    <a:pt x="757" y="776"/>
                    <a:pt x="726" y="795"/>
                    <a:pt x="706" y="791"/>
                  </a:cubicBezTo>
                  <a:cubicBezTo>
                    <a:pt x="597" y="766"/>
                    <a:pt x="555" y="785"/>
                    <a:pt x="512" y="897"/>
                  </a:cubicBezTo>
                  <a:close/>
                  <a:moveTo>
                    <a:pt x="453" y="721"/>
                  </a:moveTo>
                  <a:cubicBezTo>
                    <a:pt x="597" y="720"/>
                    <a:pt x="722" y="595"/>
                    <a:pt x="722" y="452"/>
                  </a:cubicBezTo>
                  <a:cubicBezTo>
                    <a:pt x="722" y="303"/>
                    <a:pt x="598" y="182"/>
                    <a:pt x="448" y="184"/>
                  </a:cubicBezTo>
                  <a:cubicBezTo>
                    <a:pt x="301" y="186"/>
                    <a:pt x="180" y="309"/>
                    <a:pt x="182" y="454"/>
                  </a:cubicBezTo>
                  <a:cubicBezTo>
                    <a:pt x="183" y="597"/>
                    <a:pt x="310" y="722"/>
                    <a:pt x="453" y="721"/>
                  </a:cubicBezTo>
                  <a:close/>
                </a:path>
              </a:pathLst>
            </a:custGeom>
            <a:grpFill/>
            <a:ln>
              <a:noFill/>
            </a:ln>
          </p:spPr>
          <p:txBody>
            <a:bodyPr vert="horz" wrap="square" lIns="89642" tIns="44821" rIns="89642" bIns="44821"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7229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1A1A1A"/>
                </a:solidFill>
                <a:effectLst/>
                <a:uLnTx/>
                <a:uFillTx/>
                <a:latin typeface="Arial" panose="020B0604020202020204" pitchFamily="34" charset="0"/>
                <a:cs typeface="Arial" panose="020B0604020202020204" pitchFamily="34" charset="0"/>
              </a:endParaRPr>
            </a:p>
          </p:txBody>
        </p:sp>
        <p:sp>
          <p:nvSpPr>
            <p:cNvPr id="127" name="Freeform 126">
              <a:extLst>
                <a:ext uri="{FF2B5EF4-FFF2-40B4-BE49-F238E27FC236}">
                  <a16:creationId xmlns:a16="http://schemas.microsoft.com/office/drawing/2014/main" id="{ED9DAB8B-9190-884F-ADF7-0D7E983FD795}"/>
                </a:ext>
              </a:extLst>
            </p:cNvPr>
            <p:cNvSpPr>
              <a:spLocks noEditPoints="1"/>
            </p:cNvSpPr>
            <p:nvPr/>
          </p:nvSpPr>
          <p:spPr bwMode="auto">
            <a:xfrm>
              <a:off x="1320193" y="2354241"/>
              <a:ext cx="101274" cy="99646"/>
            </a:xfrm>
            <a:custGeom>
              <a:avLst/>
              <a:gdLst>
                <a:gd name="T0" fmla="*/ 542 w 595"/>
                <a:gd name="T1" fmla="*/ 120 h 611"/>
                <a:gd name="T2" fmla="*/ 587 w 595"/>
                <a:gd name="T3" fmla="*/ 268 h 611"/>
                <a:gd name="T4" fmla="*/ 574 w 595"/>
                <a:gd name="T5" fmla="*/ 347 h 611"/>
                <a:gd name="T6" fmla="*/ 528 w 595"/>
                <a:gd name="T7" fmla="*/ 460 h 611"/>
                <a:gd name="T8" fmla="*/ 461 w 595"/>
                <a:gd name="T9" fmla="*/ 525 h 611"/>
                <a:gd name="T10" fmla="*/ 355 w 595"/>
                <a:gd name="T11" fmla="*/ 572 h 611"/>
                <a:gd name="T12" fmla="*/ 256 w 595"/>
                <a:gd name="T13" fmla="*/ 570 h 611"/>
                <a:gd name="T14" fmla="*/ 150 w 595"/>
                <a:gd name="T15" fmla="*/ 526 h 611"/>
                <a:gd name="T16" fmla="*/ 84 w 595"/>
                <a:gd name="T17" fmla="*/ 459 h 611"/>
                <a:gd name="T18" fmla="*/ 41 w 595"/>
                <a:gd name="T19" fmla="*/ 351 h 611"/>
                <a:gd name="T20" fmla="*/ 40 w 595"/>
                <a:gd name="T21" fmla="*/ 258 h 611"/>
                <a:gd name="T22" fmla="*/ 84 w 595"/>
                <a:gd name="T23" fmla="*/ 151 h 611"/>
                <a:gd name="T24" fmla="*/ 149 w 595"/>
                <a:gd name="T25" fmla="*/ 85 h 611"/>
                <a:gd name="T26" fmla="*/ 256 w 595"/>
                <a:gd name="T27" fmla="*/ 40 h 611"/>
                <a:gd name="T28" fmla="*/ 356 w 595"/>
                <a:gd name="T29" fmla="*/ 40 h 611"/>
                <a:gd name="T30" fmla="*/ 469 w 595"/>
                <a:gd name="T31" fmla="*/ 85 h 611"/>
                <a:gd name="T32" fmla="*/ 542 w 595"/>
                <a:gd name="T33" fmla="*/ 120 h 611"/>
                <a:gd name="T34" fmla="*/ 303 w 595"/>
                <a:gd name="T35" fmla="*/ 480 h 611"/>
                <a:gd name="T36" fmla="*/ 483 w 595"/>
                <a:gd name="T37" fmla="*/ 309 h 611"/>
                <a:gd name="T38" fmla="*/ 306 w 595"/>
                <a:gd name="T39" fmla="*/ 128 h 611"/>
                <a:gd name="T40" fmla="*/ 131 w 595"/>
                <a:gd name="T41" fmla="*/ 303 h 611"/>
                <a:gd name="T42" fmla="*/ 303 w 595"/>
                <a:gd name="T43" fmla="*/ 480 h 6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95" h="611">
                  <a:moveTo>
                    <a:pt x="542" y="120"/>
                  </a:moveTo>
                  <a:cubicBezTo>
                    <a:pt x="507" y="197"/>
                    <a:pt x="528" y="237"/>
                    <a:pt x="587" y="268"/>
                  </a:cubicBezTo>
                  <a:cubicBezTo>
                    <a:pt x="595" y="273"/>
                    <a:pt x="590" y="335"/>
                    <a:pt x="574" y="347"/>
                  </a:cubicBezTo>
                  <a:cubicBezTo>
                    <a:pt x="533" y="378"/>
                    <a:pt x="514" y="408"/>
                    <a:pt x="528" y="460"/>
                  </a:cubicBezTo>
                  <a:cubicBezTo>
                    <a:pt x="541" y="503"/>
                    <a:pt x="507" y="536"/>
                    <a:pt x="461" y="525"/>
                  </a:cubicBezTo>
                  <a:cubicBezTo>
                    <a:pt x="412" y="512"/>
                    <a:pt x="380" y="529"/>
                    <a:pt x="355" y="572"/>
                  </a:cubicBezTo>
                  <a:cubicBezTo>
                    <a:pt x="333" y="611"/>
                    <a:pt x="280" y="610"/>
                    <a:pt x="256" y="570"/>
                  </a:cubicBezTo>
                  <a:cubicBezTo>
                    <a:pt x="231" y="527"/>
                    <a:pt x="198" y="512"/>
                    <a:pt x="150" y="526"/>
                  </a:cubicBezTo>
                  <a:cubicBezTo>
                    <a:pt x="106" y="537"/>
                    <a:pt x="72" y="502"/>
                    <a:pt x="84" y="459"/>
                  </a:cubicBezTo>
                  <a:cubicBezTo>
                    <a:pt x="97" y="411"/>
                    <a:pt x="84" y="377"/>
                    <a:pt x="41" y="351"/>
                  </a:cubicBezTo>
                  <a:cubicBezTo>
                    <a:pt x="0" y="326"/>
                    <a:pt x="0" y="283"/>
                    <a:pt x="40" y="258"/>
                  </a:cubicBezTo>
                  <a:cubicBezTo>
                    <a:pt x="83" y="233"/>
                    <a:pt x="97" y="199"/>
                    <a:pt x="84" y="151"/>
                  </a:cubicBezTo>
                  <a:cubicBezTo>
                    <a:pt x="72" y="108"/>
                    <a:pt x="106" y="74"/>
                    <a:pt x="149" y="85"/>
                  </a:cubicBezTo>
                  <a:cubicBezTo>
                    <a:pt x="198" y="97"/>
                    <a:pt x="231" y="83"/>
                    <a:pt x="256" y="40"/>
                  </a:cubicBezTo>
                  <a:cubicBezTo>
                    <a:pt x="280" y="0"/>
                    <a:pt x="332" y="1"/>
                    <a:pt x="356" y="40"/>
                  </a:cubicBezTo>
                  <a:cubicBezTo>
                    <a:pt x="383" y="84"/>
                    <a:pt x="417" y="95"/>
                    <a:pt x="469" y="85"/>
                  </a:cubicBezTo>
                  <a:cubicBezTo>
                    <a:pt x="491" y="81"/>
                    <a:pt x="519" y="108"/>
                    <a:pt x="542" y="120"/>
                  </a:cubicBezTo>
                  <a:close/>
                  <a:moveTo>
                    <a:pt x="303" y="480"/>
                  </a:moveTo>
                  <a:cubicBezTo>
                    <a:pt x="398" y="482"/>
                    <a:pt x="479" y="404"/>
                    <a:pt x="483" y="309"/>
                  </a:cubicBezTo>
                  <a:cubicBezTo>
                    <a:pt x="487" y="216"/>
                    <a:pt x="401" y="128"/>
                    <a:pt x="306" y="128"/>
                  </a:cubicBezTo>
                  <a:cubicBezTo>
                    <a:pt x="212" y="128"/>
                    <a:pt x="131" y="208"/>
                    <a:pt x="131" y="303"/>
                  </a:cubicBezTo>
                  <a:cubicBezTo>
                    <a:pt x="130" y="398"/>
                    <a:pt x="208" y="479"/>
                    <a:pt x="303" y="480"/>
                  </a:cubicBezTo>
                  <a:close/>
                </a:path>
              </a:pathLst>
            </a:custGeom>
            <a:grpFill/>
            <a:ln>
              <a:noFill/>
            </a:ln>
          </p:spPr>
          <p:txBody>
            <a:bodyPr vert="horz" wrap="square" lIns="89642" tIns="44821" rIns="89642" bIns="44821"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7229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1A1A1A"/>
                </a:solidFill>
                <a:effectLst/>
                <a:uLnTx/>
                <a:uFillTx/>
                <a:latin typeface="Arial" panose="020B0604020202020204" pitchFamily="34" charset="0"/>
                <a:cs typeface="Arial" panose="020B0604020202020204" pitchFamily="34" charset="0"/>
              </a:endParaRPr>
            </a:p>
          </p:txBody>
        </p:sp>
        <p:sp>
          <p:nvSpPr>
            <p:cNvPr id="128" name="Freeform 127">
              <a:extLst>
                <a:ext uri="{FF2B5EF4-FFF2-40B4-BE49-F238E27FC236}">
                  <a16:creationId xmlns:a16="http://schemas.microsoft.com/office/drawing/2014/main" id="{D1A7BEC3-FBFD-7D4D-B975-350DEED43344}"/>
                </a:ext>
              </a:extLst>
            </p:cNvPr>
            <p:cNvSpPr>
              <a:spLocks/>
            </p:cNvSpPr>
            <p:nvPr/>
          </p:nvSpPr>
          <p:spPr bwMode="auto">
            <a:xfrm>
              <a:off x="1602635" y="2255667"/>
              <a:ext cx="14629" cy="11786"/>
            </a:xfrm>
            <a:custGeom>
              <a:avLst/>
              <a:gdLst>
                <a:gd name="T0" fmla="*/ 87 w 87"/>
                <a:gd name="T1" fmla="*/ 78 h 78"/>
                <a:gd name="T2" fmla="*/ 0 w 87"/>
                <a:gd name="T3" fmla="*/ 73 h 78"/>
                <a:gd name="T4" fmla="*/ 22 w 87"/>
                <a:gd name="T5" fmla="*/ 7 h 78"/>
                <a:gd name="T6" fmla="*/ 66 w 87"/>
                <a:gd name="T7" fmla="*/ 7 h 78"/>
                <a:gd name="T8" fmla="*/ 87 w 87"/>
                <a:gd name="T9" fmla="*/ 78 h 78"/>
              </a:gdLst>
              <a:ahLst/>
              <a:cxnLst>
                <a:cxn ang="0">
                  <a:pos x="T0" y="T1"/>
                </a:cxn>
                <a:cxn ang="0">
                  <a:pos x="T2" y="T3"/>
                </a:cxn>
                <a:cxn ang="0">
                  <a:pos x="T4" y="T5"/>
                </a:cxn>
                <a:cxn ang="0">
                  <a:pos x="T6" y="T7"/>
                </a:cxn>
                <a:cxn ang="0">
                  <a:pos x="T8" y="T9"/>
                </a:cxn>
              </a:cxnLst>
              <a:rect l="0" t="0" r="r" b="b"/>
              <a:pathLst>
                <a:path w="87" h="78">
                  <a:moveTo>
                    <a:pt x="87" y="78"/>
                  </a:moveTo>
                  <a:cubicBezTo>
                    <a:pt x="51" y="76"/>
                    <a:pt x="31" y="75"/>
                    <a:pt x="0" y="73"/>
                  </a:cubicBezTo>
                  <a:cubicBezTo>
                    <a:pt x="8" y="47"/>
                    <a:pt x="10" y="23"/>
                    <a:pt x="22" y="7"/>
                  </a:cubicBezTo>
                  <a:cubicBezTo>
                    <a:pt x="27" y="0"/>
                    <a:pt x="61" y="0"/>
                    <a:pt x="66" y="7"/>
                  </a:cubicBezTo>
                  <a:cubicBezTo>
                    <a:pt x="77" y="24"/>
                    <a:pt x="78" y="47"/>
                    <a:pt x="87" y="78"/>
                  </a:cubicBezTo>
                  <a:close/>
                </a:path>
              </a:pathLst>
            </a:custGeom>
            <a:grpFill/>
            <a:ln>
              <a:noFill/>
            </a:ln>
          </p:spPr>
          <p:txBody>
            <a:bodyPr vert="horz" wrap="square" lIns="89642" tIns="44821" rIns="89642" bIns="44821"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7229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1A1A1A"/>
                </a:solidFill>
                <a:effectLst/>
                <a:uLnTx/>
                <a:uFillTx/>
                <a:latin typeface="Arial" panose="020B0604020202020204" pitchFamily="34" charset="0"/>
                <a:cs typeface="Arial" panose="020B0604020202020204" pitchFamily="34" charset="0"/>
              </a:endParaRPr>
            </a:p>
          </p:txBody>
        </p:sp>
        <p:sp>
          <p:nvSpPr>
            <p:cNvPr id="129" name="Freeform 128">
              <a:extLst>
                <a:ext uri="{FF2B5EF4-FFF2-40B4-BE49-F238E27FC236}">
                  <a16:creationId xmlns:a16="http://schemas.microsoft.com/office/drawing/2014/main" id="{920D4DAF-6AC8-EC4C-BAD9-0D2A5C724295}"/>
                </a:ext>
              </a:extLst>
            </p:cNvPr>
            <p:cNvSpPr>
              <a:spLocks noEditPoints="1"/>
            </p:cNvSpPr>
            <p:nvPr/>
          </p:nvSpPr>
          <p:spPr bwMode="auto">
            <a:xfrm>
              <a:off x="1455225" y="2437815"/>
              <a:ext cx="64141" cy="61074"/>
            </a:xfrm>
            <a:custGeom>
              <a:avLst/>
              <a:gdLst>
                <a:gd name="T0" fmla="*/ 373 w 374"/>
                <a:gd name="T1" fmla="*/ 185 h 375"/>
                <a:gd name="T2" fmla="*/ 189 w 374"/>
                <a:gd name="T3" fmla="*/ 374 h 375"/>
                <a:gd name="T4" fmla="*/ 1 w 374"/>
                <a:gd name="T5" fmla="*/ 190 h 375"/>
                <a:gd name="T6" fmla="*/ 185 w 374"/>
                <a:gd name="T7" fmla="*/ 2 h 375"/>
                <a:gd name="T8" fmla="*/ 373 w 374"/>
                <a:gd name="T9" fmla="*/ 185 h 375"/>
                <a:gd name="T10" fmla="*/ 185 w 374"/>
                <a:gd name="T11" fmla="*/ 280 h 375"/>
                <a:gd name="T12" fmla="*/ 280 w 374"/>
                <a:gd name="T13" fmla="*/ 189 h 375"/>
                <a:gd name="T14" fmla="*/ 189 w 374"/>
                <a:gd name="T15" fmla="*/ 94 h 375"/>
                <a:gd name="T16" fmla="*/ 94 w 374"/>
                <a:gd name="T17" fmla="*/ 185 h 375"/>
                <a:gd name="T18" fmla="*/ 185 w 374"/>
                <a:gd name="T19" fmla="*/ 280 h 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74" h="375">
                  <a:moveTo>
                    <a:pt x="373" y="185"/>
                  </a:moveTo>
                  <a:cubicBezTo>
                    <a:pt x="374" y="288"/>
                    <a:pt x="292" y="372"/>
                    <a:pt x="189" y="374"/>
                  </a:cubicBezTo>
                  <a:cubicBezTo>
                    <a:pt x="88" y="375"/>
                    <a:pt x="2" y="292"/>
                    <a:pt x="1" y="190"/>
                  </a:cubicBezTo>
                  <a:cubicBezTo>
                    <a:pt x="0" y="86"/>
                    <a:pt x="81" y="3"/>
                    <a:pt x="185" y="2"/>
                  </a:cubicBezTo>
                  <a:cubicBezTo>
                    <a:pt x="288" y="0"/>
                    <a:pt x="371" y="82"/>
                    <a:pt x="373" y="185"/>
                  </a:cubicBezTo>
                  <a:close/>
                  <a:moveTo>
                    <a:pt x="185" y="280"/>
                  </a:moveTo>
                  <a:cubicBezTo>
                    <a:pt x="236" y="281"/>
                    <a:pt x="279" y="240"/>
                    <a:pt x="280" y="189"/>
                  </a:cubicBezTo>
                  <a:cubicBezTo>
                    <a:pt x="281" y="138"/>
                    <a:pt x="240" y="95"/>
                    <a:pt x="189" y="94"/>
                  </a:cubicBezTo>
                  <a:cubicBezTo>
                    <a:pt x="139" y="93"/>
                    <a:pt x="96" y="134"/>
                    <a:pt x="94" y="185"/>
                  </a:cubicBezTo>
                  <a:cubicBezTo>
                    <a:pt x="93" y="237"/>
                    <a:pt x="134" y="279"/>
                    <a:pt x="185" y="280"/>
                  </a:cubicBezTo>
                  <a:close/>
                </a:path>
              </a:pathLst>
            </a:custGeom>
            <a:grpFill/>
            <a:ln>
              <a:noFill/>
            </a:ln>
          </p:spPr>
          <p:txBody>
            <a:bodyPr vert="horz" wrap="square" lIns="89642" tIns="44821" rIns="89642" bIns="44821"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7229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1A1A1A"/>
                </a:solidFill>
                <a:effectLst/>
                <a:uLnTx/>
                <a:uFillTx/>
                <a:latin typeface="Arial" panose="020B0604020202020204" pitchFamily="34" charset="0"/>
                <a:cs typeface="Arial" panose="020B0604020202020204" pitchFamily="34" charset="0"/>
              </a:endParaRPr>
            </a:p>
          </p:txBody>
        </p:sp>
        <p:sp>
          <p:nvSpPr>
            <p:cNvPr id="130" name="Freeform 129">
              <a:extLst>
                <a:ext uri="{FF2B5EF4-FFF2-40B4-BE49-F238E27FC236}">
                  <a16:creationId xmlns:a16="http://schemas.microsoft.com/office/drawing/2014/main" id="{9E07E632-6DE9-504B-8BAE-AAB7D2FF49A2}"/>
                </a:ext>
              </a:extLst>
            </p:cNvPr>
            <p:cNvSpPr>
              <a:spLocks noEditPoints="1"/>
            </p:cNvSpPr>
            <p:nvPr/>
          </p:nvSpPr>
          <p:spPr bwMode="auto">
            <a:xfrm>
              <a:off x="1350575" y="2384242"/>
              <a:ext cx="42760" cy="40715"/>
            </a:xfrm>
            <a:custGeom>
              <a:avLst/>
              <a:gdLst>
                <a:gd name="T0" fmla="*/ 119 w 244"/>
                <a:gd name="T1" fmla="*/ 1 h 248"/>
                <a:gd name="T2" fmla="*/ 0 w 244"/>
                <a:gd name="T3" fmla="*/ 123 h 248"/>
                <a:gd name="T4" fmla="*/ 126 w 244"/>
                <a:gd name="T5" fmla="*/ 246 h 248"/>
                <a:gd name="T6" fmla="*/ 244 w 244"/>
                <a:gd name="T7" fmla="*/ 122 h 248"/>
                <a:gd name="T8" fmla="*/ 119 w 244"/>
                <a:gd name="T9" fmla="*/ 1 h 248"/>
                <a:gd name="T10" fmla="*/ 120 w 244"/>
                <a:gd name="T11" fmla="*/ 179 h 248"/>
                <a:gd name="T12" fmla="*/ 66 w 244"/>
                <a:gd name="T13" fmla="*/ 123 h 248"/>
                <a:gd name="T14" fmla="*/ 119 w 244"/>
                <a:gd name="T15" fmla="*/ 67 h 248"/>
                <a:gd name="T16" fmla="*/ 191 w 244"/>
                <a:gd name="T17" fmla="*/ 108 h 248"/>
                <a:gd name="T18" fmla="*/ 191 w 244"/>
                <a:gd name="T19" fmla="*/ 137 h 248"/>
                <a:gd name="T20" fmla="*/ 120 w 244"/>
                <a:gd name="T21" fmla="*/ 179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4" h="248">
                  <a:moveTo>
                    <a:pt x="119" y="1"/>
                  </a:moveTo>
                  <a:cubicBezTo>
                    <a:pt x="51" y="3"/>
                    <a:pt x="0" y="56"/>
                    <a:pt x="0" y="123"/>
                  </a:cubicBezTo>
                  <a:cubicBezTo>
                    <a:pt x="0" y="191"/>
                    <a:pt x="59" y="248"/>
                    <a:pt x="126" y="246"/>
                  </a:cubicBezTo>
                  <a:cubicBezTo>
                    <a:pt x="192" y="243"/>
                    <a:pt x="244" y="188"/>
                    <a:pt x="244" y="122"/>
                  </a:cubicBezTo>
                  <a:cubicBezTo>
                    <a:pt x="244" y="52"/>
                    <a:pt x="189" y="0"/>
                    <a:pt x="119" y="1"/>
                  </a:cubicBezTo>
                  <a:close/>
                  <a:moveTo>
                    <a:pt x="120" y="179"/>
                  </a:moveTo>
                  <a:cubicBezTo>
                    <a:pt x="99" y="177"/>
                    <a:pt x="66" y="143"/>
                    <a:pt x="66" y="123"/>
                  </a:cubicBezTo>
                  <a:cubicBezTo>
                    <a:pt x="66" y="103"/>
                    <a:pt x="99" y="69"/>
                    <a:pt x="119" y="67"/>
                  </a:cubicBezTo>
                  <a:cubicBezTo>
                    <a:pt x="142" y="65"/>
                    <a:pt x="167" y="93"/>
                    <a:pt x="191" y="108"/>
                  </a:cubicBezTo>
                  <a:cubicBezTo>
                    <a:pt x="191" y="118"/>
                    <a:pt x="191" y="128"/>
                    <a:pt x="191" y="137"/>
                  </a:cubicBezTo>
                  <a:cubicBezTo>
                    <a:pt x="167" y="152"/>
                    <a:pt x="142" y="181"/>
                    <a:pt x="120" y="179"/>
                  </a:cubicBezTo>
                  <a:close/>
                </a:path>
              </a:pathLst>
            </a:custGeom>
            <a:grpFill/>
            <a:ln>
              <a:noFill/>
            </a:ln>
          </p:spPr>
          <p:txBody>
            <a:bodyPr vert="horz" wrap="square" lIns="89642" tIns="44821" rIns="89642" bIns="44821"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7229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1A1A1A"/>
                </a:solidFill>
                <a:effectLst/>
                <a:uLnTx/>
                <a:uFillTx/>
                <a:latin typeface="Arial" panose="020B0604020202020204" pitchFamily="34" charset="0"/>
                <a:cs typeface="Arial" panose="020B0604020202020204" pitchFamily="34" charset="0"/>
              </a:endParaRPr>
            </a:p>
          </p:txBody>
        </p:sp>
      </p:grpSp>
      <p:sp>
        <p:nvSpPr>
          <p:cNvPr id="131" name="Rectangle 130">
            <a:extLst>
              <a:ext uri="{FF2B5EF4-FFF2-40B4-BE49-F238E27FC236}">
                <a16:creationId xmlns:a16="http://schemas.microsoft.com/office/drawing/2014/main" id="{8468A041-570D-0448-BC6D-E843D7597647}"/>
              </a:ext>
            </a:extLst>
          </p:cNvPr>
          <p:cNvSpPr/>
          <p:nvPr/>
        </p:nvSpPr>
        <p:spPr>
          <a:xfrm>
            <a:off x="603890" y="3548316"/>
            <a:ext cx="861565" cy="169277"/>
          </a:xfrm>
          <a:prstGeom prst="rect">
            <a:avLst/>
          </a:prstGeom>
          <a:ln>
            <a:noFill/>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500" dirty="0">
                <a:solidFill>
                  <a:srgbClr val="1A1A1A"/>
                </a:solidFill>
                <a:latin typeface="Arial" panose="020B0604020202020204" pitchFamily="34" charset="0"/>
                <a:cs typeface="Arial" panose="020B0604020202020204" pitchFamily="34" charset="0"/>
              </a:rPr>
              <a:t>Operations </a:t>
            </a:r>
            <a:endParaRPr kumimoji="0" lang="en-US" sz="500" b="0" i="0" u="none" strike="noStrike" kern="1200" cap="none" spc="0" normalizeH="0" baseline="0" noProof="0" dirty="0">
              <a:ln>
                <a:noFill/>
              </a:ln>
              <a:solidFill>
                <a:srgbClr val="1A1A1A"/>
              </a:solidFill>
              <a:effectLst/>
              <a:uLnTx/>
              <a:uFillTx/>
              <a:latin typeface="Arial" panose="020B0604020202020204" pitchFamily="34" charset="0"/>
              <a:cs typeface="Arial" panose="020B0604020202020204" pitchFamily="34" charset="0"/>
            </a:endParaRPr>
          </a:p>
        </p:txBody>
      </p:sp>
      <p:sp>
        <p:nvSpPr>
          <p:cNvPr id="132" name="Rectangle 131">
            <a:extLst>
              <a:ext uri="{FF2B5EF4-FFF2-40B4-BE49-F238E27FC236}">
                <a16:creationId xmlns:a16="http://schemas.microsoft.com/office/drawing/2014/main" id="{FEA3AD75-0AAD-174C-A67A-D36FCE2E71BF}"/>
              </a:ext>
            </a:extLst>
          </p:cNvPr>
          <p:cNvSpPr/>
          <p:nvPr/>
        </p:nvSpPr>
        <p:spPr>
          <a:xfrm>
            <a:off x="540878" y="3838691"/>
            <a:ext cx="476873" cy="169277"/>
          </a:xfrm>
          <a:prstGeom prst="rect">
            <a:avLst/>
          </a:prstGeom>
          <a:ln>
            <a:noFill/>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00" b="0" i="0" u="none" strike="noStrike" kern="1200" cap="none" spc="0" normalizeH="0" baseline="0" noProof="0" dirty="0">
                <a:ln>
                  <a:noFill/>
                </a:ln>
                <a:solidFill>
                  <a:srgbClr val="1A1A1A"/>
                </a:solidFill>
                <a:effectLst/>
                <a:uLnTx/>
                <a:uFillTx/>
                <a:latin typeface="Arial" panose="020B0604020202020204" pitchFamily="34" charset="0"/>
                <a:cs typeface="Arial" panose="020B0604020202020204" pitchFamily="34" charset="0"/>
              </a:rPr>
              <a:t>CRM</a:t>
            </a:r>
          </a:p>
        </p:txBody>
      </p:sp>
      <p:pic>
        <p:nvPicPr>
          <p:cNvPr id="133" name="Picture 132">
            <a:extLst>
              <a:ext uri="{FF2B5EF4-FFF2-40B4-BE49-F238E27FC236}">
                <a16:creationId xmlns:a16="http://schemas.microsoft.com/office/drawing/2014/main" id="{210AD4C2-9E24-1549-844A-E79804AD1C20}"/>
              </a:ext>
            </a:extLst>
          </p:cNvPr>
          <p:cNvPicPr>
            <a:picLocks noChangeAspect="1" noChangeArrowheads="1"/>
          </p:cNvPicPr>
          <p:nvPr/>
        </p:nvPicPr>
        <p:blipFill>
          <a:blip r:embed="rId10">
            <a:duotone>
              <a:schemeClr val="accent6">
                <a:shade val="45000"/>
                <a:satMod val="135000"/>
              </a:schemeClr>
              <a:prstClr val="white"/>
            </a:duotone>
            <a:extLst>
              <a:ext uri="{BEBA8EAE-BF5A-486C-A8C5-ECC9F3942E4B}">
                <a14:imgProps xmlns:a14="http://schemas.microsoft.com/office/drawing/2010/main">
                  <a14:imgLayer r:embed="rId11">
                    <a14:imgEffect>
                      <a14:colorTemperature colorTemp="5300"/>
                    </a14:imgEffect>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889573" y="3351108"/>
            <a:ext cx="284081" cy="219332"/>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134" name="Rectangle 133">
            <a:extLst>
              <a:ext uri="{FF2B5EF4-FFF2-40B4-BE49-F238E27FC236}">
                <a16:creationId xmlns:a16="http://schemas.microsoft.com/office/drawing/2014/main" id="{17198768-CF32-8242-9C2C-048B1962E947}"/>
              </a:ext>
            </a:extLst>
          </p:cNvPr>
          <p:cNvSpPr/>
          <p:nvPr/>
        </p:nvSpPr>
        <p:spPr>
          <a:xfrm>
            <a:off x="931971" y="3426926"/>
            <a:ext cx="204085" cy="93900"/>
          </a:xfrm>
          <a:prstGeom prst="rect">
            <a:avLst/>
          </a:prstGeom>
          <a:solidFill>
            <a:schemeClr val="bg1">
              <a:lumMod val="65000"/>
            </a:schemeClr>
          </a:solidFill>
          <a:ln w="12700" cap="flat" cmpd="sng" algn="ctr">
            <a:noFill/>
            <a:prstDash val="solid"/>
            <a:miter lim="800000"/>
          </a:ln>
          <a:effectLst/>
        </p:spPr>
        <p:txBody>
          <a:bodyPr lIns="134464" tIns="107571" rIns="134464" bIns="107571" rtlCol="0" anchor="t"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72290" rtl="0" eaLnBrk="1" fontAlgn="auto" latinLnBrk="0" hangingPunct="1">
              <a:lnSpc>
                <a:spcPct val="90000"/>
              </a:lnSpc>
              <a:spcBef>
                <a:spcPts val="588"/>
              </a:spcBef>
              <a:spcAft>
                <a:spcPts val="0"/>
              </a:spcAft>
              <a:buClrTx/>
              <a:buSzTx/>
              <a:buFontTx/>
              <a:buNone/>
              <a:tabLst/>
              <a:defRPr/>
            </a:pPr>
            <a:endParaRPr kumimoji="0" lang="en-US" sz="500" b="0" i="0" u="none" strike="noStrike" kern="0" cap="none" spc="0" normalizeH="0" baseline="0" noProof="0" dirty="0">
              <a:ln>
                <a:noFill/>
              </a:ln>
              <a:solidFill>
                <a:srgbClr val="1A1A1A"/>
              </a:solidFill>
              <a:effectLst/>
              <a:uLnTx/>
              <a:uFillTx/>
              <a:latin typeface="Arial" panose="020B0604020202020204" pitchFamily="34" charset="0"/>
              <a:cs typeface="Arial" panose="020B0604020202020204" pitchFamily="34" charset="0"/>
            </a:endParaRPr>
          </a:p>
        </p:txBody>
      </p:sp>
      <p:sp>
        <p:nvSpPr>
          <p:cNvPr id="135" name="Rectangle 134">
            <a:extLst>
              <a:ext uri="{FF2B5EF4-FFF2-40B4-BE49-F238E27FC236}">
                <a16:creationId xmlns:a16="http://schemas.microsoft.com/office/drawing/2014/main" id="{9B422C28-F4CA-594F-A51E-4876E4FA4BDA}"/>
              </a:ext>
            </a:extLst>
          </p:cNvPr>
          <p:cNvSpPr/>
          <p:nvPr/>
        </p:nvSpPr>
        <p:spPr>
          <a:xfrm>
            <a:off x="865266" y="3846258"/>
            <a:ext cx="759617" cy="169277"/>
          </a:xfrm>
          <a:prstGeom prst="rect">
            <a:avLst/>
          </a:prstGeom>
          <a:ln>
            <a:noFill/>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00" b="0" i="0" u="none" strike="noStrike" kern="1200" cap="none" spc="0" normalizeH="0" baseline="0" noProof="0" dirty="0">
                <a:ln>
                  <a:noFill/>
                </a:ln>
                <a:solidFill>
                  <a:srgbClr val="1A1A1A"/>
                </a:solidFill>
                <a:effectLst/>
                <a:uLnTx/>
                <a:uFillTx/>
                <a:latin typeface="Arial" panose="020B0604020202020204" pitchFamily="34" charset="0"/>
                <a:cs typeface="Arial" panose="020B0604020202020204" pitchFamily="34" charset="0"/>
              </a:rPr>
              <a:t>ERP</a:t>
            </a:r>
          </a:p>
        </p:txBody>
      </p:sp>
      <p:sp>
        <p:nvSpPr>
          <p:cNvPr id="137" name="Rectangle 136">
            <a:extLst>
              <a:ext uri="{FF2B5EF4-FFF2-40B4-BE49-F238E27FC236}">
                <a16:creationId xmlns:a16="http://schemas.microsoft.com/office/drawing/2014/main" id="{E5D67310-E18C-D34C-AFDB-C0F3053525D3}"/>
              </a:ext>
            </a:extLst>
          </p:cNvPr>
          <p:cNvSpPr/>
          <p:nvPr/>
        </p:nvSpPr>
        <p:spPr>
          <a:xfrm>
            <a:off x="448228" y="2271692"/>
            <a:ext cx="1151451" cy="200055"/>
          </a:xfrm>
          <a:prstGeom prst="rect">
            <a:avLst/>
          </a:prstGeom>
          <a:ln>
            <a:noFill/>
          </a:ln>
        </p:spPr>
        <p:txBody>
          <a:bodyPr wrap="square"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710457" rtl="0" eaLnBrk="1" fontAlgn="auto" latinLnBrk="0" hangingPunct="1">
              <a:lnSpc>
                <a:spcPct val="100000"/>
              </a:lnSpc>
              <a:spcBef>
                <a:spcPct val="0"/>
              </a:spcBef>
              <a:spcAft>
                <a:spcPts val="0"/>
              </a:spcAft>
              <a:buClrTx/>
              <a:buSzTx/>
              <a:buFontTx/>
              <a:buNone/>
              <a:tabLst/>
              <a:defRPr/>
            </a:pPr>
            <a:r>
              <a:rPr kumimoji="0" lang="en-AU" sz="700" b="0" i="0" u="none" strike="noStrike" kern="0" cap="none" spc="0" normalizeH="0" baseline="0" noProof="0" dirty="0">
                <a:ln>
                  <a:noFill/>
                </a:ln>
                <a:solidFill>
                  <a:srgbClr val="1A1A1A"/>
                </a:solidFill>
                <a:effectLst/>
                <a:uLnTx/>
                <a:uFillTx/>
                <a:latin typeface="Arial" panose="020B0604020202020204" pitchFamily="34" charset="0"/>
                <a:cs typeface="Arial" panose="020B0604020202020204" pitchFamily="34" charset="0"/>
              </a:rPr>
              <a:t>3rd Party Sources</a:t>
            </a:r>
          </a:p>
        </p:txBody>
      </p:sp>
      <p:sp>
        <p:nvSpPr>
          <p:cNvPr id="139" name="Rectangle 138">
            <a:extLst>
              <a:ext uri="{FF2B5EF4-FFF2-40B4-BE49-F238E27FC236}">
                <a16:creationId xmlns:a16="http://schemas.microsoft.com/office/drawing/2014/main" id="{AA178E09-099E-6A4F-9C09-FE7183902AB6}"/>
              </a:ext>
            </a:extLst>
          </p:cNvPr>
          <p:cNvSpPr/>
          <p:nvPr/>
        </p:nvSpPr>
        <p:spPr>
          <a:xfrm>
            <a:off x="527498" y="2714807"/>
            <a:ext cx="595876" cy="246221"/>
          </a:xfrm>
          <a:prstGeom prst="rect">
            <a:avLst/>
          </a:prstGeom>
          <a:ln>
            <a:noFill/>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00" b="0" i="0" u="none" strike="noStrike" kern="1200" cap="none" spc="0" normalizeH="0" baseline="0" noProof="0" dirty="0">
                <a:ln>
                  <a:noFill/>
                </a:ln>
                <a:solidFill>
                  <a:srgbClr val="1A1A1A"/>
                </a:solidFill>
                <a:effectLst/>
                <a:uLnTx/>
                <a:uFillTx/>
                <a:latin typeface="Arial" panose="020B0604020202020204" pitchFamily="34" charset="0"/>
                <a:cs typeface="Arial" panose="020B0604020202020204" pitchFamily="34" charset="0"/>
              </a:rPr>
              <a:t>Other Cloud Providers</a:t>
            </a:r>
          </a:p>
        </p:txBody>
      </p:sp>
      <p:sp>
        <p:nvSpPr>
          <p:cNvPr id="140" name="Rectangle 139">
            <a:extLst>
              <a:ext uri="{FF2B5EF4-FFF2-40B4-BE49-F238E27FC236}">
                <a16:creationId xmlns:a16="http://schemas.microsoft.com/office/drawing/2014/main" id="{1D4B8EDB-B779-0245-AE9E-714D2EE8A22A}"/>
              </a:ext>
            </a:extLst>
          </p:cNvPr>
          <p:cNvSpPr/>
          <p:nvPr/>
        </p:nvSpPr>
        <p:spPr>
          <a:xfrm>
            <a:off x="1000588" y="2720266"/>
            <a:ext cx="624164" cy="246221"/>
          </a:xfrm>
          <a:prstGeom prst="rect">
            <a:avLst/>
          </a:prstGeom>
          <a:ln>
            <a:noFill/>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00" b="0" i="0" u="none" strike="noStrike" kern="1200" cap="none" spc="0" normalizeH="0" baseline="0" noProof="0" dirty="0">
                <a:ln>
                  <a:noFill/>
                </a:ln>
                <a:solidFill>
                  <a:srgbClr val="1A1A1A"/>
                </a:solidFill>
                <a:effectLst/>
                <a:uLnTx/>
                <a:uFillTx/>
                <a:latin typeface="Arial" panose="020B0604020202020204" pitchFamily="34" charset="0"/>
                <a:cs typeface="Arial" panose="020B0604020202020204" pitchFamily="34" charset="0"/>
              </a:rPr>
              <a:t>Other Data Providers</a:t>
            </a:r>
          </a:p>
        </p:txBody>
      </p:sp>
      <p:grpSp>
        <p:nvGrpSpPr>
          <p:cNvPr id="141" name="Group 140">
            <a:extLst>
              <a:ext uri="{FF2B5EF4-FFF2-40B4-BE49-F238E27FC236}">
                <a16:creationId xmlns:a16="http://schemas.microsoft.com/office/drawing/2014/main" id="{9A2AEA98-20D1-9B46-BC09-61652D0FDF05}"/>
              </a:ext>
            </a:extLst>
          </p:cNvPr>
          <p:cNvGrpSpPr/>
          <p:nvPr/>
        </p:nvGrpSpPr>
        <p:grpSpPr>
          <a:xfrm>
            <a:off x="670697" y="2502233"/>
            <a:ext cx="744029" cy="193756"/>
            <a:chOff x="595692" y="2760281"/>
            <a:chExt cx="816400" cy="199276"/>
          </a:xfrm>
        </p:grpSpPr>
        <p:sp>
          <p:nvSpPr>
            <p:cNvPr id="142" name="Freeform: Shape 694">
              <a:extLst>
                <a:ext uri="{FF2B5EF4-FFF2-40B4-BE49-F238E27FC236}">
                  <a16:creationId xmlns:a16="http://schemas.microsoft.com/office/drawing/2014/main" id="{8F2823F8-71B0-304B-A538-31E3F9E7E405}"/>
                </a:ext>
              </a:extLst>
            </p:cNvPr>
            <p:cNvSpPr/>
            <p:nvPr/>
          </p:nvSpPr>
          <p:spPr>
            <a:xfrm>
              <a:off x="595692" y="2760281"/>
              <a:ext cx="329998" cy="199276"/>
            </a:xfrm>
            <a:custGeom>
              <a:avLst/>
              <a:gdLst>
                <a:gd name="connsiteX0" fmla="*/ 457200 w 457200"/>
                <a:gd name="connsiteY0" fmla="*/ 228626 h 332710"/>
                <a:gd name="connsiteX1" fmla="*/ 368046 w 457200"/>
                <a:gd name="connsiteY1" fmla="*/ 127026 h 332710"/>
                <a:gd name="connsiteX2" fmla="*/ 234696 w 457200"/>
                <a:gd name="connsiteY2" fmla="*/ 26 h 332710"/>
                <a:gd name="connsiteX3" fmla="*/ 107696 w 457200"/>
                <a:gd name="connsiteY3" fmla="*/ 88672 h 332710"/>
                <a:gd name="connsiteX4" fmla="*/ 0 w 457200"/>
                <a:gd name="connsiteY4" fmla="*/ 210084 h 332710"/>
                <a:gd name="connsiteX5" fmla="*/ 128778 w 457200"/>
                <a:gd name="connsiteY5" fmla="*/ 332512 h 332710"/>
                <a:gd name="connsiteX6" fmla="*/ 139954 w 457200"/>
                <a:gd name="connsiteY6" fmla="*/ 332512 h 332710"/>
                <a:gd name="connsiteX7" fmla="*/ 348488 w 457200"/>
                <a:gd name="connsiteY7" fmla="*/ 332512 h 332710"/>
                <a:gd name="connsiteX8" fmla="*/ 354076 w 457200"/>
                <a:gd name="connsiteY8" fmla="*/ 332512 h 332710"/>
                <a:gd name="connsiteX9" fmla="*/ 457200 w 457200"/>
                <a:gd name="connsiteY9" fmla="*/ 228626 h 332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7200" h="332710">
                  <a:moveTo>
                    <a:pt x="457200" y="228626"/>
                  </a:moveTo>
                  <a:cubicBezTo>
                    <a:pt x="456273" y="177535"/>
                    <a:pt x="418584" y="134584"/>
                    <a:pt x="368046" y="127026"/>
                  </a:cubicBezTo>
                  <a:cubicBezTo>
                    <a:pt x="365968" y="55276"/>
                    <a:pt x="306461" y="-1398"/>
                    <a:pt x="234696" y="26"/>
                  </a:cubicBezTo>
                  <a:cubicBezTo>
                    <a:pt x="177783" y="-556"/>
                    <a:pt x="126773" y="35049"/>
                    <a:pt x="107696" y="88672"/>
                  </a:cubicBezTo>
                  <a:cubicBezTo>
                    <a:pt x="46500" y="96541"/>
                    <a:pt x="512" y="148386"/>
                    <a:pt x="0" y="210084"/>
                  </a:cubicBezTo>
                  <a:cubicBezTo>
                    <a:pt x="2480" y="279129"/>
                    <a:pt x="59697" y="333523"/>
                    <a:pt x="128778" y="332512"/>
                  </a:cubicBezTo>
                  <a:lnTo>
                    <a:pt x="139954" y="332512"/>
                  </a:lnTo>
                  <a:lnTo>
                    <a:pt x="348488" y="332512"/>
                  </a:lnTo>
                  <a:cubicBezTo>
                    <a:pt x="350342" y="332776"/>
                    <a:pt x="352222" y="332776"/>
                    <a:pt x="354076" y="332512"/>
                  </a:cubicBezTo>
                  <a:cubicBezTo>
                    <a:pt x="410924" y="331552"/>
                    <a:pt x="456656" y="285479"/>
                    <a:pt x="457200" y="228626"/>
                  </a:cubicBezTo>
                  <a:close/>
                </a:path>
              </a:pathLst>
            </a:custGeom>
            <a:solidFill>
              <a:schemeClr val="accent6">
                <a:lumMod val="20000"/>
                <a:lumOff val="80000"/>
              </a:schemeClr>
            </a:solidFill>
            <a:ln w="25400" cap="flat">
              <a:solidFill>
                <a:schemeClr val="accent6">
                  <a:lumMod val="40000"/>
                  <a:lumOff val="60000"/>
                </a:schemeClr>
              </a:solid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1A1A1A"/>
                </a:solidFill>
                <a:effectLst/>
                <a:uLnTx/>
                <a:uFillTx/>
                <a:latin typeface="Arial" panose="020B0604020202020204" pitchFamily="34" charset="0"/>
                <a:cs typeface="Arial" panose="020B0604020202020204" pitchFamily="34" charset="0"/>
              </a:endParaRPr>
            </a:p>
          </p:txBody>
        </p:sp>
        <p:grpSp>
          <p:nvGrpSpPr>
            <p:cNvPr id="143" name="Group 142">
              <a:extLst>
                <a:ext uri="{FF2B5EF4-FFF2-40B4-BE49-F238E27FC236}">
                  <a16:creationId xmlns:a16="http://schemas.microsoft.com/office/drawing/2014/main" id="{D40D7D7B-7846-4942-8F1B-53A437190427}"/>
                </a:ext>
              </a:extLst>
            </p:cNvPr>
            <p:cNvGrpSpPr/>
            <p:nvPr/>
          </p:nvGrpSpPr>
          <p:grpSpPr>
            <a:xfrm>
              <a:off x="1149710" y="2769283"/>
              <a:ext cx="262382" cy="166063"/>
              <a:chOff x="3027363" y="2582832"/>
              <a:chExt cx="701675" cy="563593"/>
            </a:xfrm>
            <a:solidFill>
              <a:schemeClr val="tx1">
                <a:lumMod val="25000"/>
                <a:lumOff val="75000"/>
              </a:schemeClr>
            </a:solidFill>
          </p:grpSpPr>
          <p:sp>
            <p:nvSpPr>
              <p:cNvPr id="145" name="Freeform 144">
                <a:extLst>
                  <a:ext uri="{FF2B5EF4-FFF2-40B4-BE49-F238E27FC236}">
                    <a16:creationId xmlns:a16="http://schemas.microsoft.com/office/drawing/2014/main" id="{E4A932BD-8833-DC48-92C0-D017F2DFA808}"/>
                  </a:ext>
                </a:extLst>
              </p:cNvPr>
              <p:cNvSpPr>
                <a:spLocks noEditPoints="1"/>
              </p:cNvSpPr>
              <p:nvPr/>
            </p:nvSpPr>
            <p:spPr bwMode="auto">
              <a:xfrm>
                <a:off x="3027363" y="2689225"/>
                <a:ext cx="701675" cy="457200"/>
              </a:xfrm>
              <a:custGeom>
                <a:avLst/>
                <a:gdLst>
                  <a:gd name="T0" fmla="*/ 1454 w 2907"/>
                  <a:gd name="T1" fmla="*/ 1887 h 1887"/>
                  <a:gd name="T2" fmla="*/ 186 w 2907"/>
                  <a:gd name="T3" fmla="*/ 1887 h 1887"/>
                  <a:gd name="T4" fmla="*/ 1 w 2907"/>
                  <a:gd name="T5" fmla="*/ 1704 h 1887"/>
                  <a:gd name="T6" fmla="*/ 1 w 2907"/>
                  <a:gd name="T7" fmla="*/ 180 h 1887"/>
                  <a:gd name="T8" fmla="*/ 182 w 2907"/>
                  <a:gd name="T9" fmla="*/ 0 h 1887"/>
                  <a:gd name="T10" fmla="*/ 2724 w 2907"/>
                  <a:gd name="T11" fmla="*/ 0 h 1887"/>
                  <a:gd name="T12" fmla="*/ 2906 w 2907"/>
                  <a:gd name="T13" fmla="*/ 180 h 1887"/>
                  <a:gd name="T14" fmla="*/ 2906 w 2907"/>
                  <a:gd name="T15" fmla="*/ 1710 h 1887"/>
                  <a:gd name="T16" fmla="*/ 2728 w 2907"/>
                  <a:gd name="T17" fmla="*/ 1887 h 1887"/>
                  <a:gd name="T18" fmla="*/ 1454 w 2907"/>
                  <a:gd name="T19" fmla="*/ 1887 h 1887"/>
                  <a:gd name="T20" fmla="*/ 148 w 2907"/>
                  <a:gd name="T21" fmla="*/ 1737 h 1887"/>
                  <a:gd name="T22" fmla="*/ 2757 w 2907"/>
                  <a:gd name="T23" fmla="*/ 1737 h 1887"/>
                  <a:gd name="T24" fmla="*/ 2757 w 2907"/>
                  <a:gd name="T25" fmla="*/ 148 h 1887"/>
                  <a:gd name="T26" fmla="*/ 148 w 2907"/>
                  <a:gd name="T27" fmla="*/ 148 h 1887"/>
                  <a:gd name="T28" fmla="*/ 148 w 2907"/>
                  <a:gd name="T29" fmla="*/ 1737 h 18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07" h="1887">
                    <a:moveTo>
                      <a:pt x="1454" y="1887"/>
                    </a:moveTo>
                    <a:cubicBezTo>
                      <a:pt x="1031" y="1887"/>
                      <a:pt x="608" y="1887"/>
                      <a:pt x="186" y="1887"/>
                    </a:cubicBezTo>
                    <a:cubicBezTo>
                      <a:pt x="51" y="1887"/>
                      <a:pt x="1" y="1838"/>
                      <a:pt x="1" y="1704"/>
                    </a:cubicBezTo>
                    <a:cubicBezTo>
                      <a:pt x="0" y="1196"/>
                      <a:pt x="0" y="688"/>
                      <a:pt x="1" y="180"/>
                    </a:cubicBezTo>
                    <a:cubicBezTo>
                      <a:pt x="1" y="51"/>
                      <a:pt x="52" y="0"/>
                      <a:pt x="182" y="0"/>
                    </a:cubicBezTo>
                    <a:cubicBezTo>
                      <a:pt x="1030" y="0"/>
                      <a:pt x="1877" y="0"/>
                      <a:pt x="2724" y="0"/>
                    </a:cubicBezTo>
                    <a:cubicBezTo>
                      <a:pt x="2854" y="0"/>
                      <a:pt x="2906" y="51"/>
                      <a:pt x="2906" y="180"/>
                    </a:cubicBezTo>
                    <a:cubicBezTo>
                      <a:pt x="2907" y="690"/>
                      <a:pt x="2907" y="1200"/>
                      <a:pt x="2906" y="1710"/>
                    </a:cubicBezTo>
                    <a:cubicBezTo>
                      <a:pt x="2906" y="1836"/>
                      <a:pt x="2854" y="1887"/>
                      <a:pt x="2728" y="1887"/>
                    </a:cubicBezTo>
                    <a:cubicBezTo>
                      <a:pt x="2303" y="1887"/>
                      <a:pt x="1878" y="1887"/>
                      <a:pt x="1454" y="1887"/>
                    </a:cubicBezTo>
                    <a:close/>
                    <a:moveTo>
                      <a:pt x="148" y="1737"/>
                    </a:moveTo>
                    <a:cubicBezTo>
                      <a:pt x="1019" y="1737"/>
                      <a:pt x="1888" y="1737"/>
                      <a:pt x="2757" y="1737"/>
                    </a:cubicBezTo>
                    <a:cubicBezTo>
                      <a:pt x="2757" y="1205"/>
                      <a:pt x="2757" y="676"/>
                      <a:pt x="2757" y="148"/>
                    </a:cubicBezTo>
                    <a:cubicBezTo>
                      <a:pt x="1885" y="148"/>
                      <a:pt x="1018" y="148"/>
                      <a:pt x="148" y="148"/>
                    </a:cubicBezTo>
                    <a:cubicBezTo>
                      <a:pt x="148" y="679"/>
                      <a:pt x="148" y="1206"/>
                      <a:pt x="148" y="1737"/>
                    </a:cubicBezTo>
                    <a:close/>
                  </a:path>
                </a:pathLst>
              </a:custGeom>
              <a:grpFill/>
              <a:ln>
                <a:solidFill>
                  <a:schemeClr val="accent6">
                    <a:lumMod val="40000"/>
                    <a:lumOff val="60000"/>
                  </a:schemeClr>
                </a:solidFill>
              </a:ln>
            </p:spPr>
            <p:txBody>
              <a:bodyPr vert="horz" wrap="square" lIns="89642" tIns="44821" rIns="89642" bIns="44821"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72290" rtl="0" eaLnBrk="1" fontAlgn="auto" latinLnBrk="0" hangingPunct="1">
                  <a:lnSpc>
                    <a:spcPct val="100000"/>
                  </a:lnSpc>
                  <a:spcBef>
                    <a:spcPts val="0"/>
                  </a:spcBef>
                  <a:spcAft>
                    <a:spcPts val="0"/>
                  </a:spcAft>
                  <a:buClrTx/>
                  <a:buSzTx/>
                  <a:buFontTx/>
                  <a:buNone/>
                  <a:tabLst/>
                  <a:defRPr/>
                </a:pPr>
                <a:endParaRPr kumimoji="0" lang="en-US" sz="500" b="0" i="0" u="none" strike="noStrike" kern="0" cap="none" spc="0" normalizeH="0" baseline="0" noProof="0">
                  <a:ln>
                    <a:noFill/>
                  </a:ln>
                  <a:solidFill>
                    <a:srgbClr val="1A1A1A"/>
                  </a:solidFill>
                  <a:effectLst/>
                  <a:uLnTx/>
                  <a:uFillTx/>
                  <a:latin typeface="Arial" panose="020B0604020202020204" pitchFamily="34" charset="0"/>
                  <a:cs typeface="Arial" panose="020B0604020202020204" pitchFamily="34" charset="0"/>
                </a:endParaRPr>
              </a:p>
            </p:txBody>
          </p:sp>
          <p:sp>
            <p:nvSpPr>
              <p:cNvPr id="146" name="Freeform 145">
                <a:extLst>
                  <a:ext uri="{FF2B5EF4-FFF2-40B4-BE49-F238E27FC236}">
                    <a16:creationId xmlns:a16="http://schemas.microsoft.com/office/drawing/2014/main" id="{C56971F2-5548-EF48-AE6F-E477EFE34207}"/>
                  </a:ext>
                </a:extLst>
              </p:cNvPr>
              <p:cNvSpPr>
                <a:spLocks noEditPoints="1"/>
              </p:cNvSpPr>
              <p:nvPr/>
            </p:nvSpPr>
            <p:spPr bwMode="auto">
              <a:xfrm>
                <a:off x="3027363" y="2582832"/>
                <a:ext cx="701675" cy="74613"/>
              </a:xfrm>
              <a:custGeom>
                <a:avLst/>
                <a:gdLst>
                  <a:gd name="T0" fmla="*/ 5 w 2906"/>
                  <a:gd name="T1" fmla="*/ 310 h 312"/>
                  <a:gd name="T2" fmla="*/ 7 w 2906"/>
                  <a:gd name="T3" fmla="*/ 117 h 312"/>
                  <a:gd name="T4" fmla="*/ 125 w 2906"/>
                  <a:gd name="T5" fmla="*/ 3 h 312"/>
                  <a:gd name="T6" fmla="*/ 198 w 2906"/>
                  <a:gd name="T7" fmla="*/ 1 h 312"/>
                  <a:gd name="T8" fmla="*/ 2710 w 2906"/>
                  <a:gd name="T9" fmla="*/ 1 h 312"/>
                  <a:gd name="T10" fmla="*/ 2906 w 2906"/>
                  <a:gd name="T11" fmla="*/ 197 h 312"/>
                  <a:gd name="T12" fmla="*/ 2906 w 2906"/>
                  <a:gd name="T13" fmla="*/ 312 h 312"/>
                  <a:gd name="T14" fmla="*/ 2691 w 2906"/>
                  <a:gd name="T15" fmla="*/ 294 h 312"/>
                  <a:gd name="T16" fmla="*/ 137 w 2906"/>
                  <a:gd name="T17" fmla="*/ 294 h 312"/>
                  <a:gd name="T18" fmla="*/ 5 w 2906"/>
                  <a:gd name="T19" fmla="*/ 310 h 312"/>
                  <a:gd name="T20" fmla="*/ 2615 w 2906"/>
                  <a:gd name="T21" fmla="*/ 98 h 312"/>
                  <a:gd name="T22" fmla="*/ 2608 w 2906"/>
                  <a:gd name="T23" fmla="*/ 106 h 312"/>
                  <a:gd name="T24" fmla="*/ 2643 w 2906"/>
                  <a:gd name="T25" fmla="*/ 151 h 312"/>
                  <a:gd name="T26" fmla="*/ 2619 w 2906"/>
                  <a:gd name="T27" fmla="*/ 184 h 312"/>
                  <a:gd name="T28" fmla="*/ 2707 w 2906"/>
                  <a:gd name="T29" fmla="*/ 184 h 312"/>
                  <a:gd name="T30" fmla="*/ 2681 w 2906"/>
                  <a:gd name="T31" fmla="*/ 150 h 312"/>
                  <a:gd name="T32" fmla="*/ 2716 w 2906"/>
                  <a:gd name="T33" fmla="*/ 105 h 312"/>
                  <a:gd name="T34" fmla="*/ 2710 w 2906"/>
                  <a:gd name="T35" fmla="*/ 99 h 312"/>
                  <a:gd name="T36" fmla="*/ 2662 w 2906"/>
                  <a:gd name="T37" fmla="*/ 129 h 312"/>
                  <a:gd name="T38" fmla="*/ 2615 w 2906"/>
                  <a:gd name="T39" fmla="*/ 98 h 312"/>
                  <a:gd name="T40" fmla="*/ 2404 w 2906"/>
                  <a:gd name="T41" fmla="*/ 103 h 312"/>
                  <a:gd name="T42" fmla="*/ 2404 w 2906"/>
                  <a:gd name="T43" fmla="*/ 193 h 312"/>
                  <a:gd name="T44" fmla="*/ 2492 w 2906"/>
                  <a:gd name="T45" fmla="*/ 193 h 312"/>
                  <a:gd name="T46" fmla="*/ 2492 w 2906"/>
                  <a:gd name="T47" fmla="*/ 103 h 312"/>
                  <a:gd name="T48" fmla="*/ 2404 w 2906"/>
                  <a:gd name="T49" fmla="*/ 103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906" h="312">
                    <a:moveTo>
                      <a:pt x="5" y="310"/>
                    </a:moveTo>
                    <a:cubicBezTo>
                      <a:pt x="5" y="249"/>
                      <a:pt x="0" y="182"/>
                      <a:pt x="7" y="117"/>
                    </a:cubicBezTo>
                    <a:cubicBezTo>
                      <a:pt x="13" y="55"/>
                      <a:pt x="63" y="12"/>
                      <a:pt x="125" y="3"/>
                    </a:cubicBezTo>
                    <a:cubicBezTo>
                      <a:pt x="149" y="0"/>
                      <a:pt x="174" y="1"/>
                      <a:pt x="198" y="1"/>
                    </a:cubicBezTo>
                    <a:cubicBezTo>
                      <a:pt x="1036" y="1"/>
                      <a:pt x="1873" y="1"/>
                      <a:pt x="2710" y="1"/>
                    </a:cubicBezTo>
                    <a:cubicBezTo>
                      <a:pt x="2861" y="1"/>
                      <a:pt x="2906" y="46"/>
                      <a:pt x="2906" y="197"/>
                    </a:cubicBezTo>
                    <a:cubicBezTo>
                      <a:pt x="2906" y="239"/>
                      <a:pt x="2906" y="281"/>
                      <a:pt x="2906" y="312"/>
                    </a:cubicBezTo>
                    <a:cubicBezTo>
                      <a:pt x="2832" y="305"/>
                      <a:pt x="2761" y="294"/>
                      <a:pt x="2691" y="294"/>
                    </a:cubicBezTo>
                    <a:cubicBezTo>
                      <a:pt x="1839" y="292"/>
                      <a:pt x="988" y="293"/>
                      <a:pt x="137" y="294"/>
                    </a:cubicBezTo>
                    <a:cubicBezTo>
                      <a:pt x="95" y="294"/>
                      <a:pt x="54" y="304"/>
                      <a:pt x="5" y="310"/>
                    </a:cubicBezTo>
                    <a:close/>
                    <a:moveTo>
                      <a:pt x="2615" y="98"/>
                    </a:moveTo>
                    <a:cubicBezTo>
                      <a:pt x="2613" y="101"/>
                      <a:pt x="2610" y="103"/>
                      <a:pt x="2608" y="106"/>
                    </a:cubicBezTo>
                    <a:cubicBezTo>
                      <a:pt x="2620" y="121"/>
                      <a:pt x="2632" y="136"/>
                      <a:pt x="2643" y="151"/>
                    </a:cubicBezTo>
                    <a:cubicBezTo>
                      <a:pt x="2631" y="167"/>
                      <a:pt x="2622" y="180"/>
                      <a:pt x="2619" y="184"/>
                    </a:cubicBezTo>
                    <a:cubicBezTo>
                      <a:pt x="2649" y="184"/>
                      <a:pt x="2679" y="184"/>
                      <a:pt x="2707" y="184"/>
                    </a:cubicBezTo>
                    <a:cubicBezTo>
                      <a:pt x="2703" y="178"/>
                      <a:pt x="2693" y="165"/>
                      <a:pt x="2681" y="150"/>
                    </a:cubicBezTo>
                    <a:cubicBezTo>
                      <a:pt x="2693" y="134"/>
                      <a:pt x="2705" y="120"/>
                      <a:pt x="2716" y="105"/>
                    </a:cubicBezTo>
                    <a:cubicBezTo>
                      <a:pt x="2714" y="103"/>
                      <a:pt x="2712" y="101"/>
                      <a:pt x="2710" y="99"/>
                    </a:cubicBezTo>
                    <a:cubicBezTo>
                      <a:pt x="2694" y="109"/>
                      <a:pt x="2679" y="119"/>
                      <a:pt x="2662" y="129"/>
                    </a:cubicBezTo>
                    <a:cubicBezTo>
                      <a:pt x="2647" y="119"/>
                      <a:pt x="2631" y="108"/>
                      <a:pt x="2615" y="98"/>
                    </a:cubicBezTo>
                    <a:close/>
                    <a:moveTo>
                      <a:pt x="2404" y="103"/>
                    </a:moveTo>
                    <a:cubicBezTo>
                      <a:pt x="2404" y="137"/>
                      <a:pt x="2404" y="164"/>
                      <a:pt x="2404" y="193"/>
                    </a:cubicBezTo>
                    <a:cubicBezTo>
                      <a:pt x="2436" y="193"/>
                      <a:pt x="2465" y="193"/>
                      <a:pt x="2492" y="193"/>
                    </a:cubicBezTo>
                    <a:cubicBezTo>
                      <a:pt x="2492" y="160"/>
                      <a:pt x="2492" y="131"/>
                      <a:pt x="2492" y="103"/>
                    </a:cubicBezTo>
                    <a:cubicBezTo>
                      <a:pt x="2461" y="103"/>
                      <a:pt x="2435" y="103"/>
                      <a:pt x="2404" y="103"/>
                    </a:cubicBezTo>
                    <a:close/>
                  </a:path>
                </a:pathLst>
              </a:custGeom>
              <a:grpFill/>
              <a:ln>
                <a:solidFill>
                  <a:schemeClr val="accent6">
                    <a:lumMod val="40000"/>
                    <a:lumOff val="60000"/>
                  </a:schemeClr>
                </a:solidFill>
              </a:ln>
            </p:spPr>
            <p:txBody>
              <a:bodyPr vert="horz" wrap="square" lIns="89642" tIns="44821" rIns="89642" bIns="44821"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72290" rtl="0" eaLnBrk="1" fontAlgn="auto" latinLnBrk="0" hangingPunct="1">
                  <a:lnSpc>
                    <a:spcPct val="100000"/>
                  </a:lnSpc>
                  <a:spcBef>
                    <a:spcPts val="0"/>
                  </a:spcBef>
                  <a:spcAft>
                    <a:spcPts val="0"/>
                  </a:spcAft>
                  <a:buClrTx/>
                  <a:buSzTx/>
                  <a:buFontTx/>
                  <a:buNone/>
                  <a:tabLst/>
                  <a:defRPr/>
                </a:pPr>
                <a:endParaRPr kumimoji="0" lang="en-US" sz="500" b="0" i="0" u="none" strike="noStrike" kern="0" cap="none" spc="0" normalizeH="0" baseline="0" noProof="0">
                  <a:ln>
                    <a:noFill/>
                  </a:ln>
                  <a:solidFill>
                    <a:srgbClr val="1A1A1A"/>
                  </a:solidFill>
                  <a:effectLst/>
                  <a:uLnTx/>
                  <a:uFillTx/>
                  <a:latin typeface="Arial" panose="020B0604020202020204" pitchFamily="34" charset="0"/>
                  <a:cs typeface="Arial" panose="020B0604020202020204" pitchFamily="34" charset="0"/>
                </a:endParaRPr>
              </a:p>
            </p:txBody>
          </p:sp>
          <p:sp>
            <p:nvSpPr>
              <p:cNvPr id="147" name="Freeform 146">
                <a:extLst>
                  <a:ext uri="{FF2B5EF4-FFF2-40B4-BE49-F238E27FC236}">
                    <a16:creationId xmlns:a16="http://schemas.microsoft.com/office/drawing/2014/main" id="{5849FC3C-1116-B34F-ADB0-A46399928E07}"/>
                  </a:ext>
                </a:extLst>
              </p:cNvPr>
              <p:cNvSpPr>
                <a:spLocks/>
              </p:cNvSpPr>
              <p:nvPr/>
            </p:nvSpPr>
            <p:spPr bwMode="auto">
              <a:xfrm>
                <a:off x="3608388" y="2627313"/>
                <a:ext cx="20638" cy="17463"/>
              </a:xfrm>
              <a:custGeom>
                <a:avLst/>
                <a:gdLst>
                  <a:gd name="T0" fmla="*/ 87 w 87"/>
                  <a:gd name="T1" fmla="*/ 78 h 78"/>
                  <a:gd name="T2" fmla="*/ 66 w 87"/>
                  <a:gd name="T3" fmla="*/ 7 h 78"/>
                  <a:gd name="T4" fmla="*/ 22 w 87"/>
                  <a:gd name="T5" fmla="*/ 7 h 78"/>
                  <a:gd name="T6" fmla="*/ 0 w 87"/>
                  <a:gd name="T7" fmla="*/ 73 h 78"/>
                  <a:gd name="T8" fmla="*/ 87 w 87"/>
                  <a:gd name="T9" fmla="*/ 78 h 78"/>
                </a:gdLst>
                <a:ahLst/>
                <a:cxnLst>
                  <a:cxn ang="0">
                    <a:pos x="T0" y="T1"/>
                  </a:cxn>
                  <a:cxn ang="0">
                    <a:pos x="T2" y="T3"/>
                  </a:cxn>
                  <a:cxn ang="0">
                    <a:pos x="T4" y="T5"/>
                  </a:cxn>
                  <a:cxn ang="0">
                    <a:pos x="T6" y="T7"/>
                  </a:cxn>
                  <a:cxn ang="0">
                    <a:pos x="T8" y="T9"/>
                  </a:cxn>
                </a:cxnLst>
                <a:rect l="0" t="0" r="r" b="b"/>
                <a:pathLst>
                  <a:path w="87" h="78">
                    <a:moveTo>
                      <a:pt x="87" y="78"/>
                    </a:moveTo>
                    <a:cubicBezTo>
                      <a:pt x="78" y="47"/>
                      <a:pt x="77" y="24"/>
                      <a:pt x="66" y="7"/>
                    </a:cubicBezTo>
                    <a:cubicBezTo>
                      <a:pt x="61" y="0"/>
                      <a:pt x="27" y="0"/>
                      <a:pt x="22" y="7"/>
                    </a:cubicBezTo>
                    <a:cubicBezTo>
                      <a:pt x="10" y="23"/>
                      <a:pt x="8" y="47"/>
                      <a:pt x="0" y="73"/>
                    </a:cubicBezTo>
                    <a:cubicBezTo>
                      <a:pt x="31" y="75"/>
                      <a:pt x="51" y="76"/>
                      <a:pt x="87" y="78"/>
                    </a:cubicBezTo>
                    <a:close/>
                  </a:path>
                </a:pathLst>
              </a:custGeom>
              <a:grpFill/>
              <a:ln>
                <a:solidFill>
                  <a:schemeClr val="accent6">
                    <a:lumMod val="40000"/>
                    <a:lumOff val="60000"/>
                  </a:schemeClr>
                </a:solidFill>
              </a:ln>
            </p:spPr>
            <p:txBody>
              <a:bodyPr vert="horz" wrap="square" lIns="89642" tIns="44821" rIns="89642" bIns="44821"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72290" rtl="0" eaLnBrk="1" fontAlgn="auto" latinLnBrk="0" hangingPunct="1">
                  <a:lnSpc>
                    <a:spcPct val="100000"/>
                  </a:lnSpc>
                  <a:spcBef>
                    <a:spcPts val="0"/>
                  </a:spcBef>
                  <a:spcAft>
                    <a:spcPts val="0"/>
                  </a:spcAft>
                  <a:buClrTx/>
                  <a:buSzTx/>
                  <a:buFontTx/>
                  <a:buNone/>
                  <a:tabLst/>
                  <a:defRPr/>
                </a:pPr>
                <a:endParaRPr kumimoji="0" lang="en-US" sz="500" b="0" i="0" u="none" strike="noStrike" kern="0" cap="none" spc="0" normalizeH="0" baseline="0" noProof="0">
                  <a:ln>
                    <a:noFill/>
                  </a:ln>
                  <a:solidFill>
                    <a:srgbClr val="1A1A1A"/>
                  </a:solidFill>
                  <a:effectLst/>
                  <a:uLnTx/>
                  <a:uFillTx/>
                  <a:latin typeface="Arial" panose="020B0604020202020204" pitchFamily="34" charset="0"/>
                  <a:cs typeface="Arial" panose="020B0604020202020204" pitchFamily="34" charset="0"/>
                </a:endParaRPr>
              </a:p>
            </p:txBody>
          </p:sp>
          <p:sp>
            <p:nvSpPr>
              <p:cNvPr id="156" name="Freeform 155">
                <a:extLst>
                  <a:ext uri="{FF2B5EF4-FFF2-40B4-BE49-F238E27FC236}">
                    <a16:creationId xmlns:a16="http://schemas.microsoft.com/office/drawing/2014/main" id="{9AEB5610-62C5-1D4D-94C0-94BF05689B45}"/>
                  </a:ext>
                </a:extLst>
              </p:cNvPr>
              <p:cNvSpPr>
                <a:spLocks/>
              </p:cNvSpPr>
              <p:nvPr/>
            </p:nvSpPr>
            <p:spPr bwMode="auto">
              <a:xfrm>
                <a:off x="3608388" y="2627313"/>
                <a:ext cx="20638" cy="17463"/>
              </a:xfrm>
              <a:custGeom>
                <a:avLst/>
                <a:gdLst>
                  <a:gd name="T0" fmla="*/ 87 w 87"/>
                  <a:gd name="T1" fmla="*/ 78 h 78"/>
                  <a:gd name="T2" fmla="*/ 0 w 87"/>
                  <a:gd name="T3" fmla="*/ 73 h 78"/>
                  <a:gd name="T4" fmla="*/ 22 w 87"/>
                  <a:gd name="T5" fmla="*/ 7 h 78"/>
                  <a:gd name="T6" fmla="*/ 66 w 87"/>
                  <a:gd name="T7" fmla="*/ 7 h 78"/>
                  <a:gd name="T8" fmla="*/ 87 w 87"/>
                  <a:gd name="T9" fmla="*/ 78 h 78"/>
                </a:gdLst>
                <a:ahLst/>
                <a:cxnLst>
                  <a:cxn ang="0">
                    <a:pos x="T0" y="T1"/>
                  </a:cxn>
                  <a:cxn ang="0">
                    <a:pos x="T2" y="T3"/>
                  </a:cxn>
                  <a:cxn ang="0">
                    <a:pos x="T4" y="T5"/>
                  </a:cxn>
                  <a:cxn ang="0">
                    <a:pos x="T6" y="T7"/>
                  </a:cxn>
                  <a:cxn ang="0">
                    <a:pos x="T8" y="T9"/>
                  </a:cxn>
                </a:cxnLst>
                <a:rect l="0" t="0" r="r" b="b"/>
                <a:pathLst>
                  <a:path w="87" h="78">
                    <a:moveTo>
                      <a:pt x="87" y="78"/>
                    </a:moveTo>
                    <a:cubicBezTo>
                      <a:pt x="51" y="76"/>
                      <a:pt x="31" y="75"/>
                      <a:pt x="0" y="73"/>
                    </a:cubicBezTo>
                    <a:cubicBezTo>
                      <a:pt x="8" y="47"/>
                      <a:pt x="10" y="23"/>
                      <a:pt x="22" y="7"/>
                    </a:cubicBezTo>
                    <a:cubicBezTo>
                      <a:pt x="27" y="0"/>
                      <a:pt x="61" y="0"/>
                      <a:pt x="66" y="7"/>
                    </a:cubicBezTo>
                    <a:cubicBezTo>
                      <a:pt x="77" y="24"/>
                      <a:pt x="78" y="47"/>
                      <a:pt x="87" y="78"/>
                    </a:cubicBezTo>
                    <a:close/>
                  </a:path>
                </a:pathLst>
              </a:custGeom>
              <a:grpFill/>
              <a:ln>
                <a:solidFill>
                  <a:schemeClr val="accent6">
                    <a:lumMod val="40000"/>
                    <a:lumOff val="60000"/>
                  </a:schemeClr>
                </a:solidFill>
              </a:ln>
            </p:spPr>
            <p:txBody>
              <a:bodyPr vert="horz" wrap="square" lIns="89642" tIns="44821" rIns="89642" bIns="44821"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72290" rtl="0" eaLnBrk="1" fontAlgn="auto" latinLnBrk="0" hangingPunct="1">
                  <a:lnSpc>
                    <a:spcPct val="100000"/>
                  </a:lnSpc>
                  <a:spcBef>
                    <a:spcPts val="0"/>
                  </a:spcBef>
                  <a:spcAft>
                    <a:spcPts val="0"/>
                  </a:spcAft>
                  <a:buClrTx/>
                  <a:buSzTx/>
                  <a:buFontTx/>
                  <a:buNone/>
                  <a:tabLst/>
                  <a:defRPr/>
                </a:pPr>
                <a:endParaRPr kumimoji="0" lang="en-US" sz="500" b="0" i="0" u="none" strike="noStrike" kern="0" cap="none" spc="0" normalizeH="0" baseline="0" noProof="0">
                  <a:ln>
                    <a:noFill/>
                  </a:ln>
                  <a:solidFill>
                    <a:srgbClr val="1A1A1A"/>
                  </a:solidFill>
                  <a:effectLst/>
                  <a:uLnTx/>
                  <a:uFillTx/>
                  <a:latin typeface="Arial" panose="020B0604020202020204" pitchFamily="34" charset="0"/>
                  <a:cs typeface="Arial" panose="020B0604020202020204" pitchFamily="34" charset="0"/>
                </a:endParaRPr>
              </a:p>
            </p:txBody>
          </p:sp>
        </p:grpSp>
        <p:sp>
          <p:nvSpPr>
            <p:cNvPr id="144" name="Rectangle 143">
              <a:extLst>
                <a:ext uri="{FF2B5EF4-FFF2-40B4-BE49-F238E27FC236}">
                  <a16:creationId xmlns:a16="http://schemas.microsoft.com/office/drawing/2014/main" id="{02618CA8-7BD7-D54C-866E-3BFF36F0AB8D}"/>
                </a:ext>
              </a:extLst>
            </p:cNvPr>
            <p:cNvSpPr/>
            <p:nvPr/>
          </p:nvSpPr>
          <p:spPr>
            <a:xfrm>
              <a:off x="1155602" y="2807914"/>
              <a:ext cx="243982" cy="117504"/>
            </a:xfrm>
            <a:prstGeom prst="rect">
              <a:avLst/>
            </a:prstGeom>
            <a:solidFill>
              <a:schemeClr val="accent6">
                <a:lumMod val="20000"/>
                <a:lumOff val="80000"/>
              </a:schemeClr>
            </a:solidFill>
            <a:ln w="12700" cap="flat" cmpd="sng" algn="ctr">
              <a:noFill/>
              <a:prstDash val="solid"/>
              <a:miter lim="800000"/>
            </a:ln>
            <a:effectLst/>
          </p:spPr>
          <p:txBody>
            <a:bodyPr lIns="134464" tIns="107571" rIns="134464" bIns="107571" rtlCol="0" anchor="t"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72290" rtl="0" eaLnBrk="1" fontAlgn="auto" latinLnBrk="0" hangingPunct="1">
                <a:lnSpc>
                  <a:spcPct val="90000"/>
                </a:lnSpc>
                <a:spcBef>
                  <a:spcPts val="588"/>
                </a:spcBef>
                <a:spcAft>
                  <a:spcPts val="0"/>
                </a:spcAft>
                <a:buClrTx/>
                <a:buSzTx/>
                <a:buFontTx/>
                <a:buNone/>
                <a:tabLst/>
                <a:defRPr/>
              </a:pPr>
              <a:endParaRPr kumimoji="0" lang="en-US" sz="500" b="0" i="0" u="none" strike="noStrike" kern="0" cap="none" spc="0" normalizeH="0" baseline="0" noProof="0">
                <a:ln>
                  <a:noFill/>
                </a:ln>
                <a:solidFill>
                  <a:srgbClr val="1A1A1A"/>
                </a:solidFill>
                <a:effectLst/>
                <a:uLnTx/>
                <a:uFillTx/>
                <a:latin typeface="Arial" panose="020B0604020202020204" pitchFamily="34" charset="0"/>
                <a:cs typeface="Arial" panose="020B0604020202020204" pitchFamily="34" charset="0"/>
              </a:endParaRPr>
            </a:p>
          </p:txBody>
        </p:sp>
      </p:grpSp>
      <p:cxnSp>
        <p:nvCxnSpPr>
          <p:cNvPr id="91" name="Connector: Elbow 565">
            <a:extLst>
              <a:ext uri="{FF2B5EF4-FFF2-40B4-BE49-F238E27FC236}">
                <a16:creationId xmlns:a16="http://schemas.microsoft.com/office/drawing/2014/main" id="{AEFB75A1-50EB-A345-B843-E7AA8F19779B}"/>
              </a:ext>
            </a:extLst>
          </p:cNvPr>
          <p:cNvCxnSpPr>
            <a:cxnSpLocks/>
          </p:cNvCxnSpPr>
          <p:nvPr/>
        </p:nvCxnSpPr>
        <p:spPr>
          <a:xfrm flipH="1" flipV="1">
            <a:off x="5780267" y="1694878"/>
            <a:ext cx="34256" cy="560"/>
          </a:xfrm>
          <a:prstGeom prst="bentConnector3">
            <a:avLst>
              <a:gd name="adj1" fmla="val 34498"/>
            </a:avLst>
          </a:prstGeom>
          <a:ln w="15875">
            <a:solidFill>
              <a:schemeClr val="accent6">
                <a:lumMod val="40000"/>
                <a:lumOff val="60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111" name="Rectangle 110">
            <a:extLst>
              <a:ext uri="{FF2B5EF4-FFF2-40B4-BE49-F238E27FC236}">
                <a16:creationId xmlns:a16="http://schemas.microsoft.com/office/drawing/2014/main" id="{6F50E8F4-7DCE-6246-9F2D-199F54F16E88}"/>
              </a:ext>
            </a:extLst>
          </p:cNvPr>
          <p:cNvSpPr/>
          <p:nvPr/>
        </p:nvSpPr>
        <p:spPr bwMode="auto">
          <a:xfrm>
            <a:off x="4577937" y="3083214"/>
            <a:ext cx="1152000" cy="905998"/>
          </a:xfrm>
          <a:prstGeom prst="rect">
            <a:avLst/>
          </a:prstGeom>
          <a:noFill/>
          <a:ln>
            <a:solidFill>
              <a:schemeClr val="bg1">
                <a:lumMod val="65000"/>
              </a:schemeClr>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horz" wrap="square" lIns="182854" tIns="36000" rIns="182854" bIns="14628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710457" rtl="0" eaLnBrk="1" fontAlgn="auto" latinLnBrk="0" hangingPunct="1">
              <a:lnSpc>
                <a:spcPct val="100000"/>
              </a:lnSpc>
              <a:spcBef>
                <a:spcPct val="0"/>
              </a:spcBef>
              <a:spcAft>
                <a:spcPct val="35000"/>
              </a:spcAft>
              <a:buClrTx/>
              <a:buSzTx/>
              <a:buFontTx/>
              <a:buNone/>
              <a:tabLst/>
              <a:defRPr/>
            </a:pPr>
            <a:r>
              <a:rPr kumimoji="0" lang="en-AU" sz="900" b="0" i="0" u="none" strike="noStrike" kern="0" cap="none" spc="0" normalizeH="0" baseline="0" noProof="0" dirty="0">
                <a:ln>
                  <a:noFill/>
                </a:ln>
                <a:solidFill>
                  <a:srgbClr val="1A1A1A"/>
                </a:solidFill>
                <a:effectLst/>
                <a:uLnTx/>
                <a:uFillTx/>
                <a:latin typeface="Arial" panose="020B0604020202020204" pitchFamily="34" charset="0"/>
                <a:cs typeface="Arial" panose="020B0604020202020204" pitchFamily="34" charset="0"/>
              </a:rPr>
              <a:t>Data Warehouse / Data Mart</a:t>
            </a:r>
          </a:p>
        </p:txBody>
      </p:sp>
      <p:cxnSp>
        <p:nvCxnSpPr>
          <p:cNvPr id="157" name="Connector: Elbow 565">
            <a:extLst>
              <a:ext uri="{FF2B5EF4-FFF2-40B4-BE49-F238E27FC236}">
                <a16:creationId xmlns:a16="http://schemas.microsoft.com/office/drawing/2014/main" id="{498AB5EF-3150-3F4B-AF90-3441E3CA294C}"/>
              </a:ext>
            </a:extLst>
          </p:cNvPr>
          <p:cNvCxnSpPr>
            <a:cxnSpLocks/>
          </p:cNvCxnSpPr>
          <p:nvPr/>
        </p:nvCxnSpPr>
        <p:spPr>
          <a:xfrm flipV="1">
            <a:off x="4487892" y="3547756"/>
            <a:ext cx="34256" cy="560"/>
          </a:xfrm>
          <a:prstGeom prst="bentConnector3">
            <a:avLst>
              <a:gd name="adj1" fmla="val 34498"/>
            </a:avLst>
          </a:prstGeom>
          <a:ln w="15875">
            <a:solidFill>
              <a:schemeClr val="accent6">
                <a:lumMod val="40000"/>
                <a:lumOff val="60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58" name="Connector: Elbow 565">
            <a:extLst>
              <a:ext uri="{FF2B5EF4-FFF2-40B4-BE49-F238E27FC236}">
                <a16:creationId xmlns:a16="http://schemas.microsoft.com/office/drawing/2014/main" id="{8524334E-8C9E-F74F-83C2-ECDC048340C0}"/>
              </a:ext>
            </a:extLst>
          </p:cNvPr>
          <p:cNvCxnSpPr>
            <a:cxnSpLocks/>
          </p:cNvCxnSpPr>
          <p:nvPr/>
        </p:nvCxnSpPr>
        <p:spPr>
          <a:xfrm flipH="1" flipV="1">
            <a:off x="4431292" y="3438902"/>
            <a:ext cx="34256" cy="560"/>
          </a:xfrm>
          <a:prstGeom prst="bentConnector3">
            <a:avLst>
              <a:gd name="adj1" fmla="val 34498"/>
            </a:avLst>
          </a:prstGeom>
          <a:ln w="15875">
            <a:solidFill>
              <a:schemeClr val="accent6">
                <a:lumMod val="40000"/>
                <a:lumOff val="60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159" name="Rectangle 158">
            <a:extLst>
              <a:ext uri="{FF2B5EF4-FFF2-40B4-BE49-F238E27FC236}">
                <a16:creationId xmlns:a16="http://schemas.microsoft.com/office/drawing/2014/main" id="{3DBD1D15-A207-A444-82DF-3FF4CE3BD521}"/>
              </a:ext>
            </a:extLst>
          </p:cNvPr>
          <p:cNvSpPr/>
          <p:nvPr/>
        </p:nvSpPr>
        <p:spPr>
          <a:xfrm>
            <a:off x="5933865" y="2786129"/>
            <a:ext cx="1288318" cy="369332"/>
          </a:xfrm>
          <a:prstGeom prst="rect">
            <a:avLst/>
          </a:prstGeom>
          <a:noFill/>
          <a:ln>
            <a:noFill/>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710457" rtl="0" eaLnBrk="1" fontAlgn="auto" latinLnBrk="0" hangingPunct="1">
              <a:lnSpc>
                <a:spcPct val="100000"/>
              </a:lnSpc>
              <a:spcBef>
                <a:spcPct val="0"/>
              </a:spcBef>
              <a:spcAft>
                <a:spcPts val="0"/>
              </a:spcAft>
              <a:buClrTx/>
              <a:buSzTx/>
              <a:buFontTx/>
              <a:buNone/>
              <a:tabLst/>
              <a:defRPr/>
            </a:pPr>
            <a:r>
              <a:rPr kumimoji="0" lang="en-AU" sz="900" b="0" i="0" u="none" strike="noStrike" kern="0" cap="none" spc="0" normalizeH="0" baseline="0" noProof="0" dirty="0">
                <a:ln>
                  <a:noFill/>
                </a:ln>
                <a:solidFill>
                  <a:srgbClr val="1A1A1A"/>
                </a:solidFill>
                <a:effectLst/>
                <a:uLnTx/>
                <a:uFillTx/>
                <a:latin typeface="Arial" panose="020B0604020202020204" pitchFamily="34" charset="0"/>
                <a:cs typeface="Arial" panose="020B0604020202020204" pitchFamily="34" charset="0"/>
              </a:rPr>
              <a:t>Master Data Management</a:t>
            </a:r>
          </a:p>
        </p:txBody>
      </p:sp>
    </p:spTree>
    <p:extLst>
      <p:ext uri="{BB962C8B-B14F-4D97-AF65-F5344CB8AC3E}">
        <p14:creationId xmlns:p14="http://schemas.microsoft.com/office/powerpoint/2010/main" val="3114692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35"/>
          <p:cNvSpPr txBox="1">
            <a:spLocks noGrp="1"/>
          </p:cNvSpPr>
          <p:nvPr>
            <p:ph type="title"/>
          </p:nvPr>
        </p:nvSpPr>
        <p:spPr>
          <a:xfrm>
            <a:off x="419100" y="457200"/>
            <a:ext cx="8305800" cy="417600"/>
          </a:xfrm>
          <a:prstGeom prst="rect">
            <a:avLst/>
          </a:prstGeom>
        </p:spPr>
        <p:txBody>
          <a:bodyPr spcFirstLastPara="1" wrap="square" lIns="0" tIns="91425" rIns="0" bIns="91425" anchor="t" anchorCtr="0">
            <a:noAutofit/>
          </a:bodyPr>
          <a:lstStyle/>
          <a:p>
            <a:pPr lvl="0"/>
            <a:r>
              <a:rPr lang="en" cap="all" dirty="0"/>
              <a:t>CLOUDERA | HL Enterprise BIG Data Architecture</a:t>
            </a:r>
            <a:endParaRPr cap="all" dirty="0"/>
          </a:p>
        </p:txBody>
      </p:sp>
      <p:sp>
        <p:nvSpPr>
          <p:cNvPr id="395" name="Rectangle 394">
            <a:extLst>
              <a:ext uri="{FF2B5EF4-FFF2-40B4-BE49-F238E27FC236}">
                <a16:creationId xmlns:a16="http://schemas.microsoft.com/office/drawing/2014/main" id="{1D799CE1-CB96-4288-918C-AABF4AF5F34D}"/>
              </a:ext>
            </a:extLst>
          </p:cNvPr>
          <p:cNvSpPr/>
          <p:nvPr/>
        </p:nvSpPr>
        <p:spPr bwMode="auto">
          <a:xfrm>
            <a:off x="3230473" y="1569600"/>
            <a:ext cx="2499464" cy="1328536"/>
          </a:xfrm>
          <a:prstGeom prst="rect">
            <a:avLst/>
          </a:prstGeom>
          <a:noFill/>
          <a:ln w="28575">
            <a:solidFill>
              <a:schemeClr val="accent1"/>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horz" wrap="square" lIns="182854" tIns="36000" rIns="182854" bIns="14628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710457" rtl="0" eaLnBrk="1" fontAlgn="auto" latinLnBrk="0" hangingPunct="1">
              <a:lnSpc>
                <a:spcPct val="100000"/>
              </a:lnSpc>
              <a:spcBef>
                <a:spcPct val="0"/>
              </a:spcBef>
              <a:spcAft>
                <a:spcPct val="35000"/>
              </a:spcAft>
              <a:buClrTx/>
              <a:buSzTx/>
              <a:buFontTx/>
              <a:buNone/>
              <a:tabLst/>
              <a:defRPr/>
            </a:pPr>
            <a:r>
              <a:rPr kumimoji="0" lang="en-AU" sz="900" b="0" i="0" u="none" strike="noStrike" kern="0" cap="none" spc="0" normalizeH="0" baseline="0" noProof="0" dirty="0">
                <a:ln>
                  <a:noFill/>
                </a:ln>
                <a:solidFill>
                  <a:srgbClr val="1A1A1A"/>
                </a:solidFill>
                <a:effectLst/>
                <a:uLnTx/>
                <a:uFillTx/>
                <a:latin typeface="Arial" panose="020B0604020202020204" pitchFamily="34" charset="0"/>
                <a:cs typeface="Arial" panose="020B0604020202020204" pitchFamily="34" charset="0"/>
              </a:rPr>
              <a:t>Data Lake</a:t>
            </a:r>
          </a:p>
        </p:txBody>
      </p:sp>
      <p:sp>
        <p:nvSpPr>
          <p:cNvPr id="396" name="Rectangle 395">
            <a:extLst>
              <a:ext uri="{FF2B5EF4-FFF2-40B4-BE49-F238E27FC236}">
                <a16:creationId xmlns:a16="http://schemas.microsoft.com/office/drawing/2014/main" id="{2E09ADFD-3F16-4C64-976E-E875B2D24B98}"/>
              </a:ext>
            </a:extLst>
          </p:cNvPr>
          <p:cNvSpPr/>
          <p:nvPr/>
        </p:nvSpPr>
        <p:spPr bwMode="auto">
          <a:xfrm>
            <a:off x="3230473" y="3083214"/>
            <a:ext cx="1152000" cy="905998"/>
          </a:xfrm>
          <a:prstGeom prst="rect">
            <a:avLst/>
          </a:prstGeom>
          <a:noFill/>
          <a:ln w="28575">
            <a:solidFill>
              <a:schemeClr val="accent1"/>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horz" wrap="square" lIns="182854" tIns="36000" rIns="182854" bIns="14628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710457" rtl="0" eaLnBrk="1" fontAlgn="auto" latinLnBrk="0" hangingPunct="1">
              <a:lnSpc>
                <a:spcPct val="100000"/>
              </a:lnSpc>
              <a:spcBef>
                <a:spcPct val="0"/>
              </a:spcBef>
              <a:spcAft>
                <a:spcPct val="35000"/>
              </a:spcAft>
              <a:buClrTx/>
              <a:buSzTx/>
              <a:buFontTx/>
              <a:buNone/>
              <a:tabLst/>
              <a:defRPr/>
            </a:pPr>
            <a:r>
              <a:rPr kumimoji="0" lang="en-AU" sz="900" b="0" i="0" u="none" strike="noStrike" kern="0" cap="none" spc="0" normalizeH="0" baseline="0" noProof="0" dirty="0">
                <a:ln>
                  <a:noFill/>
                </a:ln>
                <a:solidFill>
                  <a:srgbClr val="1A1A1A"/>
                </a:solidFill>
                <a:effectLst/>
                <a:uLnTx/>
                <a:uFillTx/>
                <a:latin typeface="Arial" panose="020B0604020202020204" pitchFamily="34" charset="0"/>
                <a:cs typeface="Arial" panose="020B0604020202020204" pitchFamily="34" charset="0"/>
              </a:rPr>
              <a:t>Operational Database</a:t>
            </a:r>
          </a:p>
        </p:txBody>
      </p:sp>
      <p:sp>
        <p:nvSpPr>
          <p:cNvPr id="398" name="Rectangle 397">
            <a:extLst>
              <a:ext uri="{FF2B5EF4-FFF2-40B4-BE49-F238E27FC236}">
                <a16:creationId xmlns:a16="http://schemas.microsoft.com/office/drawing/2014/main" id="{FBEF6C18-1F9E-4DA5-9DDE-11B5737E9ADC}"/>
              </a:ext>
            </a:extLst>
          </p:cNvPr>
          <p:cNvSpPr/>
          <p:nvPr/>
        </p:nvSpPr>
        <p:spPr bwMode="auto">
          <a:xfrm>
            <a:off x="7430943" y="1031819"/>
            <a:ext cx="983864" cy="2958513"/>
          </a:xfrm>
          <a:prstGeom prst="rect">
            <a:avLst/>
          </a:prstGeom>
          <a:noFill/>
          <a:ln w="28575">
            <a:solidFill>
              <a:schemeClr val="accent1"/>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horz" wrap="square" lIns="182854" tIns="36000" rIns="182854" bIns="14628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710457" rtl="0" eaLnBrk="1" fontAlgn="auto" latinLnBrk="0" hangingPunct="1">
              <a:lnSpc>
                <a:spcPct val="100000"/>
              </a:lnSpc>
              <a:spcBef>
                <a:spcPct val="0"/>
              </a:spcBef>
              <a:spcAft>
                <a:spcPct val="35000"/>
              </a:spcAft>
              <a:buClrTx/>
              <a:buSzTx/>
              <a:buFontTx/>
              <a:buNone/>
              <a:tabLst/>
              <a:defRPr/>
            </a:pPr>
            <a:r>
              <a:rPr kumimoji="0" lang="en-AU" sz="800" b="0" i="0" u="none" strike="noStrike" kern="0" cap="none" spc="0" normalizeH="0" baseline="0" noProof="0" dirty="0">
                <a:ln>
                  <a:noFill/>
                </a:ln>
                <a:solidFill>
                  <a:srgbClr val="1A1A1A"/>
                </a:solidFill>
                <a:effectLst/>
                <a:uLnTx/>
                <a:uFillTx/>
                <a:latin typeface="Arial" panose="020B0604020202020204" pitchFamily="34" charset="0"/>
                <a:cs typeface="Arial" panose="020B0604020202020204" pitchFamily="34" charset="0"/>
              </a:rPr>
              <a:t>Visualize, Interact, Self-Serve</a:t>
            </a:r>
          </a:p>
        </p:txBody>
      </p:sp>
      <p:cxnSp>
        <p:nvCxnSpPr>
          <p:cNvPr id="401" name="Connector: Elbow 565">
            <a:extLst>
              <a:ext uri="{FF2B5EF4-FFF2-40B4-BE49-F238E27FC236}">
                <a16:creationId xmlns:a16="http://schemas.microsoft.com/office/drawing/2014/main" id="{09ABDAD8-BE20-454C-B814-F175658D84D9}"/>
              </a:ext>
            </a:extLst>
          </p:cNvPr>
          <p:cNvCxnSpPr>
            <a:cxnSpLocks/>
          </p:cNvCxnSpPr>
          <p:nvPr/>
        </p:nvCxnSpPr>
        <p:spPr>
          <a:xfrm flipV="1">
            <a:off x="3146017" y="2108536"/>
            <a:ext cx="34256" cy="560"/>
          </a:xfrm>
          <a:prstGeom prst="bentConnector3">
            <a:avLst>
              <a:gd name="adj1" fmla="val 34498"/>
            </a:avLst>
          </a:prstGeom>
          <a:ln w="15875">
            <a:solidFill>
              <a:schemeClr val="accent6">
                <a:lumMod val="40000"/>
                <a:lumOff val="60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402" name="Rectangle 401">
            <a:extLst>
              <a:ext uri="{FF2B5EF4-FFF2-40B4-BE49-F238E27FC236}">
                <a16:creationId xmlns:a16="http://schemas.microsoft.com/office/drawing/2014/main" id="{8F1C8AA8-E6B8-4BAE-B2E1-D6C076EC905C}"/>
              </a:ext>
            </a:extLst>
          </p:cNvPr>
          <p:cNvSpPr>
            <a:spLocks noChangeAspect="1"/>
          </p:cNvSpPr>
          <p:nvPr/>
        </p:nvSpPr>
        <p:spPr bwMode="auto">
          <a:xfrm>
            <a:off x="1948597" y="1583293"/>
            <a:ext cx="1062000" cy="2410399"/>
          </a:xfrm>
          <a:prstGeom prst="rect">
            <a:avLst/>
          </a:prstGeom>
          <a:noFill/>
          <a:ln w="28575">
            <a:solidFill>
              <a:schemeClr val="accent1"/>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horz" wrap="square" lIns="182854" tIns="36000" rIns="182854" bIns="14628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710457" rtl="0" eaLnBrk="1" fontAlgn="auto" latinLnBrk="0" hangingPunct="1">
              <a:lnSpc>
                <a:spcPct val="100000"/>
              </a:lnSpc>
              <a:spcBef>
                <a:spcPct val="0"/>
              </a:spcBef>
              <a:spcAft>
                <a:spcPct val="35000"/>
              </a:spcAft>
              <a:buClrTx/>
              <a:buSzTx/>
              <a:buFontTx/>
              <a:buNone/>
              <a:tabLst/>
              <a:defRPr/>
            </a:pPr>
            <a:r>
              <a:rPr kumimoji="0" lang="en-US" sz="900" b="0" i="0" u="none" strike="noStrike" kern="0" cap="none" spc="0" normalizeH="0" baseline="0" noProof="0" dirty="0">
                <a:ln>
                  <a:noFill/>
                </a:ln>
                <a:solidFill>
                  <a:srgbClr val="1A1A1A"/>
                </a:solidFill>
                <a:effectLst/>
                <a:uLnTx/>
                <a:uFillTx/>
                <a:latin typeface="Arial" panose="020B0604020202020204" pitchFamily="34" charset="0"/>
                <a:cs typeface="Arial" panose="020B0604020202020204" pitchFamily="34" charset="0"/>
              </a:rPr>
              <a:t>Data Integration and Ingestion</a:t>
            </a:r>
          </a:p>
        </p:txBody>
      </p:sp>
      <p:cxnSp>
        <p:nvCxnSpPr>
          <p:cNvPr id="404" name="Connector: Elbow 666">
            <a:extLst>
              <a:ext uri="{FF2B5EF4-FFF2-40B4-BE49-F238E27FC236}">
                <a16:creationId xmlns:a16="http://schemas.microsoft.com/office/drawing/2014/main" id="{901447D8-8FD7-4D34-91B8-3515CA3530D8}"/>
              </a:ext>
            </a:extLst>
          </p:cNvPr>
          <p:cNvCxnSpPr>
            <a:cxnSpLocks/>
          </p:cNvCxnSpPr>
          <p:nvPr/>
        </p:nvCxnSpPr>
        <p:spPr>
          <a:xfrm flipV="1">
            <a:off x="3149558" y="3469613"/>
            <a:ext cx="34256" cy="560"/>
          </a:xfrm>
          <a:prstGeom prst="bentConnector3">
            <a:avLst>
              <a:gd name="adj1" fmla="val 34498"/>
            </a:avLst>
          </a:prstGeom>
          <a:ln w="15875">
            <a:solidFill>
              <a:schemeClr val="accent6">
                <a:lumMod val="40000"/>
                <a:lumOff val="60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411" name="Rectangle 410">
            <a:extLst>
              <a:ext uri="{FF2B5EF4-FFF2-40B4-BE49-F238E27FC236}">
                <a16:creationId xmlns:a16="http://schemas.microsoft.com/office/drawing/2014/main" id="{981AC613-3D3D-40B0-BA9E-E00CFD4B3CC9}"/>
              </a:ext>
            </a:extLst>
          </p:cNvPr>
          <p:cNvSpPr/>
          <p:nvPr/>
        </p:nvSpPr>
        <p:spPr bwMode="auto">
          <a:xfrm>
            <a:off x="489935" y="3182136"/>
            <a:ext cx="1108296" cy="813236"/>
          </a:xfrm>
          <a:prstGeom prst="rect">
            <a:avLst/>
          </a:prstGeom>
          <a:noFill/>
          <a:ln>
            <a:solidFill>
              <a:schemeClr val="bg1">
                <a:lumMod val="65000"/>
              </a:schemeClr>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horz" wrap="square" lIns="182854" tIns="36000" rIns="182854" bIns="14628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l" defTabSz="710457" rtl="0" eaLnBrk="1" fontAlgn="auto" latinLnBrk="0" hangingPunct="1">
              <a:lnSpc>
                <a:spcPct val="100000"/>
              </a:lnSpc>
              <a:spcBef>
                <a:spcPct val="0"/>
              </a:spcBef>
              <a:spcAft>
                <a:spcPct val="35000"/>
              </a:spcAft>
              <a:buClrTx/>
              <a:buSzTx/>
              <a:buFontTx/>
              <a:buNone/>
              <a:tabLst/>
              <a:defRPr/>
            </a:pPr>
            <a:endParaRPr kumimoji="0" lang="en-AU" sz="500" b="0" i="0" u="none" strike="noStrike" kern="0" cap="none" spc="0" normalizeH="0" baseline="0" noProof="0">
              <a:ln>
                <a:noFill/>
              </a:ln>
              <a:solidFill>
                <a:srgbClr val="1A1A1A"/>
              </a:solidFill>
              <a:effectLst/>
              <a:uLnTx/>
              <a:uFillTx/>
              <a:latin typeface="Arial" panose="020B0604020202020204" pitchFamily="34" charset="0"/>
              <a:cs typeface="Arial" panose="020B0604020202020204" pitchFamily="34" charset="0"/>
            </a:endParaRPr>
          </a:p>
        </p:txBody>
      </p:sp>
      <p:sp>
        <p:nvSpPr>
          <p:cNvPr id="412" name="Rectangle 411">
            <a:extLst>
              <a:ext uri="{FF2B5EF4-FFF2-40B4-BE49-F238E27FC236}">
                <a16:creationId xmlns:a16="http://schemas.microsoft.com/office/drawing/2014/main" id="{9D6C76FD-ACDA-4C3A-91BD-EA4769708D0E}"/>
              </a:ext>
            </a:extLst>
          </p:cNvPr>
          <p:cNvSpPr/>
          <p:nvPr/>
        </p:nvSpPr>
        <p:spPr>
          <a:xfrm>
            <a:off x="454323" y="3170497"/>
            <a:ext cx="1167072" cy="200055"/>
          </a:xfrm>
          <a:prstGeom prst="rect">
            <a:avLst/>
          </a:prstGeom>
          <a:ln>
            <a:noFill/>
          </a:ln>
        </p:spPr>
        <p:txBody>
          <a:bodyPr wrap="square"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710457" rtl="0" eaLnBrk="1" fontAlgn="auto" latinLnBrk="0" hangingPunct="1">
              <a:lnSpc>
                <a:spcPct val="100000"/>
              </a:lnSpc>
              <a:spcBef>
                <a:spcPct val="0"/>
              </a:spcBef>
              <a:spcAft>
                <a:spcPts val="0"/>
              </a:spcAft>
              <a:buClrTx/>
              <a:buSzTx/>
              <a:buFontTx/>
              <a:buNone/>
              <a:tabLst/>
              <a:defRPr/>
            </a:pPr>
            <a:r>
              <a:rPr kumimoji="0" lang="en-AU" sz="700" b="0" i="0" u="none" strike="noStrike" kern="0" cap="none" spc="0" normalizeH="0" baseline="0" noProof="0" dirty="0">
                <a:ln>
                  <a:noFill/>
                </a:ln>
                <a:solidFill>
                  <a:srgbClr val="1A1A1A"/>
                </a:solidFill>
                <a:effectLst/>
                <a:uLnTx/>
                <a:uFillTx/>
                <a:latin typeface="Arial" panose="020B0604020202020204" pitchFamily="34" charset="0"/>
                <a:cs typeface="Arial" panose="020B0604020202020204" pitchFamily="34" charset="0"/>
              </a:rPr>
              <a:t>On-Prem Internal Data</a:t>
            </a:r>
          </a:p>
        </p:txBody>
      </p:sp>
      <p:sp>
        <p:nvSpPr>
          <p:cNvPr id="420" name="Rectangle 419">
            <a:extLst>
              <a:ext uri="{FF2B5EF4-FFF2-40B4-BE49-F238E27FC236}">
                <a16:creationId xmlns:a16="http://schemas.microsoft.com/office/drawing/2014/main" id="{03F5BBD4-A5F5-4831-B1C4-02E24B3191C5}"/>
              </a:ext>
            </a:extLst>
          </p:cNvPr>
          <p:cNvSpPr/>
          <p:nvPr/>
        </p:nvSpPr>
        <p:spPr bwMode="auto">
          <a:xfrm>
            <a:off x="489935" y="2296362"/>
            <a:ext cx="1108296" cy="688910"/>
          </a:xfrm>
          <a:prstGeom prst="rect">
            <a:avLst/>
          </a:prstGeom>
          <a:noFill/>
          <a:ln>
            <a:solidFill>
              <a:schemeClr val="bg1">
                <a:lumMod val="65000"/>
              </a:schemeClr>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horz" wrap="square" lIns="182854" tIns="36000" rIns="182854" bIns="14628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l" defTabSz="710457" rtl="0" eaLnBrk="1" fontAlgn="auto" latinLnBrk="0" hangingPunct="1">
              <a:lnSpc>
                <a:spcPct val="100000"/>
              </a:lnSpc>
              <a:spcBef>
                <a:spcPct val="0"/>
              </a:spcBef>
              <a:spcAft>
                <a:spcPct val="35000"/>
              </a:spcAft>
              <a:buClrTx/>
              <a:buSzTx/>
              <a:buFontTx/>
              <a:buNone/>
              <a:tabLst/>
              <a:defRPr/>
            </a:pPr>
            <a:endParaRPr kumimoji="0" lang="en-AU" sz="500" b="0" i="0" u="none" strike="noStrike" kern="0" cap="none" spc="0" normalizeH="0" baseline="0" noProof="0">
              <a:ln>
                <a:noFill/>
              </a:ln>
              <a:solidFill>
                <a:srgbClr val="1A1A1A"/>
              </a:solidFill>
              <a:effectLst/>
              <a:uLnTx/>
              <a:uFillTx/>
              <a:latin typeface="Arial" panose="020B0604020202020204" pitchFamily="34" charset="0"/>
              <a:cs typeface="Arial" panose="020B0604020202020204" pitchFamily="34" charset="0"/>
            </a:endParaRPr>
          </a:p>
        </p:txBody>
      </p:sp>
      <p:grpSp>
        <p:nvGrpSpPr>
          <p:cNvPr id="425" name="Group 424">
            <a:extLst>
              <a:ext uri="{FF2B5EF4-FFF2-40B4-BE49-F238E27FC236}">
                <a16:creationId xmlns:a16="http://schemas.microsoft.com/office/drawing/2014/main" id="{2E1D121A-59C3-4E57-AB9F-72BE5C09332C}"/>
              </a:ext>
            </a:extLst>
          </p:cNvPr>
          <p:cNvGrpSpPr/>
          <p:nvPr/>
        </p:nvGrpSpPr>
        <p:grpSpPr>
          <a:xfrm>
            <a:off x="1581596" y="1730101"/>
            <a:ext cx="349426" cy="2207703"/>
            <a:chOff x="1684579" y="1955485"/>
            <a:chExt cx="501388" cy="3864512"/>
          </a:xfrm>
        </p:grpSpPr>
        <p:cxnSp>
          <p:nvCxnSpPr>
            <p:cNvPr id="474" name="Connector: Elbow 698">
              <a:extLst>
                <a:ext uri="{FF2B5EF4-FFF2-40B4-BE49-F238E27FC236}">
                  <a16:creationId xmlns:a16="http://schemas.microsoft.com/office/drawing/2014/main" id="{4CBDFA73-F83B-4FDE-82DA-F2AA6453469C}"/>
                </a:ext>
              </a:extLst>
            </p:cNvPr>
            <p:cNvCxnSpPr>
              <a:cxnSpLocks/>
            </p:cNvCxnSpPr>
            <p:nvPr/>
          </p:nvCxnSpPr>
          <p:spPr>
            <a:xfrm rot="5400000" flipH="1" flipV="1">
              <a:off x="796945" y="4690512"/>
              <a:ext cx="2046588" cy="212381"/>
            </a:xfrm>
            <a:prstGeom prst="bentConnector3">
              <a:avLst>
                <a:gd name="adj1" fmla="val -264"/>
              </a:avLst>
            </a:prstGeom>
            <a:ln w="6350">
              <a:solidFill>
                <a:schemeClr val="accent6">
                  <a:lumMod val="40000"/>
                  <a:lumOff val="60000"/>
                </a:schemeClr>
              </a:solidFill>
              <a:prstDash val="sysDash"/>
              <a:headEnd type="none" w="med" len="med"/>
              <a:tailEnd type="none" w="sm" len="sm"/>
            </a:ln>
          </p:spPr>
          <p:style>
            <a:lnRef idx="1">
              <a:schemeClr val="accent1"/>
            </a:lnRef>
            <a:fillRef idx="0">
              <a:schemeClr val="accent1"/>
            </a:fillRef>
            <a:effectRef idx="0">
              <a:schemeClr val="accent1"/>
            </a:effectRef>
            <a:fontRef idx="minor">
              <a:schemeClr val="tx1"/>
            </a:fontRef>
          </p:style>
        </p:cxnSp>
        <p:grpSp>
          <p:nvGrpSpPr>
            <p:cNvPr id="475" name="Group 474">
              <a:extLst>
                <a:ext uri="{FF2B5EF4-FFF2-40B4-BE49-F238E27FC236}">
                  <a16:creationId xmlns:a16="http://schemas.microsoft.com/office/drawing/2014/main" id="{CC6F3040-430C-48B9-84FE-A8CD2209E8BD}"/>
                </a:ext>
              </a:extLst>
            </p:cNvPr>
            <p:cNvGrpSpPr/>
            <p:nvPr/>
          </p:nvGrpSpPr>
          <p:grpSpPr>
            <a:xfrm>
              <a:off x="1684579" y="1955485"/>
              <a:ext cx="501388" cy="1828798"/>
              <a:chOff x="1347106" y="2693702"/>
              <a:chExt cx="218828" cy="1976768"/>
            </a:xfrm>
          </p:grpSpPr>
          <p:cxnSp>
            <p:nvCxnSpPr>
              <p:cNvPr id="476" name="Connector: Elbow 702">
                <a:extLst>
                  <a:ext uri="{FF2B5EF4-FFF2-40B4-BE49-F238E27FC236}">
                    <a16:creationId xmlns:a16="http://schemas.microsoft.com/office/drawing/2014/main" id="{19B5FBA4-561D-48B0-B35E-FA3AA5A2DB1C}"/>
                  </a:ext>
                </a:extLst>
              </p:cNvPr>
              <p:cNvCxnSpPr>
                <a:cxnSpLocks/>
              </p:cNvCxnSpPr>
              <p:nvPr/>
            </p:nvCxnSpPr>
            <p:spPr>
              <a:xfrm>
                <a:off x="1348450" y="2693702"/>
                <a:ext cx="217484" cy="702177"/>
              </a:xfrm>
              <a:prstGeom prst="bentConnector3">
                <a:avLst/>
              </a:prstGeom>
              <a:ln w="6350">
                <a:solidFill>
                  <a:schemeClr val="accent6">
                    <a:lumMod val="40000"/>
                    <a:lumOff val="60000"/>
                  </a:schemeClr>
                </a:solidFill>
                <a:prstDash val="sysDash"/>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477" name="Connector: Elbow 703">
                <a:extLst>
                  <a:ext uri="{FF2B5EF4-FFF2-40B4-BE49-F238E27FC236}">
                    <a16:creationId xmlns:a16="http://schemas.microsoft.com/office/drawing/2014/main" id="{1D3A79BF-1086-4E05-AC7B-495D6A91D33D}"/>
                  </a:ext>
                </a:extLst>
              </p:cNvPr>
              <p:cNvCxnSpPr>
                <a:cxnSpLocks/>
              </p:cNvCxnSpPr>
              <p:nvPr/>
            </p:nvCxnSpPr>
            <p:spPr>
              <a:xfrm flipV="1">
                <a:off x="1347106" y="3395879"/>
                <a:ext cx="218828" cy="1274591"/>
              </a:xfrm>
              <a:prstGeom prst="bentConnector3">
                <a:avLst/>
              </a:prstGeom>
              <a:ln w="6350">
                <a:solidFill>
                  <a:schemeClr val="accent6">
                    <a:lumMod val="40000"/>
                    <a:lumOff val="60000"/>
                  </a:schemeClr>
                </a:solidFill>
                <a:prstDash val="sysDash"/>
                <a:headEnd type="none" w="med" len="med"/>
                <a:tailEnd type="arrow" w="sm" len="sm"/>
              </a:ln>
            </p:spPr>
            <p:style>
              <a:lnRef idx="1">
                <a:schemeClr val="accent1"/>
              </a:lnRef>
              <a:fillRef idx="0">
                <a:schemeClr val="accent1"/>
              </a:fillRef>
              <a:effectRef idx="0">
                <a:schemeClr val="accent1"/>
              </a:effectRef>
              <a:fontRef idx="minor">
                <a:schemeClr val="tx1"/>
              </a:fontRef>
            </p:style>
          </p:cxnSp>
        </p:grpSp>
      </p:grpSp>
      <p:sp>
        <p:nvSpPr>
          <p:cNvPr id="428" name="Rectangle 427">
            <a:extLst>
              <a:ext uri="{FF2B5EF4-FFF2-40B4-BE49-F238E27FC236}">
                <a16:creationId xmlns:a16="http://schemas.microsoft.com/office/drawing/2014/main" id="{29FB8CB0-4AD9-4F65-ACEE-7743CBE97CC2}"/>
              </a:ext>
            </a:extLst>
          </p:cNvPr>
          <p:cNvSpPr/>
          <p:nvPr/>
        </p:nvSpPr>
        <p:spPr>
          <a:xfrm>
            <a:off x="488803" y="1024861"/>
            <a:ext cx="1092793" cy="338554"/>
          </a:xfrm>
          <a:prstGeom prst="rect">
            <a:avLst/>
          </a:prstGeom>
          <a:ln>
            <a:noFill/>
          </a:ln>
        </p:spPr>
        <p:txBody>
          <a:bodyPr wrap="square"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710457" rtl="0" eaLnBrk="1" fontAlgn="auto" latinLnBrk="0" hangingPunct="1">
              <a:lnSpc>
                <a:spcPct val="100000"/>
              </a:lnSpc>
              <a:spcBef>
                <a:spcPct val="0"/>
              </a:spcBef>
              <a:spcAft>
                <a:spcPts val="0"/>
              </a:spcAft>
              <a:buClrTx/>
              <a:buSzTx/>
              <a:buFontTx/>
              <a:buNone/>
              <a:tabLst/>
              <a:defRPr/>
            </a:pPr>
            <a:r>
              <a:rPr kumimoji="0" lang="en-AU" sz="800" b="0" i="0" u="none" strike="noStrike" kern="0" cap="none" spc="0" normalizeH="0" baseline="0" noProof="0" dirty="0">
                <a:ln>
                  <a:noFill/>
                </a:ln>
                <a:solidFill>
                  <a:srgbClr val="1A1A1A"/>
                </a:solidFill>
                <a:effectLst/>
                <a:uLnTx/>
                <a:uFillTx/>
                <a:latin typeface="Arial" panose="020B0604020202020204" pitchFamily="34" charset="0"/>
                <a:cs typeface="Arial" panose="020B0604020202020204" pitchFamily="34" charset="0"/>
              </a:rPr>
              <a:t>Real-Time Data and Steaming Data</a:t>
            </a:r>
          </a:p>
        </p:txBody>
      </p:sp>
      <p:pic>
        <p:nvPicPr>
          <p:cNvPr id="429" name="Graphic 619" descr="Smart Phone">
            <a:extLst>
              <a:ext uri="{FF2B5EF4-FFF2-40B4-BE49-F238E27FC236}">
                <a16:creationId xmlns:a16="http://schemas.microsoft.com/office/drawing/2014/main" id="{0AD7BB3A-B255-41D6-A8B9-73DA5FF1AE2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38188" y="1382015"/>
            <a:ext cx="214495" cy="175826"/>
          </a:xfrm>
          <a:prstGeom prst="rect">
            <a:avLst/>
          </a:prstGeom>
        </p:spPr>
      </p:pic>
      <p:grpSp>
        <p:nvGrpSpPr>
          <p:cNvPr id="430" name="Group 429">
            <a:extLst>
              <a:ext uri="{FF2B5EF4-FFF2-40B4-BE49-F238E27FC236}">
                <a16:creationId xmlns:a16="http://schemas.microsoft.com/office/drawing/2014/main" id="{345F5923-446E-486A-970E-2D7307ACDEE9}"/>
              </a:ext>
            </a:extLst>
          </p:cNvPr>
          <p:cNvGrpSpPr/>
          <p:nvPr/>
        </p:nvGrpSpPr>
        <p:grpSpPr>
          <a:xfrm>
            <a:off x="1048213" y="1406969"/>
            <a:ext cx="334474" cy="176334"/>
            <a:chOff x="2300287" y="1752544"/>
            <a:chExt cx="735475" cy="525712"/>
          </a:xfrm>
        </p:grpSpPr>
        <p:sp>
          <p:nvSpPr>
            <p:cNvPr id="459" name="Freeform: Shape 621">
              <a:extLst>
                <a:ext uri="{FF2B5EF4-FFF2-40B4-BE49-F238E27FC236}">
                  <a16:creationId xmlns:a16="http://schemas.microsoft.com/office/drawing/2014/main" id="{BF1273BE-CC5E-4EF3-9786-37FC186C16D3}"/>
                </a:ext>
              </a:extLst>
            </p:cNvPr>
            <p:cNvSpPr/>
            <p:nvPr/>
          </p:nvSpPr>
          <p:spPr>
            <a:xfrm>
              <a:off x="2300287" y="1752600"/>
              <a:ext cx="9525" cy="9525"/>
            </a:xfrm>
            <a:custGeom>
              <a:avLst/>
              <a:gdLst/>
              <a:ahLst/>
              <a:cxnLst/>
              <a:rect l="l" t="t" r="r" b="b"/>
              <a:pathLst>
                <a:path w="9525" h="9525"/>
              </a:pathLst>
            </a:custGeom>
            <a:no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1A1A1A"/>
                </a:solidFill>
                <a:effectLst/>
                <a:uLnTx/>
                <a:uFillTx/>
                <a:latin typeface="Arial" panose="020B0604020202020204" pitchFamily="34" charset="0"/>
                <a:cs typeface="Arial" panose="020B0604020202020204" pitchFamily="34" charset="0"/>
              </a:endParaRPr>
            </a:p>
          </p:txBody>
        </p:sp>
        <p:grpSp>
          <p:nvGrpSpPr>
            <p:cNvPr id="460" name="Graphic 2">
              <a:extLst>
                <a:ext uri="{FF2B5EF4-FFF2-40B4-BE49-F238E27FC236}">
                  <a16:creationId xmlns:a16="http://schemas.microsoft.com/office/drawing/2014/main" id="{C64EF5A8-C06A-44FD-888B-5337D68FF4F1}"/>
                </a:ext>
              </a:extLst>
            </p:cNvPr>
            <p:cNvGrpSpPr/>
            <p:nvPr/>
          </p:nvGrpSpPr>
          <p:grpSpPr>
            <a:xfrm>
              <a:off x="2435656" y="1752544"/>
              <a:ext cx="600106" cy="525712"/>
              <a:chOff x="2435656" y="1752544"/>
              <a:chExt cx="600106" cy="525712"/>
            </a:xfrm>
            <a:solidFill>
              <a:schemeClr val="accent1"/>
            </a:solidFill>
          </p:grpSpPr>
          <p:grpSp>
            <p:nvGrpSpPr>
              <p:cNvPr id="461" name="Graphic 2">
                <a:extLst>
                  <a:ext uri="{FF2B5EF4-FFF2-40B4-BE49-F238E27FC236}">
                    <a16:creationId xmlns:a16="http://schemas.microsoft.com/office/drawing/2014/main" id="{B5BB1CCF-63BA-4420-851C-4C559B896D18}"/>
                  </a:ext>
                </a:extLst>
              </p:cNvPr>
              <p:cNvGrpSpPr/>
              <p:nvPr/>
            </p:nvGrpSpPr>
            <p:grpSpPr>
              <a:xfrm>
                <a:off x="2435656" y="2059181"/>
                <a:ext cx="219084" cy="219075"/>
                <a:chOff x="2435656" y="2059181"/>
                <a:chExt cx="219084" cy="219075"/>
              </a:xfrm>
              <a:solidFill>
                <a:schemeClr val="accent1"/>
              </a:solidFill>
            </p:grpSpPr>
            <p:sp>
              <p:nvSpPr>
                <p:cNvPr id="468" name="Freeform: Shape 630">
                  <a:extLst>
                    <a:ext uri="{FF2B5EF4-FFF2-40B4-BE49-F238E27FC236}">
                      <a16:creationId xmlns:a16="http://schemas.microsoft.com/office/drawing/2014/main" id="{361A3F3D-0E02-498F-9F4F-D2CB8B2D7384}"/>
                    </a:ext>
                  </a:extLst>
                </p:cNvPr>
                <p:cNvSpPr/>
                <p:nvPr/>
              </p:nvSpPr>
              <p:spPr>
                <a:xfrm>
                  <a:off x="2435656" y="2059181"/>
                  <a:ext cx="219084" cy="219075"/>
                </a:xfrm>
                <a:custGeom>
                  <a:avLst/>
                  <a:gdLst>
                    <a:gd name="connsiteX0" fmla="*/ 219085 w 219084"/>
                    <a:gd name="connsiteY0" fmla="*/ 206816 h 219075"/>
                    <a:gd name="connsiteX1" fmla="*/ 219085 w 219084"/>
                    <a:gd name="connsiteY1" fmla="*/ 12268 h 219075"/>
                    <a:gd name="connsiteX2" fmla="*/ 206816 w 219084"/>
                    <a:gd name="connsiteY2" fmla="*/ 0 h 219075"/>
                    <a:gd name="connsiteX3" fmla="*/ 12268 w 219084"/>
                    <a:gd name="connsiteY3" fmla="*/ 0 h 219075"/>
                    <a:gd name="connsiteX4" fmla="*/ 0 w 219084"/>
                    <a:gd name="connsiteY4" fmla="*/ 12268 h 219075"/>
                    <a:gd name="connsiteX5" fmla="*/ 0 w 219084"/>
                    <a:gd name="connsiteY5" fmla="*/ 206816 h 219075"/>
                    <a:gd name="connsiteX6" fmla="*/ 12268 w 219084"/>
                    <a:gd name="connsiteY6" fmla="*/ 219075 h 219075"/>
                    <a:gd name="connsiteX7" fmla="*/ 206826 w 219084"/>
                    <a:gd name="connsiteY7" fmla="*/ 219075 h 219075"/>
                    <a:gd name="connsiteX8" fmla="*/ 219085 w 219084"/>
                    <a:gd name="connsiteY8" fmla="*/ 206816 h 219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9084" h="219075">
                      <a:moveTo>
                        <a:pt x="219085" y="206816"/>
                      </a:moveTo>
                      <a:lnTo>
                        <a:pt x="219085" y="12268"/>
                      </a:lnTo>
                      <a:cubicBezTo>
                        <a:pt x="219085" y="5493"/>
                        <a:pt x="213591" y="0"/>
                        <a:pt x="206816" y="0"/>
                      </a:cubicBezTo>
                      <a:lnTo>
                        <a:pt x="12268" y="0"/>
                      </a:lnTo>
                      <a:cubicBezTo>
                        <a:pt x="5493" y="0"/>
                        <a:pt x="0" y="5493"/>
                        <a:pt x="0" y="12268"/>
                      </a:cubicBezTo>
                      <a:lnTo>
                        <a:pt x="0" y="206816"/>
                      </a:lnTo>
                      <a:cubicBezTo>
                        <a:pt x="6" y="213589"/>
                        <a:pt x="5496" y="219075"/>
                        <a:pt x="12268" y="219075"/>
                      </a:cubicBezTo>
                      <a:lnTo>
                        <a:pt x="206826" y="219075"/>
                      </a:lnTo>
                      <a:cubicBezTo>
                        <a:pt x="213594" y="219069"/>
                        <a:pt x="219079" y="213585"/>
                        <a:pt x="219085" y="206816"/>
                      </a:cubicBezTo>
                      <a:close/>
                    </a:path>
                  </a:pathLst>
                </a:custGeom>
                <a:solidFill>
                  <a:srgbClr val="3C5A99"/>
                </a:solid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1A1A1A"/>
                    </a:solidFill>
                    <a:effectLst/>
                    <a:uLnTx/>
                    <a:uFillTx/>
                    <a:latin typeface="Arial" panose="020B0604020202020204" pitchFamily="34" charset="0"/>
                    <a:cs typeface="Arial" panose="020B0604020202020204" pitchFamily="34" charset="0"/>
                  </a:endParaRPr>
                </a:p>
              </p:txBody>
            </p:sp>
            <p:sp>
              <p:nvSpPr>
                <p:cNvPr id="469" name="Freeform: Shape 631">
                  <a:extLst>
                    <a:ext uri="{FF2B5EF4-FFF2-40B4-BE49-F238E27FC236}">
                      <a16:creationId xmlns:a16="http://schemas.microsoft.com/office/drawing/2014/main" id="{298EC582-E0DE-462B-9CD5-3052C6DFEC71}"/>
                    </a:ext>
                  </a:extLst>
                </p:cNvPr>
                <p:cNvSpPr/>
                <p:nvPr/>
              </p:nvSpPr>
              <p:spPr>
                <a:xfrm>
                  <a:off x="2521390" y="2094526"/>
                  <a:ext cx="97669" cy="183729"/>
                </a:xfrm>
                <a:custGeom>
                  <a:avLst/>
                  <a:gdLst>
                    <a:gd name="connsiteX0" fmla="*/ 66675 w 97669"/>
                    <a:gd name="connsiteY0" fmla="*/ 183729 h 183729"/>
                    <a:gd name="connsiteX1" fmla="*/ 66675 w 97669"/>
                    <a:gd name="connsiteY1" fmla="*/ 107529 h 183729"/>
                    <a:gd name="connsiteX2" fmla="*/ 93345 w 97669"/>
                    <a:gd name="connsiteY2" fmla="*/ 107529 h 183729"/>
                    <a:gd name="connsiteX3" fmla="*/ 97669 w 97669"/>
                    <a:gd name="connsiteY3" fmla="*/ 69429 h 183729"/>
                    <a:gd name="connsiteX4" fmla="*/ 66675 w 97669"/>
                    <a:gd name="connsiteY4" fmla="*/ 69429 h 183729"/>
                    <a:gd name="connsiteX5" fmla="*/ 66675 w 97669"/>
                    <a:gd name="connsiteY5" fmla="*/ 47817 h 183729"/>
                    <a:gd name="connsiteX6" fmla="*/ 83458 w 97669"/>
                    <a:gd name="connsiteY6" fmla="*/ 31329 h 183729"/>
                    <a:gd name="connsiteX7" fmla="*/ 95250 w 97669"/>
                    <a:gd name="connsiteY7" fmla="*/ 31329 h 183729"/>
                    <a:gd name="connsiteX8" fmla="*/ 95250 w 97669"/>
                    <a:gd name="connsiteY8" fmla="*/ 1325 h 183729"/>
                    <a:gd name="connsiteX9" fmla="*/ 70247 w 97669"/>
                    <a:gd name="connsiteY9" fmla="*/ 1 h 183729"/>
                    <a:gd name="connsiteX10" fmla="*/ 28575 w 97669"/>
                    <a:gd name="connsiteY10" fmla="*/ 44340 h 183729"/>
                    <a:gd name="connsiteX11" fmla="*/ 28575 w 97669"/>
                    <a:gd name="connsiteY11" fmla="*/ 69429 h 183729"/>
                    <a:gd name="connsiteX12" fmla="*/ 0 w 97669"/>
                    <a:gd name="connsiteY12" fmla="*/ 69429 h 183729"/>
                    <a:gd name="connsiteX13" fmla="*/ 0 w 97669"/>
                    <a:gd name="connsiteY13" fmla="*/ 107529 h 183729"/>
                    <a:gd name="connsiteX14" fmla="*/ 28575 w 97669"/>
                    <a:gd name="connsiteY14" fmla="*/ 107529 h 183729"/>
                    <a:gd name="connsiteX15" fmla="*/ 28575 w 97669"/>
                    <a:gd name="connsiteY15" fmla="*/ 183729 h 183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7669" h="183729">
                      <a:moveTo>
                        <a:pt x="66675" y="183729"/>
                      </a:moveTo>
                      <a:lnTo>
                        <a:pt x="66675" y="107529"/>
                      </a:lnTo>
                      <a:lnTo>
                        <a:pt x="93345" y="107529"/>
                      </a:lnTo>
                      <a:lnTo>
                        <a:pt x="97669" y="69429"/>
                      </a:lnTo>
                      <a:lnTo>
                        <a:pt x="66675" y="69429"/>
                      </a:lnTo>
                      <a:lnTo>
                        <a:pt x="66675" y="47817"/>
                      </a:lnTo>
                      <a:cubicBezTo>
                        <a:pt x="66675" y="38016"/>
                        <a:pt x="69399" y="31329"/>
                        <a:pt x="83458" y="31329"/>
                      </a:cubicBezTo>
                      <a:lnTo>
                        <a:pt x="95250" y="31329"/>
                      </a:lnTo>
                      <a:lnTo>
                        <a:pt x="95250" y="1325"/>
                      </a:lnTo>
                      <a:cubicBezTo>
                        <a:pt x="86947" y="413"/>
                        <a:pt x="78599" y="-29"/>
                        <a:pt x="70247" y="1"/>
                      </a:cubicBezTo>
                      <a:cubicBezTo>
                        <a:pt x="45482" y="1"/>
                        <a:pt x="28575" y="15632"/>
                        <a:pt x="28575" y="44340"/>
                      </a:cubicBezTo>
                      <a:lnTo>
                        <a:pt x="28575" y="69429"/>
                      </a:lnTo>
                      <a:lnTo>
                        <a:pt x="0" y="69429"/>
                      </a:lnTo>
                      <a:lnTo>
                        <a:pt x="0" y="107529"/>
                      </a:lnTo>
                      <a:lnTo>
                        <a:pt x="28575" y="107529"/>
                      </a:lnTo>
                      <a:lnTo>
                        <a:pt x="28575" y="183729"/>
                      </a:lnTo>
                      <a:close/>
                    </a:path>
                  </a:pathLst>
                </a:custGeom>
                <a:solidFill>
                  <a:srgbClr val="FFFFFF"/>
                </a:solid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1A1A1A"/>
                    </a:solidFill>
                    <a:effectLst/>
                    <a:uLnTx/>
                    <a:uFillTx/>
                    <a:latin typeface="Arial" panose="020B0604020202020204" pitchFamily="34" charset="0"/>
                    <a:cs typeface="Arial" panose="020B0604020202020204" pitchFamily="34" charset="0"/>
                  </a:endParaRPr>
                </a:p>
              </p:txBody>
            </p:sp>
          </p:grpSp>
          <p:grpSp>
            <p:nvGrpSpPr>
              <p:cNvPr id="462" name="Graphic 2">
                <a:extLst>
                  <a:ext uri="{FF2B5EF4-FFF2-40B4-BE49-F238E27FC236}">
                    <a16:creationId xmlns:a16="http://schemas.microsoft.com/office/drawing/2014/main" id="{C5C375AD-26D1-41D1-9E15-1DDC390C095E}"/>
                  </a:ext>
                </a:extLst>
              </p:cNvPr>
              <p:cNvGrpSpPr/>
              <p:nvPr/>
            </p:nvGrpSpPr>
            <p:grpSpPr>
              <a:xfrm>
                <a:off x="2816690" y="2059207"/>
                <a:ext cx="219072" cy="219019"/>
                <a:chOff x="2816690" y="2059207"/>
                <a:chExt cx="219072" cy="219019"/>
              </a:xfrm>
              <a:solidFill>
                <a:schemeClr val="accent1"/>
              </a:solidFill>
            </p:grpSpPr>
            <p:sp>
              <p:nvSpPr>
                <p:cNvPr id="464" name="Freeform: Shape 626">
                  <a:extLst>
                    <a:ext uri="{FF2B5EF4-FFF2-40B4-BE49-F238E27FC236}">
                      <a16:creationId xmlns:a16="http://schemas.microsoft.com/office/drawing/2014/main" id="{F12D9F0E-166F-49EE-BB7E-F73D7DCB46C3}"/>
                    </a:ext>
                  </a:extLst>
                </p:cNvPr>
                <p:cNvSpPr/>
                <p:nvPr/>
              </p:nvSpPr>
              <p:spPr>
                <a:xfrm>
                  <a:off x="2816690" y="2059207"/>
                  <a:ext cx="219072" cy="219019"/>
                </a:xfrm>
                <a:custGeom>
                  <a:avLst/>
                  <a:gdLst>
                    <a:gd name="connsiteX0" fmla="*/ 219050 w 219072"/>
                    <a:gd name="connsiteY0" fmla="*/ 109501 h 219019"/>
                    <a:gd name="connsiteX1" fmla="*/ 219050 w 219072"/>
                    <a:gd name="connsiteY1" fmla="*/ 202522 h 219019"/>
                    <a:gd name="connsiteX2" fmla="*/ 215240 w 219072"/>
                    <a:gd name="connsiteY2" fmla="*/ 213410 h 219019"/>
                    <a:gd name="connsiteX3" fmla="*/ 203229 w 219072"/>
                    <a:gd name="connsiteY3" fmla="*/ 218991 h 219019"/>
                    <a:gd name="connsiteX4" fmla="*/ 15777 w 219072"/>
                    <a:gd name="connsiteY4" fmla="*/ 218991 h 219019"/>
                    <a:gd name="connsiteX5" fmla="*/ 185 w 219072"/>
                    <a:gd name="connsiteY5" fmla="*/ 205132 h 219019"/>
                    <a:gd name="connsiteX6" fmla="*/ 13 w 219072"/>
                    <a:gd name="connsiteY6" fmla="*/ 202456 h 219019"/>
                    <a:gd name="connsiteX7" fmla="*/ 13 w 219072"/>
                    <a:gd name="connsiteY7" fmla="*/ 16299 h 219019"/>
                    <a:gd name="connsiteX8" fmla="*/ 11939 w 219072"/>
                    <a:gd name="connsiteY8" fmla="*/ 554 h 219019"/>
                    <a:gd name="connsiteX9" fmla="*/ 16072 w 219072"/>
                    <a:gd name="connsiteY9" fmla="*/ 2 h 219019"/>
                    <a:gd name="connsiteX10" fmla="*/ 202982 w 219072"/>
                    <a:gd name="connsiteY10" fmla="*/ 2 h 219019"/>
                    <a:gd name="connsiteX11" fmla="*/ 218726 w 219072"/>
                    <a:gd name="connsiteY11" fmla="*/ 12556 h 219019"/>
                    <a:gd name="connsiteX12" fmla="*/ 219069 w 219072"/>
                    <a:gd name="connsiteY12" fmla="*/ 16499 h 219019"/>
                    <a:gd name="connsiteX13" fmla="*/ 219050 w 219072"/>
                    <a:gd name="connsiteY13" fmla="*/ 109501 h 219019"/>
                    <a:gd name="connsiteX14" fmla="*/ 191675 w 219072"/>
                    <a:gd name="connsiteY14" fmla="*/ 182539 h 219019"/>
                    <a:gd name="connsiteX15" fmla="*/ 191675 w 219072"/>
                    <a:gd name="connsiteY15" fmla="*/ 181177 h 219019"/>
                    <a:gd name="connsiteX16" fmla="*/ 191675 w 219072"/>
                    <a:gd name="connsiteY16" fmla="*/ 161784 h 219019"/>
                    <a:gd name="connsiteX17" fmla="*/ 191399 w 219072"/>
                    <a:gd name="connsiteY17" fmla="*/ 119407 h 219019"/>
                    <a:gd name="connsiteX18" fmla="*/ 190294 w 219072"/>
                    <a:gd name="connsiteY18" fmla="*/ 109520 h 219019"/>
                    <a:gd name="connsiteX19" fmla="*/ 184808 w 219072"/>
                    <a:gd name="connsiteY19" fmla="*/ 94452 h 219019"/>
                    <a:gd name="connsiteX20" fmla="*/ 168863 w 219072"/>
                    <a:gd name="connsiteY20" fmla="*/ 82288 h 219019"/>
                    <a:gd name="connsiteX21" fmla="*/ 149813 w 219072"/>
                    <a:gd name="connsiteY21" fmla="*/ 79793 h 219019"/>
                    <a:gd name="connsiteX22" fmla="*/ 139650 w 219072"/>
                    <a:gd name="connsiteY22" fmla="*/ 81241 h 219019"/>
                    <a:gd name="connsiteX23" fmla="*/ 119857 w 219072"/>
                    <a:gd name="connsiteY23" fmla="*/ 94680 h 219019"/>
                    <a:gd name="connsiteX24" fmla="*/ 119047 w 219072"/>
                    <a:gd name="connsiteY24" fmla="*/ 95928 h 219019"/>
                    <a:gd name="connsiteX25" fmla="*/ 118761 w 219072"/>
                    <a:gd name="connsiteY25" fmla="*/ 95852 h 219019"/>
                    <a:gd name="connsiteX26" fmla="*/ 118704 w 219072"/>
                    <a:gd name="connsiteY26" fmla="*/ 94776 h 219019"/>
                    <a:gd name="connsiteX27" fmla="*/ 118704 w 219072"/>
                    <a:gd name="connsiteY27" fmla="*/ 83536 h 219019"/>
                    <a:gd name="connsiteX28" fmla="*/ 117228 w 219072"/>
                    <a:gd name="connsiteY28" fmla="*/ 82126 h 219019"/>
                    <a:gd name="connsiteX29" fmla="*/ 87586 w 219072"/>
                    <a:gd name="connsiteY29" fmla="*/ 82126 h 219019"/>
                    <a:gd name="connsiteX30" fmla="*/ 86138 w 219072"/>
                    <a:gd name="connsiteY30" fmla="*/ 83460 h 219019"/>
                    <a:gd name="connsiteX31" fmla="*/ 86138 w 219072"/>
                    <a:gd name="connsiteY31" fmla="*/ 181253 h 219019"/>
                    <a:gd name="connsiteX32" fmla="*/ 87596 w 219072"/>
                    <a:gd name="connsiteY32" fmla="*/ 182558 h 219019"/>
                    <a:gd name="connsiteX33" fmla="*/ 118409 w 219072"/>
                    <a:gd name="connsiteY33" fmla="*/ 182558 h 219019"/>
                    <a:gd name="connsiteX34" fmla="*/ 120009 w 219072"/>
                    <a:gd name="connsiteY34" fmla="*/ 181053 h 219019"/>
                    <a:gd name="connsiteX35" fmla="*/ 120228 w 219072"/>
                    <a:gd name="connsiteY35" fmla="*/ 128256 h 219019"/>
                    <a:gd name="connsiteX36" fmla="*/ 122238 w 219072"/>
                    <a:gd name="connsiteY36" fmla="*/ 118007 h 219019"/>
                    <a:gd name="connsiteX37" fmla="*/ 133154 w 219072"/>
                    <a:gd name="connsiteY37" fmla="*/ 108149 h 219019"/>
                    <a:gd name="connsiteX38" fmla="*/ 142936 w 219072"/>
                    <a:gd name="connsiteY38" fmla="*/ 107406 h 219019"/>
                    <a:gd name="connsiteX39" fmla="*/ 155109 w 219072"/>
                    <a:gd name="connsiteY39" fmla="*/ 115492 h 219019"/>
                    <a:gd name="connsiteX40" fmla="*/ 157538 w 219072"/>
                    <a:gd name="connsiteY40" fmla="*/ 127304 h 219019"/>
                    <a:gd name="connsiteX41" fmla="*/ 157604 w 219072"/>
                    <a:gd name="connsiteY41" fmla="*/ 181148 h 219019"/>
                    <a:gd name="connsiteX42" fmla="*/ 159128 w 219072"/>
                    <a:gd name="connsiteY42" fmla="*/ 182548 h 219019"/>
                    <a:gd name="connsiteX43" fmla="*/ 191685 w 219072"/>
                    <a:gd name="connsiteY43" fmla="*/ 182548 h 219019"/>
                    <a:gd name="connsiteX44" fmla="*/ 36494 w 219072"/>
                    <a:gd name="connsiteY44" fmla="*/ 182539 h 219019"/>
                    <a:gd name="connsiteX45" fmla="*/ 37732 w 219072"/>
                    <a:gd name="connsiteY45" fmla="*/ 182539 h 219019"/>
                    <a:gd name="connsiteX46" fmla="*/ 66517 w 219072"/>
                    <a:gd name="connsiteY46" fmla="*/ 182539 h 219019"/>
                    <a:gd name="connsiteX47" fmla="*/ 67803 w 219072"/>
                    <a:gd name="connsiteY47" fmla="*/ 181177 h 219019"/>
                    <a:gd name="connsiteX48" fmla="*/ 67803 w 219072"/>
                    <a:gd name="connsiteY48" fmla="*/ 83650 h 219019"/>
                    <a:gd name="connsiteX49" fmla="*/ 66250 w 219072"/>
                    <a:gd name="connsiteY49" fmla="*/ 82098 h 219019"/>
                    <a:gd name="connsiteX50" fmla="*/ 38056 w 219072"/>
                    <a:gd name="connsiteY50" fmla="*/ 82098 h 219019"/>
                    <a:gd name="connsiteX51" fmla="*/ 36494 w 219072"/>
                    <a:gd name="connsiteY51" fmla="*/ 83660 h 219019"/>
                    <a:gd name="connsiteX52" fmla="*/ 36494 w 219072"/>
                    <a:gd name="connsiteY52" fmla="*/ 181082 h 219019"/>
                    <a:gd name="connsiteX53" fmla="*/ 29750 w 219072"/>
                    <a:gd name="connsiteY53" fmla="*/ 48865 h 219019"/>
                    <a:gd name="connsiteX54" fmla="*/ 48700 w 219072"/>
                    <a:gd name="connsiteY54" fmla="*/ 67882 h 219019"/>
                    <a:gd name="connsiteX55" fmla="*/ 67717 w 219072"/>
                    <a:gd name="connsiteY55" fmla="*/ 48932 h 219019"/>
                    <a:gd name="connsiteX56" fmla="*/ 48767 w 219072"/>
                    <a:gd name="connsiteY56" fmla="*/ 29915 h 219019"/>
                    <a:gd name="connsiteX57" fmla="*/ 29750 w 219072"/>
                    <a:gd name="connsiteY57" fmla="*/ 48865 h 219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219072" h="219019">
                      <a:moveTo>
                        <a:pt x="219050" y="109501"/>
                      </a:moveTo>
                      <a:cubicBezTo>
                        <a:pt x="219050" y="140508"/>
                        <a:pt x="219050" y="171516"/>
                        <a:pt x="219050" y="202522"/>
                      </a:cubicBezTo>
                      <a:cubicBezTo>
                        <a:pt x="219186" y="206500"/>
                        <a:pt x="217826" y="210384"/>
                        <a:pt x="215240" y="213410"/>
                      </a:cubicBezTo>
                      <a:cubicBezTo>
                        <a:pt x="212275" y="216976"/>
                        <a:pt x="207867" y="219025"/>
                        <a:pt x="203229" y="218991"/>
                      </a:cubicBezTo>
                      <a:cubicBezTo>
                        <a:pt x="140745" y="219029"/>
                        <a:pt x="78261" y="219029"/>
                        <a:pt x="15777" y="218991"/>
                      </a:cubicBezTo>
                      <a:cubicBezTo>
                        <a:pt x="7807" y="219024"/>
                        <a:pt x="1088" y="213052"/>
                        <a:pt x="185" y="205132"/>
                      </a:cubicBezTo>
                      <a:cubicBezTo>
                        <a:pt x="83" y="204244"/>
                        <a:pt x="26" y="203350"/>
                        <a:pt x="13" y="202456"/>
                      </a:cubicBezTo>
                      <a:cubicBezTo>
                        <a:pt x="13" y="140403"/>
                        <a:pt x="13" y="78352"/>
                        <a:pt x="13" y="16299"/>
                      </a:cubicBezTo>
                      <a:cubicBezTo>
                        <a:pt x="-292" y="8873"/>
                        <a:pt x="4707" y="2272"/>
                        <a:pt x="11939" y="554"/>
                      </a:cubicBezTo>
                      <a:cubicBezTo>
                        <a:pt x="13288" y="199"/>
                        <a:pt x="14677" y="13"/>
                        <a:pt x="16072" y="2"/>
                      </a:cubicBezTo>
                      <a:cubicBezTo>
                        <a:pt x="78378" y="2"/>
                        <a:pt x="140681" y="2"/>
                        <a:pt x="202982" y="2"/>
                      </a:cubicBezTo>
                      <a:cubicBezTo>
                        <a:pt x="210556" y="-113"/>
                        <a:pt x="217152" y="5146"/>
                        <a:pt x="218726" y="12556"/>
                      </a:cubicBezTo>
                      <a:cubicBezTo>
                        <a:pt x="218980" y="13854"/>
                        <a:pt x="219094" y="15176"/>
                        <a:pt x="219069" y="16499"/>
                      </a:cubicBezTo>
                      <a:cubicBezTo>
                        <a:pt x="219063" y="47474"/>
                        <a:pt x="219057" y="78475"/>
                        <a:pt x="219050" y="109501"/>
                      </a:cubicBezTo>
                      <a:close/>
                      <a:moveTo>
                        <a:pt x="191675" y="182539"/>
                      </a:moveTo>
                      <a:lnTo>
                        <a:pt x="191675" y="181177"/>
                      </a:lnTo>
                      <a:cubicBezTo>
                        <a:pt x="191675" y="174709"/>
                        <a:pt x="191675" y="168251"/>
                        <a:pt x="191675" y="161784"/>
                      </a:cubicBezTo>
                      <a:cubicBezTo>
                        <a:pt x="191618" y="147658"/>
                        <a:pt x="191590" y="133533"/>
                        <a:pt x="191399" y="119407"/>
                      </a:cubicBezTo>
                      <a:cubicBezTo>
                        <a:pt x="191285" y="116088"/>
                        <a:pt x="190915" y="112783"/>
                        <a:pt x="190294" y="109520"/>
                      </a:cubicBezTo>
                      <a:cubicBezTo>
                        <a:pt x="189508" y="104177"/>
                        <a:pt x="187641" y="99049"/>
                        <a:pt x="184808" y="94452"/>
                      </a:cubicBezTo>
                      <a:cubicBezTo>
                        <a:pt x="181103" y="88636"/>
                        <a:pt x="175451" y="84326"/>
                        <a:pt x="168863" y="82288"/>
                      </a:cubicBezTo>
                      <a:cubicBezTo>
                        <a:pt x="162704" y="80367"/>
                        <a:pt x="156259" y="79522"/>
                        <a:pt x="149813" y="79793"/>
                      </a:cubicBezTo>
                      <a:cubicBezTo>
                        <a:pt x="146379" y="79865"/>
                        <a:pt x="142967" y="80351"/>
                        <a:pt x="139650" y="81241"/>
                      </a:cubicBezTo>
                      <a:cubicBezTo>
                        <a:pt x="131644" y="83180"/>
                        <a:pt x="124613" y="87955"/>
                        <a:pt x="119857" y="94680"/>
                      </a:cubicBezTo>
                      <a:cubicBezTo>
                        <a:pt x="119571" y="95090"/>
                        <a:pt x="119314" y="95509"/>
                        <a:pt x="119047" y="95928"/>
                      </a:cubicBezTo>
                      <a:lnTo>
                        <a:pt x="118761" y="95852"/>
                      </a:lnTo>
                      <a:cubicBezTo>
                        <a:pt x="118761" y="95490"/>
                        <a:pt x="118704" y="95138"/>
                        <a:pt x="118704" y="94776"/>
                      </a:cubicBezTo>
                      <a:cubicBezTo>
                        <a:pt x="118704" y="91029"/>
                        <a:pt x="118704" y="87282"/>
                        <a:pt x="118704" y="83536"/>
                      </a:cubicBezTo>
                      <a:cubicBezTo>
                        <a:pt x="118704" y="82155"/>
                        <a:pt x="118704" y="82136"/>
                        <a:pt x="117228" y="82126"/>
                      </a:cubicBezTo>
                      <a:lnTo>
                        <a:pt x="87586" y="82126"/>
                      </a:lnTo>
                      <a:cubicBezTo>
                        <a:pt x="86186" y="82126"/>
                        <a:pt x="86138" y="82126"/>
                        <a:pt x="86138" y="83460"/>
                      </a:cubicBezTo>
                      <a:cubicBezTo>
                        <a:pt x="86138" y="116054"/>
                        <a:pt x="86138" y="148652"/>
                        <a:pt x="86138" y="181253"/>
                      </a:cubicBezTo>
                      <a:cubicBezTo>
                        <a:pt x="86138" y="182329"/>
                        <a:pt x="86500" y="182558"/>
                        <a:pt x="87596" y="182558"/>
                      </a:cubicBezTo>
                      <a:cubicBezTo>
                        <a:pt x="97864" y="182558"/>
                        <a:pt x="108132" y="182558"/>
                        <a:pt x="118409" y="182558"/>
                      </a:cubicBezTo>
                      <a:cubicBezTo>
                        <a:pt x="120009" y="182558"/>
                        <a:pt x="120009" y="182558"/>
                        <a:pt x="120009" y="181053"/>
                      </a:cubicBezTo>
                      <a:cubicBezTo>
                        <a:pt x="120079" y="163458"/>
                        <a:pt x="120152" y="145858"/>
                        <a:pt x="120228" y="128256"/>
                      </a:cubicBezTo>
                      <a:cubicBezTo>
                        <a:pt x="120261" y="124745"/>
                        <a:pt x="120943" y="121270"/>
                        <a:pt x="122238" y="118007"/>
                      </a:cubicBezTo>
                      <a:cubicBezTo>
                        <a:pt x="123973" y="113085"/>
                        <a:pt x="128081" y="109375"/>
                        <a:pt x="133154" y="108149"/>
                      </a:cubicBezTo>
                      <a:cubicBezTo>
                        <a:pt x="136342" y="107308"/>
                        <a:pt x="139657" y="107056"/>
                        <a:pt x="142936" y="107406"/>
                      </a:cubicBezTo>
                      <a:cubicBezTo>
                        <a:pt x="148186" y="107612"/>
                        <a:pt x="152883" y="110733"/>
                        <a:pt x="155109" y="115492"/>
                      </a:cubicBezTo>
                      <a:cubicBezTo>
                        <a:pt x="156784" y="119201"/>
                        <a:pt x="157614" y="123235"/>
                        <a:pt x="157538" y="127304"/>
                      </a:cubicBezTo>
                      <a:cubicBezTo>
                        <a:pt x="157633" y="145249"/>
                        <a:pt x="157595" y="163203"/>
                        <a:pt x="157604" y="181148"/>
                      </a:cubicBezTo>
                      <a:cubicBezTo>
                        <a:pt x="157604" y="182548"/>
                        <a:pt x="157604" y="182548"/>
                        <a:pt x="159128" y="182548"/>
                      </a:cubicBezTo>
                      <a:lnTo>
                        <a:pt x="191685" y="182548"/>
                      </a:lnTo>
                      <a:close/>
                      <a:moveTo>
                        <a:pt x="36494" y="182539"/>
                      </a:moveTo>
                      <a:lnTo>
                        <a:pt x="37732" y="182539"/>
                      </a:lnTo>
                      <a:cubicBezTo>
                        <a:pt x="47324" y="182539"/>
                        <a:pt x="56916" y="182539"/>
                        <a:pt x="66517" y="182539"/>
                      </a:cubicBezTo>
                      <a:cubicBezTo>
                        <a:pt x="67622" y="182539"/>
                        <a:pt x="67803" y="182158"/>
                        <a:pt x="67803" y="181177"/>
                      </a:cubicBezTo>
                      <a:cubicBezTo>
                        <a:pt x="67803" y="148671"/>
                        <a:pt x="67803" y="116162"/>
                        <a:pt x="67803" y="83650"/>
                      </a:cubicBezTo>
                      <a:cubicBezTo>
                        <a:pt x="67803" y="82793"/>
                        <a:pt x="67107" y="82098"/>
                        <a:pt x="66250" y="82098"/>
                      </a:cubicBezTo>
                      <a:lnTo>
                        <a:pt x="38056" y="82098"/>
                      </a:lnTo>
                      <a:cubicBezTo>
                        <a:pt x="37193" y="82098"/>
                        <a:pt x="36494" y="82797"/>
                        <a:pt x="36494" y="83660"/>
                      </a:cubicBezTo>
                      <a:cubicBezTo>
                        <a:pt x="36494" y="116134"/>
                        <a:pt x="36494" y="148608"/>
                        <a:pt x="36494" y="181082"/>
                      </a:cubicBezTo>
                      <a:close/>
                      <a:moveTo>
                        <a:pt x="29750" y="48865"/>
                      </a:moveTo>
                      <a:cubicBezTo>
                        <a:pt x="29732" y="59349"/>
                        <a:pt x="38216" y="67864"/>
                        <a:pt x="48700" y="67882"/>
                      </a:cubicBezTo>
                      <a:cubicBezTo>
                        <a:pt x="59184" y="67900"/>
                        <a:pt x="67699" y="59416"/>
                        <a:pt x="67717" y="48932"/>
                      </a:cubicBezTo>
                      <a:cubicBezTo>
                        <a:pt x="67735" y="38448"/>
                        <a:pt x="59251" y="29933"/>
                        <a:pt x="48767" y="29915"/>
                      </a:cubicBezTo>
                      <a:cubicBezTo>
                        <a:pt x="38283" y="29897"/>
                        <a:pt x="29768" y="38381"/>
                        <a:pt x="29750" y="48865"/>
                      </a:cubicBezTo>
                      <a:close/>
                    </a:path>
                  </a:pathLst>
                </a:custGeom>
                <a:solidFill>
                  <a:srgbClr val="4875B4"/>
                </a:solid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1A1A1A"/>
                    </a:solidFill>
                    <a:effectLst/>
                    <a:uLnTx/>
                    <a:uFillTx/>
                    <a:latin typeface="Arial" panose="020B0604020202020204" pitchFamily="34" charset="0"/>
                    <a:cs typeface="Arial" panose="020B0604020202020204" pitchFamily="34" charset="0"/>
                  </a:endParaRPr>
                </a:p>
              </p:txBody>
            </p:sp>
            <p:sp>
              <p:nvSpPr>
                <p:cNvPr id="465" name="Freeform: Shape 627">
                  <a:extLst>
                    <a:ext uri="{FF2B5EF4-FFF2-40B4-BE49-F238E27FC236}">
                      <a16:creationId xmlns:a16="http://schemas.microsoft.com/office/drawing/2014/main" id="{2E81AC81-6C0D-49EF-8852-BA88D647DF18}"/>
                    </a:ext>
                  </a:extLst>
                </p:cNvPr>
                <p:cNvSpPr/>
                <p:nvPr/>
              </p:nvSpPr>
              <p:spPr>
                <a:xfrm>
                  <a:off x="2902819" y="2138941"/>
                  <a:ext cx="105536" cy="102814"/>
                </a:xfrm>
                <a:custGeom>
                  <a:avLst/>
                  <a:gdLst>
                    <a:gd name="connsiteX0" fmla="*/ 105537 w 105536"/>
                    <a:gd name="connsiteY0" fmla="*/ 102805 h 102814"/>
                    <a:gd name="connsiteX1" fmla="*/ 72990 w 105536"/>
                    <a:gd name="connsiteY1" fmla="*/ 102805 h 102814"/>
                    <a:gd name="connsiteX2" fmla="*/ 71466 w 105536"/>
                    <a:gd name="connsiteY2" fmla="*/ 101405 h 102814"/>
                    <a:gd name="connsiteX3" fmla="*/ 71399 w 105536"/>
                    <a:gd name="connsiteY3" fmla="*/ 47560 h 102814"/>
                    <a:gd name="connsiteX4" fmla="*/ 68971 w 105536"/>
                    <a:gd name="connsiteY4" fmla="*/ 35749 h 102814"/>
                    <a:gd name="connsiteX5" fmla="*/ 56798 w 105536"/>
                    <a:gd name="connsiteY5" fmla="*/ 27662 h 102814"/>
                    <a:gd name="connsiteX6" fmla="*/ 47015 w 105536"/>
                    <a:gd name="connsiteY6" fmla="*/ 28405 h 102814"/>
                    <a:gd name="connsiteX7" fmla="*/ 36100 w 105536"/>
                    <a:gd name="connsiteY7" fmla="*/ 38264 h 102814"/>
                    <a:gd name="connsiteX8" fmla="*/ 34090 w 105536"/>
                    <a:gd name="connsiteY8" fmla="*/ 48512 h 102814"/>
                    <a:gd name="connsiteX9" fmla="*/ 33871 w 105536"/>
                    <a:gd name="connsiteY9" fmla="*/ 101310 h 102814"/>
                    <a:gd name="connsiteX10" fmla="*/ 32271 w 105536"/>
                    <a:gd name="connsiteY10" fmla="*/ 102814 h 102814"/>
                    <a:gd name="connsiteX11" fmla="*/ 1457 w 105536"/>
                    <a:gd name="connsiteY11" fmla="*/ 102814 h 102814"/>
                    <a:gd name="connsiteX12" fmla="*/ 0 w 105536"/>
                    <a:gd name="connsiteY12" fmla="*/ 101510 h 102814"/>
                    <a:gd name="connsiteX13" fmla="*/ 0 w 105536"/>
                    <a:gd name="connsiteY13" fmla="*/ 3716 h 102814"/>
                    <a:gd name="connsiteX14" fmla="*/ 1448 w 105536"/>
                    <a:gd name="connsiteY14" fmla="*/ 2383 h 102814"/>
                    <a:gd name="connsiteX15" fmla="*/ 31032 w 105536"/>
                    <a:gd name="connsiteY15" fmla="*/ 2383 h 102814"/>
                    <a:gd name="connsiteX16" fmla="*/ 32509 w 105536"/>
                    <a:gd name="connsiteY16" fmla="*/ 3793 h 102814"/>
                    <a:gd name="connsiteX17" fmla="*/ 32509 w 105536"/>
                    <a:gd name="connsiteY17" fmla="*/ 15032 h 102814"/>
                    <a:gd name="connsiteX18" fmla="*/ 32566 w 105536"/>
                    <a:gd name="connsiteY18" fmla="*/ 16108 h 102814"/>
                    <a:gd name="connsiteX19" fmla="*/ 32852 w 105536"/>
                    <a:gd name="connsiteY19" fmla="*/ 16185 h 102814"/>
                    <a:gd name="connsiteX20" fmla="*/ 33661 w 105536"/>
                    <a:gd name="connsiteY20" fmla="*/ 14937 h 102814"/>
                    <a:gd name="connsiteX21" fmla="*/ 53454 w 105536"/>
                    <a:gd name="connsiteY21" fmla="*/ 1497 h 102814"/>
                    <a:gd name="connsiteX22" fmla="*/ 63617 w 105536"/>
                    <a:gd name="connsiteY22" fmla="*/ 49 h 102814"/>
                    <a:gd name="connsiteX23" fmla="*/ 82667 w 105536"/>
                    <a:gd name="connsiteY23" fmla="*/ 2545 h 102814"/>
                    <a:gd name="connsiteX24" fmla="*/ 98612 w 105536"/>
                    <a:gd name="connsiteY24" fmla="*/ 14708 h 102814"/>
                    <a:gd name="connsiteX25" fmla="*/ 104099 w 105536"/>
                    <a:gd name="connsiteY25" fmla="*/ 29777 h 102814"/>
                    <a:gd name="connsiteX26" fmla="*/ 105204 w 105536"/>
                    <a:gd name="connsiteY26" fmla="*/ 39664 h 102814"/>
                    <a:gd name="connsiteX27" fmla="*/ 105480 w 105536"/>
                    <a:gd name="connsiteY27" fmla="*/ 82040 h 102814"/>
                    <a:gd name="connsiteX28" fmla="*/ 105480 w 105536"/>
                    <a:gd name="connsiteY28" fmla="*/ 101433 h 102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5536" h="102814">
                      <a:moveTo>
                        <a:pt x="105537" y="102805"/>
                      </a:moveTo>
                      <a:lnTo>
                        <a:pt x="72990" y="102805"/>
                      </a:lnTo>
                      <a:cubicBezTo>
                        <a:pt x="71466" y="102805"/>
                        <a:pt x="71466" y="102805"/>
                        <a:pt x="71466" y="101405"/>
                      </a:cubicBezTo>
                      <a:cubicBezTo>
                        <a:pt x="71466" y="83460"/>
                        <a:pt x="71466" y="65505"/>
                        <a:pt x="71399" y="47560"/>
                      </a:cubicBezTo>
                      <a:cubicBezTo>
                        <a:pt x="71475" y="43492"/>
                        <a:pt x="70646" y="39457"/>
                        <a:pt x="68971" y="35749"/>
                      </a:cubicBezTo>
                      <a:cubicBezTo>
                        <a:pt x="66745" y="30989"/>
                        <a:pt x="62048" y="27869"/>
                        <a:pt x="56798" y="27662"/>
                      </a:cubicBezTo>
                      <a:cubicBezTo>
                        <a:pt x="53519" y="27313"/>
                        <a:pt x="50203" y="27564"/>
                        <a:pt x="47015" y="28405"/>
                      </a:cubicBezTo>
                      <a:cubicBezTo>
                        <a:pt x="41942" y="29631"/>
                        <a:pt x="37834" y="33341"/>
                        <a:pt x="36100" y="38264"/>
                      </a:cubicBezTo>
                      <a:cubicBezTo>
                        <a:pt x="34804" y="41527"/>
                        <a:pt x="34122" y="45002"/>
                        <a:pt x="34090" y="48512"/>
                      </a:cubicBezTo>
                      <a:cubicBezTo>
                        <a:pt x="33982" y="66108"/>
                        <a:pt x="33909" y="83707"/>
                        <a:pt x="33871" y="101310"/>
                      </a:cubicBezTo>
                      <a:cubicBezTo>
                        <a:pt x="33871" y="102814"/>
                        <a:pt x="33871" y="102814"/>
                        <a:pt x="32271" y="102814"/>
                      </a:cubicBezTo>
                      <a:cubicBezTo>
                        <a:pt x="22003" y="102814"/>
                        <a:pt x="11735" y="102814"/>
                        <a:pt x="1457" y="102814"/>
                      </a:cubicBezTo>
                      <a:cubicBezTo>
                        <a:pt x="352" y="102814"/>
                        <a:pt x="0" y="102586"/>
                        <a:pt x="0" y="101510"/>
                      </a:cubicBezTo>
                      <a:cubicBezTo>
                        <a:pt x="0" y="68915"/>
                        <a:pt x="0" y="36318"/>
                        <a:pt x="0" y="3716"/>
                      </a:cubicBezTo>
                      <a:cubicBezTo>
                        <a:pt x="0" y="2421"/>
                        <a:pt x="0" y="2383"/>
                        <a:pt x="1448" y="2383"/>
                      </a:cubicBezTo>
                      <a:lnTo>
                        <a:pt x="31032" y="2383"/>
                      </a:lnTo>
                      <a:cubicBezTo>
                        <a:pt x="32490" y="2383"/>
                        <a:pt x="32509" y="2383"/>
                        <a:pt x="32509" y="3793"/>
                      </a:cubicBezTo>
                      <a:cubicBezTo>
                        <a:pt x="32509" y="7539"/>
                        <a:pt x="32509" y="11286"/>
                        <a:pt x="32509" y="15032"/>
                      </a:cubicBezTo>
                      <a:cubicBezTo>
                        <a:pt x="32509" y="15394"/>
                        <a:pt x="32509" y="15746"/>
                        <a:pt x="32566" y="16108"/>
                      </a:cubicBezTo>
                      <a:lnTo>
                        <a:pt x="32852" y="16185"/>
                      </a:lnTo>
                      <a:cubicBezTo>
                        <a:pt x="33118" y="15766"/>
                        <a:pt x="33376" y="15346"/>
                        <a:pt x="33661" y="14937"/>
                      </a:cubicBezTo>
                      <a:cubicBezTo>
                        <a:pt x="38417" y="8211"/>
                        <a:pt x="45449" y="3436"/>
                        <a:pt x="53454" y="1497"/>
                      </a:cubicBezTo>
                      <a:cubicBezTo>
                        <a:pt x="56772" y="607"/>
                        <a:pt x="60184" y="122"/>
                        <a:pt x="63617" y="49"/>
                      </a:cubicBezTo>
                      <a:cubicBezTo>
                        <a:pt x="70064" y="-221"/>
                        <a:pt x="76509" y="624"/>
                        <a:pt x="82667" y="2545"/>
                      </a:cubicBezTo>
                      <a:cubicBezTo>
                        <a:pt x="89256" y="4581"/>
                        <a:pt x="94907" y="8892"/>
                        <a:pt x="98612" y="14708"/>
                      </a:cubicBezTo>
                      <a:cubicBezTo>
                        <a:pt x="101446" y="19306"/>
                        <a:pt x="103313" y="24433"/>
                        <a:pt x="104099" y="29777"/>
                      </a:cubicBezTo>
                      <a:cubicBezTo>
                        <a:pt x="104720" y="33039"/>
                        <a:pt x="105089" y="36344"/>
                        <a:pt x="105204" y="39664"/>
                      </a:cubicBezTo>
                      <a:cubicBezTo>
                        <a:pt x="105394" y="53789"/>
                        <a:pt x="105413" y="67915"/>
                        <a:pt x="105480" y="82040"/>
                      </a:cubicBezTo>
                      <a:cubicBezTo>
                        <a:pt x="105480" y="88508"/>
                        <a:pt x="105480" y="94966"/>
                        <a:pt x="105480" y="101433"/>
                      </a:cubicBezTo>
                      <a:close/>
                    </a:path>
                  </a:pathLst>
                </a:custGeom>
                <a:solidFill>
                  <a:srgbClr val="FFFFFF"/>
                </a:solid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1A1A1A"/>
                    </a:solidFill>
                    <a:effectLst/>
                    <a:uLnTx/>
                    <a:uFillTx/>
                    <a:latin typeface="Arial" panose="020B0604020202020204" pitchFamily="34" charset="0"/>
                    <a:cs typeface="Arial" panose="020B0604020202020204" pitchFamily="34" charset="0"/>
                  </a:endParaRPr>
                </a:p>
              </p:txBody>
            </p:sp>
            <p:sp>
              <p:nvSpPr>
                <p:cNvPr id="466" name="Freeform: Shape 628">
                  <a:extLst>
                    <a:ext uri="{FF2B5EF4-FFF2-40B4-BE49-F238E27FC236}">
                      <a16:creationId xmlns:a16="http://schemas.microsoft.com/office/drawing/2014/main" id="{26FB7B02-44F7-46C8-9FF2-08C97D9E9971}"/>
                    </a:ext>
                  </a:extLst>
                </p:cNvPr>
                <p:cNvSpPr/>
                <p:nvPr/>
              </p:nvSpPr>
              <p:spPr>
                <a:xfrm>
                  <a:off x="2853184" y="2141296"/>
                  <a:ext cx="31280" cy="100450"/>
                </a:xfrm>
                <a:custGeom>
                  <a:avLst/>
                  <a:gdLst>
                    <a:gd name="connsiteX0" fmla="*/ 0 w 31280"/>
                    <a:gd name="connsiteY0" fmla="*/ 100451 h 100450"/>
                    <a:gd name="connsiteX1" fmla="*/ 0 w 31280"/>
                    <a:gd name="connsiteY1" fmla="*/ 98984 h 100450"/>
                    <a:gd name="connsiteX2" fmla="*/ 0 w 31280"/>
                    <a:gd name="connsiteY2" fmla="*/ 1562 h 100450"/>
                    <a:gd name="connsiteX3" fmla="*/ 1562 w 31280"/>
                    <a:gd name="connsiteY3" fmla="*/ 0 h 100450"/>
                    <a:gd name="connsiteX4" fmla="*/ 29728 w 31280"/>
                    <a:gd name="connsiteY4" fmla="*/ 0 h 100450"/>
                    <a:gd name="connsiteX5" fmla="*/ 31280 w 31280"/>
                    <a:gd name="connsiteY5" fmla="*/ 1553 h 100450"/>
                    <a:gd name="connsiteX6" fmla="*/ 31280 w 31280"/>
                    <a:gd name="connsiteY6" fmla="*/ 99079 h 100450"/>
                    <a:gd name="connsiteX7" fmla="*/ 29994 w 31280"/>
                    <a:gd name="connsiteY7" fmla="*/ 100441 h 100450"/>
                    <a:gd name="connsiteX8" fmla="*/ 1210 w 31280"/>
                    <a:gd name="connsiteY8" fmla="*/ 100441 h 100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280" h="100450">
                      <a:moveTo>
                        <a:pt x="0" y="100451"/>
                      </a:moveTo>
                      <a:lnTo>
                        <a:pt x="0" y="98984"/>
                      </a:lnTo>
                      <a:cubicBezTo>
                        <a:pt x="0" y="66510"/>
                        <a:pt x="0" y="34036"/>
                        <a:pt x="0" y="1562"/>
                      </a:cubicBezTo>
                      <a:cubicBezTo>
                        <a:pt x="0" y="699"/>
                        <a:pt x="699" y="0"/>
                        <a:pt x="1562" y="0"/>
                      </a:cubicBezTo>
                      <a:lnTo>
                        <a:pt x="29728" y="0"/>
                      </a:lnTo>
                      <a:cubicBezTo>
                        <a:pt x="30585" y="0"/>
                        <a:pt x="31280" y="695"/>
                        <a:pt x="31280" y="1553"/>
                      </a:cubicBezTo>
                      <a:cubicBezTo>
                        <a:pt x="31280" y="34059"/>
                        <a:pt x="31280" y="66567"/>
                        <a:pt x="31280" y="99079"/>
                      </a:cubicBezTo>
                      <a:cubicBezTo>
                        <a:pt x="31280" y="100032"/>
                        <a:pt x="31099" y="100451"/>
                        <a:pt x="29994" y="100441"/>
                      </a:cubicBezTo>
                      <a:cubicBezTo>
                        <a:pt x="20403" y="100441"/>
                        <a:pt x="10811" y="100441"/>
                        <a:pt x="1210" y="100441"/>
                      </a:cubicBezTo>
                      <a:close/>
                    </a:path>
                  </a:pathLst>
                </a:custGeom>
                <a:solidFill>
                  <a:srgbClr val="FFFFFF"/>
                </a:solid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1A1A1A"/>
                    </a:solidFill>
                    <a:effectLst/>
                    <a:uLnTx/>
                    <a:uFillTx/>
                    <a:latin typeface="Arial" panose="020B0604020202020204" pitchFamily="34" charset="0"/>
                    <a:cs typeface="Arial" panose="020B0604020202020204" pitchFamily="34" charset="0"/>
                  </a:endParaRPr>
                </a:p>
              </p:txBody>
            </p:sp>
            <p:sp>
              <p:nvSpPr>
                <p:cNvPr id="467" name="Freeform: Shape 629">
                  <a:extLst>
                    <a:ext uri="{FF2B5EF4-FFF2-40B4-BE49-F238E27FC236}">
                      <a16:creationId xmlns:a16="http://schemas.microsoft.com/office/drawing/2014/main" id="{F7A36522-C4AF-4387-A48C-7AED382B03B1}"/>
                    </a:ext>
                  </a:extLst>
                </p:cNvPr>
                <p:cNvSpPr/>
                <p:nvPr/>
              </p:nvSpPr>
              <p:spPr>
                <a:xfrm>
                  <a:off x="2846440" y="2089122"/>
                  <a:ext cx="37966" cy="37966"/>
                </a:xfrm>
                <a:custGeom>
                  <a:avLst/>
                  <a:gdLst>
                    <a:gd name="connsiteX0" fmla="*/ 0 w 37966"/>
                    <a:gd name="connsiteY0" fmla="*/ 18950 h 37966"/>
                    <a:gd name="connsiteX1" fmla="*/ 19017 w 37966"/>
                    <a:gd name="connsiteY1" fmla="*/ 0 h 37966"/>
                    <a:gd name="connsiteX2" fmla="*/ 37967 w 37966"/>
                    <a:gd name="connsiteY2" fmla="*/ 19017 h 37966"/>
                    <a:gd name="connsiteX3" fmla="*/ 18950 w 37966"/>
                    <a:gd name="connsiteY3" fmla="*/ 37967 h 37966"/>
                    <a:gd name="connsiteX4" fmla="*/ 0 w 37966"/>
                    <a:gd name="connsiteY4" fmla="*/ 18950 h 379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66" h="37966">
                      <a:moveTo>
                        <a:pt x="0" y="18950"/>
                      </a:moveTo>
                      <a:cubicBezTo>
                        <a:pt x="18" y="8466"/>
                        <a:pt x="8533" y="-18"/>
                        <a:pt x="19017" y="0"/>
                      </a:cubicBezTo>
                      <a:cubicBezTo>
                        <a:pt x="29501" y="18"/>
                        <a:pt x="37985" y="8533"/>
                        <a:pt x="37967" y="19017"/>
                      </a:cubicBezTo>
                      <a:cubicBezTo>
                        <a:pt x="37949" y="29501"/>
                        <a:pt x="29434" y="37985"/>
                        <a:pt x="18950" y="37967"/>
                      </a:cubicBezTo>
                      <a:cubicBezTo>
                        <a:pt x="8466" y="37949"/>
                        <a:pt x="-18" y="29434"/>
                        <a:pt x="0" y="18950"/>
                      </a:cubicBezTo>
                      <a:close/>
                    </a:path>
                  </a:pathLst>
                </a:custGeom>
                <a:solidFill>
                  <a:srgbClr val="FFFFFF"/>
                </a:solid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1A1A1A"/>
                    </a:solidFill>
                    <a:effectLst/>
                    <a:uLnTx/>
                    <a:uFillTx/>
                    <a:latin typeface="Arial" panose="020B0604020202020204" pitchFamily="34" charset="0"/>
                    <a:cs typeface="Arial" panose="020B0604020202020204" pitchFamily="34" charset="0"/>
                  </a:endParaRPr>
                </a:p>
              </p:txBody>
            </p:sp>
          </p:grpSp>
          <p:sp>
            <p:nvSpPr>
              <p:cNvPr id="463" name="Freeform: Shape 625">
                <a:extLst>
                  <a:ext uri="{FF2B5EF4-FFF2-40B4-BE49-F238E27FC236}">
                    <a16:creationId xmlns:a16="http://schemas.microsoft.com/office/drawing/2014/main" id="{31F6FE9A-8A3C-49D6-9A9A-86D030B050EC}"/>
                  </a:ext>
                </a:extLst>
              </p:cNvPr>
              <p:cNvSpPr/>
              <p:nvPr/>
            </p:nvSpPr>
            <p:spPr>
              <a:xfrm>
                <a:off x="2638853" y="1752544"/>
                <a:ext cx="263537" cy="214234"/>
              </a:xfrm>
              <a:custGeom>
                <a:avLst/>
                <a:gdLst>
                  <a:gd name="connsiteX0" fmla="*/ 82896 w 263537"/>
                  <a:gd name="connsiteY0" fmla="*/ 214225 h 214234"/>
                  <a:gd name="connsiteX1" fmla="*/ 236725 w 263537"/>
                  <a:gd name="connsiteY1" fmla="*/ 60397 h 214234"/>
                  <a:gd name="connsiteX2" fmla="*/ 236572 w 263537"/>
                  <a:gd name="connsiteY2" fmla="*/ 53405 h 214234"/>
                  <a:gd name="connsiteX3" fmla="*/ 263538 w 263537"/>
                  <a:gd name="connsiteY3" fmla="*/ 25411 h 214234"/>
                  <a:gd name="connsiteX4" fmla="*/ 232486 w 263537"/>
                  <a:gd name="connsiteY4" fmla="*/ 33927 h 214234"/>
                  <a:gd name="connsiteX5" fmla="*/ 256299 w 263537"/>
                  <a:gd name="connsiteY5" fmla="*/ 4018 h 214234"/>
                  <a:gd name="connsiteX6" fmla="*/ 222009 w 263537"/>
                  <a:gd name="connsiteY6" fmla="*/ 17144 h 214234"/>
                  <a:gd name="connsiteX7" fmla="*/ 145526 w 263537"/>
                  <a:gd name="connsiteY7" fmla="*/ 14597 h 214234"/>
                  <a:gd name="connsiteX8" fmla="*/ 129807 w 263537"/>
                  <a:gd name="connsiteY8" fmla="*/ 66445 h 214234"/>
                  <a:gd name="connsiteX9" fmla="*/ 18364 w 263537"/>
                  <a:gd name="connsiteY9" fmla="*/ 9952 h 214234"/>
                  <a:gd name="connsiteX10" fmla="*/ 35100 w 263537"/>
                  <a:gd name="connsiteY10" fmla="*/ 82133 h 214234"/>
                  <a:gd name="connsiteX11" fmla="*/ 10611 w 263537"/>
                  <a:gd name="connsiteY11" fmla="*/ 75370 h 214234"/>
                  <a:gd name="connsiteX12" fmla="*/ 10611 w 263537"/>
                  <a:gd name="connsiteY12" fmla="*/ 76056 h 214234"/>
                  <a:gd name="connsiteX13" fmla="*/ 53988 w 263537"/>
                  <a:gd name="connsiteY13" fmla="*/ 129053 h 214234"/>
                  <a:gd name="connsiteX14" fmla="*/ 29566 w 263537"/>
                  <a:gd name="connsiteY14" fmla="*/ 130005 h 214234"/>
                  <a:gd name="connsiteX15" fmla="*/ 80048 w 263537"/>
                  <a:gd name="connsiteY15" fmla="*/ 167553 h 214234"/>
                  <a:gd name="connsiteX16" fmla="*/ 12897 w 263537"/>
                  <a:gd name="connsiteY16" fmla="*/ 190699 h 214234"/>
                  <a:gd name="connsiteX17" fmla="*/ 0 w 263537"/>
                  <a:gd name="connsiteY17" fmla="*/ 189946 h 214234"/>
                  <a:gd name="connsiteX18" fmla="*/ 82868 w 263537"/>
                  <a:gd name="connsiteY18" fmla="*/ 214235 h 214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63537" h="214234">
                    <a:moveTo>
                      <a:pt x="82896" y="214225"/>
                    </a:moveTo>
                    <a:cubicBezTo>
                      <a:pt x="182347" y="214225"/>
                      <a:pt x="236725" y="131834"/>
                      <a:pt x="236725" y="60397"/>
                    </a:cubicBezTo>
                    <a:cubicBezTo>
                      <a:pt x="236725" y="58053"/>
                      <a:pt x="236674" y="55723"/>
                      <a:pt x="236572" y="53405"/>
                    </a:cubicBezTo>
                    <a:cubicBezTo>
                      <a:pt x="247152" y="45749"/>
                      <a:pt x="256283" y="36270"/>
                      <a:pt x="263538" y="25411"/>
                    </a:cubicBezTo>
                    <a:cubicBezTo>
                      <a:pt x="253672" y="29788"/>
                      <a:pt x="243205" y="32658"/>
                      <a:pt x="232486" y="33927"/>
                    </a:cubicBezTo>
                    <a:cubicBezTo>
                      <a:pt x="243788" y="27174"/>
                      <a:pt x="252250" y="16545"/>
                      <a:pt x="256299" y="4018"/>
                    </a:cubicBezTo>
                    <a:cubicBezTo>
                      <a:pt x="245698" y="10311"/>
                      <a:pt x="234102" y="14749"/>
                      <a:pt x="222009" y="17144"/>
                    </a:cubicBezTo>
                    <a:cubicBezTo>
                      <a:pt x="201592" y="-4680"/>
                      <a:pt x="167349" y="-5820"/>
                      <a:pt x="145526" y="14597"/>
                    </a:cubicBezTo>
                    <a:cubicBezTo>
                      <a:pt x="131389" y="27823"/>
                      <a:pt x="125394" y="47595"/>
                      <a:pt x="129807" y="66445"/>
                    </a:cubicBezTo>
                    <a:cubicBezTo>
                      <a:pt x="86330" y="64265"/>
                      <a:pt x="45823" y="43731"/>
                      <a:pt x="18364" y="9952"/>
                    </a:cubicBezTo>
                    <a:cubicBezTo>
                      <a:pt x="4012" y="34657"/>
                      <a:pt x="11340" y="66264"/>
                      <a:pt x="35100" y="82133"/>
                    </a:cubicBezTo>
                    <a:cubicBezTo>
                      <a:pt x="26513" y="81871"/>
                      <a:pt x="18115" y="79552"/>
                      <a:pt x="10611" y="75370"/>
                    </a:cubicBezTo>
                    <a:cubicBezTo>
                      <a:pt x="10611" y="75599"/>
                      <a:pt x="10611" y="75818"/>
                      <a:pt x="10611" y="76056"/>
                    </a:cubicBezTo>
                    <a:cubicBezTo>
                      <a:pt x="10619" y="101792"/>
                      <a:pt x="28761" y="123958"/>
                      <a:pt x="53988" y="129053"/>
                    </a:cubicBezTo>
                    <a:cubicBezTo>
                      <a:pt x="46027" y="131233"/>
                      <a:pt x="37672" y="131559"/>
                      <a:pt x="29566" y="130005"/>
                    </a:cubicBezTo>
                    <a:cubicBezTo>
                      <a:pt x="36643" y="152021"/>
                      <a:pt x="56927" y="167108"/>
                      <a:pt x="80048" y="167553"/>
                    </a:cubicBezTo>
                    <a:cubicBezTo>
                      <a:pt x="60897" y="182586"/>
                      <a:pt x="37244" y="190739"/>
                      <a:pt x="12897" y="190699"/>
                    </a:cubicBezTo>
                    <a:cubicBezTo>
                      <a:pt x="8587" y="190701"/>
                      <a:pt x="4281" y="190450"/>
                      <a:pt x="0" y="189946"/>
                    </a:cubicBezTo>
                    <a:cubicBezTo>
                      <a:pt x="24718" y="205829"/>
                      <a:pt x="53487" y="214261"/>
                      <a:pt x="82868" y="214235"/>
                    </a:cubicBezTo>
                  </a:path>
                </a:pathLst>
              </a:custGeom>
              <a:solidFill>
                <a:srgbClr val="1DA1F2"/>
              </a:solid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1A1A1A"/>
                  </a:solidFill>
                  <a:effectLst/>
                  <a:uLnTx/>
                  <a:uFillTx/>
                  <a:latin typeface="Arial" panose="020B0604020202020204" pitchFamily="34" charset="0"/>
                  <a:cs typeface="Arial" panose="020B0604020202020204" pitchFamily="34" charset="0"/>
                </a:endParaRPr>
              </a:p>
            </p:txBody>
          </p:sp>
        </p:grpSp>
      </p:grpSp>
      <p:sp>
        <p:nvSpPr>
          <p:cNvPr id="431" name="Rectangle 430">
            <a:extLst>
              <a:ext uri="{FF2B5EF4-FFF2-40B4-BE49-F238E27FC236}">
                <a16:creationId xmlns:a16="http://schemas.microsoft.com/office/drawing/2014/main" id="{013038F1-E11D-485B-B272-7704804551C5}"/>
              </a:ext>
            </a:extLst>
          </p:cNvPr>
          <p:cNvSpPr/>
          <p:nvPr/>
        </p:nvSpPr>
        <p:spPr>
          <a:xfrm>
            <a:off x="897262" y="1591534"/>
            <a:ext cx="630860" cy="169277"/>
          </a:xfrm>
          <a:prstGeom prst="rect">
            <a:avLst/>
          </a:prstGeom>
          <a:ln>
            <a:noFill/>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00" b="0" i="0" u="none" strike="noStrike" kern="1200" cap="none" spc="0" normalizeH="0" baseline="0" noProof="0" dirty="0">
                <a:ln>
                  <a:noFill/>
                </a:ln>
                <a:solidFill>
                  <a:srgbClr val="1A1A1A"/>
                </a:solidFill>
                <a:effectLst/>
                <a:uLnTx/>
                <a:uFillTx/>
                <a:latin typeface="Arial" panose="020B0604020202020204" pitchFamily="34" charset="0"/>
                <a:cs typeface="Arial" panose="020B0604020202020204" pitchFamily="34" charset="0"/>
              </a:rPr>
              <a:t>Social Data</a:t>
            </a:r>
          </a:p>
        </p:txBody>
      </p:sp>
      <p:sp>
        <p:nvSpPr>
          <p:cNvPr id="432" name="Rectangle 431">
            <a:extLst>
              <a:ext uri="{FF2B5EF4-FFF2-40B4-BE49-F238E27FC236}">
                <a16:creationId xmlns:a16="http://schemas.microsoft.com/office/drawing/2014/main" id="{9B201AAA-FA0C-4696-A0A3-6A7D2807C392}"/>
              </a:ext>
            </a:extLst>
          </p:cNvPr>
          <p:cNvSpPr/>
          <p:nvPr/>
        </p:nvSpPr>
        <p:spPr>
          <a:xfrm>
            <a:off x="512172" y="1547063"/>
            <a:ext cx="476393" cy="169277"/>
          </a:xfrm>
          <a:prstGeom prst="rect">
            <a:avLst/>
          </a:prstGeom>
          <a:ln>
            <a:noFill/>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00" b="0" i="0" u="none" strike="noStrike" kern="1200" cap="none" spc="0" normalizeH="0" baseline="0" noProof="0" dirty="0">
                <a:ln>
                  <a:noFill/>
                </a:ln>
                <a:solidFill>
                  <a:srgbClr val="1A1A1A"/>
                </a:solidFill>
                <a:effectLst/>
                <a:uLnTx/>
                <a:uFillTx/>
                <a:latin typeface="Arial" panose="020B0604020202020204" pitchFamily="34" charset="0"/>
                <a:cs typeface="Arial" panose="020B0604020202020204" pitchFamily="34" charset="0"/>
              </a:rPr>
              <a:t>Mob App</a:t>
            </a:r>
          </a:p>
        </p:txBody>
      </p:sp>
      <p:sp>
        <p:nvSpPr>
          <p:cNvPr id="433" name="Rectangle 432">
            <a:extLst>
              <a:ext uri="{FF2B5EF4-FFF2-40B4-BE49-F238E27FC236}">
                <a16:creationId xmlns:a16="http://schemas.microsoft.com/office/drawing/2014/main" id="{24EE6F39-B90A-46FD-9225-F4400E30A9B7}"/>
              </a:ext>
            </a:extLst>
          </p:cNvPr>
          <p:cNvSpPr/>
          <p:nvPr/>
        </p:nvSpPr>
        <p:spPr>
          <a:xfrm>
            <a:off x="555214" y="1979913"/>
            <a:ext cx="418704" cy="169277"/>
          </a:xfrm>
          <a:prstGeom prst="rect">
            <a:avLst/>
          </a:prstGeom>
          <a:ln>
            <a:noFill/>
          </a:ln>
        </p:spPr>
        <p:txBody>
          <a:bodyPr wrap="none"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32239" rtl="0" eaLnBrk="1" fontAlgn="auto" latinLnBrk="0" hangingPunct="1">
              <a:lnSpc>
                <a:spcPct val="100000"/>
              </a:lnSpc>
              <a:spcBef>
                <a:spcPts val="0"/>
              </a:spcBef>
              <a:spcAft>
                <a:spcPts val="0"/>
              </a:spcAft>
              <a:buClrTx/>
              <a:buSzTx/>
              <a:buFontTx/>
              <a:buNone/>
              <a:tabLst/>
              <a:defRPr/>
            </a:pPr>
            <a:r>
              <a:rPr lang="en-US" sz="500" kern="0" dirty="0">
                <a:solidFill>
                  <a:srgbClr val="1A1A1A"/>
                </a:solidFill>
                <a:latin typeface="Arial" panose="020B0604020202020204" pitchFamily="34" charset="0"/>
                <a:ea typeface="MS PGothic"/>
                <a:cs typeface="Arial" panose="020B0604020202020204" pitchFamily="34" charset="0"/>
              </a:rPr>
              <a:t>Sensors</a:t>
            </a:r>
            <a:endParaRPr kumimoji="0" lang="en-US" sz="500" b="0" i="0" u="none" strike="noStrike" kern="1200" cap="none" spc="0" normalizeH="0" baseline="0" noProof="0" dirty="0">
              <a:ln>
                <a:noFill/>
              </a:ln>
              <a:solidFill>
                <a:srgbClr val="1A1A1A"/>
              </a:solidFill>
              <a:effectLst/>
              <a:uLnTx/>
              <a:uFillTx/>
              <a:latin typeface="Arial" panose="020B0604020202020204" pitchFamily="34" charset="0"/>
              <a:cs typeface="Arial" panose="020B0604020202020204" pitchFamily="34" charset="0"/>
            </a:endParaRPr>
          </a:p>
        </p:txBody>
      </p:sp>
      <p:sp>
        <p:nvSpPr>
          <p:cNvPr id="434" name="Rectangle 433">
            <a:extLst>
              <a:ext uri="{FF2B5EF4-FFF2-40B4-BE49-F238E27FC236}">
                <a16:creationId xmlns:a16="http://schemas.microsoft.com/office/drawing/2014/main" id="{980FDD6B-0426-4528-99A7-4B66CB7646CC}"/>
              </a:ext>
            </a:extLst>
          </p:cNvPr>
          <p:cNvSpPr/>
          <p:nvPr/>
        </p:nvSpPr>
        <p:spPr bwMode="auto">
          <a:xfrm>
            <a:off x="489935" y="1024861"/>
            <a:ext cx="1096876" cy="1104370"/>
          </a:xfrm>
          <a:prstGeom prst="rect">
            <a:avLst/>
          </a:prstGeom>
          <a:noFill/>
          <a:ln>
            <a:solidFill>
              <a:schemeClr val="bg1">
                <a:lumMod val="65000"/>
              </a:schemeClr>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horz" wrap="square" lIns="182854" tIns="36000" rIns="182854" bIns="14628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l" defTabSz="710457" rtl="0" eaLnBrk="1" fontAlgn="auto" latinLnBrk="0" hangingPunct="1">
              <a:lnSpc>
                <a:spcPct val="100000"/>
              </a:lnSpc>
              <a:spcBef>
                <a:spcPct val="0"/>
              </a:spcBef>
              <a:spcAft>
                <a:spcPct val="35000"/>
              </a:spcAft>
              <a:buClrTx/>
              <a:buSzTx/>
              <a:buFontTx/>
              <a:buNone/>
              <a:tabLst/>
              <a:defRPr/>
            </a:pPr>
            <a:endParaRPr kumimoji="0" lang="en-AU" sz="1050" b="0" i="0" u="none" strike="noStrike" kern="0" cap="none" spc="0" normalizeH="0" baseline="0" noProof="0">
              <a:ln>
                <a:noFill/>
              </a:ln>
              <a:solidFill>
                <a:srgbClr val="1A1A1A"/>
              </a:solidFill>
              <a:effectLst/>
              <a:uLnTx/>
              <a:uFillTx/>
              <a:latin typeface="Arial" panose="020B0604020202020204" pitchFamily="34" charset="0"/>
              <a:cs typeface="Arial" panose="020B0604020202020204" pitchFamily="34" charset="0"/>
            </a:endParaRPr>
          </a:p>
        </p:txBody>
      </p:sp>
      <p:pic>
        <p:nvPicPr>
          <p:cNvPr id="435" name="Picture 434" descr="A close up of a logo&#10;&#10;Description automatically generated">
            <a:extLst>
              <a:ext uri="{FF2B5EF4-FFF2-40B4-BE49-F238E27FC236}">
                <a16:creationId xmlns:a16="http://schemas.microsoft.com/office/drawing/2014/main" id="{21C78298-21BA-4C39-A962-7AEA621AFE6C}"/>
              </a:ext>
            </a:extLst>
          </p:cNvPr>
          <p:cNvPicPr>
            <a:picLocks noChangeAspect="1"/>
          </p:cNvPicPr>
          <p:nvPr/>
        </p:nvPicPr>
        <p:blipFill>
          <a:blip r:embed="rId5">
            <a:duotone>
              <a:prstClr val="black"/>
              <a:srgbClr val="C6C6C6">
                <a:tint val="45000"/>
                <a:satMod val="400000"/>
              </a:srgbClr>
            </a:duotone>
            <a:extLst>
              <a:ext uri="{28A0092B-C50C-407E-A947-70E740481C1C}">
                <a14:useLocalDpi xmlns:a14="http://schemas.microsoft.com/office/drawing/2010/main" val="0"/>
              </a:ext>
            </a:extLst>
          </a:blip>
          <a:stretch>
            <a:fillRect/>
          </a:stretch>
        </p:blipFill>
        <p:spPr>
          <a:xfrm>
            <a:off x="1089147" y="1808805"/>
            <a:ext cx="292139" cy="154132"/>
          </a:xfrm>
          <a:prstGeom prst="rect">
            <a:avLst/>
          </a:prstGeom>
          <a:ln>
            <a:noFill/>
          </a:ln>
        </p:spPr>
      </p:pic>
      <p:sp>
        <p:nvSpPr>
          <p:cNvPr id="436" name="Rectangle 435">
            <a:extLst>
              <a:ext uri="{FF2B5EF4-FFF2-40B4-BE49-F238E27FC236}">
                <a16:creationId xmlns:a16="http://schemas.microsoft.com/office/drawing/2014/main" id="{69F8A0CA-F504-4C2A-AFFB-DB06BBC52620}"/>
              </a:ext>
            </a:extLst>
          </p:cNvPr>
          <p:cNvSpPr/>
          <p:nvPr/>
        </p:nvSpPr>
        <p:spPr>
          <a:xfrm>
            <a:off x="1098160" y="1972640"/>
            <a:ext cx="333745" cy="169277"/>
          </a:xfrm>
          <a:prstGeom prst="rect">
            <a:avLst/>
          </a:prstGeom>
          <a:ln>
            <a:noFill/>
          </a:ln>
        </p:spPr>
        <p:txBody>
          <a:bodyPr wrap="none"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32239" rtl="0" eaLnBrk="1" fontAlgn="auto" latinLnBrk="0" hangingPunct="1">
              <a:lnSpc>
                <a:spcPct val="100000"/>
              </a:lnSpc>
              <a:spcBef>
                <a:spcPts val="0"/>
              </a:spcBef>
              <a:spcAft>
                <a:spcPts val="0"/>
              </a:spcAft>
              <a:buClrTx/>
              <a:buSzTx/>
              <a:buFontTx/>
              <a:buNone/>
              <a:tabLst/>
              <a:defRPr/>
            </a:pPr>
            <a:r>
              <a:rPr kumimoji="0" lang="en-US" sz="500" b="0" i="0" u="none" strike="noStrike" kern="0" cap="none" spc="0" normalizeH="0" baseline="0" noProof="0" dirty="0">
                <a:ln>
                  <a:noFill/>
                </a:ln>
                <a:solidFill>
                  <a:srgbClr val="1A1A1A"/>
                </a:solidFill>
                <a:effectLst/>
                <a:uLnTx/>
                <a:uFillTx/>
                <a:latin typeface="Arial" panose="020B0604020202020204" pitchFamily="34" charset="0"/>
                <a:ea typeface="MS PGothic"/>
                <a:cs typeface="Arial" panose="020B0604020202020204" pitchFamily="34" charset="0"/>
              </a:rPr>
              <a:t>Edge</a:t>
            </a:r>
            <a:endParaRPr kumimoji="0" lang="en-US" sz="500" b="0" i="0" u="none" strike="noStrike" kern="1200" cap="none" spc="0" normalizeH="0" baseline="0" noProof="0" dirty="0">
              <a:ln>
                <a:noFill/>
              </a:ln>
              <a:solidFill>
                <a:srgbClr val="1A1A1A"/>
              </a:solidFill>
              <a:effectLst/>
              <a:uLnTx/>
              <a:uFillTx/>
              <a:latin typeface="Arial" panose="020B0604020202020204" pitchFamily="34" charset="0"/>
              <a:cs typeface="Arial" panose="020B0604020202020204" pitchFamily="34" charset="0"/>
            </a:endParaRPr>
          </a:p>
        </p:txBody>
      </p:sp>
      <p:sp>
        <p:nvSpPr>
          <p:cNvPr id="437" name="Rectangle 436">
            <a:extLst>
              <a:ext uri="{FF2B5EF4-FFF2-40B4-BE49-F238E27FC236}">
                <a16:creationId xmlns:a16="http://schemas.microsoft.com/office/drawing/2014/main" id="{0CB61A2F-F08A-41BF-8017-CE11AC159FAA}"/>
              </a:ext>
            </a:extLst>
          </p:cNvPr>
          <p:cNvSpPr/>
          <p:nvPr/>
        </p:nvSpPr>
        <p:spPr bwMode="auto">
          <a:xfrm>
            <a:off x="1948600" y="1029179"/>
            <a:ext cx="5270162" cy="373793"/>
          </a:xfrm>
          <a:prstGeom prst="rect">
            <a:avLst/>
          </a:prstGeom>
          <a:noFill/>
          <a:ln w="28575">
            <a:solidFill>
              <a:schemeClr val="accent1"/>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horz" wrap="square" lIns="182854" tIns="36000" rIns="182854" bIns="14628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lvl="0" algn="ctr" defTabSz="710457">
              <a:spcBef>
                <a:spcPct val="0"/>
              </a:spcBef>
              <a:spcAft>
                <a:spcPct val="35000"/>
              </a:spcAft>
              <a:buClrTx/>
              <a:defRPr/>
            </a:pPr>
            <a:r>
              <a:rPr lang="en-AU" sz="800" kern="0" dirty="0">
                <a:solidFill>
                  <a:srgbClr val="1A1A1A"/>
                </a:solidFill>
                <a:latin typeface="Arial" panose="020B0604020202020204" pitchFamily="34" charset="0"/>
                <a:cs typeface="Arial" panose="020B0604020202020204" pitchFamily="34" charset="0"/>
              </a:rPr>
              <a:t>Real-Time </a:t>
            </a:r>
            <a:r>
              <a:rPr lang="en-US" sz="800" kern="0" dirty="0">
                <a:solidFill>
                  <a:srgbClr val="1A1A1A"/>
                </a:solidFill>
                <a:latin typeface="Arial" panose="020B0604020202020204" pitchFamily="34" charset="0"/>
                <a:cs typeface="Arial" panose="020B0604020202020204" pitchFamily="34" charset="0"/>
              </a:rPr>
              <a:t>/</a:t>
            </a:r>
            <a:r>
              <a:rPr lang="en-AU" sz="800" kern="0" dirty="0">
                <a:solidFill>
                  <a:srgbClr val="1A1A1A"/>
                </a:solidFill>
                <a:latin typeface="Arial" panose="020B0604020202020204" pitchFamily="34" charset="0"/>
                <a:cs typeface="Arial" panose="020B0604020202020204" pitchFamily="34" charset="0"/>
              </a:rPr>
              <a:t> Steaming Data / Steaming Processing</a:t>
            </a:r>
          </a:p>
        </p:txBody>
      </p:sp>
      <p:sp>
        <p:nvSpPr>
          <p:cNvPr id="449" name="Rectangle 448">
            <a:extLst>
              <a:ext uri="{FF2B5EF4-FFF2-40B4-BE49-F238E27FC236}">
                <a16:creationId xmlns:a16="http://schemas.microsoft.com/office/drawing/2014/main" id="{9FD8E481-FE4F-40D3-886F-5FCE963CED40}"/>
              </a:ext>
            </a:extLst>
          </p:cNvPr>
          <p:cNvSpPr/>
          <p:nvPr/>
        </p:nvSpPr>
        <p:spPr bwMode="auto">
          <a:xfrm>
            <a:off x="501756" y="4145533"/>
            <a:ext cx="7913051" cy="396000"/>
          </a:xfrm>
          <a:prstGeom prst="rect">
            <a:avLst/>
          </a:prstGeom>
          <a:noFill/>
          <a:ln w="28575">
            <a:solidFill>
              <a:schemeClr val="accent1"/>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horz" wrap="square" lIns="182854" tIns="36000" rIns="182854" bIns="14628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710457" rtl="0" eaLnBrk="1" fontAlgn="auto" latinLnBrk="0" hangingPunct="1">
              <a:lnSpc>
                <a:spcPct val="100000"/>
              </a:lnSpc>
              <a:spcBef>
                <a:spcPct val="0"/>
              </a:spcBef>
              <a:spcAft>
                <a:spcPct val="35000"/>
              </a:spcAft>
              <a:buClrTx/>
              <a:buSzTx/>
              <a:buFontTx/>
              <a:buNone/>
              <a:tabLst/>
              <a:defRPr/>
            </a:pPr>
            <a:r>
              <a:rPr kumimoji="0" lang="en-AU" sz="900" b="0" i="0" u="none" strike="noStrike" kern="0" cap="none" spc="0" normalizeH="0" baseline="0" noProof="0" dirty="0">
                <a:ln>
                  <a:noFill/>
                </a:ln>
                <a:solidFill>
                  <a:srgbClr val="1A1A1A"/>
                </a:solidFill>
                <a:effectLst/>
                <a:uLnTx/>
                <a:uFillTx/>
                <a:latin typeface="Arial" panose="020B0604020202020204" pitchFamily="34" charset="0"/>
                <a:cs typeface="Arial" panose="020B0604020202020204" pitchFamily="34" charset="0"/>
              </a:rPr>
              <a:t>Data Governance</a:t>
            </a:r>
          </a:p>
        </p:txBody>
      </p:sp>
      <p:pic>
        <p:nvPicPr>
          <p:cNvPr id="450" name="Picture 449">
            <a:extLst>
              <a:ext uri="{FF2B5EF4-FFF2-40B4-BE49-F238E27FC236}">
                <a16:creationId xmlns:a16="http://schemas.microsoft.com/office/drawing/2014/main" id="{2EADEFF9-C276-44E9-B313-C450700EE281}"/>
              </a:ext>
            </a:extLst>
          </p:cNvPr>
          <p:cNvPicPr>
            <a:picLocks noChangeAspect="1"/>
          </p:cNvPicPr>
          <p:nvPr/>
        </p:nvPicPr>
        <p:blipFill>
          <a:blip r:embed="rId6" cstate="print">
            <a:extLst>
              <a:ext uri="{BEBA8EAE-BF5A-486C-A8C5-ECC9F3942E4B}">
                <a14:imgProps xmlns:a14="http://schemas.microsoft.com/office/drawing/2010/main">
                  <a14:imgLayer r:embed="rId7">
                    <a14:imgEffect>
                      <a14:saturation sat="0"/>
                    </a14:imgEffect>
                  </a14:imgLayer>
                </a14:imgProps>
              </a:ext>
              <a:ext uri="{28A0092B-C50C-407E-A947-70E740481C1C}">
                <a14:useLocalDpi xmlns:a14="http://schemas.microsoft.com/office/drawing/2010/main"/>
              </a:ext>
            </a:extLst>
          </a:blip>
          <a:stretch>
            <a:fillRect/>
          </a:stretch>
        </p:blipFill>
        <p:spPr>
          <a:xfrm>
            <a:off x="660637" y="1819254"/>
            <a:ext cx="207642" cy="182109"/>
          </a:xfrm>
          <a:prstGeom prst="rect">
            <a:avLst/>
          </a:prstGeom>
          <a:ln>
            <a:noFill/>
          </a:ln>
        </p:spPr>
      </p:pic>
      <p:pic>
        <p:nvPicPr>
          <p:cNvPr id="493" name="Graphic 492" descr="Smart Phone">
            <a:extLst>
              <a:ext uri="{FF2B5EF4-FFF2-40B4-BE49-F238E27FC236}">
                <a16:creationId xmlns:a16="http://schemas.microsoft.com/office/drawing/2014/main" id="{D49D1841-F951-9D4C-8AE1-D91CC13BF389}"/>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32392" y="1398171"/>
            <a:ext cx="212602" cy="198797"/>
          </a:xfrm>
          <a:prstGeom prst="rect">
            <a:avLst/>
          </a:prstGeom>
        </p:spPr>
      </p:pic>
      <p:cxnSp>
        <p:nvCxnSpPr>
          <p:cNvPr id="107" name="Connector: Elbow 763">
            <a:extLst>
              <a:ext uri="{FF2B5EF4-FFF2-40B4-BE49-F238E27FC236}">
                <a16:creationId xmlns:a16="http://schemas.microsoft.com/office/drawing/2014/main" id="{EEA7E509-2F5D-BB43-93C2-53B734FD013D}"/>
              </a:ext>
            </a:extLst>
          </p:cNvPr>
          <p:cNvCxnSpPr>
            <a:cxnSpLocks/>
          </p:cNvCxnSpPr>
          <p:nvPr/>
        </p:nvCxnSpPr>
        <p:spPr>
          <a:xfrm rot="16200000" flipV="1">
            <a:off x="4458191" y="2925251"/>
            <a:ext cx="28080" cy="683"/>
          </a:xfrm>
          <a:prstGeom prst="bentConnector3">
            <a:avLst>
              <a:gd name="adj1" fmla="val 34498"/>
            </a:avLst>
          </a:prstGeom>
          <a:ln w="15875">
            <a:solidFill>
              <a:schemeClr val="accent6">
                <a:lumMod val="40000"/>
                <a:lumOff val="60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08" name="Connector: Elbow 764">
            <a:extLst>
              <a:ext uri="{FF2B5EF4-FFF2-40B4-BE49-F238E27FC236}">
                <a16:creationId xmlns:a16="http://schemas.microsoft.com/office/drawing/2014/main" id="{E6138B1E-0376-2646-84D6-85A46D0444AC}"/>
              </a:ext>
            </a:extLst>
          </p:cNvPr>
          <p:cNvCxnSpPr>
            <a:cxnSpLocks/>
          </p:cNvCxnSpPr>
          <p:nvPr/>
        </p:nvCxnSpPr>
        <p:spPr>
          <a:xfrm rot="5400000">
            <a:off x="4458191" y="3056783"/>
            <a:ext cx="28080" cy="683"/>
          </a:xfrm>
          <a:prstGeom prst="bentConnector3">
            <a:avLst>
              <a:gd name="adj1" fmla="val 34498"/>
            </a:avLst>
          </a:prstGeom>
          <a:ln w="15875">
            <a:solidFill>
              <a:schemeClr val="accent6">
                <a:lumMod val="40000"/>
                <a:lumOff val="60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109" name="Rectangle 108">
            <a:extLst>
              <a:ext uri="{FF2B5EF4-FFF2-40B4-BE49-F238E27FC236}">
                <a16:creationId xmlns:a16="http://schemas.microsoft.com/office/drawing/2014/main" id="{B6223A59-7587-FE46-B419-58FA4E48818E}"/>
              </a:ext>
            </a:extLst>
          </p:cNvPr>
          <p:cNvSpPr/>
          <p:nvPr/>
        </p:nvSpPr>
        <p:spPr bwMode="auto">
          <a:xfrm>
            <a:off x="5943596" y="2642594"/>
            <a:ext cx="1278588" cy="1346618"/>
          </a:xfrm>
          <a:prstGeom prst="rect">
            <a:avLst/>
          </a:prstGeom>
          <a:noFill/>
          <a:ln>
            <a:solidFill>
              <a:schemeClr val="bg1">
                <a:lumMod val="65000"/>
              </a:schemeClr>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horz" wrap="square" lIns="182854" tIns="36000" rIns="182854" bIns="14628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l" defTabSz="710457" rtl="0" eaLnBrk="1" fontAlgn="auto" latinLnBrk="0" hangingPunct="1">
              <a:lnSpc>
                <a:spcPct val="100000"/>
              </a:lnSpc>
              <a:spcBef>
                <a:spcPct val="0"/>
              </a:spcBef>
              <a:spcAft>
                <a:spcPct val="35000"/>
              </a:spcAft>
              <a:buClrTx/>
              <a:buSzTx/>
              <a:buFontTx/>
              <a:buNone/>
              <a:tabLst/>
              <a:defRPr/>
            </a:pPr>
            <a:endParaRPr kumimoji="0" lang="en-AU" sz="900" b="0" i="0" u="none" strike="noStrike" kern="0" cap="none" spc="0" normalizeH="0" baseline="0" noProof="0" dirty="0">
              <a:ln>
                <a:noFill/>
              </a:ln>
              <a:solidFill>
                <a:srgbClr val="1A1A1A"/>
              </a:solidFill>
              <a:effectLst/>
              <a:uLnTx/>
              <a:uFillTx/>
              <a:latin typeface="Arial" panose="020B0604020202020204" pitchFamily="34" charset="0"/>
              <a:cs typeface="Arial" panose="020B0604020202020204" pitchFamily="34" charset="0"/>
            </a:endParaRPr>
          </a:p>
        </p:txBody>
      </p:sp>
      <p:cxnSp>
        <p:nvCxnSpPr>
          <p:cNvPr id="110" name="Connector: Elbow 565">
            <a:extLst>
              <a:ext uri="{FF2B5EF4-FFF2-40B4-BE49-F238E27FC236}">
                <a16:creationId xmlns:a16="http://schemas.microsoft.com/office/drawing/2014/main" id="{7BC00D05-D5C4-9E42-8E9B-CEC4D80CDA81}"/>
              </a:ext>
            </a:extLst>
          </p:cNvPr>
          <p:cNvCxnSpPr>
            <a:cxnSpLocks/>
          </p:cNvCxnSpPr>
          <p:nvPr/>
        </p:nvCxnSpPr>
        <p:spPr>
          <a:xfrm flipV="1">
            <a:off x="5836867" y="1803732"/>
            <a:ext cx="34256" cy="560"/>
          </a:xfrm>
          <a:prstGeom prst="bentConnector3">
            <a:avLst>
              <a:gd name="adj1" fmla="val 34498"/>
            </a:avLst>
          </a:prstGeom>
          <a:ln w="15875">
            <a:solidFill>
              <a:schemeClr val="accent6">
                <a:lumMod val="40000"/>
                <a:lumOff val="60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16" name="Connector: Elbow 764">
            <a:extLst>
              <a:ext uri="{FF2B5EF4-FFF2-40B4-BE49-F238E27FC236}">
                <a16:creationId xmlns:a16="http://schemas.microsoft.com/office/drawing/2014/main" id="{8B932C91-69E0-384C-AD9F-9A1CE863CF4B}"/>
              </a:ext>
            </a:extLst>
          </p:cNvPr>
          <p:cNvCxnSpPr>
            <a:cxnSpLocks/>
          </p:cNvCxnSpPr>
          <p:nvPr/>
        </p:nvCxnSpPr>
        <p:spPr>
          <a:xfrm rot="5400000">
            <a:off x="4458191" y="1517365"/>
            <a:ext cx="28080" cy="683"/>
          </a:xfrm>
          <a:prstGeom prst="bentConnector3">
            <a:avLst>
              <a:gd name="adj1" fmla="val 34498"/>
            </a:avLst>
          </a:prstGeom>
          <a:ln w="15875">
            <a:solidFill>
              <a:schemeClr val="accent6">
                <a:lumMod val="40000"/>
                <a:lumOff val="60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23" name="Connector: Elbow 763">
            <a:extLst>
              <a:ext uri="{FF2B5EF4-FFF2-40B4-BE49-F238E27FC236}">
                <a16:creationId xmlns:a16="http://schemas.microsoft.com/office/drawing/2014/main" id="{C56098BB-FACA-B143-80E3-6C278D6E0041}"/>
              </a:ext>
            </a:extLst>
          </p:cNvPr>
          <p:cNvCxnSpPr>
            <a:cxnSpLocks/>
          </p:cNvCxnSpPr>
          <p:nvPr/>
        </p:nvCxnSpPr>
        <p:spPr>
          <a:xfrm rot="16200000" flipV="1">
            <a:off x="2461531" y="1430055"/>
            <a:ext cx="28080" cy="683"/>
          </a:xfrm>
          <a:prstGeom prst="bentConnector3">
            <a:avLst>
              <a:gd name="adj1" fmla="val 34498"/>
            </a:avLst>
          </a:prstGeom>
          <a:ln w="15875">
            <a:solidFill>
              <a:schemeClr val="accent6">
                <a:lumMod val="40000"/>
                <a:lumOff val="60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24" name="Connector: Elbow 764">
            <a:extLst>
              <a:ext uri="{FF2B5EF4-FFF2-40B4-BE49-F238E27FC236}">
                <a16:creationId xmlns:a16="http://schemas.microsoft.com/office/drawing/2014/main" id="{FC1DF33D-0D6A-D745-85FB-0CB88E8E62C5}"/>
              </a:ext>
            </a:extLst>
          </p:cNvPr>
          <p:cNvCxnSpPr>
            <a:cxnSpLocks/>
          </p:cNvCxnSpPr>
          <p:nvPr/>
        </p:nvCxnSpPr>
        <p:spPr>
          <a:xfrm rot="5400000">
            <a:off x="2461531" y="1568166"/>
            <a:ext cx="28080" cy="683"/>
          </a:xfrm>
          <a:prstGeom prst="bentConnector3">
            <a:avLst>
              <a:gd name="adj1" fmla="val 34498"/>
            </a:avLst>
          </a:prstGeom>
          <a:ln w="15875">
            <a:solidFill>
              <a:schemeClr val="accent6">
                <a:lumMod val="40000"/>
                <a:lumOff val="60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136" name="Rectangle 135">
            <a:extLst>
              <a:ext uri="{FF2B5EF4-FFF2-40B4-BE49-F238E27FC236}">
                <a16:creationId xmlns:a16="http://schemas.microsoft.com/office/drawing/2014/main" id="{5BF5F6A6-6DFD-7E4A-BFFB-0D70567579D1}"/>
              </a:ext>
            </a:extLst>
          </p:cNvPr>
          <p:cNvSpPr/>
          <p:nvPr/>
        </p:nvSpPr>
        <p:spPr bwMode="auto">
          <a:xfrm>
            <a:off x="5943596" y="1573909"/>
            <a:ext cx="1278588" cy="353817"/>
          </a:xfrm>
          <a:prstGeom prst="rect">
            <a:avLst/>
          </a:prstGeom>
          <a:noFill/>
          <a:ln w="28575">
            <a:solidFill>
              <a:schemeClr val="accent1"/>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horz" wrap="square" lIns="182854" tIns="36000" rIns="182854" bIns="14628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l" defTabSz="710457" rtl="0" eaLnBrk="1" fontAlgn="auto" latinLnBrk="0" hangingPunct="1">
              <a:lnSpc>
                <a:spcPct val="100000"/>
              </a:lnSpc>
              <a:spcBef>
                <a:spcPct val="0"/>
              </a:spcBef>
              <a:spcAft>
                <a:spcPct val="35000"/>
              </a:spcAft>
              <a:buClrTx/>
              <a:buSzTx/>
              <a:buFontTx/>
              <a:buNone/>
              <a:tabLst/>
              <a:defRPr/>
            </a:pPr>
            <a:endParaRPr kumimoji="0" lang="en-AU" sz="900" b="0" i="0" u="none" strike="noStrike" kern="0" cap="none" spc="0" normalizeH="0" baseline="0" noProof="0" dirty="0">
              <a:ln>
                <a:noFill/>
              </a:ln>
              <a:solidFill>
                <a:srgbClr val="1A1A1A"/>
              </a:solidFill>
              <a:effectLst/>
              <a:uLnTx/>
              <a:uFillTx/>
              <a:latin typeface="Arial" panose="020B0604020202020204" pitchFamily="34" charset="0"/>
              <a:cs typeface="Arial" panose="020B0604020202020204" pitchFamily="34" charset="0"/>
            </a:endParaRPr>
          </a:p>
        </p:txBody>
      </p:sp>
      <p:sp>
        <p:nvSpPr>
          <p:cNvPr id="138" name="Rectangle 137">
            <a:extLst>
              <a:ext uri="{FF2B5EF4-FFF2-40B4-BE49-F238E27FC236}">
                <a16:creationId xmlns:a16="http://schemas.microsoft.com/office/drawing/2014/main" id="{688E0931-DC84-D64C-B56D-B764DDE4ADF5}"/>
              </a:ext>
            </a:extLst>
          </p:cNvPr>
          <p:cNvSpPr/>
          <p:nvPr/>
        </p:nvSpPr>
        <p:spPr>
          <a:xfrm>
            <a:off x="5942827" y="1558201"/>
            <a:ext cx="1287634" cy="215444"/>
          </a:xfrm>
          <a:prstGeom prst="rect">
            <a:avLst/>
          </a:prstGeom>
          <a:noFill/>
          <a:ln>
            <a:noFill/>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710457" rtl="0" eaLnBrk="1" fontAlgn="auto" latinLnBrk="0" hangingPunct="1">
              <a:lnSpc>
                <a:spcPct val="100000"/>
              </a:lnSpc>
              <a:spcBef>
                <a:spcPct val="0"/>
              </a:spcBef>
              <a:spcAft>
                <a:spcPts val="0"/>
              </a:spcAft>
              <a:buClrTx/>
              <a:buSzTx/>
              <a:buFontTx/>
              <a:buNone/>
              <a:tabLst/>
              <a:defRPr/>
            </a:pPr>
            <a:r>
              <a:rPr kumimoji="0" lang="en-AU" sz="800" b="0" i="0" u="none" strike="noStrike" kern="0" cap="none" spc="0" normalizeH="0" baseline="0" noProof="0" dirty="0">
                <a:ln>
                  <a:noFill/>
                </a:ln>
                <a:solidFill>
                  <a:srgbClr val="1A1A1A"/>
                </a:solidFill>
                <a:effectLst/>
                <a:uLnTx/>
                <a:uFillTx/>
                <a:latin typeface="Arial" panose="020B0604020202020204" pitchFamily="34" charset="0"/>
                <a:cs typeface="Arial" panose="020B0604020202020204" pitchFamily="34" charset="0"/>
              </a:rPr>
              <a:t>Processing</a:t>
            </a:r>
          </a:p>
        </p:txBody>
      </p:sp>
      <p:cxnSp>
        <p:nvCxnSpPr>
          <p:cNvPr id="148" name="Connector: Elbow 666">
            <a:extLst>
              <a:ext uri="{FF2B5EF4-FFF2-40B4-BE49-F238E27FC236}">
                <a16:creationId xmlns:a16="http://schemas.microsoft.com/office/drawing/2014/main" id="{87B1152C-9E0C-464F-9AB6-35C904C9A48C}"/>
              </a:ext>
            </a:extLst>
          </p:cNvPr>
          <p:cNvCxnSpPr>
            <a:cxnSpLocks/>
          </p:cNvCxnSpPr>
          <p:nvPr/>
        </p:nvCxnSpPr>
        <p:spPr>
          <a:xfrm flipV="1">
            <a:off x="5819933" y="3469613"/>
            <a:ext cx="34256" cy="560"/>
          </a:xfrm>
          <a:prstGeom prst="bentConnector3">
            <a:avLst>
              <a:gd name="adj1" fmla="val 34498"/>
            </a:avLst>
          </a:prstGeom>
          <a:ln w="15875">
            <a:solidFill>
              <a:schemeClr val="accent6">
                <a:lumMod val="40000"/>
                <a:lumOff val="60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149" name="Rectangle 148">
            <a:extLst>
              <a:ext uri="{FF2B5EF4-FFF2-40B4-BE49-F238E27FC236}">
                <a16:creationId xmlns:a16="http://schemas.microsoft.com/office/drawing/2014/main" id="{EC78C949-AC7E-854E-A062-80D82F3771C4}"/>
              </a:ext>
            </a:extLst>
          </p:cNvPr>
          <p:cNvSpPr/>
          <p:nvPr/>
        </p:nvSpPr>
        <p:spPr bwMode="auto">
          <a:xfrm>
            <a:off x="5940174" y="2081048"/>
            <a:ext cx="1278588" cy="451314"/>
          </a:xfrm>
          <a:prstGeom prst="rect">
            <a:avLst/>
          </a:prstGeom>
          <a:noFill/>
          <a:ln w="28575">
            <a:solidFill>
              <a:schemeClr val="accent1"/>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horz" wrap="square" lIns="182854" tIns="36000" rIns="182854" bIns="14628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l" defTabSz="710457" rtl="0" eaLnBrk="1" fontAlgn="auto" latinLnBrk="0" hangingPunct="1">
              <a:lnSpc>
                <a:spcPct val="100000"/>
              </a:lnSpc>
              <a:spcBef>
                <a:spcPct val="0"/>
              </a:spcBef>
              <a:spcAft>
                <a:spcPct val="35000"/>
              </a:spcAft>
              <a:buClrTx/>
              <a:buSzTx/>
              <a:buFontTx/>
              <a:buNone/>
              <a:tabLst/>
              <a:defRPr/>
            </a:pPr>
            <a:endParaRPr kumimoji="0" lang="en-AU" sz="900" b="0" i="0" u="none" strike="noStrike" kern="0" cap="none" spc="0" normalizeH="0" baseline="0" noProof="0" dirty="0">
              <a:ln>
                <a:noFill/>
              </a:ln>
              <a:solidFill>
                <a:srgbClr val="1A1A1A"/>
              </a:solidFill>
              <a:effectLst/>
              <a:uLnTx/>
              <a:uFillTx/>
              <a:latin typeface="Arial" panose="020B0604020202020204" pitchFamily="34" charset="0"/>
              <a:cs typeface="Arial" panose="020B0604020202020204" pitchFamily="34" charset="0"/>
            </a:endParaRPr>
          </a:p>
        </p:txBody>
      </p:sp>
      <p:cxnSp>
        <p:nvCxnSpPr>
          <p:cNvPr id="150" name="Connector: Elbow 565">
            <a:extLst>
              <a:ext uri="{FF2B5EF4-FFF2-40B4-BE49-F238E27FC236}">
                <a16:creationId xmlns:a16="http://schemas.microsoft.com/office/drawing/2014/main" id="{8D397307-3BD2-8D4B-A37A-E06B959C0FFD}"/>
              </a:ext>
            </a:extLst>
          </p:cNvPr>
          <p:cNvCxnSpPr>
            <a:cxnSpLocks/>
          </p:cNvCxnSpPr>
          <p:nvPr/>
        </p:nvCxnSpPr>
        <p:spPr>
          <a:xfrm rot="5400000" flipV="1">
            <a:off x="6543246" y="2019538"/>
            <a:ext cx="34256" cy="560"/>
          </a:xfrm>
          <a:prstGeom prst="bentConnector3">
            <a:avLst>
              <a:gd name="adj1" fmla="val 34498"/>
            </a:avLst>
          </a:prstGeom>
          <a:ln w="15875">
            <a:solidFill>
              <a:schemeClr val="accent6">
                <a:lumMod val="40000"/>
                <a:lumOff val="60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151" name="Rectangle 150">
            <a:extLst>
              <a:ext uri="{FF2B5EF4-FFF2-40B4-BE49-F238E27FC236}">
                <a16:creationId xmlns:a16="http://schemas.microsoft.com/office/drawing/2014/main" id="{96E7F87C-F300-9344-A300-B22A560835D3}"/>
              </a:ext>
            </a:extLst>
          </p:cNvPr>
          <p:cNvSpPr/>
          <p:nvPr/>
        </p:nvSpPr>
        <p:spPr>
          <a:xfrm>
            <a:off x="5939055" y="2077887"/>
            <a:ext cx="1278587" cy="215444"/>
          </a:xfrm>
          <a:prstGeom prst="rect">
            <a:avLst/>
          </a:prstGeom>
          <a:noFill/>
          <a:ln>
            <a:noFill/>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710457" rtl="0" eaLnBrk="1" fontAlgn="auto" latinLnBrk="0" hangingPunct="1">
              <a:lnSpc>
                <a:spcPct val="100000"/>
              </a:lnSpc>
              <a:spcBef>
                <a:spcPct val="0"/>
              </a:spcBef>
              <a:spcAft>
                <a:spcPts val="0"/>
              </a:spcAft>
              <a:buClrTx/>
              <a:buSzTx/>
              <a:buFontTx/>
              <a:buNone/>
              <a:tabLst/>
              <a:defRPr/>
            </a:pPr>
            <a:r>
              <a:rPr kumimoji="0" lang="en-AU" sz="800" b="0" i="0" u="none" strike="noStrike" kern="0" cap="none" spc="0" normalizeH="0" baseline="0" noProof="0" dirty="0">
                <a:ln>
                  <a:noFill/>
                </a:ln>
                <a:solidFill>
                  <a:srgbClr val="1A1A1A"/>
                </a:solidFill>
                <a:effectLst/>
                <a:uLnTx/>
                <a:uFillTx/>
                <a:latin typeface="Arial" panose="020B0604020202020204" pitchFamily="34" charset="0"/>
                <a:cs typeface="Arial" panose="020B0604020202020204" pitchFamily="34" charset="0"/>
              </a:rPr>
              <a:t>AI / ML</a:t>
            </a:r>
          </a:p>
        </p:txBody>
      </p:sp>
      <p:cxnSp>
        <p:nvCxnSpPr>
          <p:cNvPr id="152" name="Connector: Elbow 565">
            <a:extLst>
              <a:ext uri="{FF2B5EF4-FFF2-40B4-BE49-F238E27FC236}">
                <a16:creationId xmlns:a16="http://schemas.microsoft.com/office/drawing/2014/main" id="{7C963EFE-4AF6-C046-9303-F5CB508F5189}"/>
              </a:ext>
            </a:extLst>
          </p:cNvPr>
          <p:cNvCxnSpPr>
            <a:cxnSpLocks/>
          </p:cNvCxnSpPr>
          <p:nvPr/>
        </p:nvCxnSpPr>
        <p:spPr>
          <a:xfrm flipV="1">
            <a:off x="5836867" y="2750388"/>
            <a:ext cx="34256" cy="560"/>
          </a:xfrm>
          <a:prstGeom prst="bentConnector3">
            <a:avLst>
              <a:gd name="adj1" fmla="val 34498"/>
            </a:avLst>
          </a:prstGeom>
          <a:ln w="15875">
            <a:solidFill>
              <a:schemeClr val="accent6">
                <a:lumMod val="40000"/>
                <a:lumOff val="60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53" name="Connector: Elbow 565">
            <a:extLst>
              <a:ext uri="{FF2B5EF4-FFF2-40B4-BE49-F238E27FC236}">
                <a16:creationId xmlns:a16="http://schemas.microsoft.com/office/drawing/2014/main" id="{DBDD9143-AA3C-CC48-8174-2764F580C769}"/>
              </a:ext>
            </a:extLst>
          </p:cNvPr>
          <p:cNvCxnSpPr>
            <a:cxnSpLocks/>
          </p:cNvCxnSpPr>
          <p:nvPr/>
        </p:nvCxnSpPr>
        <p:spPr>
          <a:xfrm flipV="1">
            <a:off x="7350554" y="2251764"/>
            <a:ext cx="34256" cy="560"/>
          </a:xfrm>
          <a:prstGeom prst="bentConnector3">
            <a:avLst>
              <a:gd name="adj1" fmla="val 34498"/>
            </a:avLst>
          </a:prstGeom>
          <a:ln w="15875">
            <a:solidFill>
              <a:schemeClr val="accent6">
                <a:lumMod val="40000"/>
                <a:lumOff val="60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54" name="Connector: Elbow 666">
            <a:extLst>
              <a:ext uri="{FF2B5EF4-FFF2-40B4-BE49-F238E27FC236}">
                <a16:creationId xmlns:a16="http://schemas.microsoft.com/office/drawing/2014/main" id="{44D540A8-DF04-2C46-8459-526E791EE0CC}"/>
              </a:ext>
            </a:extLst>
          </p:cNvPr>
          <p:cNvCxnSpPr>
            <a:cxnSpLocks/>
          </p:cNvCxnSpPr>
          <p:nvPr/>
        </p:nvCxnSpPr>
        <p:spPr>
          <a:xfrm flipV="1">
            <a:off x="7333620" y="3463884"/>
            <a:ext cx="34256" cy="560"/>
          </a:xfrm>
          <a:prstGeom prst="bentConnector3">
            <a:avLst>
              <a:gd name="adj1" fmla="val 34498"/>
            </a:avLst>
          </a:prstGeom>
          <a:ln w="15875">
            <a:solidFill>
              <a:schemeClr val="accent6">
                <a:lumMod val="40000"/>
                <a:lumOff val="60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55" name="Connector: Elbow 565">
            <a:extLst>
              <a:ext uri="{FF2B5EF4-FFF2-40B4-BE49-F238E27FC236}">
                <a16:creationId xmlns:a16="http://schemas.microsoft.com/office/drawing/2014/main" id="{A813B633-03ED-624A-93FC-1139E9943F6B}"/>
              </a:ext>
            </a:extLst>
          </p:cNvPr>
          <p:cNvCxnSpPr>
            <a:cxnSpLocks/>
          </p:cNvCxnSpPr>
          <p:nvPr/>
        </p:nvCxnSpPr>
        <p:spPr>
          <a:xfrm flipV="1">
            <a:off x="7350554" y="2744659"/>
            <a:ext cx="34256" cy="560"/>
          </a:xfrm>
          <a:prstGeom prst="bentConnector3">
            <a:avLst>
              <a:gd name="adj1" fmla="val 34498"/>
            </a:avLst>
          </a:prstGeom>
          <a:ln w="15875">
            <a:solidFill>
              <a:schemeClr val="accent6">
                <a:lumMod val="40000"/>
                <a:lumOff val="60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grpSp>
        <p:nvGrpSpPr>
          <p:cNvPr id="112" name="Group 111">
            <a:extLst>
              <a:ext uri="{FF2B5EF4-FFF2-40B4-BE49-F238E27FC236}">
                <a16:creationId xmlns:a16="http://schemas.microsoft.com/office/drawing/2014/main" id="{4CA399F7-A7F7-414E-879B-554BF99D6439}"/>
              </a:ext>
            </a:extLst>
          </p:cNvPr>
          <p:cNvGrpSpPr/>
          <p:nvPr/>
        </p:nvGrpSpPr>
        <p:grpSpPr>
          <a:xfrm>
            <a:off x="659490" y="3691548"/>
            <a:ext cx="262382" cy="166063"/>
            <a:chOff x="4618919" y="1957733"/>
            <a:chExt cx="1762671" cy="1415797"/>
          </a:xfrm>
          <a:solidFill>
            <a:schemeClr val="accent6">
              <a:lumMod val="20000"/>
              <a:lumOff val="80000"/>
            </a:schemeClr>
          </a:solidFill>
        </p:grpSpPr>
        <p:grpSp>
          <p:nvGrpSpPr>
            <p:cNvPr id="113" name="Group 112">
              <a:extLst>
                <a:ext uri="{FF2B5EF4-FFF2-40B4-BE49-F238E27FC236}">
                  <a16:creationId xmlns:a16="http://schemas.microsoft.com/office/drawing/2014/main" id="{2BCD0250-7D7E-E54F-8FA8-09B53E232461}"/>
                </a:ext>
              </a:extLst>
            </p:cNvPr>
            <p:cNvGrpSpPr/>
            <p:nvPr/>
          </p:nvGrpSpPr>
          <p:grpSpPr>
            <a:xfrm>
              <a:off x="4618919" y="1957733"/>
              <a:ext cx="1762671" cy="1415797"/>
              <a:chOff x="3027363" y="2582832"/>
              <a:chExt cx="701675" cy="563593"/>
            </a:xfrm>
            <a:grpFill/>
          </p:grpSpPr>
          <p:sp>
            <p:nvSpPr>
              <p:cNvPr id="115" name="Freeform 114">
                <a:extLst>
                  <a:ext uri="{FF2B5EF4-FFF2-40B4-BE49-F238E27FC236}">
                    <a16:creationId xmlns:a16="http://schemas.microsoft.com/office/drawing/2014/main" id="{EAE37A4D-CBC4-7E42-B27C-6610EE083804}"/>
                  </a:ext>
                </a:extLst>
              </p:cNvPr>
              <p:cNvSpPr>
                <a:spLocks noEditPoints="1"/>
              </p:cNvSpPr>
              <p:nvPr/>
            </p:nvSpPr>
            <p:spPr bwMode="auto">
              <a:xfrm>
                <a:off x="3027363" y="2689225"/>
                <a:ext cx="701675" cy="457200"/>
              </a:xfrm>
              <a:custGeom>
                <a:avLst/>
                <a:gdLst>
                  <a:gd name="T0" fmla="*/ 1454 w 2907"/>
                  <a:gd name="T1" fmla="*/ 1887 h 1887"/>
                  <a:gd name="T2" fmla="*/ 186 w 2907"/>
                  <a:gd name="T3" fmla="*/ 1887 h 1887"/>
                  <a:gd name="T4" fmla="*/ 1 w 2907"/>
                  <a:gd name="T5" fmla="*/ 1704 h 1887"/>
                  <a:gd name="T6" fmla="*/ 1 w 2907"/>
                  <a:gd name="T7" fmla="*/ 180 h 1887"/>
                  <a:gd name="T8" fmla="*/ 182 w 2907"/>
                  <a:gd name="T9" fmla="*/ 0 h 1887"/>
                  <a:gd name="T10" fmla="*/ 2724 w 2907"/>
                  <a:gd name="T11" fmla="*/ 0 h 1887"/>
                  <a:gd name="T12" fmla="*/ 2906 w 2907"/>
                  <a:gd name="T13" fmla="*/ 180 h 1887"/>
                  <a:gd name="T14" fmla="*/ 2906 w 2907"/>
                  <a:gd name="T15" fmla="*/ 1710 h 1887"/>
                  <a:gd name="T16" fmla="*/ 2728 w 2907"/>
                  <a:gd name="T17" fmla="*/ 1887 h 1887"/>
                  <a:gd name="T18" fmla="*/ 1454 w 2907"/>
                  <a:gd name="T19" fmla="*/ 1887 h 1887"/>
                  <a:gd name="T20" fmla="*/ 148 w 2907"/>
                  <a:gd name="T21" fmla="*/ 1737 h 1887"/>
                  <a:gd name="T22" fmla="*/ 2757 w 2907"/>
                  <a:gd name="T23" fmla="*/ 1737 h 1887"/>
                  <a:gd name="T24" fmla="*/ 2757 w 2907"/>
                  <a:gd name="T25" fmla="*/ 148 h 1887"/>
                  <a:gd name="T26" fmla="*/ 148 w 2907"/>
                  <a:gd name="T27" fmla="*/ 148 h 1887"/>
                  <a:gd name="T28" fmla="*/ 148 w 2907"/>
                  <a:gd name="T29" fmla="*/ 1737 h 18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07" h="1887">
                    <a:moveTo>
                      <a:pt x="1454" y="1887"/>
                    </a:moveTo>
                    <a:cubicBezTo>
                      <a:pt x="1031" y="1887"/>
                      <a:pt x="608" y="1887"/>
                      <a:pt x="186" y="1887"/>
                    </a:cubicBezTo>
                    <a:cubicBezTo>
                      <a:pt x="51" y="1887"/>
                      <a:pt x="1" y="1838"/>
                      <a:pt x="1" y="1704"/>
                    </a:cubicBezTo>
                    <a:cubicBezTo>
                      <a:pt x="0" y="1196"/>
                      <a:pt x="0" y="688"/>
                      <a:pt x="1" y="180"/>
                    </a:cubicBezTo>
                    <a:cubicBezTo>
                      <a:pt x="1" y="51"/>
                      <a:pt x="52" y="0"/>
                      <a:pt x="182" y="0"/>
                    </a:cubicBezTo>
                    <a:cubicBezTo>
                      <a:pt x="1030" y="0"/>
                      <a:pt x="1877" y="0"/>
                      <a:pt x="2724" y="0"/>
                    </a:cubicBezTo>
                    <a:cubicBezTo>
                      <a:pt x="2854" y="0"/>
                      <a:pt x="2906" y="51"/>
                      <a:pt x="2906" y="180"/>
                    </a:cubicBezTo>
                    <a:cubicBezTo>
                      <a:pt x="2907" y="690"/>
                      <a:pt x="2907" y="1200"/>
                      <a:pt x="2906" y="1710"/>
                    </a:cubicBezTo>
                    <a:cubicBezTo>
                      <a:pt x="2906" y="1836"/>
                      <a:pt x="2854" y="1887"/>
                      <a:pt x="2728" y="1887"/>
                    </a:cubicBezTo>
                    <a:cubicBezTo>
                      <a:pt x="2303" y="1887"/>
                      <a:pt x="1878" y="1887"/>
                      <a:pt x="1454" y="1887"/>
                    </a:cubicBezTo>
                    <a:close/>
                    <a:moveTo>
                      <a:pt x="148" y="1737"/>
                    </a:moveTo>
                    <a:cubicBezTo>
                      <a:pt x="1019" y="1737"/>
                      <a:pt x="1888" y="1737"/>
                      <a:pt x="2757" y="1737"/>
                    </a:cubicBezTo>
                    <a:cubicBezTo>
                      <a:pt x="2757" y="1205"/>
                      <a:pt x="2757" y="676"/>
                      <a:pt x="2757" y="148"/>
                    </a:cubicBezTo>
                    <a:cubicBezTo>
                      <a:pt x="1885" y="148"/>
                      <a:pt x="1018" y="148"/>
                      <a:pt x="148" y="148"/>
                    </a:cubicBezTo>
                    <a:cubicBezTo>
                      <a:pt x="148" y="679"/>
                      <a:pt x="148" y="1206"/>
                      <a:pt x="148" y="1737"/>
                    </a:cubicBezTo>
                    <a:close/>
                  </a:path>
                </a:pathLst>
              </a:custGeom>
              <a:grpFill/>
              <a:ln>
                <a:solidFill>
                  <a:schemeClr val="accent6">
                    <a:lumMod val="40000"/>
                    <a:lumOff val="60000"/>
                  </a:schemeClr>
                </a:solidFill>
              </a:ln>
            </p:spPr>
            <p:txBody>
              <a:bodyPr vert="horz" wrap="square" lIns="89642" tIns="44821" rIns="89642" bIns="44821"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72290" rtl="0" eaLnBrk="1" fontAlgn="auto" latinLnBrk="0" hangingPunct="1">
                  <a:lnSpc>
                    <a:spcPct val="100000"/>
                  </a:lnSpc>
                  <a:spcBef>
                    <a:spcPts val="0"/>
                  </a:spcBef>
                  <a:spcAft>
                    <a:spcPts val="0"/>
                  </a:spcAft>
                  <a:buClrTx/>
                  <a:buSzTx/>
                  <a:buFontTx/>
                  <a:buNone/>
                  <a:tabLst/>
                  <a:defRPr/>
                </a:pPr>
                <a:endParaRPr kumimoji="0" lang="en-US" sz="500" b="0" i="0" u="none" strike="noStrike" kern="0" cap="none" spc="0" normalizeH="0" baseline="0" noProof="0">
                  <a:ln>
                    <a:noFill/>
                  </a:ln>
                  <a:solidFill>
                    <a:srgbClr val="1A1A1A"/>
                  </a:solidFill>
                  <a:effectLst/>
                  <a:uLnTx/>
                  <a:uFillTx/>
                  <a:latin typeface="Arial" panose="020B0604020202020204" pitchFamily="34" charset="0"/>
                  <a:cs typeface="Arial" panose="020B0604020202020204" pitchFamily="34" charset="0"/>
                </a:endParaRPr>
              </a:p>
            </p:txBody>
          </p:sp>
          <p:sp>
            <p:nvSpPr>
              <p:cNvPr id="117" name="Freeform 116">
                <a:extLst>
                  <a:ext uri="{FF2B5EF4-FFF2-40B4-BE49-F238E27FC236}">
                    <a16:creationId xmlns:a16="http://schemas.microsoft.com/office/drawing/2014/main" id="{1B891D9B-7796-C044-BBB3-854C99C67963}"/>
                  </a:ext>
                </a:extLst>
              </p:cNvPr>
              <p:cNvSpPr>
                <a:spLocks noEditPoints="1"/>
              </p:cNvSpPr>
              <p:nvPr/>
            </p:nvSpPr>
            <p:spPr bwMode="auto">
              <a:xfrm>
                <a:off x="3027363" y="2582832"/>
                <a:ext cx="701675" cy="74613"/>
              </a:xfrm>
              <a:custGeom>
                <a:avLst/>
                <a:gdLst>
                  <a:gd name="T0" fmla="*/ 5 w 2906"/>
                  <a:gd name="T1" fmla="*/ 310 h 312"/>
                  <a:gd name="T2" fmla="*/ 7 w 2906"/>
                  <a:gd name="T3" fmla="*/ 117 h 312"/>
                  <a:gd name="T4" fmla="*/ 125 w 2906"/>
                  <a:gd name="T5" fmla="*/ 3 h 312"/>
                  <a:gd name="T6" fmla="*/ 198 w 2906"/>
                  <a:gd name="T7" fmla="*/ 1 h 312"/>
                  <a:gd name="T8" fmla="*/ 2710 w 2906"/>
                  <a:gd name="T9" fmla="*/ 1 h 312"/>
                  <a:gd name="T10" fmla="*/ 2906 w 2906"/>
                  <a:gd name="T11" fmla="*/ 197 h 312"/>
                  <a:gd name="T12" fmla="*/ 2906 w 2906"/>
                  <a:gd name="T13" fmla="*/ 312 h 312"/>
                  <a:gd name="T14" fmla="*/ 2691 w 2906"/>
                  <a:gd name="T15" fmla="*/ 294 h 312"/>
                  <a:gd name="T16" fmla="*/ 137 w 2906"/>
                  <a:gd name="T17" fmla="*/ 294 h 312"/>
                  <a:gd name="T18" fmla="*/ 5 w 2906"/>
                  <a:gd name="T19" fmla="*/ 310 h 312"/>
                  <a:gd name="T20" fmla="*/ 2615 w 2906"/>
                  <a:gd name="T21" fmla="*/ 98 h 312"/>
                  <a:gd name="T22" fmla="*/ 2608 w 2906"/>
                  <a:gd name="T23" fmla="*/ 106 h 312"/>
                  <a:gd name="T24" fmla="*/ 2643 w 2906"/>
                  <a:gd name="T25" fmla="*/ 151 h 312"/>
                  <a:gd name="T26" fmla="*/ 2619 w 2906"/>
                  <a:gd name="T27" fmla="*/ 184 h 312"/>
                  <a:gd name="T28" fmla="*/ 2707 w 2906"/>
                  <a:gd name="T29" fmla="*/ 184 h 312"/>
                  <a:gd name="T30" fmla="*/ 2681 w 2906"/>
                  <a:gd name="T31" fmla="*/ 150 h 312"/>
                  <a:gd name="T32" fmla="*/ 2716 w 2906"/>
                  <a:gd name="T33" fmla="*/ 105 h 312"/>
                  <a:gd name="T34" fmla="*/ 2710 w 2906"/>
                  <a:gd name="T35" fmla="*/ 99 h 312"/>
                  <a:gd name="T36" fmla="*/ 2662 w 2906"/>
                  <a:gd name="T37" fmla="*/ 129 h 312"/>
                  <a:gd name="T38" fmla="*/ 2615 w 2906"/>
                  <a:gd name="T39" fmla="*/ 98 h 312"/>
                  <a:gd name="T40" fmla="*/ 2404 w 2906"/>
                  <a:gd name="T41" fmla="*/ 103 h 312"/>
                  <a:gd name="T42" fmla="*/ 2404 w 2906"/>
                  <a:gd name="T43" fmla="*/ 193 h 312"/>
                  <a:gd name="T44" fmla="*/ 2492 w 2906"/>
                  <a:gd name="T45" fmla="*/ 193 h 312"/>
                  <a:gd name="T46" fmla="*/ 2492 w 2906"/>
                  <a:gd name="T47" fmla="*/ 103 h 312"/>
                  <a:gd name="T48" fmla="*/ 2404 w 2906"/>
                  <a:gd name="T49" fmla="*/ 103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906" h="312">
                    <a:moveTo>
                      <a:pt x="5" y="310"/>
                    </a:moveTo>
                    <a:cubicBezTo>
                      <a:pt x="5" y="249"/>
                      <a:pt x="0" y="182"/>
                      <a:pt x="7" y="117"/>
                    </a:cubicBezTo>
                    <a:cubicBezTo>
                      <a:pt x="13" y="55"/>
                      <a:pt x="63" y="12"/>
                      <a:pt x="125" y="3"/>
                    </a:cubicBezTo>
                    <a:cubicBezTo>
                      <a:pt x="149" y="0"/>
                      <a:pt x="174" y="1"/>
                      <a:pt x="198" y="1"/>
                    </a:cubicBezTo>
                    <a:cubicBezTo>
                      <a:pt x="1036" y="1"/>
                      <a:pt x="1873" y="1"/>
                      <a:pt x="2710" y="1"/>
                    </a:cubicBezTo>
                    <a:cubicBezTo>
                      <a:pt x="2861" y="1"/>
                      <a:pt x="2906" y="46"/>
                      <a:pt x="2906" y="197"/>
                    </a:cubicBezTo>
                    <a:cubicBezTo>
                      <a:pt x="2906" y="239"/>
                      <a:pt x="2906" y="281"/>
                      <a:pt x="2906" y="312"/>
                    </a:cubicBezTo>
                    <a:cubicBezTo>
                      <a:pt x="2832" y="305"/>
                      <a:pt x="2761" y="294"/>
                      <a:pt x="2691" y="294"/>
                    </a:cubicBezTo>
                    <a:cubicBezTo>
                      <a:pt x="1839" y="292"/>
                      <a:pt x="988" y="293"/>
                      <a:pt x="137" y="294"/>
                    </a:cubicBezTo>
                    <a:cubicBezTo>
                      <a:pt x="95" y="294"/>
                      <a:pt x="54" y="304"/>
                      <a:pt x="5" y="310"/>
                    </a:cubicBezTo>
                    <a:close/>
                    <a:moveTo>
                      <a:pt x="2615" y="98"/>
                    </a:moveTo>
                    <a:cubicBezTo>
                      <a:pt x="2613" y="101"/>
                      <a:pt x="2610" y="103"/>
                      <a:pt x="2608" y="106"/>
                    </a:cubicBezTo>
                    <a:cubicBezTo>
                      <a:pt x="2620" y="121"/>
                      <a:pt x="2632" y="136"/>
                      <a:pt x="2643" y="151"/>
                    </a:cubicBezTo>
                    <a:cubicBezTo>
                      <a:pt x="2631" y="167"/>
                      <a:pt x="2622" y="180"/>
                      <a:pt x="2619" y="184"/>
                    </a:cubicBezTo>
                    <a:cubicBezTo>
                      <a:pt x="2649" y="184"/>
                      <a:pt x="2679" y="184"/>
                      <a:pt x="2707" y="184"/>
                    </a:cubicBezTo>
                    <a:cubicBezTo>
                      <a:pt x="2703" y="178"/>
                      <a:pt x="2693" y="165"/>
                      <a:pt x="2681" y="150"/>
                    </a:cubicBezTo>
                    <a:cubicBezTo>
                      <a:pt x="2693" y="134"/>
                      <a:pt x="2705" y="120"/>
                      <a:pt x="2716" y="105"/>
                    </a:cubicBezTo>
                    <a:cubicBezTo>
                      <a:pt x="2714" y="103"/>
                      <a:pt x="2712" y="101"/>
                      <a:pt x="2710" y="99"/>
                    </a:cubicBezTo>
                    <a:cubicBezTo>
                      <a:pt x="2694" y="109"/>
                      <a:pt x="2679" y="119"/>
                      <a:pt x="2662" y="129"/>
                    </a:cubicBezTo>
                    <a:cubicBezTo>
                      <a:pt x="2647" y="119"/>
                      <a:pt x="2631" y="108"/>
                      <a:pt x="2615" y="98"/>
                    </a:cubicBezTo>
                    <a:close/>
                    <a:moveTo>
                      <a:pt x="2404" y="103"/>
                    </a:moveTo>
                    <a:cubicBezTo>
                      <a:pt x="2404" y="137"/>
                      <a:pt x="2404" y="164"/>
                      <a:pt x="2404" y="193"/>
                    </a:cubicBezTo>
                    <a:cubicBezTo>
                      <a:pt x="2436" y="193"/>
                      <a:pt x="2465" y="193"/>
                      <a:pt x="2492" y="193"/>
                    </a:cubicBezTo>
                    <a:cubicBezTo>
                      <a:pt x="2492" y="160"/>
                      <a:pt x="2492" y="131"/>
                      <a:pt x="2492" y="103"/>
                    </a:cubicBezTo>
                    <a:cubicBezTo>
                      <a:pt x="2461" y="103"/>
                      <a:pt x="2435" y="103"/>
                      <a:pt x="2404" y="103"/>
                    </a:cubicBezTo>
                    <a:close/>
                  </a:path>
                </a:pathLst>
              </a:custGeom>
              <a:grpFill/>
              <a:ln>
                <a:solidFill>
                  <a:schemeClr val="accent6">
                    <a:lumMod val="40000"/>
                    <a:lumOff val="60000"/>
                  </a:schemeClr>
                </a:solidFill>
              </a:ln>
            </p:spPr>
            <p:txBody>
              <a:bodyPr vert="horz" wrap="square" lIns="89642" tIns="44821" rIns="89642" bIns="44821"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72290" rtl="0" eaLnBrk="1" fontAlgn="auto" latinLnBrk="0" hangingPunct="1">
                  <a:lnSpc>
                    <a:spcPct val="100000"/>
                  </a:lnSpc>
                  <a:spcBef>
                    <a:spcPts val="0"/>
                  </a:spcBef>
                  <a:spcAft>
                    <a:spcPts val="0"/>
                  </a:spcAft>
                  <a:buClrTx/>
                  <a:buSzTx/>
                  <a:buFontTx/>
                  <a:buNone/>
                  <a:tabLst/>
                  <a:defRPr/>
                </a:pPr>
                <a:endParaRPr kumimoji="0" lang="en-US" sz="500" b="0" i="0" u="none" strike="noStrike" kern="0" cap="none" spc="0" normalizeH="0" baseline="0" noProof="0">
                  <a:ln>
                    <a:noFill/>
                  </a:ln>
                  <a:solidFill>
                    <a:srgbClr val="1A1A1A"/>
                  </a:solidFill>
                  <a:effectLst/>
                  <a:uLnTx/>
                  <a:uFillTx/>
                  <a:latin typeface="Arial" panose="020B0604020202020204" pitchFamily="34" charset="0"/>
                  <a:cs typeface="Arial" panose="020B0604020202020204" pitchFamily="34" charset="0"/>
                </a:endParaRPr>
              </a:p>
            </p:txBody>
          </p:sp>
          <p:sp>
            <p:nvSpPr>
              <p:cNvPr id="118" name="Freeform 117">
                <a:extLst>
                  <a:ext uri="{FF2B5EF4-FFF2-40B4-BE49-F238E27FC236}">
                    <a16:creationId xmlns:a16="http://schemas.microsoft.com/office/drawing/2014/main" id="{CADEC271-346A-8940-9E74-2B8BDD1DD747}"/>
                  </a:ext>
                </a:extLst>
              </p:cNvPr>
              <p:cNvSpPr>
                <a:spLocks/>
              </p:cNvSpPr>
              <p:nvPr/>
            </p:nvSpPr>
            <p:spPr bwMode="auto">
              <a:xfrm>
                <a:off x="3608388" y="2627313"/>
                <a:ext cx="20638" cy="17463"/>
              </a:xfrm>
              <a:custGeom>
                <a:avLst/>
                <a:gdLst>
                  <a:gd name="T0" fmla="*/ 87 w 87"/>
                  <a:gd name="T1" fmla="*/ 78 h 78"/>
                  <a:gd name="T2" fmla="*/ 66 w 87"/>
                  <a:gd name="T3" fmla="*/ 7 h 78"/>
                  <a:gd name="T4" fmla="*/ 22 w 87"/>
                  <a:gd name="T5" fmla="*/ 7 h 78"/>
                  <a:gd name="T6" fmla="*/ 0 w 87"/>
                  <a:gd name="T7" fmla="*/ 73 h 78"/>
                  <a:gd name="T8" fmla="*/ 87 w 87"/>
                  <a:gd name="T9" fmla="*/ 78 h 78"/>
                </a:gdLst>
                <a:ahLst/>
                <a:cxnLst>
                  <a:cxn ang="0">
                    <a:pos x="T0" y="T1"/>
                  </a:cxn>
                  <a:cxn ang="0">
                    <a:pos x="T2" y="T3"/>
                  </a:cxn>
                  <a:cxn ang="0">
                    <a:pos x="T4" y="T5"/>
                  </a:cxn>
                  <a:cxn ang="0">
                    <a:pos x="T6" y="T7"/>
                  </a:cxn>
                  <a:cxn ang="0">
                    <a:pos x="T8" y="T9"/>
                  </a:cxn>
                </a:cxnLst>
                <a:rect l="0" t="0" r="r" b="b"/>
                <a:pathLst>
                  <a:path w="87" h="78">
                    <a:moveTo>
                      <a:pt x="87" y="78"/>
                    </a:moveTo>
                    <a:cubicBezTo>
                      <a:pt x="78" y="47"/>
                      <a:pt x="77" y="24"/>
                      <a:pt x="66" y="7"/>
                    </a:cubicBezTo>
                    <a:cubicBezTo>
                      <a:pt x="61" y="0"/>
                      <a:pt x="27" y="0"/>
                      <a:pt x="22" y="7"/>
                    </a:cubicBezTo>
                    <a:cubicBezTo>
                      <a:pt x="10" y="23"/>
                      <a:pt x="8" y="47"/>
                      <a:pt x="0" y="73"/>
                    </a:cubicBezTo>
                    <a:cubicBezTo>
                      <a:pt x="31" y="75"/>
                      <a:pt x="51" y="76"/>
                      <a:pt x="87" y="78"/>
                    </a:cubicBezTo>
                    <a:close/>
                  </a:path>
                </a:pathLst>
              </a:custGeom>
              <a:grpFill/>
              <a:ln>
                <a:solidFill>
                  <a:schemeClr val="accent6">
                    <a:lumMod val="40000"/>
                    <a:lumOff val="60000"/>
                  </a:schemeClr>
                </a:solidFill>
              </a:ln>
            </p:spPr>
            <p:txBody>
              <a:bodyPr vert="horz" wrap="square" lIns="89642" tIns="44821" rIns="89642" bIns="44821"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72290" rtl="0" eaLnBrk="1" fontAlgn="auto" latinLnBrk="0" hangingPunct="1">
                  <a:lnSpc>
                    <a:spcPct val="100000"/>
                  </a:lnSpc>
                  <a:spcBef>
                    <a:spcPts val="0"/>
                  </a:spcBef>
                  <a:spcAft>
                    <a:spcPts val="0"/>
                  </a:spcAft>
                  <a:buClrTx/>
                  <a:buSzTx/>
                  <a:buFontTx/>
                  <a:buNone/>
                  <a:tabLst/>
                  <a:defRPr/>
                </a:pPr>
                <a:endParaRPr kumimoji="0" lang="en-US" sz="500" b="0" i="0" u="none" strike="noStrike" kern="0" cap="none" spc="0" normalizeH="0" baseline="0" noProof="0">
                  <a:ln>
                    <a:noFill/>
                  </a:ln>
                  <a:solidFill>
                    <a:srgbClr val="1A1A1A"/>
                  </a:solidFill>
                  <a:effectLst/>
                  <a:uLnTx/>
                  <a:uFillTx/>
                  <a:latin typeface="Arial" panose="020B0604020202020204" pitchFamily="34" charset="0"/>
                  <a:cs typeface="Arial" panose="020B0604020202020204" pitchFamily="34" charset="0"/>
                </a:endParaRPr>
              </a:p>
            </p:txBody>
          </p:sp>
          <p:sp>
            <p:nvSpPr>
              <p:cNvPr id="119" name="Freeform 118">
                <a:extLst>
                  <a:ext uri="{FF2B5EF4-FFF2-40B4-BE49-F238E27FC236}">
                    <a16:creationId xmlns:a16="http://schemas.microsoft.com/office/drawing/2014/main" id="{74558ACE-8074-9A4C-BF31-FF4EFE8847F1}"/>
                  </a:ext>
                </a:extLst>
              </p:cNvPr>
              <p:cNvSpPr>
                <a:spLocks/>
              </p:cNvSpPr>
              <p:nvPr/>
            </p:nvSpPr>
            <p:spPr bwMode="auto">
              <a:xfrm>
                <a:off x="3608388" y="2627313"/>
                <a:ext cx="20638" cy="17463"/>
              </a:xfrm>
              <a:custGeom>
                <a:avLst/>
                <a:gdLst>
                  <a:gd name="T0" fmla="*/ 87 w 87"/>
                  <a:gd name="T1" fmla="*/ 78 h 78"/>
                  <a:gd name="T2" fmla="*/ 0 w 87"/>
                  <a:gd name="T3" fmla="*/ 73 h 78"/>
                  <a:gd name="T4" fmla="*/ 22 w 87"/>
                  <a:gd name="T5" fmla="*/ 7 h 78"/>
                  <a:gd name="T6" fmla="*/ 66 w 87"/>
                  <a:gd name="T7" fmla="*/ 7 h 78"/>
                  <a:gd name="T8" fmla="*/ 87 w 87"/>
                  <a:gd name="T9" fmla="*/ 78 h 78"/>
                </a:gdLst>
                <a:ahLst/>
                <a:cxnLst>
                  <a:cxn ang="0">
                    <a:pos x="T0" y="T1"/>
                  </a:cxn>
                  <a:cxn ang="0">
                    <a:pos x="T2" y="T3"/>
                  </a:cxn>
                  <a:cxn ang="0">
                    <a:pos x="T4" y="T5"/>
                  </a:cxn>
                  <a:cxn ang="0">
                    <a:pos x="T6" y="T7"/>
                  </a:cxn>
                  <a:cxn ang="0">
                    <a:pos x="T8" y="T9"/>
                  </a:cxn>
                </a:cxnLst>
                <a:rect l="0" t="0" r="r" b="b"/>
                <a:pathLst>
                  <a:path w="87" h="78">
                    <a:moveTo>
                      <a:pt x="87" y="78"/>
                    </a:moveTo>
                    <a:cubicBezTo>
                      <a:pt x="51" y="76"/>
                      <a:pt x="31" y="75"/>
                      <a:pt x="0" y="73"/>
                    </a:cubicBezTo>
                    <a:cubicBezTo>
                      <a:pt x="8" y="47"/>
                      <a:pt x="10" y="23"/>
                      <a:pt x="22" y="7"/>
                    </a:cubicBezTo>
                    <a:cubicBezTo>
                      <a:pt x="27" y="0"/>
                      <a:pt x="61" y="0"/>
                      <a:pt x="66" y="7"/>
                    </a:cubicBezTo>
                    <a:cubicBezTo>
                      <a:pt x="77" y="24"/>
                      <a:pt x="78" y="47"/>
                      <a:pt x="87" y="78"/>
                    </a:cubicBezTo>
                    <a:close/>
                  </a:path>
                </a:pathLst>
              </a:custGeom>
              <a:grpFill/>
              <a:ln>
                <a:solidFill>
                  <a:schemeClr val="accent6">
                    <a:lumMod val="40000"/>
                    <a:lumOff val="60000"/>
                  </a:schemeClr>
                </a:solidFill>
              </a:ln>
            </p:spPr>
            <p:txBody>
              <a:bodyPr vert="horz" wrap="square" lIns="89642" tIns="44821" rIns="89642" bIns="44821"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72290" rtl="0" eaLnBrk="1" fontAlgn="auto" latinLnBrk="0" hangingPunct="1">
                  <a:lnSpc>
                    <a:spcPct val="100000"/>
                  </a:lnSpc>
                  <a:spcBef>
                    <a:spcPts val="0"/>
                  </a:spcBef>
                  <a:spcAft>
                    <a:spcPts val="0"/>
                  </a:spcAft>
                  <a:buClrTx/>
                  <a:buSzTx/>
                  <a:buFontTx/>
                  <a:buNone/>
                  <a:tabLst/>
                  <a:defRPr/>
                </a:pPr>
                <a:endParaRPr kumimoji="0" lang="en-US" sz="500" b="0" i="0" u="none" strike="noStrike" kern="0" cap="none" spc="0" normalizeH="0" baseline="0" noProof="0">
                  <a:ln>
                    <a:noFill/>
                  </a:ln>
                  <a:solidFill>
                    <a:srgbClr val="1A1A1A"/>
                  </a:solidFill>
                  <a:effectLst/>
                  <a:uLnTx/>
                  <a:uFillTx/>
                  <a:latin typeface="Arial" panose="020B0604020202020204" pitchFamily="34" charset="0"/>
                  <a:cs typeface="Arial" panose="020B0604020202020204" pitchFamily="34" charset="0"/>
                </a:endParaRPr>
              </a:p>
            </p:txBody>
          </p:sp>
        </p:grpSp>
        <p:sp>
          <p:nvSpPr>
            <p:cNvPr id="114" name="Rectangle 113">
              <a:extLst>
                <a:ext uri="{FF2B5EF4-FFF2-40B4-BE49-F238E27FC236}">
                  <a16:creationId xmlns:a16="http://schemas.microsoft.com/office/drawing/2014/main" id="{AAC0D007-4411-EB41-8172-56F84A73C243}"/>
                </a:ext>
              </a:extLst>
            </p:cNvPr>
            <p:cNvSpPr/>
            <p:nvPr/>
          </p:nvSpPr>
          <p:spPr>
            <a:xfrm>
              <a:off x="4658501" y="2287087"/>
              <a:ext cx="1639060" cy="1001803"/>
            </a:xfrm>
            <a:prstGeom prst="rect">
              <a:avLst/>
            </a:prstGeom>
            <a:grpFill/>
            <a:ln w="12700" cap="flat" cmpd="sng" algn="ctr">
              <a:solidFill>
                <a:schemeClr val="accent6">
                  <a:lumMod val="40000"/>
                  <a:lumOff val="60000"/>
                </a:schemeClr>
              </a:solidFill>
              <a:prstDash val="solid"/>
              <a:miter lim="800000"/>
            </a:ln>
            <a:effectLst/>
          </p:spPr>
          <p:txBody>
            <a:bodyPr lIns="134464" tIns="107571" rIns="134464" bIns="107571" rtlCol="0" anchor="t"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72290" rtl="0" eaLnBrk="1" fontAlgn="auto" latinLnBrk="0" hangingPunct="1">
                <a:lnSpc>
                  <a:spcPct val="90000"/>
                </a:lnSpc>
                <a:spcBef>
                  <a:spcPts val="588"/>
                </a:spcBef>
                <a:spcAft>
                  <a:spcPts val="0"/>
                </a:spcAft>
                <a:buClrTx/>
                <a:buSzTx/>
                <a:buFontTx/>
                <a:buNone/>
                <a:tabLst/>
                <a:defRPr/>
              </a:pPr>
              <a:endParaRPr kumimoji="0" lang="en-US" sz="500" b="0" i="0" u="none" strike="noStrike" kern="0" cap="none" spc="0" normalizeH="0" baseline="0" noProof="0" dirty="0">
                <a:ln>
                  <a:noFill/>
                </a:ln>
                <a:solidFill>
                  <a:srgbClr val="1A1A1A"/>
                </a:solidFill>
                <a:effectLst/>
                <a:uLnTx/>
                <a:uFillTx/>
                <a:latin typeface="Arial" panose="020B0604020202020204" pitchFamily="34" charset="0"/>
                <a:cs typeface="Arial" panose="020B0604020202020204" pitchFamily="34" charset="0"/>
              </a:endParaRPr>
            </a:p>
          </p:txBody>
        </p:sp>
      </p:grpSp>
      <p:grpSp>
        <p:nvGrpSpPr>
          <p:cNvPr id="120" name="Group 119">
            <a:extLst>
              <a:ext uri="{FF2B5EF4-FFF2-40B4-BE49-F238E27FC236}">
                <a16:creationId xmlns:a16="http://schemas.microsoft.com/office/drawing/2014/main" id="{C37675E4-9138-DF40-869D-FCAC4DB79F85}"/>
              </a:ext>
            </a:extLst>
          </p:cNvPr>
          <p:cNvGrpSpPr/>
          <p:nvPr/>
        </p:nvGrpSpPr>
        <p:grpSpPr>
          <a:xfrm>
            <a:off x="1119894" y="3669346"/>
            <a:ext cx="265223" cy="198353"/>
            <a:chOff x="1190786" y="2237452"/>
            <a:chExt cx="497370" cy="368582"/>
          </a:xfrm>
          <a:solidFill>
            <a:schemeClr val="accent6">
              <a:lumMod val="20000"/>
              <a:lumOff val="80000"/>
            </a:schemeClr>
          </a:solidFill>
        </p:grpSpPr>
        <p:sp>
          <p:nvSpPr>
            <p:cNvPr id="121" name="Freeform 120">
              <a:extLst>
                <a:ext uri="{FF2B5EF4-FFF2-40B4-BE49-F238E27FC236}">
                  <a16:creationId xmlns:a16="http://schemas.microsoft.com/office/drawing/2014/main" id="{A8A55276-B15D-964D-9301-A4EAA575869F}"/>
                </a:ext>
              </a:extLst>
            </p:cNvPr>
            <p:cNvSpPr>
              <a:spLocks noEditPoints="1"/>
            </p:cNvSpPr>
            <p:nvPr/>
          </p:nvSpPr>
          <p:spPr bwMode="auto">
            <a:xfrm>
              <a:off x="1190786" y="2297454"/>
              <a:ext cx="497370" cy="308580"/>
            </a:xfrm>
            <a:custGeom>
              <a:avLst/>
              <a:gdLst>
                <a:gd name="T0" fmla="*/ 1454 w 2907"/>
                <a:gd name="T1" fmla="*/ 1887 h 1887"/>
                <a:gd name="T2" fmla="*/ 186 w 2907"/>
                <a:gd name="T3" fmla="*/ 1887 h 1887"/>
                <a:gd name="T4" fmla="*/ 1 w 2907"/>
                <a:gd name="T5" fmla="*/ 1704 h 1887"/>
                <a:gd name="T6" fmla="*/ 1 w 2907"/>
                <a:gd name="T7" fmla="*/ 180 h 1887"/>
                <a:gd name="T8" fmla="*/ 182 w 2907"/>
                <a:gd name="T9" fmla="*/ 0 h 1887"/>
                <a:gd name="T10" fmla="*/ 2724 w 2907"/>
                <a:gd name="T11" fmla="*/ 0 h 1887"/>
                <a:gd name="T12" fmla="*/ 2906 w 2907"/>
                <a:gd name="T13" fmla="*/ 180 h 1887"/>
                <a:gd name="T14" fmla="*/ 2906 w 2907"/>
                <a:gd name="T15" fmla="*/ 1710 h 1887"/>
                <a:gd name="T16" fmla="*/ 2728 w 2907"/>
                <a:gd name="T17" fmla="*/ 1887 h 1887"/>
                <a:gd name="T18" fmla="*/ 1454 w 2907"/>
                <a:gd name="T19" fmla="*/ 1887 h 1887"/>
                <a:gd name="T20" fmla="*/ 148 w 2907"/>
                <a:gd name="T21" fmla="*/ 1737 h 1887"/>
                <a:gd name="T22" fmla="*/ 2757 w 2907"/>
                <a:gd name="T23" fmla="*/ 1737 h 1887"/>
                <a:gd name="T24" fmla="*/ 2757 w 2907"/>
                <a:gd name="T25" fmla="*/ 148 h 1887"/>
                <a:gd name="T26" fmla="*/ 148 w 2907"/>
                <a:gd name="T27" fmla="*/ 148 h 1887"/>
                <a:gd name="T28" fmla="*/ 148 w 2907"/>
                <a:gd name="T29" fmla="*/ 1737 h 18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07" h="1887">
                  <a:moveTo>
                    <a:pt x="1454" y="1887"/>
                  </a:moveTo>
                  <a:cubicBezTo>
                    <a:pt x="1031" y="1887"/>
                    <a:pt x="608" y="1887"/>
                    <a:pt x="186" y="1887"/>
                  </a:cubicBezTo>
                  <a:cubicBezTo>
                    <a:pt x="51" y="1887"/>
                    <a:pt x="1" y="1838"/>
                    <a:pt x="1" y="1704"/>
                  </a:cubicBezTo>
                  <a:cubicBezTo>
                    <a:pt x="0" y="1196"/>
                    <a:pt x="0" y="688"/>
                    <a:pt x="1" y="180"/>
                  </a:cubicBezTo>
                  <a:cubicBezTo>
                    <a:pt x="1" y="51"/>
                    <a:pt x="52" y="0"/>
                    <a:pt x="182" y="0"/>
                  </a:cubicBezTo>
                  <a:cubicBezTo>
                    <a:pt x="1030" y="0"/>
                    <a:pt x="1877" y="0"/>
                    <a:pt x="2724" y="0"/>
                  </a:cubicBezTo>
                  <a:cubicBezTo>
                    <a:pt x="2854" y="0"/>
                    <a:pt x="2906" y="51"/>
                    <a:pt x="2906" y="180"/>
                  </a:cubicBezTo>
                  <a:cubicBezTo>
                    <a:pt x="2907" y="690"/>
                    <a:pt x="2907" y="1200"/>
                    <a:pt x="2906" y="1710"/>
                  </a:cubicBezTo>
                  <a:cubicBezTo>
                    <a:pt x="2906" y="1836"/>
                    <a:pt x="2854" y="1887"/>
                    <a:pt x="2728" y="1887"/>
                  </a:cubicBezTo>
                  <a:cubicBezTo>
                    <a:pt x="2303" y="1887"/>
                    <a:pt x="1878" y="1887"/>
                    <a:pt x="1454" y="1887"/>
                  </a:cubicBezTo>
                  <a:close/>
                  <a:moveTo>
                    <a:pt x="148" y="1737"/>
                  </a:moveTo>
                  <a:cubicBezTo>
                    <a:pt x="1019" y="1737"/>
                    <a:pt x="1888" y="1737"/>
                    <a:pt x="2757" y="1737"/>
                  </a:cubicBezTo>
                  <a:cubicBezTo>
                    <a:pt x="2757" y="1205"/>
                    <a:pt x="2757" y="676"/>
                    <a:pt x="2757" y="148"/>
                  </a:cubicBezTo>
                  <a:cubicBezTo>
                    <a:pt x="1885" y="148"/>
                    <a:pt x="1018" y="148"/>
                    <a:pt x="148" y="148"/>
                  </a:cubicBezTo>
                  <a:cubicBezTo>
                    <a:pt x="148" y="679"/>
                    <a:pt x="148" y="1206"/>
                    <a:pt x="148" y="1737"/>
                  </a:cubicBezTo>
                  <a:close/>
                </a:path>
              </a:pathLst>
            </a:custGeom>
            <a:grpFill/>
            <a:ln>
              <a:noFill/>
            </a:ln>
          </p:spPr>
          <p:txBody>
            <a:bodyPr vert="horz" wrap="square" lIns="89642" tIns="44821" rIns="89642" bIns="44821"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7229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1A1A1A"/>
                </a:solidFill>
                <a:effectLst/>
                <a:uLnTx/>
                <a:uFillTx/>
                <a:latin typeface="Arial" panose="020B0604020202020204" pitchFamily="34" charset="0"/>
                <a:cs typeface="Arial" panose="020B0604020202020204" pitchFamily="34" charset="0"/>
              </a:endParaRPr>
            </a:p>
          </p:txBody>
        </p:sp>
        <p:sp>
          <p:nvSpPr>
            <p:cNvPr id="122" name="Freeform 121">
              <a:extLst>
                <a:ext uri="{FF2B5EF4-FFF2-40B4-BE49-F238E27FC236}">
                  <a16:creationId xmlns:a16="http://schemas.microsoft.com/office/drawing/2014/main" id="{7D828F69-E989-984F-ADAD-CDCB5C855691}"/>
                </a:ext>
              </a:extLst>
            </p:cNvPr>
            <p:cNvSpPr>
              <a:spLocks noEditPoints="1"/>
            </p:cNvSpPr>
            <p:nvPr/>
          </p:nvSpPr>
          <p:spPr bwMode="auto">
            <a:xfrm>
              <a:off x="1190786" y="2237452"/>
              <a:ext cx="497370" cy="50359"/>
            </a:xfrm>
            <a:custGeom>
              <a:avLst/>
              <a:gdLst>
                <a:gd name="T0" fmla="*/ 5 w 2906"/>
                <a:gd name="T1" fmla="*/ 310 h 312"/>
                <a:gd name="T2" fmla="*/ 7 w 2906"/>
                <a:gd name="T3" fmla="*/ 117 h 312"/>
                <a:gd name="T4" fmla="*/ 125 w 2906"/>
                <a:gd name="T5" fmla="*/ 3 h 312"/>
                <a:gd name="T6" fmla="*/ 198 w 2906"/>
                <a:gd name="T7" fmla="*/ 1 h 312"/>
                <a:gd name="T8" fmla="*/ 2710 w 2906"/>
                <a:gd name="T9" fmla="*/ 1 h 312"/>
                <a:gd name="T10" fmla="*/ 2906 w 2906"/>
                <a:gd name="T11" fmla="*/ 197 h 312"/>
                <a:gd name="T12" fmla="*/ 2906 w 2906"/>
                <a:gd name="T13" fmla="*/ 312 h 312"/>
                <a:gd name="T14" fmla="*/ 2691 w 2906"/>
                <a:gd name="T15" fmla="*/ 294 h 312"/>
                <a:gd name="T16" fmla="*/ 137 w 2906"/>
                <a:gd name="T17" fmla="*/ 294 h 312"/>
                <a:gd name="T18" fmla="*/ 5 w 2906"/>
                <a:gd name="T19" fmla="*/ 310 h 312"/>
                <a:gd name="T20" fmla="*/ 2615 w 2906"/>
                <a:gd name="T21" fmla="*/ 98 h 312"/>
                <a:gd name="T22" fmla="*/ 2608 w 2906"/>
                <a:gd name="T23" fmla="*/ 106 h 312"/>
                <a:gd name="T24" fmla="*/ 2643 w 2906"/>
                <a:gd name="T25" fmla="*/ 151 h 312"/>
                <a:gd name="T26" fmla="*/ 2619 w 2906"/>
                <a:gd name="T27" fmla="*/ 184 h 312"/>
                <a:gd name="T28" fmla="*/ 2707 w 2906"/>
                <a:gd name="T29" fmla="*/ 184 h 312"/>
                <a:gd name="T30" fmla="*/ 2681 w 2906"/>
                <a:gd name="T31" fmla="*/ 150 h 312"/>
                <a:gd name="T32" fmla="*/ 2716 w 2906"/>
                <a:gd name="T33" fmla="*/ 105 h 312"/>
                <a:gd name="T34" fmla="*/ 2710 w 2906"/>
                <a:gd name="T35" fmla="*/ 99 h 312"/>
                <a:gd name="T36" fmla="*/ 2662 w 2906"/>
                <a:gd name="T37" fmla="*/ 129 h 312"/>
                <a:gd name="T38" fmla="*/ 2615 w 2906"/>
                <a:gd name="T39" fmla="*/ 98 h 312"/>
                <a:gd name="T40" fmla="*/ 2404 w 2906"/>
                <a:gd name="T41" fmla="*/ 103 h 312"/>
                <a:gd name="T42" fmla="*/ 2404 w 2906"/>
                <a:gd name="T43" fmla="*/ 193 h 312"/>
                <a:gd name="T44" fmla="*/ 2492 w 2906"/>
                <a:gd name="T45" fmla="*/ 193 h 312"/>
                <a:gd name="T46" fmla="*/ 2492 w 2906"/>
                <a:gd name="T47" fmla="*/ 103 h 312"/>
                <a:gd name="T48" fmla="*/ 2404 w 2906"/>
                <a:gd name="T49" fmla="*/ 103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906" h="312">
                  <a:moveTo>
                    <a:pt x="5" y="310"/>
                  </a:moveTo>
                  <a:cubicBezTo>
                    <a:pt x="5" y="249"/>
                    <a:pt x="0" y="182"/>
                    <a:pt x="7" y="117"/>
                  </a:cubicBezTo>
                  <a:cubicBezTo>
                    <a:pt x="13" y="55"/>
                    <a:pt x="63" y="12"/>
                    <a:pt x="125" y="3"/>
                  </a:cubicBezTo>
                  <a:cubicBezTo>
                    <a:pt x="149" y="0"/>
                    <a:pt x="174" y="1"/>
                    <a:pt x="198" y="1"/>
                  </a:cubicBezTo>
                  <a:cubicBezTo>
                    <a:pt x="1036" y="1"/>
                    <a:pt x="1873" y="1"/>
                    <a:pt x="2710" y="1"/>
                  </a:cubicBezTo>
                  <a:cubicBezTo>
                    <a:pt x="2861" y="1"/>
                    <a:pt x="2906" y="46"/>
                    <a:pt x="2906" y="197"/>
                  </a:cubicBezTo>
                  <a:cubicBezTo>
                    <a:pt x="2906" y="239"/>
                    <a:pt x="2906" y="281"/>
                    <a:pt x="2906" y="312"/>
                  </a:cubicBezTo>
                  <a:cubicBezTo>
                    <a:pt x="2832" y="305"/>
                    <a:pt x="2761" y="294"/>
                    <a:pt x="2691" y="294"/>
                  </a:cubicBezTo>
                  <a:cubicBezTo>
                    <a:pt x="1839" y="292"/>
                    <a:pt x="988" y="293"/>
                    <a:pt x="137" y="294"/>
                  </a:cubicBezTo>
                  <a:cubicBezTo>
                    <a:pt x="95" y="294"/>
                    <a:pt x="54" y="304"/>
                    <a:pt x="5" y="310"/>
                  </a:cubicBezTo>
                  <a:close/>
                  <a:moveTo>
                    <a:pt x="2615" y="98"/>
                  </a:moveTo>
                  <a:cubicBezTo>
                    <a:pt x="2613" y="101"/>
                    <a:pt x="2610" y="103"/>
                    <a:pt x="2608" y="106"/>
                  </a:cubicBezTo>
                  <a:cubicBezTo>
                    <a:pt x="2620" y="121"/>
                    <a:pt x="2632" y="136"/>
                    <a:pt x="2643" y="151"/>
                  </a:cubicBezTo>
                  <a:cubicBezTo>
                    <a:pt x="2631" y="167"/>
                    <a:pt x="2622" y="180"/>
                    <a:pt x="2619" y="184"/>
                  </a:cubicBezTo>
                  <a:cubicBezTo>
                    <a:pt x="2649" y="184"/>
                    <a:pt x="2679" y="184"/>
                    <a:pt x="2707" y="184"/>
                  </a:cubicBezTo>
                  <a:cubicBezTo>
                    <a:pt x="2703" y="178"/>
                    <a:pt x="2693" y="165"/>
                    <a:pt x="2681" y="150"/>
                  </a:cubicBezTo>
                  <a:cubicBezTo>
                    <a:pt x="2693" y="134"/>
                    <a:pt x="2705" y="120"/>
                    <a:pt x="2716" y="105"/>
                  </a:cubicBezTo>
                  <a:cubicBezTo>
                    <a:pt x="2714" y="103"/>
                    <a:pt x="2712" y="101"/>
                    <a:pt x="2710" y="99"/>
                  </a:cubicBezTo>
                  <a:cubicBezTo>
                    <a:pt x="2694" y="109"/>
                    <a:pt x="2679" y="119"/>
                    <a:pt x="2662" y="129"/>
                  </a:cubicBezTo>
                  <a:cubicBezTo>
                    <a:pt x="2647" y="119"/>
                    <a:pt x="2631" y="108"/>
                    <a:pt x="2615" y="98"/>
                  </a:cubicBezTo>
                  <a:close/>
                  <a:moveTo>
                    <a:pt x="2404" y="103"/>
                  </a:moveTo>
                  <a:cubicBezTo>
                    <a:pt x="2404" y="137"/>
                    <a:pt x="2404" y="164"/>
                    <a:pt x="2404" y="193"/>
                  </a:cubicBezTo>
                  <a:cubicBezTo>
                    <a:pt x="2436" y="193"/>
                    <a:pt x="2465" y="193"/>
                    <a:pt x="2492" y="193"/>
                  </a:cubicBezTo>
                  <a:cubicBezTo>
                    <a:pt x="2492" y="160"/>
                    <a:pt x="2492" y="131"/>
                    <a:pt x="2492" y="103"/>
                  </a:cubicBezTo>
                  <a:cubicBezTo>
                    <a:pt x="2461" y="103"/>
                    <a:pt x="2435" y="103"/>
                    <a:pt x="2404" y="103"/>
                  </a:cubicBezTo>
                  <a:close/>
                </a:path>
              </a:pathLst>
            </a:custGeom>
            <a:grpFill/>
            <a:ln>
              <a:noFill/>
            </a:ln>
          </p:spPr>
          <p:txBody>
            <a:bodyPr vert="horz" wrap="square" lIns="89642" tIns="44821" rIns="89642" bIns="44821"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7229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1A1A1A"/>
                </a:solidFill>
                <a:effectLst/>
                <a:uLnTx/>
                <a:uFillTx/>
                <a:latin typeface="Arial" panose="020B0604020202020204" pitchFamily="34" charset="0"/>
                <a:cs typeface="Arial" panose="020B0604020202020204" pitchFamily="34" charset="0"/>
              </a:endParaRPr>
            </a:p>
          </p:txBody>
        </p:sp>
        <p:sp>
          <p:nvSpPr>
            <p:cNvPr id="125" name="Freeform 124">
              <a:extLst>
                <a:ext uri="{FF2B5EF4-FFF2-40B4-BE49-F238E27FC236}">
                  <a16:creationId xmlns:a16="http://schemas.microsoft.com/office/drawing/2014/main" id="{0EED9B74-5115-6C41-8903-043212B77D9A}"/>
                </a:ext>
              </a:extLst>
            </p:cNvPr>
            <p:cNvSpPr>
              <a:spLocks/>
            </p:cNvSpPr>
            <p:nvPr/>
          </p:nvSpPr>
          <p:spPr bwMode="auto">
            <a:xfrm>
              <a:off x="1602635" y="2255667"/>
              <a:ext cx="14629" cy="11786"/>
            </a:xfrm>
            <a:custGeom>
              <a:avLst/>
              <a:gdLst>
                <a:gd name="T0" fmla="*/ 87 w 87"/>
                <a:gd name="T1" fmla="*/ 78 h 78"/>
                <a:gd name="T2" fmla="*/ 66 w 87"/>
                <a:gd name="T3" fmla="*/ 7 h 78"/>
                <a:gd name="T4" fmla="*/ 22 w 87"/>
                <a:gd name="T5" fmla="*/ 7 h 78"/>
                <a:gd name="T6" fmla="*/ 0 w 87"/>
                <a:gd name="T7" fmla="*/ 73 h 78"/>
                <a:gd name="T8" fmla="*/ 87 w 87"/>
                <a:gd name="T9" fmla="*/ 78 h 78"/>
              </a:gdLst>
              <a:ahLst/>
              <a:cxnLst>
                <a:cxn ang="0">
                  <a:pos x="T0" y="T1"/>
                </a:cxn>
                <a:cxn ang="0">
                  <a:pos x="T2" y="T3"/>
                </a:cxn>
                <a:cxn ang="0">
                  <a:pos x="T4" y="T5"/>
                </a:cxn>
                <a:cxn ang="0">
                  <a:pos x="T6" y="T7"/>
                </a:cxn>
                <a:cxn ang="0">
                  <a:pos x="T8" y="T9"/>
                </a:cxn>
              </a:cxnLst>
              <a:rect l="0" t="0" r="r" b="b"/>
              <a:pathLst>
                <a:path w="87" h="78">
                  <a:moveTo>
                    <a:pt x="87" y="78"/>
                  </a:moveTo>
                  <a:cubicBezTo>
                    <a:pt x="78" y="47"/>
                    <a:pt x="77" y="24"/>
                    <a:pt x="66" y="7"/>
                  </a:cubicBezTo>
                  <a:cubicBezTo>
                    <a:pt x="61" y="0"/>
                    <a:pt x="27" y="0"/>
                    <a:pt x="22" y="7"/>
                  </a:cubicBezTo>
                  <a:cubicBezTo>
                    <a:pt x="10" y="23"/>
                    <a:pt x="8" y="47"/>
                    <a:pt x="0" y="73"/>
                  </a:cubicBezTo>
                  <a:cubicBezTo>
                    <a:pt x="31" y="75"/>
                    <a:pt x="51" y="76"/>
                    <a:pt x="87" y="78"/>
                  </a:cubicBezTo>
                  <a:close/>
                </a:path>
              </a:pathLst>
            </a:custGeom>
            <a:grpFill/>
            <a:ln>
              <a:noFill/>
            </a:ln>
          </p:spPr>
          <p:txBody>
            <a:bodyPr vert="horz" wrap="square" lIns="89642" tIns="44821" rIns="89642" bIns="44821"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7229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1A1A1A"/>
                </a:solidFill>
                <a:effectLst/>
                <a:uLnTx/>
                <a:uFillTx/>
                <a:latin typeface="Arial" panose="020B0604020202020204" pitchFamily="34" charset="0"/>
                <a:cs typeface="Arial" panose="020B0604020202020204" pitchFamily="34" charset="0"/>
              </a:endParaRPr>
            </a:p>
          </p:txBody>
        </p:sp>
        <p:sp>
          <p:nvSpPr>
            <p:cNvPr id="126" name="Freeform 125">
              <a:extLst>
                <a:ext uri="{FF2B5EF4-FFF2-40B4-BE49-F238E27FC236}">
                  <a16:creationId xmlns:a16="http://schemas.microsoft.com/office/drawing/2014/main" id="{F3DFE155-E77F-2549-9A44-620FDFF2B921}"/>
                </a:ext>
              </a:extLst>
            </p:cNvPr>
            <p:cNvSpPr>
              <a:spLocks noEditPoints="1"/>
            </p:cNvSpPr>
            <p:nvPr/>
          </p:nvSpPr>
          <p:spPr bwMode="auto">
            <a:xfrm>
              <a:off x="1410214" y="2393885"/>
              <a:ext cx="154163" cy="146790"/>
            </a:xfrm>
            <a:custGeom>
              <a:avLst/>
              <a:gdLst>
                <a:gd name="T0" fmla="*/ 512 w 902"/>
                <a:gd name="T1" fmla="*/ 897 h 899"/>
                <a:gd name="T2" fmla="*/ 437 w 902"/>
                <a:gd name="T3" fmla="*/ 897 h 899"/>
                <a:gd name="T4" fmla="*/ 374 w 902"/>
                <a:gd name="T5" fmla="*/ 855 h 899"/>
                <a:gd name="T6" fmla="*/ 215 w 902"/>
                <a:gd name="T7" fmla="*/ 788 h 899"/>
                <a:gd name="T8" fmla="*/ 136 w 902"/>
                <a:gd name="T9" fmla="*/ 768 h 899"/>
                <a:gd name="T10" fmla="*/ 112 w 902"/>
                <a:gd name="T11" fmla="*/ 685 h 899"/>
                <a:gd name="T12" fmla="*/ 42 w 902"/>
                <a:gd name="T13" fmla="*/ 521 h 899"/>
                <a:gd name="T14" fmla="*/ 7 w 902"/>
                <a:gd name="T15" fmla="*/ 449 h 899"/>
                <a:gd name="T16" fmla="*/ 41 w 902"/>
                <a:gd name="T17" fmla="*/ 381 h 899"/>
                <a:gd name="T18" fmla="*/ 110 w 902"/>
                <a:gd name="T19" fmla="*/ 213 h 899"/>
                <a:gd name="T20" fmla="*/ 136 w 902"/>
                <a:gd name="T21" fmla="*/ 137 h 899"/>
                <a:gd name="T22" fmla="*/ 206 w 902"/>
                <a:gd name="T23" fmla="*/ 115 h 899"/>
                <a:gd name="T24" fmla="*/ 376 w 902"/>
                <a:gd name="T25" fmla="*/ 43 h 899"/>
                <a:gd name="T26" fmla="*/ 447 w 902"/>
                <a:gd name="T27" fmla="*/ 4 h 899"/>
                <a:gd name="T28" fmla="*/ 529 w 902"/>
                <a:gd name="T29" fmla="*/ 45 h 899"/>
                <a:gd name="T30" fmla="*/ 693 w 902"/>
                <a:gd name="T31" fmla="*/ 113 h 899"/>
                <a:gd name="T32" fmla="*/ 765 w 902"/>
                <a:gd name="T33" fmla="*/ 133 h 899"/>
                <a:gd name="T34" fmla="*/ 793 w 902"/>
                <a:gd name="T35" fmla="*/ 215 h 899"/>
                <a:gd name="T36" fmla="*/ 859 w 902"/>
                <a:gd name="T37" fmla="*/ 380 h 899"/>
                <a:gd name="T38" fmla="*/ 898 w 902"/>
                <a:gd name="T39" fmla="*/ 456 h 899"/>
                <a:gd name="T40" fmla="*/ 861 w 902"/>
                <a:gd name="T41" fmla="*/ 522 h 899"/>
                <a:gd name="T42" fmla="*/ 792 w 902"/>
                <a:gd name="T43" fmla="*/ 692 h 899"/>
                <a:gd name="T44" fmla="*/ 773 w 902"/>
                <a:gd name="T45" fmla="*/ 758 h 899"/>
                <a:gd name="T46" fmla="*/ 706 w 902"/>
                <a:gd name="T47" fmla="*/ 791 h 899"/>
                <a:gd name="T48" fmla="*/ 512 w 902"/>
                <a:gd name="T49" fmla="*/ 897 h 899"/>
                <a:gd name="T50" fmla="*/ 453 w 902"/>
                <a:gd name="T51" fmla="*/ 721 h 899"/>
                <a:gd name="T52" fmla="*/ 722 w 902"/>
                <a:gd name="T53" fmla="*/ 452 h 899"/>
                <a:gd name="T54" fmla="*/ 448 w 902"/>
                <a:gd name="T55" fmla="*/ 184 h 899"/>
                <a:gd name="T56" fmla="*/ 182 w 902"/>
                <a:gd name="T57" fmla="*/ 454 h 899"/>
                <a:gd name="T58" fmla="*/ 453 w 902"/>
                <a:gd name="T59" fmla="*/ 721 h 8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902" h="899">
                  <a:moveTo>
                    <a:pt x="512" y="897"/>
                  </a:moveTo>
                  <a:cubicBezTo>
                    <a:pt x="485" y="897"/>
                    <a:pt x="461" y="896"/>
                    <a:pt x="437" y="897"/>
                  </a:cubicBezTo>
                  <a:cubicBezTo>
                    <a:pt x="405" y="899"/>
                    <a:pt x="387" y="888"/>
                    <a:pt x="374" y="855"/>
                  </a:cubicBezTo>
                  <a:cubicBezTo>
                    <a:pt x="346" y="788"/>
                    <a:pt x="282" y="759"/>
                    <a:pt x="215" y="788"/>
                  </a:cubicBezTo>
                  <a:cubicBezTo>
                    <a:pt x="178" y="804"/>
                    <a:pt x="159" y="791"/>
                    <a:pt x="136" y="768"/>
                  </a:cubicBezTo>
                  <a:cubicBezTo>
                    <a:pt x="114" y="744"/>
                    <a:pt x="95" y="726"/>
                    <a:pt x="112" y="685"/>
                  </a:cubicBezTo>
                  <a:cubicBezTo>
                    <a:pt x="142" y="614"/>
                    <a:pt x="115" y="549"/>
                    <a:pt x="42" y="521"/>
                  </a:cubicBezTo>
                  <a:cubicBezTo>
                    <a:pt x="0" y="505"/>
                    <a:pt x="8" y="477"/>
                    <a:pt x="7" y="449"/>
                  </a:cubicBezTo>
                  <a:cubicBezTo>
                    <a:pt x="6" y="421"/>
                    <a:pt x="4" y="397"/>
                    <a:pt x="41" y="381"/>
                  </a:cubicBezTo>
                  <a:cubicBezTo>
                    <a:pt x="117" y="350"/>
                    <a:pt x="142" y="289"/>
                    <a:pt x="110" y="213"/>
                  </a:cubicBezTo>
                  <a:cubicBezTo>
                    <a:pt x="93" y="173"/>
                    <a:pt x="113" y="153"/>
                    <a:pt x="136" y="137"/>
                  </a:cubicBezTo>
                  <a:cubicBezTo>
                    <a:pt x="156" y="123"/>
                    <a:pt x="186" y="110"/>
                    <a:pt x="206" y="115"/>
                  </a:cubicBezTo>
                  <a:cubicBezTo>
                    <a:pt x="287" y="138"/>
                    <a:pt x="345" y="119"/>
                    <a:pt x="376" y="43"/>
                  </a:cubicBezTo>
                  <a:cubicBezTo>
                    <a:pt x="391" y="4"/>
                    <a:pt x="416" y="4"/>
                    <a:pt x="447" y="4"/>
                  </a:cubicBezTo>
                  <a:cubicBezTo>
                    <a:pt x="481" y="5"/>
                    <a:pt x="511" y="0"/>
                    <a:pt x="529" y="45"/>
                  </a:cubicBezTo>
                  <a:cubicBezTo>
                    <a:pt x="557" y="118"/>
                    <a:pt x="622" y="144"/>
                    <a:pt x="693" y="113"/>
                  </a:cubicBezTo>
                  <a:cubicBezTo>
                    <a:pt x="728" y="98"/>
                    <a:pt x="746" y="112"/>
                    <a:pt x="765" y="133"/>
                  </a:cubicBezTo>
                  <a:cubicBezTo>
                    <a:pt x="786" y="156"/>
                    <a:pt x="812" y="172"/>
                    <a:pt x="793" y="215"/>
                  </a:cubicBezTo>
                  <a:cubicBezTo>
                    <a:pt x="762" y="287"/>
                    <a:pt x="787" y="351"/>
                    <a:pt x="859" y="380"/>
                  </a:cubicBezTo>
                  <a:cubicBezTo>
                    <a:pt x="902" y="397"/>
                    <a:pt x="897" y="425"/>
                    <a:pt x="898" y="456"/>
                  </a:cubicBezTo>
                  <a:cubicBezTo>
                    <a:pt x="899" y="486"/>
                    <a:pt x="897" y="507"/>
                    <a:pt x="861" y="522"/>
                  </a:cubicBezTo>
                  <a:cubicBezTo>
                    <a:pt x="787" y="552"/>
                    <a:pt x="769" y="612"/>
                    <a:pt x="792" y="692"/>
                  </a:cubicBezTo>
                  <a:cubicBezTo>
                    <a:pt x="797" y="712"/>
                    <a:pt x="787" y="743"/>
                    <a:pt x="773" y="758"/>
                  </a:cubicBezTo>
                  <a:cubicBezTo>
                    <a:pt x="757" y="776"/>
                    <a:pt x="726" y="795"/>
                    <a:pt x="706" y="791"/>
                  </a:cubicBezTo>
                  <a:cubicBezTo>
                    <a:pt x="597" y="766"/>
                    <a:pt x="555" y="785"/>
                    <a:pt x="512" y="897"/>
                  </a:cubicBezTo>
                  <a:close/>
                  <a:moveTo>
                    <a:pt x="453" y="721"/>
                  </a:moveTo>
                  <a:cubicBezTo>
                    <a:pt x="597" y="720"/>
                    <a:pt x="722" y="595"/>
                    <a:pt x="722" y="452"/>
                  </a:cubicBezTo>
                  <a:cubicBezTo>
                    <a:pt x="722" y="303"/>
                    <a:pt x="598" y="182"/>
                    <a:pt x="448" y="184"/>
                  </a:cubicBezTo>
                  <a:cubicBezTo>
                    <a:pt x="301" y="186"/>
                    <a:pt x="180" y="309"/>
                    <a:pt x="182" y="454"/>
                  </a:cubicBezTo>
                  <a:cubicBezTo>
                    <a:pt x="183" y="597"/>
                    <a:pt x="310" y="722"/>
                    <a:pt x="453" y="721"/>
                  </a:cubicBezTo>
                  <a:close/>
                </a:path>
              </a:pathLst>
            </a:custGeom>
            <a:grpFill/>
            <a:ln>
              <a:noFill/>
            </a:ln>
          </p:spPr>
          <p:txBody>
            <a:bodyPr vert="horz" wrap="square" lIns="89642" tIns="44821" rIns="89642" bIns="44821"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7229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1A1A1A"/>
                </a:solidFill>
                <a:effectLst/>
                <a:uLnTx/>
                <a:uFillTx/>
                <a:latin typeface="Arial" panose="020B0604020202020204" pitchFamily="34" charset="0"/>
                <a:cs typeface="Arial" panose="020B0604020202020204" pitchFamily="34" charset="0"/>
              </a:endParaRPr>
            </a:p>
          </p:txBody>
        </p:sp>
        <p:sp>
          <p:nvSpPr>
            <p:cNvPr id="127" name="Freeform 126">
              <a:extLst>
                <a:ext uri="{FF2B5EF4-FFF2-40B4-BE49-F238E27FC236}">
                  <a16:creationId xmlns:a16="http://schemas.microsoft.com/office/drawing/2014/main" id="{ED9DAB8B-9190-884F-ADF7-0D7E983FD795}"/>
                </a:ext>
              </a:extLst>
            </p:cNvPr>
            <p:cNvSpPr>
              <a:spLocks noEditPoints="1"/>
            </p:cNvSpPr>
            <p:nvPr/>
          </p:nvSpPr>
          <p:spPr bwMode="auto">
            <a:xfrm>
              <a:off x="1320193" y="2354241"/>
              <a:ext cx="101274" cy="99646"/>
            </a:xfrm>
            <a:custGeom>
              <a:avLst/>
              <a:gdLst>
                <a:gd name="T0" fmla="*/ 542 w 595"/>
                <a:gd name="T1" fmla="*/ 120 h 611"/>
                <a:gd name="T2" fmla="*/ 587 w 595"/>
                <a:gd name="T3" fmla="*/ 268 h 611"/>
                <a:gd name="T4" fmla="*/ 574 w 595"/>
                <a:gd name="T5" fmla="*/ 347 h 611"/>
                <a:gd name="T6" fmla="*/ 528 w 595"/>
                <a:gd name="T7" fmla="*/ 460 h 611"/>
                <a:gd name="T8" fmla="*/ 461 w 595"/>
                <a:gd name="T9" fmla="*/ 525 h 611"/>
                <a:gd name="T10" fmla="*/ 355 w 595"/>
                <a:gd name="T11" fmla="*/ 572 h 611"/>
                <a:gd name="T12" fmla="*/ 256 w 595"/>
                <a:gd name="T13" fmla="*/ 570 h 611"/>
                <a:gd name="T14" fmla="*/ 150 w 595"/>
                <a:gd name="T15" fmla="*/ 526 h 611"/>
                <a:gd name="T16" fmla="*/ 84 w 595"/>
                <a:gd name="T17" fmla="*/ 459 h 611"/>
                <a:gd name="T18" fmla="*/ 41 w 595"/>
                <a:gd name="T19" fmla="*/ 351 h 611"/>
                <a:gd name="T20" fmla="*/ 40 w 595"/>
                <a:gd name="T21" fmla="*/ 258 h 611"/>
                <a:gd name="T22" fmla="*/ 84 w 595"/>
                <a:gd name="T23" fmla="*/ 151 h 611"/>
                <a:gd name="T24" fmla="*/ 149 w 595"/>
                <a:gd name="T25" fmla="*/ 85 h 611"/>
                <a:gd name="T26" fmla="*/ 256 w 595"/>
                <a:gd name="T27" fmla="*/ 40 h 611"/>
                <a:gd name="T28" fmla="*/ 356 w 595"/>
                <a:gd name="T29" fmla="*/ 40 h 611"/>
                <a:gd name="T30" fmla="*/ 469 w 595"/>
                <a:gd name="T31" fmla="*/ 85 h 611"/>
                <a:gd name="T32" fmla="*/ 542 w 595"/>
                <a:gd name="T33" fmla="*/ 120 h 611"/>
                <a:gd name="T34" fmla="*/ 303 w 595"/>
                <a:gd name="T35" fmla="*/ 480 h 611"/>
                <a:gd name="T36" fmla="*/ 483 w 595"/>
                <a:gd name="T37" fmla="*/ 309 h 611"/>
                <a:gd name="T38" fmla="*/ 306 w 595"/>
                <a:gd name="T39" fmla="*/ 128 h 611"/>
                <a:gd name="T40" fmla="*/ 131 w 595"/>
                <a:gd name="T41" fmla="*/ 303 h 611"/>
                <a:gd name="T42" fmla="*/ 303 w 595"/>
                <a:gd name="T43" fmla="*/ 480 h 6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95" h="611">
                  <a:moveTo>
                    <a:pt x="542" y="120"/>
                  </a:moveTo>
                  <a:cubicBezTo>
                    <a:pt x="507" y="197"/>
                    <a:pt x="528" y="237"/>
                    <a:pt x="587" y="268"/>
                  </a:cubicBezTo>
                  <a:cubicBezTo>
                    <a:pt x="595" y="273"/>
                    <a:pt x="590" y="335"/>
                    <a:pt x="574" y="347"/>
                  </a:cubicBezTo>
                  <a:cubicBezTo>
                    <a:pt x="533" y="378"/>
                    <a:pt x="514" y="408"/>
                    <a:pt x="528" y="460"/>
                  </a:cubicBezTo>
                  <a:cubicBezTo>
                    <a:pt x="541" y="503"/>
                    <a:pt x="507" y="536"/>
                    <a:pt x="461" y="525"/>
                  </a:cubicBezTo>
                  <a:cubicBezTo>
                    <a:pt x="412" y="512"/>
                    <a:pt x="380" y="529"/>
                    <a:pt x="355" y="572"/>
                  </a:cubicBezTo>
                  <a:cubicBezTo>
                    <a:pt x="333" y="611"/>
                    <a:pt x="280" y="610"/>
                    <a:pt x="256" y="570"/>
                  </a:cubicBezTo>
                  <a:cubicBezTo>
                    <a:pt x="231" y="527"/>
                    <a:pt x="198" y="512"/>
                    <a:pt x="150" y="526"/>
                  </a:cubicBezTo>
                  <a:cubicBezTo>
                    <a:pt x="106" y="537"/>
                    <a:pt x="72" y="502"/>
                    <a:pt x="84" y="459"/>
                  </a:cubicBezTo>
                  <a:cubicBezTo>
                    <a:pt x="97" y="411"/>
                    <a:pt x="84" y="377"/>
                    <a:pt x="41" y="351"/>
                  </a:cubicBezTo>
                  <a:cubicBezTo>
                    <a:pt x="0" y="326"/>
                    <a:pt x="0" y="283"/>
                    <a:pt x="40" y="258"/>
                  </a:cubicBezTo>
                  <a:cubicBezTo>
                    <a:pt x="83" y="233"/>
                    <a:pt x="97" y="199"/>
                    <a:pt x="84" y="151"/>
                  </a:cubicBezTo>
                  <a:cubicBezTo>
                    <a:pt x="72" y="108"/>
                    <a:pt x="106" y="74"/>
                    <a:pt x="149" y="85"/>
                  </a:cubicBezTo>
                  <a:cubicBezTo>
                    <a:pt x="198" y="97"/>
                    <a:pt x="231" y="83"/>
                    <a:pt x="256" y="40"/>
                  </a:cubicBezTo>
                  <a:cubicBezTo>
                    <a:pt x="280" y="0"/>
                    <a:pt x="332" y="1"/>
                    <a:pt x="356" y="40"/>
                  </a:cubicBezTo>
                  <a:cubicBezTo>
                    <a:pt x="383" y="84"/>
                    <a:pt x="417" y="95"/>
                    <a:pt x="469" y="85"/>
                  </a:cubicBezTo>
                  <a:cubicBezTo>
                    <a:pt x="491" y="81"/>
                    <a:pt x="519" y="108"/>
                    <a:pt x="542" y="120"/>
                  </a:cubicBezTo>
                  <a:close/>
                  <a:moveTo>
                    <a:pt x="303" y="480"/>
                  </a:moveTo>
                  <a:cubicBezTo>
                    <a:pt x="398" y="482"/>
                    <a:pt x="479" y="404"/>
                    <a:pt x="483" y="309"/>
                  </a:cubicBezTo>
                  <a:cubicBezTo>
                    <a:pt x="487" y="216"/>
                    <a:pt x="401" y="128"/>
                    <a:pt x="306" y="128"/>
                  </a:cubicBezTo>
                  <a:cubicBezTo>
                    <a:pt x="212" y="128"/>
                    <a:pt x="131" y="208"/>
                    <a:pt x="131" y="303"/>
                  </a:cubicBezTo>
                  <a:cubicBezTo>
                    <a:pt x="130" y="398"/>
                    <a:pt x="208" y="479"/>
                    <a:pt x="303" y="480"/>
                  </a:cubicBezTo>
                  <a:close/>
                </a:path>
              </a:pathLst>
            </a:custGeom>
            <a:grpFill/>
            <a:ln>
              <a:noFill/>
            </a:ln>
          </p:spPr>
          <p:txBody>
            <a:bodyPr vert="horz" wrap="square" lIns="89642" tIns="44821" rIns="89642" bIns="44821"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7229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1A1A1A"/>
                </a:solidFill>
                <a:effectLst/>
                <a:uLnTx/>
                <a:uFillTx/>
                <a:latin typeface="Arial" panose="020B0604020202020204" pitchFamily="34" charset="0"/>
                <a:cs typeface="Arial" panose="020B0604020202020204" pitchFamily="34" charset="0"/>
              </a:endParaRPr>
            </a:p>
          </p:txBody>
        </p:sp>
        <p:sp>
          <p:nvSpPr>
            <p:cNvPr id="128" name="Freeform 127">
              <a:extLst>
                <a:ext uri="{FF2B5EF4-FFF2-40B4-BE49-F238E27FC236}">
                  <a16:creationId xmlns:a16="http://schemas.microsoft.com/office/drawing/2014/main" id="{D1A7BEC3-FBFD-7D4D-B975-350DEED43344}"/>
                </a:ext>
              </a:extLst>
            </p:cNvPr>
            <p:cNvSpPr>
              <a:spLocks/>
            </p:cNvSpPr>
            <p:nvPr/>
          </p:nvSpPr>
          <p:spPr bwMode="auto">
            <a:xfrm>
              <a:off x="1602635" y="2255667"/>
              <a:ext cx="14629" cy="11786"/>
            </a:xfrm>
            <a:custGeom>
              <a:avLst/>
              <a:gdLst>
                <a:gd name="T0" fmla="*/ 87 w 87"/>
                <a:gd name="T1" fmla="*/ 78 h 78"/>
                <a:gd name="T2" fmla="*/ 0 w 87"/>
                <a:gd name="T3" fmla="*/ 73 h 78"/>
                <a:gd name="T4" fmla="*/ 22 w 87"/>
                <a:gd name="T5" fmla="*/ 7 h 78"/>
                <a:gd name="T6" fmla="*/ 66 w 87"/>
                <a:gd name="T7" fmla="*/ 7 h 78"/>
                <a:gd name="T8" fmla="*/ 87 w 87"/>
                <a:gd name="T9" fmla="*/ 78 h 78"/>
              </a:gdLst>
              <a:ahLst/>
              <a:cxnLst>
                <a:cxn ang="0">
                  <a:pos x="T0" y="T1"/>
                </a:cxn>
                <a:cxn ang="0">
                  <a:pos x="T2" y="T3"/>
                </a:cxn>
                <a:cxn ang="0">
                  <a:pos x="T4" y="T5"/>
                </a:cxn>
                <a:cxn ang="0">
                  <a:pos x="T6" y="T7"/>
                </a:cxn>
                <a:cxn ang="0">
                  <a:pos x="T8" y="T9"/>
                </a:cxn>
              </a:cxnLst>
              <a:rect l="0" t="0" r="r" b="b"/>
              <a:pathLst>
                <a:path w="87" h="78">
                  <a:moveTo>
                    <a:pt x="87" y="78"/>
                  </a:moveTo>
                  <a:cubicBezTo>
                    <a:pt x="51" y="76"/>
                    <a:pt x="31" y="75"/>
                    <a:pt x="0" y="73"/>
                  </a:cubicBezTo>
                  <a:cubicBezTo>
                    <a:pt x="8" y="47"/>
                    <a:pt x="10" y="23"/>
                    <a:pt x="22" y="7"/>
                  </a:cubicBezTo>
                  <a:cubicBezTo>
                    <a:pt x="27" y="0"/>
                    <a:pt x="61" y="0"/>
                    <a:pt x="66" y="7"/>
                  </a:cubicBezTo>
                  <a:cubicBezTo>
                    <a:pt x="77" y="24"/>
                    <a:pt x="78" y="47"/>
                    <a:pt x="87" y="78"/>
                  </a:cubicBezTo>
                  <a:close/>
                </a:path>
              </a:pathLst>
            </a:custGeom>
            <a:grpFill/>
            <a:ln>
              <a:noFill/>
            </a:ln>
          </p:spPr>
          <p:txBody>
            <a:bodyPr vert="horz" wrap="square" lIns="89642" tIns="44821" rIns="89642" bIns="44821"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7229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1A1A1A"/>
                </a:solidFill>
                <a:effectLst/>
                <a:uLnTx/>
                <a:uFillTx/>
                <a:latin typeface="Arial" panose="020B0604020202020204" pitchFamily="34" charset="0"/>
                <a:cs typeface="Arial" panose="020B0604020202020204" pitchFamily="34" charset="0"/>
              </a:endParaRPr>
            </a:p>
          </p:txBody>
        </p:sp>
        <p:sp>
          <p:nvSpPr>
            <p:cNvPr id="129" name="Freeform 128">
              <a:extLst>
                <a:ext uri="{FF2B5EF4-FFF2-40B4-BE49-F238E27FC236}">
                  <a16:creationId xmlns:a16="http://schemas.microsoft.com/office/drawing/2014/main" id="{920D4DAF-6AC8-EC4C-BAD9-0D2A5C724295}"/>
                </a:ext>
              </a:extLst>
            </p:cNvPr>
            <p:cNvSpPr>
              <a:spLocks noEditPoints="1"/>
            </p:cNvSpPr>
            <p:nvPr/>
          </p:nvSpPr>
          <p:spPr bwMode="auto">
            <a:xfrm>
              <a:off x="1455225" y="2437815"/>
              <a:ext cx="64141" cy="61074"/>
            </a:xfrm>
            <a:custGeom>
              <a:avLst/>
              <a:gdLst>
                <a:gd name="T0" fmla="*/ 373 w 374"/>
                <a:gd name="T1" fmla="*/ 185 h 375"/>
                <a:gd name="T2" fmla="*/ 189 w 374"/>
                <a:gd name="T3" fmla="*/ 374 h 375"/>
                <a:gd name="T4" fmla="*/ 1 w 374"/>
                <a:gd name="T5" fmla="*/ 190 h 375"/>
                <a:gd name="T6" fmla="*/ 185 w 374"/>
                <a:gd name="T7" fmla="*/ 2 h 375"/>
                <a:gd name="T8" fmla="*/ 373 w 374"/>
                <a:gd name="T9" fmla="*/ 185 h 375"/>
                <a:gd name="T10" fmla="*/ 185 w 374"/>
                <a:gd name="T11" fmla="*/ 280 h 375"/>
                <a:gd name="T12" fmla="*/ 280 w 374"/>
                <a:gd name="T13" fmla="*/ 189 h 375"/>
                <a:gd name="T14" fmla="*/ 189 w 374"/>
                <a:gd name="T15" fmla="*/ 94 h 375"/>
                <a:gd name="T16" fmla="*/ 94 w 374"/>
                <a:gd name="T17" fmla="*/ 185 h 375"/>
                <a:gd name="T18" fmla="*/ 185 w 374"/>
                <a:gd name="T19" fmla="*/ 280 h 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74" h="375">
                  <a:moveTo>
                    <a:pt x="373" y="185"/>
                  </a:moveTo>
                  <a:cubicBezTo>
                    <a:pt x="374" y="288"/>
                    <a:pt x="292" y="372"/>
                    <a:pt x="189" y="374"/>
                  </a:cubicBezTo>
                  <a:cubicBezTo>
                    <a:pt x="88" y="375"/>
                    <a:pt x="2" y="292"/>
                    <a:pt x="1" y="190"/>
                  </a:cubicBezTo>
                  <a:cubicBezTo>
                    <a:pt x="0" y="86"/>
                    <a:pt x="81" y="3"/>
                    <a:pt x="185" y="2"/>
                  </a:cubicBezTo>
                  <a:cubicBezTo>
                    <a:pt x="288" y="0"/>
                    <a:pt x="371" y="82"/>
                    <a:pt x="373" y="185"/>
                  </a:cubicBezTo>
                  <a:close/>
                  <a:moveTo>
                    <a:pt x="185" y="280"/>
                  </a:moveTo>
                  <a:cubicBezTo>
                    <a:pt x="236" y="281"/>
                    <a:pt x="279" y="240"/>
                    <a:pt x="280" y="189"/>
                  </a:cubicBezTo>
                  <a:cubicBezTo>
                    <a:pt x="281" y="138"/>
                    <a:pt x="240" y="95"/>
                    <a:pt x="189" y="94"/>
                  </a:cubicBezTo>
                  <a:cubicBezTo>
                    <a:pt x="139" y="93"/>
                    <a:pt x="96" y="134"/>
                    <a:pt x="94" y="185"/>
                  </a:cubicBezTo>
                  <a:cubicBezTo>
                    <a:pt x="93" y="237"/>
                    <a:pt x="134" y="279"/>
                    <a:pt x="185" y="280"/>
                  </a:cubicBezTo>
                  <a:close/>
                </a:path>
              </a:pathLst>
            </a:custGeom>
            <a:grpFill/>
            <a:ln>
              <a:noFill/>
            </a:ln>
          </p:spPr>
          <p:txBody>
            <a:bodyPr vert="horz" wrap="square" lIns="89642" tIns="44821" rIns="89642" bIns="44821"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7229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1A1A1A"/>
                </a:solidFill>
                <a:effectLst/>
                <a:uLnTx/>
                <a:uFillTx/>
                <a:latin typeface="Arial" panose="020B0604020202020204" pitchFamily="34" charset="0"/>
                <a:cs typeface="Arial" panose="020B0604020202020204" pitchFamily="34" charset="0"/>
              </a:endParaRPr>
            </a:p>
          </p:txBody>
        </p:sp>
        <p:sp>
          <p:nvSpPr>
            <p:cNvPr id="130" name="Freeform 129">
              <a:extLst>
                <a:ext uri="{FF2B5EF4-FFF2-40B4-BE49-F238E27FC236}">
                  <a16:creationId xmlns:a16="http://schemas.microsoft.com/office/drawing/2014/main" id="{9E07E632-6DE9-504B-8BAE-AAB7D2FF49A2}"/>
                </a:ext>
              </a:extLst>
            </p:cNvPr>
            <p:cNvSpPr>
              <a:spLocks noEditPoints="1"/>
            </p:cNvSpPr>
            <p:nvPr/>
          </p:nvSpPr>
          <p:spPr bwMode="auto">
            <a:xfrm>
              <a:off x="1350575" y="2384242"/>
              <a:ext cx="42760" cy="40715"/>
            </a:xfrm>
            <a:custGeom>
              <a:avLst/>
              <a:gdLst>
                <a:gd name="T0" fmla="*/ 119 w 244"/>
                <a:gd name="T1" fmla="*/ 1 h 248"/>
                <a:gd name="T2" fmla="*/ 0 w 244"/>
                <a:gd name="T3" fmla="*/ 123 h 248"/>
                <a:gd name="T4" fmla="*/ 126 w 244"/>
                <a:gd name="T5" fmla="*/ 246 h 248"/>
                <a:gd name="T6" fmla="*/ 244 w 244"/>
                <a:gd name="T7" fmla="*/ 122 h 248"/>
                <a:gd name="T8" fmla="*/ 119 w 244"/>
                <a:gd name="T9" fmla="*/ 1 h 248"/>
                <a:gd name="T10" fmla="*/ 120 w 244"/>
                <a:gd name="T11" fmla="*/ 179 h 248"/>
                <a:gd name="T12" fmla="*/ 66 w 244"/>
                <a:gd name="T13" fmla="*/ 123 h 248"/>
                <a:gd name="T14" fmla="*/ 119 w 244"/>
                <a:gd name="T15" fmla="*/ 67 h 248"/>
                <a:gd name="T16" fmla="*/ 191 w 244"/>
                <a:gd name="T17" fmla="*/ 108 h 248"/>
                <a:gd name="T18" fmla="*/ 191 w 244"/>
                <a:gd name="T19" fmla="*/ 137 h 248"/>
                <a:gd name="T20" fmla="*/ 120 w 244"/>
                <a:gd name="T21" fmla="*/ 179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4" h="248">
                  <a:moveTo>
                    <a:pt x="119" y="1"/>
                  </a:moveTo>
                  <a:cubicBezTo>
                    <a:pt x="51" y="3"/>
                    <a:pt x="0" y="56"/>
                    <a:pt x="0" y="123"/>
                  </a:cubicBezTo>
                  <a:cubicBezTo>
                    <a:pt x="0" y="191"/>
                    <a:pt x="59" y="248"/>
                    <a:pt x="126" y="246"/>
                  </a:cubicBezTo>
                  <a:cubicBezTo>
                    <a:pt x="192" y="243"/>
                    <a:pt x="244" y="188"/>
                    <a:pt x="244" y="122"/>
                  </a:cubicBezTo>
                  <a:cubicBezTo>
                    <a:pt x="244" y="52"/>
                    <a:pt x="189" y="0"/>
                    <a:pt x="119" y="1"/>
                  </a:cubicBezTo>
                  <a:close/>
                  <a:moveTo>
                    <a:pt x="120" y="179"/>
                  </a:moveTo>
                  <a:cubicBezTo>
                    <a:pt x="99" y="177"/>
                    <a:pt x="66" y="143"/>
                    <a:pt x="66" y="123"/>
                  </a:cubicBezTo>
                  <a:cubicBezTo>
                    <a:pt x="66" y="103"/>
                    <a:pt x="99" y="69"/>
                    <a:pt x="119" y="67"/>
                  </a:cubicBezTo>
                  <a:cubicBezTo>
                    <a:pt x="142" y="65"/>
                    <a:pt x="167" y="93"/>
                    <a:pt x="191" y="108"/>
                  </a:cubicBezTo>
                  <a:cubicBezTo>
                    <a:pt x="191" y="118"/>
                    <a:pt x="191" y="128"/>
                    <a:pt x="191" y="137"/>
                  </a:cubicBezTo>
                  <a:cubicBezTo>
                    <a:pt x="167" y="152"/>
                    <a:pt x="142" y="181"/>
                    <a:pt x="120" y="179"/>
                  </a:cubicBezTo>
                  <a:close/>
                </a:path>
              </a:pathLst>
            </a:custGeom>
            <a:grpFill/>
            <a:ln>
              <a:noFill/>
            </a:ln>
          </p:spPr>
          <p:txBody>
            <a:bodyPr vert="horz" wrap="square" lIns="89642" tIns="44821" rIns="89642" bIns="44821"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7229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1A1A1A"/>
                </a:solidFill>
                <a:effectLst/>
                <a:uLnTx/>
                <a:uFillTx/>
                <a:latin typeface="Arial" panose="020B0604020202020204" pitchFamily="34" charset="0"/>
                <a:cs typeface="Arial" panose="020B0604020202020204" pitchFamily="34" charset="0"/>
              </a:endParaRPr>
            </a:p>
          </p:txBody>
        </p:sp>
      </p:grpSp>
      <p:sp>
        <p:nvSpPr>
          <p:cNvPr id="131" name="Rectangle 130">
            <a:extLst>
              <a:ext uri="{FF2B5EF4-FFF2-40B4-BE49-F238E27FC236}">
                <a16:creationId xmlns:a16="http://schemas.microsoft.com/office/drawing/2014/main" id="{8468A041-570D-0448-BC6D-E843D7597647}"/>
              </a:ext>
            </a:extLst>
          </p:cNvPr>
          <p:cNvSpPr/>
          <p:nvPr/>
        </p:nvSpPr>
        <p:spPr>
          <a:xfrm>
            <a:off x="603890" y="3548316"/>
            <a:ext cx="861565" cy="169277"/>
          </a:xfrm>
          <a:prstGeom prst="rect">
            <a:avLst/>
          </a:prstGeom>
          <a:ln>
            <a:noFill/>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500" dirty="0">
                <a:solidFill>
                  <a:srgbClr val="1A1A1A"/>
                </a:solidFill>
                <a:latin typeface="Arial" panose="020B0604020202020204" pitchFamily="34" charset="0"/>
                <a:cs typeface="Arial" panose="020B0604020202020204" pitchFamily="34" charset="0"/>
              </a:rPr>
              <a:t>Operations </a:t>
            </a:r>
            <a:endParaRPr kumimoji="0" lang="en-US" sz="500" b="0" i="0" u="none" strike="noStrike" kern="1200" cap="none" spc="0" normalizeH="0" baseline="0" noProof="0" dirty="0">
              <a:ln>
                <a:noFill/>
              </a:ln>
              <a:solidFill>
                <a:srgbClr val="1A1A1A"/>
              </a:solidFill>
              <a:effectLst/>
              <a:uLnTx/>
              <a:uFillTx/>
              <a:latin typeface="Arial" panose="020B0604020202020204" pitchFamily="34" charset="0"/>
              <a:cs typeface="Arial" panose="020B0604020202020204" pitchFamily="34" charset="0"/>
            </a:endParaRPr>
          </a:p>
        </p:txBody>
      </p:sp>
      <p:sp>
        <p:nvSpPr>
          <p:cNvPr id="132" name="Rectangle 131">
            <a:extLst>
              <a:ext uri="{FF2B5EF4-FFF2-40B4-BE49-F238E27FC236}">
                <a16:creationId xmlns:a16="http://schemas.microsoft.com/office/drawing/2014/main" id="{FEA3AD75-0AAD-174C-A67A-D36FCE2E71BF}"/>
              </a:ext>
            </a:extLst>
          </p:cNvPr>
          <p:cNvSpPr/>
          <p:nvPr/>
        </p:nvSpPr>
        <p:spPr>
          <a:xfrm>
            <a:off x="540878" y="3838691"/>
            <a:ext cx="476873" cy="169277"/>
          </a:xfrm>
          <a:prstGeom prst="rect">
            <a:avLst/>
          </a:prstGeom>
          <a:ln>
            <a:noFill/>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00" b="0" i="0" u="none" strike="noStrike" kern="1200" cap="none" spc="0" normalizeH="0" baseline="0" noProof="0" dirty="0">
                <a:ln>
                  <a:noFill/>
                </a:ln>
                <a:solidFill>
                  <a:srgbClr val="1A1A1A"/>
                </a:solidFill>
                <a:effectLst/>
                <a:uLnTx/>
                <a:uFillTx/>
                <a:latin typeface="Arial" panose="020B0604020202020204" pitchFamily="34" charset="0"/>
                <a:cs typeface="Arial" panose="020B0604020202020204" pitchFamily="34" charset="0"/>
              </a:rPr>
              <a:t>CRM</a:t>
            </a:r>
          </a:p>
        </p:txBody>
      </p:sp>
      <p:pic>
        <p:nvPicPr>
          <p:cNvPr id="133" name="Picture 132">
            <a:extLst>
              <a:ext uri="{FF2B5EF4-FFF2-40B4-BE49-F238E27FC236}">
                <a16:creationId xmlns:a16="http://schemas.microsoft.com/office/drawing/2014/main" id="{210AD4C2-9E24-1549-844A-E79804AD1C20}"/>
              </a:ext>
            </a:extLst>
          </p:cNvPr>
          <p:cNvPicPr>
            <a:picLocks noChangeAspect="1" noChangeArrowheads="1"/>
          </p:cNvPicPr>
          <p:nvPr/>
        </p:nvPicPr>
        <p:blipFill>
          <a:blip r:embed="rId10">
            <a:duotone>
              <a:schemeClr val="accent6">
                <a:shade val="45000"/>
                <a:satMod val="135000"/>
              </a:schemeClr>
              <a:prstClr val="white"/>
            </a:duotone>
            <a:extLst>
              <a:ext uri="{BEBA8EAE-BF5A-486C-A8C5-ECC9F3942E4B}">
                <a14:imgProps xmlns:a14="http://schemas.microsoft.com/office/drawing/2010/main">
                  <a14:imgLayer r:embed="rId11">
                    <a14:imgEffect>
                      <a14:colorTemperature colorTemp="5300"/>
                    </a14:imgEffect>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889573" y="3351108"/>
            <a:ext cx="284081" cy="219332"/>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134" name="Rectangle 133">
            <a:extLst>
              <a:ext uri="{FF2B5EF4-FFF2-40B4-BE49-F238E27FC236}">
                <a16:creationId xmlns:a16="http://schemas.microsoft.com/office/drawing/2014/main" id="{17198768-CF32-8242-9C2C-048B1962E947}"/>
              </a:ext>
            </a:extLst>
          </p:cNvPr>
          <p:cNvSpPr/>
          <p:nvPr/>
        </p:nvSpPr>
        <p:spPr>
          <a:xfrm>
            <a:off x="931971" y="3426926"/>
            <a:ext cx="204085" cy="93900"/>
          </a:xfrm>
          <a:prstGeom prst="rect">
            <a:avLst/>
          </a:prstGeom>
          <a:solidFill>
            <a:schemeClr val="bg1">
              <a:lumMod val="65000"/>
            </a:schemeClr>
          </a:solidFill>
          <a:ln w="12700" cap="flat" cmpd="sng" algn="ctr">
            <a:noFill/>
            <a:prstDash val="solid"/>
            <a:miter lim="800000"/>
          </a:ln>
          <a:effectLst/>
        </p:spPr>
        <p:txBody>
          <a:bodyPr lIns="134464" tIns="107571" rIns="134464" bIns="107571" rtlCol="0" anchor="t"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72290" rtl="0" eaLnBrk="1" fontAlgn="auto" latinLnBrk="0" hangingPunct="1">
              <a:lnSpc>
                <a:spcPct val="90000"/>
              </a:lnSpc>
              <a:spcBef>
                <a:spcPts val="588"/>
              </a:spcBef>
              <a:spcAft>
                <a:spcPts val="0"/>
              </a:spcAft>
              <a:buClrTx/>
              <a:buSzTx/>
              <a:buFontTx/>
              <a:buNone/>
              <a:tabLst/>
              <a:defRPr/>
            </a:pPr>
            <a:endParaRPr kumimoji="0" lang="en-US" sz="500" b="0" i="0" u="none" strike="noStrike" kern="0" cap="none" spc="0" normalizeH="0" baseline="0" noProof="0" dirty="0">
              <a:ln>
                <a:noFill/>
              </a:ln>
              <a:solidFill>
                <a:srgbClr val="1A1A1A"/>
              </a:solidFill>
              <a:effectLst/>
              <a:uLnTx/>
              <a:uFillTx/>
              <a:latin typeface="Arial" panose="020B0604020202020204" pitchFamily="34" charset="0"/>
              <a:cs typeface="Arial" panose="020B0604020202020204" pitchFamily="34" charset="0"/>
            </a:endParaRPr>
          </a:p>
        </p:txBody>
      </p:sp>
      <p:sp>
        <p:nvSpPr>
          <p:cNvPr id="135" name="Rectangle 134">
            <a:extLst>
              <a:ext uri="{FF2B5EF4-FFF2-40B4-BE49-F238E27FC236}">
                <a16:creationId xmlns:a16="http://schemas.microsoft.com/office/drawing/2014/main" id="{9B422C28-F4CA-594F-A51E-4876E4FA4BDA}"/>
              </a:ext>
            </a:extLst>
          </p:cNvPr>
          <p:cNvSpPr/>
          <p:nvPr/>
        </p:nvSpPr>
        <p:spPr>
          <a:xfrm>
            <a:off x="865266" y="3846258"/>
            <a:ext cx="759617" cy="169277"/>
          </a:xfrm>
          <a:prstGeom prst="rect">
            <a:avLst/>
          </a:prstGeom>
          <a:ln>
            <a:noFill/>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00" b="0" i="0" u="none" strike="noStrike" kern="1200" cap="none" spc="0" normalizeH="0" baseline="0" noProof="0" dirty="0">
                <a:ln>
                  <a:noFill/>
                </a:ln>
                <a:solidFill>
                  <a:srgbClr val="1A1A1A"/>
                </a:solidFill>
                <a:effectLst/>
                <a:uLnTx/>
                <a:uFillTx/>
                <a:latin typeface="Arial" panose="020B0604020202020204" pitchFamily="34" charset="0"/>
                <a:cs typeface="Arial" panose="020B0604020202020204" pitchFamily="34" charset="0"/>
              </a:rPr>
              <a:t>ERP</a:t>
            </a:r>
          </a:p>
        </p:txBody>
      </p:sp>
      <p:sp>
        <p:nvSpPr>
          <p:cNvPr id="137" name="Rectangle 136">
            <a:extLst>
              <a:ext uri="{FF2B5EF4-FFF2-40B4-BE49-F238E27FC236}">
                <a16:creationId xmlns:a16="http://schemas.microsoft.com/office/drawing/2014/main" id="{E5D67310-E18C-D34C-AFDB-C0F3053525D3}"/>
              </a:ext>
            </a:extLst>
          </p:cNvPr>
          <p:cNvSpPr/>
          <p:nvPr/>
        </p:nvSpPr>
        <p:spPr>
          <a:xfrm>
            <a:off x="448228" y="2271692"/>
            <a:ext cx="1151451" cy="200055"/>
          </a:xfrm>
          <a:prstGeom prst="rect">
            <a:avLst/>
          </a:prstGeom>
          <a:ln>
            <a:noFill/>
          </a:ln>
        </p:spPr>
        <p:txBody>
          <a:bodyPr wrap="square"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710457" rtl="0" eaLnBrk="1" fontAlgn="auto" latinLnBrk="0" hangingPunct="1">
              <a:lnSpc>
                <a:spcPct val="100000"/>
              </a:lnSpc>
              <a:spcBef>
                <a:spcPct val="0"/>
              </a:spcBef>
              <a:spcAft>
                <a:spcPts val="0"/>
              </a:spcAft>
              <a:buClrTx/>
              <a:buSzTx/>
              <a:buFontTx/>
              <a:buNone/>
              <a:tabLst/>
              <a:defRPr/>
            </a:pPr>
            <a:r>
              <a:rPr kumimoji="0" lang="en-AU" sz="700" b="0" i="0" u="none" strike="noStrike" kern="0" cap="none" spc="0" normalizeH="0" baseline="0" noProof="0" dirty="0">
                <a:ln>
                  <a:noFill/>
                </a:ln>
                <a:solidFill>
                  <a:srgbClr val="1A1A1A"/>
                </a:solidFill>
                <a:effectLst/>
                <a:uLnTx/>
                <a:uFillTx/>
                <a:latin typeface="Arial" panose="020B0604020202020204" pitchFamily="34" charset="0"/>
                <a:cs typeface="Arial" panose="020B0604020202020204" pitchFamily="34" charset="0"/>
              </a:rPr>
              <a:t>3rd Party Sources</a:t>
            </a:r>
          </a:p>
        </p:txBody>
      </p:sp>
      <p:sp>
        <p:nvSpPr>
          <p:cNvPr id="139" name="Rectangle 138">
            <a:extLst>
              <a:ext uri="{FF2B5EF4-FFF2-40B4-BE49-F238E27FC236}">
                <a16:creationId xmlns:a16="http://schemas.microsoft.com/office/drawing/2014/main" id="{AA178E09-099E-6A4F-9C09-FE7183902AB6}"/>
              </a:ext>
            </a:extLst>
          </p:cNvPr>
          <p:cNvSpPr/>
          <p:nvPr/>
        </p:nvSpPr>
        <p:spPr>
          <a:xfrm>
            <a:off x="527498" y="2714807"/>
            <a:ext cx="595876" cy="246221"/>
          </a:xfrm>
          <a:prstGeom prst="rect">
            <a:avLst/>
          </a:prstGeom>
          <a:ln>
            <a:noFill/>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00" b="0" i="0" u="none" strike="noStrike" kern="1200" cap="none" spc="0" normalizeH="0" baseline="0" noProof="0" dirty="0">
                <a:ln>
                  <a:noFill/>
                </a:ln>
                <a:solidFill>
                  <a:srgbClr val="1A1A1A"/>
                </a:solidFill>
                <a:effectLst/>
                <a:uLnTx/>
                <a:uFillTx/>
                <a:latin typeface="Arial" panose="020B0604020202020204" pitchFamily="34" charset="0"/>
                <a:cs typeface="Arial" panose="020B0604020202020204" pitchFamily="34" charset="0"/>
              </a:rPr>
              <a:t>Other Cloud Providers</a:t>
            </a:r>
          </a:p>
        </p:txBody>
      </p:sp>
      <p:sp>
        <p:nvSpPr>
          <p:cNvPr id="140" name="Rectangle 139">
            <a:extLst>
              <a:ext uri="{FF2B5EF4-FFF2-40B4-BE49-F238E27FC236}">
                <a16:creationId xmlns:a16="http://schemas.microsoft.com/office/drawing/2014/main" id="{1D4B8EDB-B779-0245-AE9E-714D2EE8A22A}"/>
              </a:ext>
            </a:extLst>
          </p:cNvPr>
          <p:cNvSpPr/>
          <p:nvPr/>
        </p:nvSpPr>
        <p:spPr>
          <a:xfrm>
            <a:off x="1000588" y="2720266"/>
            <a:ext cx="624164" cy="246221"/>
          </a:xfrm>
          <a:prstGeom prst="rect">
            <a:avLst/>
          </a:prstGeom>
          <a:ln>
            <a:noFill/>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00" b="0" i="0" u="none" strike="noStrike" kern="1200" cap="none" spc="0" normalizeH="0" baseline="0" noProof="0" dirty="0">
                <a:ln>
                  <a:noFill/>
                </a:ln>
                <a:solidFill>
                  <a:srgbClr val="1A1A1A"/>
                </a:solidFill>
                <a:effectLst/>
                <a:uLnTx/>
                <a:uFillTx/>
                <a:latin typeface="Arial" panose="020B0604020202020204" pitchFamily="34" charset="0"/>
                <a:cs typeface="Arial" panose="020B0604020202020204" pitchFamily="34" charset="0"/>
              </a:rPr>
              <a:t>Other Data Providers</a:t>
            </a:r>
          </a:p>
        </p:txBody>
      </p:sp>
      <p:grpSp>
        <p:nvGrpSpPr>
          <p:cNvPr id="141" name="Group 140">
            <a:extLst>
              <a:ext uri="{FF2B5EF4-FFF2-40B4-BE49-F238E27FC236}">
                <a16:creationId xmlns:a16="http://schemas.microsoft.com/office/drawing/2014/main" id="{9A2AEA98-20D1-9B46-BC09-61652D0FDF05}"/>
              </a:ext>
            </a:extLst>
          </p:cNvPr>
          <p:cNvGrpSpPr/>
          <p:nvPr/>
        </p:nvGrpSpPr>
        <p:grpSpPr>
          <a:xfrm>
            <a:off x="670697" y="2502233"/>
            <a:ext cx="744029" cy="193756"/>
            <a:chOff x="595692" y="2760281"/>
            <a:chExt cx="816400" cy="199276"/>
          </a:xfrm>
        </p:grpSpPr>
        <p:sp>
          <p:nvSpPr>
            <p:cNvPr id="142" name="Freeform: Shape 694">
              <a:extLst>
                <a:ext uri="{FF2B5EF4-FFF2-40B4-BE49-F238E27FC236}">
                  <a16:creationId xmlns:a16="http://schemas.microsoft.com/office/drawing/2014/main" id="{8F2823F8-71B0-304B-A538-31E3F9E7E405}"/>
                </a:ext>
              </a:extLst>
            </p:cNvPr>
            <p:cNvSpPr/>
            <p:nvPr/>
          </p:nvSpPr>
          <p:spPr>
            <a:xfrm>
              <a:off x="595692" y="2760281"/>
              <a:ext cx="329998" cy="199276"/>
            </a:xfrm>
            <a:custGeom>
              <a:avLst/>
              <a:gdLst>
                <a:gd name="connsiteX0" fmla="*/ 457200 w 457200"/>
                <a:gd name="connsiteY0" fmla="*/ 228626 h 332710"/>
                <a:gd name="connsiteX1" fmla="*/ 368046 w 457200"/>
                <a:gd name="connsiteY1" fmla="*/ 127026 h 332710"/>
                <a:gd name="connsiteX2" fmla="*/ 234696 w 457200"/>
                <a:gd name="connsiteY2" fmla="*/ 26 h 332710"/>
                <a:gd name="connsiteX3" fmla="*/ 107696 w 457200"/>
                <a:gd name="connsiteY3" fmla="*/ 88672 h 332710"/>
                <a:gd name="connsiteX4" fmla="*/ 0 w 457200"/>
                <a:gd name="connsiteY4" fmla="*/ 210084 h 332710"/>
                <a:gd name="connsiteX5" fmla="*/ 128778 w 457200"/>
                <a:gd name="connsiteY5" fmla="*/ 332512 h 332710"/>
                <a:gd name="connsiteX6" fmla="*/ 139954 w 457200"/>
                <a:gd name="connsiteY6" fmla="*/ 332512 h 332710"/>
                <a:gd name="connsiteX7" fmla="*/ 348488 w 457200"/>
                <a:gd name="connsiteY7" fmla="*/ 332512 h 332710"/>
                <a:gd name="connsiteX8" fmla="*/ 354076 w 457200"/>
                <a:gd name="connsiteY8" fmla="*/ 332512 h 332710"/>
                <a:gd name="connsiteX9" fmla="*/ 457200 w 457200"/>
                <a:gd name="connsiteY9" fmla="*/ 228626 h 332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7200" h="332710">
                  <a:moveTo>
                    <a:pt x="457200" y="228626"/>
                  </a:moveTo>
                  <a:cubicBezTo>
                    <a:pt x="456273" y="177535"/>
                    <a:pt x="418584" y="134584"/>
                    <a:pt x="368046" y="127026"/>
                  </a:cubicBezTo>
                  <a:cubicBezTo>
                    <a:pt x="365968" y="55276"/>
                    <a:pt x="306461" y="-1398"/>
                    <a:pt x="234696" y="26"/>
                  </a:cubicBezTo>
                  <a:cubicBezTo>
                    <a:pt x="177783" y="-556"/>
                    <a:pt x="126773" y="35049"/>
                    <a:pt x="107696" y="88672"/>
                  </a:cubicBezTo>
                  <a:cubicBezTo>
                    <a:pt x="46500" y="96541"/>
                    <a:pt x="512" y="148386"/>
                    <a:pt x="0" y="210084"/>
                  </a:cubicBezTo>
                  <a:cubicBezTo>
                    <a:pt x="2480" y="279129"/>
                    <a:pt x="59697" y="333523"/>
                    <a:pt x="128778" y="332512"/>
                  </a:cubicBezTo>
                  <a:lnTo>
                    <a:pt x="139954" y="332512"/>
                  </a:lnTo>
                  <a:lnTo>
                    <a:pt x="348488" y="332512"/>
                  </a:lnTo>
                  <a:cubicBezTo>
                    <a:pt x="350342" y="332776"/>
                    <a:pt x="352222" y="332776"/>
                    <a:pt x="354076" y="332512"/>
                  </a:cubicBezTo>
                  <a:cubicBezTo>
                    <a:pt x="410924" y="331552"/>
                    <a:pt x="456656" y="285479"/>
                    <a:pt x="457200" y="228626"/>
                  </a:cubicBezTo>
                  <a:close/>
                </a:path>
              </a:pathLst>
            </a:custGeom>
            <a:solidFill>
              <a:schemeClr val="accent6">
                <a:lumMod val="20000"/>
                <a:lumOff val="80000"/>
              </a:schemeClr>
            </a:solidFill>
            <a:ln w="25400" cap="flat">
              <a:solidFill>
                <a:schemeClr val="accent6">
                  <a:lumMod val="40000"/>
                  <a:lumOff val="60000"/>
                </a:schemeClr>
              </a:solid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1A1A1A"/>
                </a:solidFill>
                <a:effectLst/>
                <a:uLnTx/>
                <a:uFillTx/>
                <a:latin typeface="Arial" panose="020B0604020202020204" pitchFamily="34" charset="0"/>
                <a:cs typeface="Arial" panose="020B0604020202020204" pitchFamily="34" charset="0"/>
              </a:endParaRPr>
            </a:p>
          </p:txBody>
        </p:sp>
        <p:grpSp>
          <p:nvGrpSpPr>
            <p:cNvPr id="143" name="Group 142">
              <a:extLst>
                <a:ext uri="{FF2B5EF4-FFF2-40B4-BE49-F238E27FC236}">
                  <a16:creationId xmlns:a16="http://schemas.microsoft.com/office/drawing/2014/main" id="{D40D7D7B-7846-4942-8F1B-53A437190427}"/>
                </a:ext>
              </a:extLst>
            </p:cNvPr>
            <p:cNvGrpSpPr/>
            <p:nvPr/>
          </p:nvGrpSpPr>
          <p:grpSpPr>
            <a:xfrm>
              <a:off x="1149710" y="2769283"/>
              <a:ext cx="262382" cy="166063"/>
              <a:chOff x="3027363" y="2582832"/>
              <a:chExt cx="701675" cy="563593"/>
            </a:xfrm>
            <a:solidFill>
              <a:schemeClr val="tx1">
                <a:lumMod val="25000"/>
                <a:lumOff val="75000"/>
              </a:schemeClr>
            </a:solidFill>
          </p:grpSpPr>
          <p:sp>
            <p:nvSpPr>
              <p:cNvPr id="145" name="Freeform 144">
                <a:extLst>
                  <a:ext uri="{FF2B5EF4-FFF2-40B4-BE49-F238E27FC236}">
                    <a16:creationId xmlns:a16="http://schemas.microsoft.com/office/drawing/2014/main" id="{E4A932BD-8833-DC48-92C0-D017F2DFA808}"/>
                  </a:ext>
                </a:extLst>
              </p:cNvPr>
              <p:cNvSpPr>
                <a:spLocks noEditPoints="1"/>
              </p:cNvSpPr>
              <p:nvPr/>
            </p:nvSpPr>
            <p:spPr bwMode="auto">
              <a:xfrm>
                <a:off x="3027363" y="2689225"/>
                <a:ext cx="701675" cy="457200"/>
              </a:xfrm>
              <a:custGeom>
                <a:avLst/>
                <a:gdLst>
                  <a:gd name="T0" fmla="*/ 1454 w 2907"/>
                  <a:gd name="T1" fmla="*/ 1887 h 1887"/>
                  <a:gd name="T2" fmla="*/ 186 w 2907"/>
                  <a:gd name="T3" fmla="*/ 1887 h 1887"/>
                  <a:gd name="T4" fmla="*/ 1 w 2907"/>
                  <a:gd name="T5" fmla="*/ 1704 h 1887"/>
                  <a:gd name="T6" fmla="*/ 1 w 2907"/>
                  <a:gd name="T7" fmla="*/ 180 h 1887"/>
                  <a:gd name="T8" fmla="*/ 182 w 2907"/>
                  <a:gd name="T9" fmla="*/ 0 h 1887"/>
                  <a:gd name="T10" fmla="*/ 2724 w 2907"/>
                  <a:gd name="T11" fmla="*/ 0 h 1887"/>
                  <a:gd name="T12" fmla="*/ 2906 w 2907"/>
                  <a:gd name="T13" fmla="*/ 180 h 1887"/>
                  <a:gd name="T14" fmla="*/ 2906 w 2907"/>
                  <a:gd name="T15" fmla="*/ 1710 h 1887"/>
                  <a:gd name="T16" fmla="*/ 2728 w 2907"/>
                  <a:gd name="T17" fmla="*/ 1887 h 1887"/>
                  <a:gd name="T18" fmla="*/ 1454 w 2907"/>
                  <a:gd name="T19" fmla="*/ 1887 h 1887"/>
                  <a:gd name="T20" fmla="*/ 148 w 2907"/>
                  <a:gd name="T21" fmla="*/ 1737 h 1887"/>
                  <a:gd name="T22" fmla="*/ 2757 w 2907"/>
                  <a:gd name="T23" fmla="*/ 1737 h 1887"/>
                  <a:gd name="T24" fmla="*/ 2757 w 2907"/>
                  <a:gd name="T25" fmla="*/ 148 h 1887"/>
                  <a:gd name="T26" fmla="*/ 148 w 2907"/>
                  <a:gd name="T27" fmla="*/ 148 h 1887"/>
                  <a:gd name="T28" fmla="*/ 148 w 2907"/>
                  <a:gd name="T29" fmla="*/ 1737 h 18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07" h="1887">
                    <a:moveTo>
                      <a:pt x="1454" y="1887"/>
                    </a:moveTo>
                    <a:cubicBezTo>
                      <a:pt x="1031" y="1887"/>
                      <a:pt x="608" y="1887"/>
                      <a:pt x="186" y="1887"/>
                    </a:cubicBezTo>
                    <a:cubicBezTo>
                      <a:pt x="51" y="1887"/>
                      <a:pt x="1" y="1838"/>
                      <a:pt x="1" y="1704"/>
                    </a:cubicBezTo>
                    <a:cubicBezTo>
                      <a:pt x="0" y="1196"/>
                      <a:pt x="0" y="688"/>
                      <a:pt x="1" y="180"/>
                    </a:cubicBezTo>
                    <a:cubicBezTo>
                      <a:pt x="1" y="51"/>
                      <a:pt x="52" y="0"/>
                      <a:pt x="182" y="0"/>
                    </a:cubicBezTo>
                    <a:cubicBezTo>
                      <a:pt x="1030" y="0"/>
                      <a:pt x="1877" y="0"/>
                      <a:pt x="2724" y="0"/>
                    </a:cubicBezTo>
                    <a:cubicBezTo>
                      <a:pt x="2854" y="0"/>
                      <a:pt x="2906" y="51"/>
                      <a:pt x="2906" y="180"/>
                    </a:cubicBezTo>
                    <a:cubicBezTo>
                      <a:pt x="2907" y="690"/>
                      <a:pt x="2907" y="1200"/>
                      <a:pt x="2906" y="1710"/>
                    </a:cubicBezTo>
                    <a:cubicBezTo>
                      <a:pt x="2906" y="1836"/>
                      <a:pt x="2854" y="1887"/>
                      <a:pt x="2728" y="1887"/>
                    </a:cubicBezTo>
                    <a:cubicBezTo>
                      <a:pt x="2303" y="1887"/>
                      <a:pt x="1878" y="1887"/>
                      <a:pt x="1454" y="1887"/>
                    </a:cubicBezTo>
                    <a:close/>
                    <a:moveTo>
                      <a:pt x="148" y="1737"/>
                    </a:moveTo>
                    <a:cubicBezTo>
                      <a:pt x="1019" y="1737"/>
                      <a:pt x="1888" y="1737"/>
                      <a:pt x="2757" y="1737"/>
                    </a:cubicBezTo>
                    <a:cubicBezTo>
                      <a:pt x="2757" y="1205"/>
                      <a:pt x="2757" y="676"/>
                      <a:pt x="2757" y="148"/>
                    </a:cubicBezTo>
                    <a:cubicBezTo>
                      <a:pt x="1885" y="148"/>
                      <a:pt x="1018" y="148"/>
                      <a:pt x="148" y="148"/>
                    </a:cubicBezTo>
                    <a:cubicBezTo>
                      <a:pt x="148" y="679"/>
                      <a:pt x="148" y="1206"/>
                      <a:pt x="148" y="1737"/>
                    </a:cubicBezTo>
                    <a:close/>
                  </a:path>
                </a:pathLst>
              </a:custGeom>
              <a:grpFill/>
              <a:ln>
                <a:solidFill>
                  <a:schemeClr val="accent6">
                    <a:lumMod val="40000"/>
                    <a:lumOff val="60000"/>
                  </a:schemeClr>
                </a:solidFill>
              </a:ln>
            </p:spPr>
            <p:txBody>
              <a:bodyPr vert="horz" wrap="square" lIns="89642" tIns="44821" rIns="89642" bIns="44821"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72290" rtl="0" eaLnBrk="1" fontAlgn="auto" latinLnBrk="0" hangingPunct="1">
                  <a:lnSpc>
                    <a:spcPct val="100000"/>
                  </a:lnSpc>
                  <a:spcBef>
                    <a:spcPts val="0"/>
                  </a:spcBef>
                  <a:spcAft>
                    <a:spcPts val="0"/>
                  </a:spcAft>
                  <a:buClrTx/>
                  <a:buSzTx/>
                  <a:buFontTx/>
                  <a:buNone/>
                  <a:tabLst/>
                  <a:defRPr/>
                </a:pPr>
                <a:endParaRPr kumimoji="0" lang="en-US" sz="500" b="0" i="0" u="none" strike="noStrike" kern="0" cap="none" spc="0" normalizeH="0" baseline="0" noProof="0">
                  <a:ln>
                    <a:noFill/>
                  </a:ln>
                  <a:solidFill>
                    <a:srgbClr val="1A1A1A"/>
                  </a:solidFill>
                  <a:effectLst/>
                  <a:uLnTx/>
                  <a:uFillTx/>
                  <a:latin typeface="Arial" panose="020B0604020202020204" pitchFamily="34" charset="0"/>
                  <a:cs typeface="Arial" panose="020B0604020202020204" pitchFamily="34" charset="0"/>
                </a:endParaRPr>
              </a:p>
            </p:txBody>
          </p:sp>
          <p:sp>
            <p:nvSpPr>
              <p:cNvPr id="146" name="Freeform 145">
                <a:extLst>
                  <a:ext uri="{FF2B5EF4-FFF2-40B4-BE49-F238E27FC236}">
                    <a16:creationId xmlns:a16="http://schemas.microsoft.com/office/drawing/2014/main" id="{C56971F2-5548-EF48-AE6F-E477EFE34207}"/>
                  </a:ext>
                </a:extLst>
              </p:cNvPr>
              <p:cNvSpPr>
                <a:spLocks noEditPoints="1"/>
              </p:cNvSpPr>
              <p:nvPr/>
            </p:nvSpPr>
            <p:spPr bwMode="auto">
              <a:xfrm>
                <a:off x="3027363" y="2582832"/>
                <a:ext cx="701675" cy="74613"/>
              </a:xfrm>
              <a:custGeom>
                <a:avLst/>
                <a:gdLst>
                  <a:gd name="T0" fmla="*/ 5 w 2906"/>
                  <a:gd name="T1" fmla="*/ 310 h 312"/>
                  <a:gd name="T2" fmla="*/ 7 w 2906"/>
                  <a:gd name="T3" fmla="*/ 117 h 312"/>
                  <a:gd name="T4" fmla="*/ 125 w 2906"/>
                  <a:gd name="T5" fmla="*/ 3 h 312"/>
                  <a:gd name="T6" fmla="*/ 198 w 2906"/>
                  <a:gd name="T7" fmla="*/ 1 h 312"/>
                  <a:gd name="T8" fmla="*/ 2710 w 2906"/>
                  <a:gd name="T9" fmla="*/ 1 h 312"/>
                  <a:gd name="T10" fmla="*/ 2906 w 2906"/>
                  <a:gd name="T11" fmla="*/ 197 h 312"/>
                  <a:gd name="T12" fmla="*/ 2906 w 2906"/>
                  <a:gd name="T13" fmla="*/ 312 h 312"/>
                  <a:gd name="T14" fmla="*/ 2691 w 2906"/>
                  <a:gd name="T15" fmla="*/ 294 h 312"/>
                  <a:gd name="T16" fmla="*/ 137 w 2906"/>
                  <a:gd name="T17" fmla="*/ 294 h 312"/>
                  <a:gd name="T18" fmla="*/ 5 w 2906"/>
                  <a:gd name="T19" fmla="*/ 310 h 312"/>
                  <a:gd name="T20" fmla="*/ 2615 w 2906"/>
                  <a:gd name="T21" fmla="*/ 98 h 312"/>
                  <a:gd name="T22" fmla="*/ 2608 w 2906"/>
                  <a:gd name="T23" fmla="*/ 106 h 312"/>
                  <a:gd name="T24" fmla="*/ 2643 w 2906"/>
                  <a:gd name="T25" fmla="*/ 151 h 312"/>
                  <a:gd name="T26" fmla="*/ 2619 w 2906"/>
                  <a:gd name="T27" fmla="*/ 184 h 312"/>
                  <a:gd name="T28" fmla="*/ 2707 w 2906"/>
                  <a:gd name="T29" fmla="*/ 184 h 312"/>
                  <a:gd name="T30" fmla="*/ 2681 w 2906"/>
                  <a:gd name="T31" fmla="*/ 150 h 312"/>
                  <a:gd name="T32" fmla="*/ 2716 w 2906"/>
                  <a:gd name="T33" fmla="*/ 105 h 312"/>
                  <a:gd name="T34" fmla="*/ 2710 w 2906"/>
                  <a:gd name="T35" fmla="*/ 99 h 312"/>
                  <a:gd name="T36" fmla="*/ 2662 w 2906"/>
                  <a:gd name="T37" fmla="*/ 129 h 312"/>
                  <a:gd name="T38" fmla="*/ 2615 w 2906"/>
                  <a:gd name="T39" fmla="*/ 98 h 312"/>
                  <a:gd name="T40" fmla="*/ 2404 w 2906"/>
                  <a:gd name="T41" fmla="*/ 103 h 312"/>
                  <a:gd name="T42" fmla="*/ 2404 w 2906"/>
                  <a:gd name="T43" fmla="*/ 193 h 312"/>
                  <a:gd name="T44" fmla="*/ 2492 w 2906"/>
                  <a:gd name="T45" fmla="*/ 193 h 312"/>
                  <a:gd name="T46" fmla="*/ 2492 w 2906"/>
                  <a:gd name="T47" fmla="*/ 103 h 312"/>
                  <a:gd name="T48" fmla="*/ 2404 w 2906"/>
                  <a:gd name="T49" fmla="*/ 103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906" h="312">
                    <a:moveTo>
                      <a:pt x="5" y="310"/>
                    </a:moveTo>
                    <a:cubicBezTo>
                      <a:pt x="5" y="249"/>
                      <a:pt x="0" y="182"/>
                      <a:pt x="7" y="117"/>
                    </a:cubicBezTo>
                    <a:cubicBezTo>
                      <a:pt x="13" y="55"/>
                      <a:pt x="63" y="12"/>
                      <a:pt x="125" y="3"/>
                    </a:cubicBezTo>
                    <a:cubicBezTo>
                      <a:pt x="149" y="0"/>
                      <a:pt x="174" y="1"/>
                      <a:pt x="198" y="1"/>
                    </a:cubicBezTo>
                    <a:cubicBezTo>
                      <a:pt x="1036" y="1"/>
                      <a:pt x="1873" y="1"/>
                      <a:pt x="2710" y="1"/>
                    </a:cubicBezTo>
                    <a:cubicBezTo>
                      <a:pt x="2861" y="1"/>
                      <a:pt x="2906" y="46"/>
                      <a:pt x="2906" y="197"/>
                    </a:cubicBezTo>
                    <a:cubicBezTo>
                      <a:pt x="2906" y="239"/>
                      <a:pt x="2906" y="281"/>
                      <a:pt x="2906" y="312"/>
                    </a:cubicBezTo>
                    <a:cubicBezTo>
                      <a:pt x="2832" y="305"/>
                      <a:pt x="2761" y="294"/>
                      <a:pt x="2691" y="294"/>
                    </a:cubicBezTo>
                    <a:cubicBezTo>
                      <a:pt x="1839" y="292"/>
                      <a:pt x="988" y="293"/>
                      <a:pt x="137" y="294"/>
                    </a:cubicBezTo>
                    <a:cubicBezTo>
                      <a:pt x="95" y="294"/>
                      <a:pt x="54" y="304"/>
                      <a:pt x="5" y="310"/>
                    </a:cubicBezTo>
                    <a:close/>
                    <a:moveTo>
                      <a:pt x="2615" y="98"/>
                    </a:moveTo>
                    <a:cubicBezTo>
                      <a:pt x="2613" y="101"/>
                      <a:pt x="2610" y="103"/>
                      <a:pt x="2608" y="106"/>
                    </a:cubicBezTo>
                    <a:cubicBezTo>
                      <a:pt x="2620" y="121"/>
                      <a:pt x="2632" y="136"/>
                      <a:pt x="2643" y="151"/>
                    </a:cubicBezTo>
                    <a:cubicBezTo>
                      <a:pt x="2631" y="167"/>
                      <a:pt x="2622" y="180"/>
                      <a:pt x="2619" y="184"/>
                    </a:cubicBezTo>
                    <a:cubicBezTo>
                      <a:pt x="2649" y="184"/>
                      <a:pt x="2679" y="184"/>
                      <a:pt x="2707" y="184"/>
                    </a:cubicBezTo>
                    <a:cubicBezTo>
                      <a:pt x="2703" y="178"/>
                      <a:pt x="2693" y="165"/>
                      <a:pt x="2681" y="150"/>
                    </a:cubicBezTo>
                    <a:cubicBezTo>
                      <a:pt x="2693" y="134"/>
                      <a:pt x="2705" y="120"/>
                      <a:pt x="2716" y="105"/>
                    </a:cubicBezTo>
                    <a:cubicBezTo>
                      <a:pt x="2714" y="103"/>
                      <a:pt x="2712" y="101"/>
                      <a:pt x="2710" y="99"/>
                    </a:cubicBezTo>
                    <a:cubicBezTo>
                      <a:pt x="2694" y="109"/>
                      <a:pt x="2679" y="119"/>
                      <a:pt x="2662" y="129"/>
                    </a:cubicBezTo>
                    <a:cubicBezTo>
                      <a:pt x="2647" y="119"/>
                      <a:pt x="2631" y="108"/>
                      <a:pt x="2615" y="98"/>
                    </a:cubicBezTo>
                    <a:close/>
                    <a:moveTo>
                      <a:pt x="2404" y="103"/>
                    </a:moveTo>
                    <a:cubicBezTo>
                      <a:pt x="2404" y="137"/>
                      <a:pt x="2404" y="164"/>
                      <a:pt x="2404" y="193"/>
                    </a:cubicBezTo>
                    <a:cubicBezTo>
                      <a:pt x="2436" y="193"/>
                      <a:pt x="2465" y="193"/>
                      <a:pt x="2492" y="193"/>
                    </a:cubicBezTo>
                    <a:cubicBezTo>
                      <a:pt x="2492" y="160"/>
                      <a:pt x="2492" y="131"/>
                      <a:pt x="2492" y="103"/>
                    </a:cubicBezTo>
                    <a:cubicBezTo>
                      <a:pt x="2461" y="103"/>
                      <a:pt x="2435" y="103"/>
                      <a:pt x="2404" y="103"/>
                    </a:cubicBezTo>
                    <a:close/>
                  </a:path>
                </a:pathLst>
              </a:custGeom>
              <a:grpFill/>
              <a:ln>
                <a:solidFill>
                  <a:schemeClr val="accent6">
                    <a:lumMod val="40000"/>
                    <a:lumOff val="60000"/>
                  </a:schemeClr>
                </a:solidFill>
              </a:ln>
            </p:spPr>
            <p:txBody>
              <a:bodyPr vert="horz" wrap="square" lIns="89642" tIns="44821" rIns="89642" bIns="44821"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72290" rtl="0" eaLnBrk="1" fontAlgn="auto" latinLnBrk="0" hangingPunct="1">
                  <a:lnSpc>
                    <a:spcPct val="100000"/>
                  </a:lnSpc>
                  <a:spcBef>
                    <a:spcPts val="0"/>
                  </a:spcBef>
                  <a:spcAft>
                    <a:spcPts val="0"/>
                  </a:spcAft>
                  <a:buClrTx/>
                  <a:buSzTx/>
                  <a:buFontTx/>
                  <a:buNone/>
                  <a:tabLst/>
                  <a:defRPr/>
                </a:pPr>
                <a:endParaRPr kumimoji="0" lang="en-US" sz="500" b="0" i="0" u="none" strike="noStrike" kern="0" cap="none" spc="0" normalizeH="0" baseline="0" noProof="0">
                  <a:ln>
                    <a:noFill/>
                  </a:ln>
                  <a:solidFill>
                    <a:srgbClr val="1A1A1A"/>
                  </a:solidFill>
                  <a:effectLst/>
                  <a:uLnTx/>
                  <a:uFillTx/>
                  <a:latin typeface="Arial" panose="020B0604020202020204" pitchFamily="34" charset="0"/>
                  <a:cs typeface="Arial" panose="020B0604020202020204" pitchFamily="34" charset="0"/>
                </a:endParaRPr>
              </a:p>
            </p:txBody>
          </p:sp>
          <p:sp>
            <p:nvSpPr>
              <p:cNvPr id="147" name="Freeform 146">
                <a:extLst>
                  <a:ext uri="{FF2B5EF4-FFF2-40B4-BE49-F238E27FC236}">
                    <a16:creationId xmlns:a16="http://schemas.microsoft.com/office/drawing/2014/main" id="{5849FC3C-1116-B34F-ADB0-A46399928E07}"/>
                  </a:ext>
                </a:extLst>
              </p:cNvPr>
              <p:cNvSpPr>
                <a:spLocks/>
              </p:cNvSpPr>
              <p:nvPr/>
            </p:nvSpPr>
            <p:spPr bwMode="auto">
              <a:xfrm>
                <a:off x="3608388" y="2627313"/>
                <a:ext cx="20638" cy="17463"/>
              </a:xfrm>
              <a:custGeom>
                <a:avLst/>
                <a:gdLst>
                  <a:gd name="T0" fmla="*/ 87 w 87"/>
                  <a:gd name="T1" fmla="*/ 78 h 78"/>
                  <a:gd name="T2" fmla="*/ 66 w 87"/>
                  <a:gd name="T3" fmla="*/ 7 h 78"/>
                  <a:gd name="T4" fmla="*/ 22 w 87"/>
                  <a:gd name="T5" fmla="*/ 7 h 78"/>
                  <a:gd name="T6" fmla="*/ 0 w 87"/>
                  <a:gd name="T7" fmla="*/ 73 h 78"/>
                  <a:gd name="T8" fmla="*/ 87 w 87"/>
                  <a:gd name="T9" fmla="*/ 78 h 78"/>
                </a:gdLst>
                <a:ahLst/>
                <a:cxnLst>
                  <a:cxn ang="0">
                    <a:pos x="T0" y="T1"/>
                  </a:cxn>
                  <a:cxn ang="0">
                    <a:pos x="T2" y="T3"/>
                  </a:cxn>
                  <a:cxn ang="0">
                    <a:pos x="T4" y="T5"/>
                  </a:cxn>
                  <a:cxn ang="0">
                    <a:pos x="T6" y="T7"/>
                  </a:cxn>
                  <a:cxn ang="0">
                    <a:pos x="T8" y="T9"/>
                  </a:cxn>
                </a:cxnLst>
                <a:rect l="0" t="0" r="r" b="b"/>
                <a:pathLst>
                  <a:path w="87" h="78">
                    <a:moveTo>
                      <a:pt x="87" y="78"/>
                    </a:moveTo>
                    <a:cubicBezTo>
                      <a:pt x="78" y="47"/>
                      <a:pt x="77" y="24"/>
                      <a:pt x="66" y="7"/>
                    </a:cubicBezTo>
                    <a:cubicBezTo>
                      <a:pt x="61" y="0"/>
                      <a:pt x="27" y="0"/>
                      <a:pt x="22" y="7"/>
                    </a:cubicBezTo>
                    <a:cubicBezTo>
                      <a:pt x="10" y="23"/>
                      <a:pt x="8" y="47"/>
                      <a:pt x="0" y="73"/>
                    </a:cubicBezTo>
                    <a:cubicBezTo>
                      <a:pt x="31" y="75"/>
                      <a:pt x="51" y="76"/>
                      <a:pt x="87" y="78"/>
                    </a:cubicBezTo>
                    <a:close/>
                  </a:path>
                </a:pathLst>
              </a:custGeom>
              <a:grpFill/>
              <a:ln>
                <a:solidFill>
                  <a:schemeClr val="accent6">
                    <a:lumMod val="40000"/>
                    <a:lumOff val="60000"/>
                  </a:schemeClr>
                </a:solidFill>
              </a:ln>
            </p:spPr>
            <p:txBody>
              <a:bodyPr vert="horz" wrap="square" lIns="89642" tIns="44821" rIns="89642" bIns="44821"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72290" rtl="0" eaLnBrk="1" fontAlgn="auto" latinLnBrk="0" hangingPunct="1">
                  <a:lnSpc>
                    <a:spcPct val="100000"/>
                  </a:lnSpc>
                  <a:spcBef>
                    <a:spcPts val="0"/>
                  </a:spcBef>
                  <a:spcAft>
                    <a:spcPts val="0"/>
                  </a:spcAft>
                  <a:buClrTx/>
                  <a:buSzTx/>
                  <a:buFontTx/>
                  <a:buNone/>
                  <a:tabLst/>
                  <a:defRPr/>
                </a:pPr>
                <a:endParaRPr kumimoji="0" lang="en-US" sz="500" b="0" i="0" u="none" strike="noStrike" kern="0" cap="none" spc="0" normalizeH="0" baseline="0" noProof="0">
                  <a:ln>
                    <a:noFill/>
                  </a:ln>
                  <a:solidFill>
                    <a:srgbClr val="1A1A1A"/>
                  </a:solidFill>
                  <a:effectLst/>
                  <a:uLnTx/>
                  <a:uFillTx/>
                  <a:latin typeface="Arial" panose="020B0604020202020204" pitchFamily="34" charset="0"/>
                  <a:cs typeface="Arial" panose="020B0604020202020204" pitchFamily="34" charset="0"/>
                </a:endParaRPr>
              </a:p>
            </p:txBody>
          </p:sp>
          <p:sp>
            <p:nvSpPr>
              <p:cNvPr id="156" name="Freeform 155">
                <a:extLst>
                  <a:ext uri="{FF2B5EF4-FFF2-40B4-BE49-F238E27FC236}">
                    <a16:creationId xmlns:a16="http://schemas.microsoft.com/office/drawing/2014/main" id="{9AEB5610-62C5-1D4D-94C0-94BF05689B45}"/>
                  </a:ext>
                </a:extLst>
              </p:cNvPr>
              <p:cNvSpPr>
                <a:spLocks/>
              </p:cNvSpPr>
              <p:nvPr/>
            </p:nvSpPr>
            <p:spPr bwMode="auto">
              <a:xfrm>
                <a:off x="3608388" y="2627313"/>
                <a:ext cx="20638" cy="17463"/>
              </a:xfrm>
              <a:custGeom>
                <a:avLst/>
                <a:gdLst>
                  <a:gd name="T0" fmla="*/ 87 w 87"/>
                  <a:gd name="T1" fmla="*/ 78 h 78"/>
                  <a:gd name="T2" fmla="*/ 0 w 87"/>
                  <a:gd name="T3" fmla="*/ 73 h 78"/>
                  <a:gd name="T4" fmla="*/ 22 w 87"/>
                  <a:gd name="T5" fmla="*/ 7 h 78"/>
                  <a:gd name="T6" fmla="*/ 66 w 87"/>
                  <a:gd name="T7" fmla="*/ 7 h 78"/>
                  <a:gd name="T8" fmla="*/ 87 w 87"/>
                  <a:gd name="T9" fmla="*/ 78 h 78"/>
                </a:gdLst>
                <a:ahLst/>
                <a:cxnLst>
                  <a:cxn ang="0">
                    <a:pos x="T0" y="T1"/>
                  </a:cxn>
                  <a:cxn ang="0">
                    <a:pos x="T2" y="T3"/>
                  </a:cxn>
                  <a:cxn ang="0">
                    <a:pos x="T4" y="T5"/>
                  </a:cxn>
                  <a:cxn ang="0">
                    <a:pos x="T6" y="T7"/>
                  </a:cxn>
                  <a:cxn ang="0">
                    <a:pos x="T8" y="T9"/>
                  </a:cxn>
                </a:cxnLst>
                <a:rect l="0" t="0" r="r" b="b"/>
                <a:pathLst>
                  <a:path w="87" h="78">
                    <a:moveTo>
                      <a:pt x="87" y="78"/>
                    </a:moveTo>
                    <a:cubicBezTo>
                      <a:pt x="51" y="76"/>
                      <a:pt x="31" y="75"/>
                      <a:pt x="0" y="73"/>
                    </a:cubicBezTo>
                    <a:cubicBezTo>
                      <a:pt x="8" y="47"/>
                      <a:pt x="10" y="23"/>
                      <a:pt x="22" y="7"/>
                    </a:cubicBezTo>
                    <a:cubicBezTo>
                      <a:pt x="27" y="0"/>
                      <a:pt x="61" y="0"/>
                      <a:pt x="66" y="7"/>
                    </a:cubicBezTo>
                    <a:cubicBezTo>
                      <a:pt x="77" y="24"/>
                      <a:pt x="78" y="47"/>
                      <a:pt x="87" y="78"/>
                    </a:cubicBezTo>
                    <a:close/>
                  </a:path>
                </a:pathLst>
              </a:custGeom>
              <a:grpFill/>
              <a:ln>
                <a:solidFill>
                  <a:schemeClr val="accent6">
                    <a:lumMod val="40000"/>
                    <a:lumOff val="60000"/>
                  </a:schemeClr>
                </a:solidFill>
              </a:ln>
            </p:spPr>
            <p:txBody>
              <a:bodyPr vert="horz" wrap="square" lIns="89642" tIns="44821" rIns="89642" bIns="44821"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72290" rtl="0" eaLnBrk="1" fontAlgn="auto" latinLnBrk="0" hangingPunct="1">
                  <a:lnSpc>
                    <a:spcPct val="100000"/>
                  </a:lnSpc>
                  <a:spcBef>
                    <a:spcPts val="0"/>
                  </a:spcBef>
                  <a:spcAft>
                    <a:spcPts val="0"/>
                  </a:spcAft>
                  <a:buClrTx/>
                  <a:buSzTx/>
                  <a:buFontTx/>
                  <a:buNone/>
                  <a:tabLst/>
                  <a:defRPr/>
                </a:pPr>
                <a:endParaRPr kumimoji="0" lang="en-US" sz="500" b="0" i="0" u="none" strike="noStrike" kern="0" cap="none" spc="0" normalizeH="0" baseline="0" noProof="0">
                  <a:ln>
                    <a:noFill/>
                  </a:ln>
                  <a:solidFill>
                    <a:srgbClr val="1A1A1A"/>
                  </a:solidFill>
                  <a:effectLst/>
                  <a:uLnTx/>
                  <a:uFillTx/>
                  <a:latin typeface="Arial" panose="020B0604020202020204" pitchFamily="34" charset="0"/>
                  <a:cs typeface="Arial" panose="020B0604020202020204" pitchFamily="34" charset="0"/>
                </a:endParaRPr>
              </a:p>
            </p:txBody>
          </p:sp>
        </p:grpSp>
        <p:sp>
          <p:nvSpPr>
            <p:cNvPr id="144" name="Rectangle 143">
              <a:extLst>
                <a:ext uri="{FF2B5EF4-FFF2-40B4-BE49-F238E27FC236}">
                  <a16:creationId xmlns:a16="http://schemas.microsoft.com/office/drawing/2014/main" id="{02618CA8-7BD7-D54C-866E-3BFF36F0AB8D}"/>
                </a:ext>
              </a:extLst>
            </p:cNvPr>
            <p:cNvSpPr/>
            <p:nvPr/>
          </p:nvSpPr>
          <p:spPr>
            <a:xfrm>
              <a:off x="1155602" y="2807914"/>
              <a:ext cx="243982" cy="117504"/>
            </a:xfrm>
            <a:prstGeom prst="rect">
              <a:avLst/>
            </a:prstGeom>
            <a:solidFill>
              <a:schemeClr val="accent6">
                <a:lumMod val="20000"/>
                <a:lumOff val="80000"/>
              </a:schemeClr>
            </a:solidFill>
            <a:ln w="12700" cap="flat" cmpd="sng" algn="ctr">
              <a:noFill/>
              <a:prstDash val="solid"/>
              <a:miter lim="800000"/>
            </a:ln>
            <a:effectLst/>
          </p:spPr>
          <p:txBody>
            <a:bodyPr lIns="134464" tIns="107571" rIns="134464" bIns="107571" rtlCol="0" anchor="t"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72290" rtl="0" eaLnBrk="1" fontAlgn="auto" latinLnBrk="0" hangingPunct="1">
                <a:lnSpc>
                  <a:spcPct val="90000"/>
                </a:lnSpc>
                <a:spcBef>
                  <a:spcPts val="588"/>
                </a:spcBef>
                <a:spcAft>
                  <a:spcPts val="0"/>
                </a:spcAft>
                <a:buClrTx/>
                <a:buSzTx/>
                <a:buFontTx/>
                <a:buNone/>
                <a:tabLst/>
                <a:defRPr/>
              </a:pPr>
              <a:endParaRPr kumimoji="0" lang="en-US" sz="500" b="0" i="0" u="none" strike="noStrike" kern="0" cap="none" spc="0" normalizeH="0" baseline="0" noProof="0">
                <a:ln>
                  <a:noFill/>
                </a:ln>
                <a:solidFill>
                  <a:srgbClr val="1A1A1A"/>
                </a:solidFill>
                <a:effectLst/>
                <a:uLnTx/>
                <a:uFillTx/>
                <a:latin typeface="Arial" panose="020B0604020202020204" pitchFamily="34" charset="0"/>
                <a:cs typeface="Arial" panose="020B0604020202020204" pitchFamily="34" charset="0"/>
              </a:endParaRPr>
            </a:p>
          </p:txBody>
        </p:sp>
      </p:grpSp>
      <p:cxnSp>
        <p:nvCxnSpPr>
          <p:cNvPr id="91" name="Connector: Elbow 565">
            <a:extLst>
              <a:ext uri="{FF2B5EF4-FFF2-40B4-BE49-F238E27FC236}">
                <a16:creationId xmlns:a16="http://schemas.microsoft.com/office/drawing/2014/main" id="{AEFB75A1-50EB-A345-B843-E7AA8F19779B}"/>
              </a:ext>
            </a:extLst>
          </p:cNvPr>
          <p:cNvCxnSpPr>
            <a:cxnSpLocks/>
          </p:cNvCxnSpPr>
          <p:nvPr/>
        </p:nvCxnSpPr>
        <p:spPr>
          <a:xfrm flipH="1" flipV="1">
            <a:off x="5780267" y="1694878"/>
            <a:ext cx="34256" cy="560"/>
          </a:xfrm>
          <a:prstGeom prst="bentConnector3">
            <a:avLst>
              <a:gd name="adj1" fmla="val 34498"/>
            </a:avLst>
          </a:prstGeom>
          <a:ln w="15875">
            <a:solidFill>
              <a:schemeClr val="accent6">
                <a:lumMod val="40000"/>
                <a:lumOff val="60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111" name="Rectangle 110">
            <a:extLst>
              <a:ext uri="{FF2B5EF4-FFF2-40B4-BE49-F238E27FC236}">
                <a16:creationId xmlns:a16="http://schemas.microsoft.com/office/drawing/2014/main" id="{6F50E8F4-7DCE-6246-9F2D-199F54F16E88}"/>
              </a:ext>
            </a:extLst>
          </p:cNvPr>
          <p:cNvSpPr/>
          <p:nvPr/>
        </p:nvSpPr>
        <p:spPr bwMode="auto">
          <a:xfrm>
            <a:off x="4577937" y="3083214"/>
            <a:ext cx="1152000" cy="905998"/>
          </a:xfrm>
          <a:prstGeom prst="rect">
            <a:avLst/>
          </a:prstGeom>
          <a:noFill/>
          <a:ln w="28575">
            <a:solidFill>
              <a:schemeClr val="accent1"/>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horz" wrap="square" lIns="182854" tIns="36000" rIns="182854" bIns="14628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710457" rtl="0" eaLnBrk="1" fontAlgn="auto" latinLnBrk="0" hangingPunct="1">
              <a:lnSpc>
                <a:spcPct val="100000"/>
              </a:lnSpc>
              <a:spcBef>
                <a:spcPct val="0"/>
              </a:spcBef>
              <a:spcAft>
                <a:spcPct val="35000"/>
              </a:spcAft>
              <a:buClrTx/>
              <a:buSzTx/>
              <a:buFontTx/>
              <a:buNone/>
              <a:tabLst/>
              <a:defRPr/>
            </a:pPr>
            <a:r>
              <a:rPr kumimoji="0" lang="en-AU" sz="900" b="0" i="0" u="none" strike="noStrike" kern="0" cap="none" spc="0" normalizeH="0" baseline="0" noProof="0" dirty="0">
                <a:ln>
                  <a:noFill/>
                </a:ln>
                <a:solidFill>
                  <a:srgbClr val="1A1A1A"/>
                </a:solidFill>
                <a:effectLst/>
                <a:uLnTx/>
                <a:uFillTx/>
                <a:latin typeface="Arial" panose="020B0604020202020204" pitchFamily="34" charset="0"/>
                <a:cs typeface="Arial" panose="020B0604020202020204" pitchFamily="34" charset="0"/>
              </a:rPr>
              <a:t>Data Warehouse / Data Mart</a:t>
            </a:r>
          </a:p>
        </p:txBody>
      </p:sp>
      <p:cxnSp>
        <p:nvCxnSpPr>
          <p:cNvPr id="157" name="Connector: Elbow 565">
            <a:extLst>
              <a:ext uri="{FF2B5EF4-FFF2-40B4-BE49-F238E27FC236}">
                <a16:creationId xmlns:a16="http://schemas.microsoft.com/office/drawing/2014/main" id="{498AB5EF-3150-3F4B-AF90-3441E3CA294C}"/>
              </a:ext>
            </a:extLst>
          </p:cNvPr>
          <p:cNvCxnSpPr>
            <a:cxnSpLocks/>
          </p:cNvCxnSpPr>
          <p:nvPr/>
        </p:nvCxnSpPr>
        <p:spPr>
          <a:xfrm flipV="1">
            <a:off x="4487892" y="3547756"/>
            <a:ext cx="34256" cy="560"/>
          </a:xfrm>
          <a:prstGeom prst="bentConnector3">
            <a:avLst>
              <a:gd name="adj1" fmla="val 34498"/>
            </a:avLst>
          </a:prstGeom>
          <a:ln w="15875">
            <a:solidFill>
              <a:schemeClr val="accent6">
                <a:lumMod val="40000"/>
                <a:lumOff val="60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58" name="Connector: Elbow 565">
            <a:extLst>
              <a:ext uri="{FF2B5EF4-FFF2-40B4-BE49-F238E27FC236}">
                <a16:creationId xmlns:a16="http://schemas.microsoft.com/office/drawing/2014/main" id="{8524334E-8C9E-F74F-83C2-ECDC048340C0}"/>
              </a:ext>
            </a:extLst>
          </p:cNvPr>
          <p:cNvCxnSpPr>
            <a:cxnSpLocks/>
          </p:cNvCxnSpPr>
          <p:nvPr/>
        </p:nvCxnSpPr>
        <p:spPr>
          <a:xfrm flipH="1" flipV="1">
            <a:off x="4431292" y="3438902"/>
            <a:ext cx="34256" cy="560"/>
          </a:xfrm>
          <a:prstGeom prst="bentConnector3">
            <a:avLst>
              <a:gd name="adj1" fmla="val 34498"/>
            </a:avLst>
          </a:prstGeom>
          <a:ln w="15875">
            <a:solidFill>
              <a:schemeClr val="accent6">
                <a:lumMod val="40000"/>
                <a:lumOff val="60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159" name="Rectangle 158">
            <a:extLst>
              <a:ext uri="{FF2B5EF4-FFF2-40B4-BE49-F238E27FC236}">
                <a16:creationId xmlns:a16="http://schemas.microsoft.com/office/drawing/2014/main" id="{3DBD1D15-A207-A444-82DF-3FF4CE3BD521}"/>
              </a:ext>
            </a:extLst>
          </p:cNvPr>
          <p:cNvSpPr/>
          <p:nvPr/>
        </p:nvSpPr>
        <p:spPr>
          <a:xfrm>
            <a:off x="5933865" y="2786129"/>
            <a:ext cx="1288318" cy="369332"/>
          </a:xfrm>
          <a:prstGeom prst="rect">
            <a:avLst/>
          </a:prstGeom>
          <a:noFill/>
          <a:ln>
            <a:noFill/>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710457" rtl="0" eaLnBrk="1" fontAlgn="auto" latinLnBrk="0" hangingPunct="1">
              <a:lnSpc>
                <a:spcPct val="100000"/>
              </a:lnSpc>
              <a:spcBef>
                <a:spcPct val="0"/>
              </a:spcBef>
              <a:spcAft>
                <a:spcPts val="0"/>
              </a:spcAft>
              <a:buClrTx/>
              <a:buSzTx/>
              <a:buFontTx/>
              <a:buNone/>
              <a:tabLst/>
              <a:defRPr/>
            </a:pPr>
            <a:r>
              <a:rPr kumimoji="0" lang="en-AU" sz="900" b="0" i="0" u="none" strike="noStrike" kern="0" cap="none" spc="0" normalizeH="0" baseline="0" noProof="0" dirty="0">
                <a:ln>
                  <a:noFill/>
                </a:ln>
                <a:solidFill>
                  <a:srgbClr val="1A1A1A"/>
                </a:solidFill>
                <a:effectLst/>
                <a:uLnTx/>
                <a:uFillTx/>
                <a:latin typeface="Arial" panose="020B0604020202020204" pitchFamily="34" charset="0"/>
                <a:cs typeface="Arial" panose="020B0604020202020204" pitchFamily="34" charset="0"/>
              </a:rPr>
              <a:t>Master Data Management</a:t>
            </a:r>
          </a:p>
        </p:txBody>
      </p:sp>
    </p:spTree>
    <p:extLst>
      <p:ext uri="{BB962C8B-B14F-4D97-AF65-F5344CB8AC3E}">
        <p14:creationId xmlns:p14="http://schemas.microsoft.com/office/powerpoint/2010/main" val="29684168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35"/>
          <p:cNvSpPr txBox="1">
            <a:spLocks noGrp="1"/>
          </p:cNvSpPr>
          <p:nvPr>
            <p:ph type="title"/>
          </p:nvPr>
        </p:nvSpPr>
        <p:spPr>
          <a:xfrm>
            <a:off x="419100" y="457200"/>
            <a:ext cx="8305800" cy="417600"/>
          </a:xfrm>
          <a:prstGeom prst="rect">
            <a:avLst/>
          </a:prstGeom>
        </p:spPr>
        <p:txBody>
          <a:bodyPr spcFirstLastPara="1" wrap="square" lIns="0" tIns="91425" rIns="0" bIns="91425" anchor="t" anchorCtr="0">
            <a:noAutofit/>
          </a:bodyPr>
          <a:lstStyle/>
          <a:p>
            <a:pPr lvl="0"/>
            <a:r>
              <a:rPr lang="en" cap="all" dirty="0"/>
              <a:t>High Level Enterprise Data Architecture</a:t>
            </a:r>
            <a:endParaRPr cap="all" dirty="0"/>
          </a:p>
        </p:txBody>
      </p:sp>
      <p:sp>
        <p:nvSpPr>
          <p:cNvPr id="395" name="Rectangle 394">
            <a:extLst>
              <a:ext uri="{FF2B5EF4-FFF2-40B4-BE49-F238E27FC236}">
                <a16:creationId xmlns:a16="http://schemas.microsoft.com/office/drawing/2014/main" id="{1D799CE1-CB96-4288-918C-AABF4AF5F34D}"/>
              </a:ext>
            </a:extLst>
          </p:cNvPr>
          <p:cNvSpPr/>
          <p:nvPr/>
        </p:nvSpPr>
        <p:spPr bwMode="auto">
          <a:xfrm>
            <a:off x="3230473" y="1569600"/>
            <a:ext cx="2499464" cy="1328536"/>
          </a:xfrm>
          <a:prstGeom prst="rect">
            <a:avLst/>
          </a:prstGeom>
          <a:noFill/>
          <a:ln w="28575">
            <a:solidFill>
              <a:schemeClr val="accent1"/>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horz" wrap="square" lIns="182854" tIns="36000" rIns="182854" bIns="14628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710457" rtl="0" eaLnBrk="1" fontAlgn="auto" latinLnBrk="0" hangingPunct="1">
              <a:lnSpc>
                <a:spcPct val="100000"/>
              </a:lnSpc>
              <a:spcBef>
                <a:spcPct val="0"/>
              </a:spcBef>
              <a:spcAft>
                <a:spcPct val="35000"/>
              </a:spcAft>
              <a:buClrTx/>
              <a:buSzTx/>
              <a:buFontTx/>
              <a:buNone/>
              <a:tabLst/>
              <a:defRPr/>
            </a:pPr>
            <a:r>
              <a:rPr kumimoji="0" lang="en-AU" sz="900" b="0" i="0" u="none" strike="noStrike" kern="0" cap="none" spc="0" normalizeH="0" baseline="0" noProof="0" dirty="0">
                <a:ln>
                  <a:noFill/>
                </a:ln>
                <a:solidFill>
                  <a:srgbClr val="1A1A1A"/>
                </a:solidFill>
                <a:effectLst/>
                <a:uLnTx/>
                <a:uFillTx/>
                <a:latin typeface="Arial" panose="020B0604020202020204" pitchFamily="34" charset="0"/>
                <a:cs typeface="Arial" panose="020B0604020202020204" pitchFamily="34" charset="0"/>
              </a:rPr>
              <a:t>Data Lake</a:t>
            </a:r>
          </a:p>
        </p:txBody>
      </p:sp>
      <p:sp>
        <p:nvSpPr>
          <p:cNvPr id="396" name="Rectangle 395">
            <a:extLst>
              <a:ext uri="{FF2B5EF4-FFF2-40B4-BE49-F238E27FC236}">
                <a16:creationId xmlns:a16="http://schemas.microsoft.com/office/drawing/2014/main" id="{2E09ADFD-3F16-4C64-976E-E875B2D24B98}"/>
              </a:ext>
            </a:extLst>
          </p:cNvPr>
          <p:cNvSpPr/>
          <p:nvPr/>
        </p:nvSpPr>
        <p:spPr bwMode="auto">
          <a:xfrm>
            <a:off x="3230473" y="3083214"/>
            <a:ext cx="1152000" cy="905998"/>
          </a:xfrm>
          <a:prstGeom prst="rect">
            <a:avLst/>
          </a:prstGeom>
          <a:noFill/>
          <a:ln w="28575">
            <a:solidFill>
              <a:schemeClr val="accent1"/>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horz" wrap="square" lIns="182854" tIns="36000" rIns="182854" bIns="14628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710457" rtl="0" eaLnBrk="1" fontAlgn="auto" latinLnBrk="0" hangingPunct="1">
              <a:lnSpc>
                <a:spcPct val="100000"/>
              </a:lnSpc>
              <a:spcBef>
                <a:spcPct val="0"/>
              </a:spcBef>
              <a:spcAft>
                <a:spcPct val="35000"/>
              </a:spcAft>
              <a:buClrTx/>
              <a:buSzTx/>
              <a:buFontTx/>
              <a:buNone/>
              <a:tabLst/>
              <a:defRPr/>
            </a:pPr>
            <a:r>
              <a:rPr kumimoji="0" lang="en-AU" sz="900" b="0" i="0" u="none" strike="noStrike" kern="0" cap="none" spc="0" normalizeH="0" baseline="0" noProof="0" dirty="0">
                <a:ln>
                  <a:noFill/>
                </a:ln>
                <a:solidFill>
                  <a:srgbClr val="1A1A1A"/>
                </a:solidFill>
                <a:effectLst/>
                <a:uLnTx/>
                <a:uFillTx/>
                <a:latin typeface="Arial" panose="020B0604020202020204" pitchFamily="34" charset="0"/>
                <a:cs typeface="Arial" panose="020B0604020202020204" pitchFamily="34" charset="0"/>
              </a:rPr>
              <a:t>Operational Database</a:t>
            </a:r>
          </a:p>
        </p:txBody>
      </p:sp>
      <p:sp>
        <p:nvSpPr>
          <p:cNvPr id="398" name="Rectangle 397">
            <a:extLst>
              <a:ext uri="{FF2B5EF4-FFF2-40B4-BE49-F238E27FC236}">
                <a16:creationId xmlns:a16="http://schemas.microsoft.com/office/drawing/2014/main" id="{FBEF6C18-1F9E-4DA5-9DDE-11B5737E9ADC}"/>
              </a:ext>
            </a:extLst>
          </p:cNvPr>
          <p:cNvSpPr/>
          <p:nvPr/>
        </p:nvSpPr>
        <p:spPr bwMode="auto">
          <a:xfrm>
            <a:off x="7430943" y="1031819"/>
            <a:ext cx="983864" cy="2958513"/>
          </a:xfrm>
          <a:prstGeom prst="rect">
            <a:avLst/>
          </a:prstGeom>
          <a:noFill/>
          <a:ln w="28575">
            <a:solidFill>
              <a:schemeClr val="accent1"/>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horz" wrap="square" lIns="182854" tIns="36000" rIns="182854" bIns="14628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710457" rtl="0" eaLnBrk="1" fontAlgn="auto" latinLnBrk="0" hangingPunct="1">
              <a:lnSpc>
                <a:spcPct val="100000"/>
              </a:lnSpc>
              <a:spcBef>
                <a:spcPct val="0"/>
              </a:spcBef>
              <a:spcAft>
                <a:spcPct val="35000"/>
              </a:spcAft>
              <a:buClrTx/>
              <a:buSzTx/>
              <a:buFontTx/>
              <a:buNone/>
              <a:tabLst/>
              <a:defRPr/>
            </a:pPr>
            <a:r>
              <a:rPr kumimoji="0" lang="en-AU" sz="800" b="0" i="0" u="none" strike="noStrike" kern="0" cap="none" spc="0" normalizeH="0" baseline="0" noProof="0" dirty="0">
                <a:ln>
                  <a:noFill/>
                </a:ln>
                <a:solidFill>
                  <a:srgbClr val="1A1A1A"/>
                </a:solidFill>
                <a:effectLst/>
                <a:uLnTx/>
                <a:uFillTx/>
                <a:latin typeface="Arial" panose="020B0604020202020204" pitchFamily="34" charset="0"/>
                <a:cs typeface="Arial" panose="020B0604020202020204" pitchFamily="34" charset="0"/>
              </a:rPr>
              <a:t>Visualize, Interact, Self-Serve</a:t>
            </a:r>
          </a:p>
        </p:txBody>
      </p:sp>
      <p:cxnSp>
        <p:nvCxnSpPr>
          <p:cNvPr id="401" name="Connector: Elbow 565">
            <a:extLst>
              <a:ext uri="{FF2B5EF4-FFF2-40B4-BE49-F238E27FC236}">
                <a16:creationId xmlns:a16="http://schemas.microsoft.com/office/drawing/2014/main" id="{09ABDAD8-BE20-454C-B814-F175658D84D9}"/>
              </a:ext>
            </a:extLst>
          </p:cNvPr>
          <p:cNvCxnSpPr>
            <a:cxnSpLocks/>
          </p:cNvCxnSpPr>
          <p:nvPr/>
        </p:nvCxnSpPr>
        <p:spPr>
          <a:xfrm flipV="1">
            <a:off x="3146017" y="2108536"/>
            <a:ext cx="34256" cy="560"/>
          </a:xfrm>
          <a:prstGeom prst="bentConnector3">
            <a:avLst>
              <a:gd name="adj1" fmla="val 34498"/>
            </a:avLst>
          </a:prstGeom>
          <a:ln w="15875">
            <a:solidFill>
              <a:schemeClr val="accent6">
                <a:lumMod val="40000"/>
                <a:lumOff val="60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402" name="Rectangle 401">
            <a:extLst>
              <a:ext uri="{FF2B5EF4-FFF2-40B4-BE49-F238E27FC236}">
                <a16:creationId xmlns:a16="http://schemas.microsoft.com/office/drawing/2014/main" id="{8F1C8AA8-E6B8-4BAE-B2E1-D6C076EC905C}"/>
              </a:ext>
            </a:extLst>
          </p:cNvPr>
          <p:cNvSpPr>
            <a:spLocks noChangeAspect="1"/>
          </p:cNvSpPr>
          <p:nvPr/>
        </p:nvSpPr>
        <p:spPr bwMode="auto">
          <a:xfrm>
            <a:off x="1948597" y="1583293"/>
            <a:ext cx="1062000" cy="2410399"/>
          </a:xfrm>
          <a:prstGeom prst="rect">
            <a:avLst/>
          </a:prstGeom>
          <a:noFill/>
          <a:ln w="28575">
            <a:solidFill>
              <a:schemeClr val="accent1"/>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horz" wrap="square" lIns="182854" tIns="36000" rIns="182854" bIns="14628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710457" rtl="0" eaLnBrk="1" fontAlgn="auto" latinLnBrk="0" hangingPunct="1">
              <a:lnSpc>
                <a:spcPct val="100000"/>
              </a:lnSpc>
              <a:spcBef>
                <a:spcPct val="0"/>
              </a:spcBef>
              <a:spcAft>
                <a:spcPct val="35000"/>
              </a:spcAft>
              <a:buClrTx/>
              <a:buSzTx/>
              <a:buFontTx/>
              <a:buNone/>
              <a:tabLst/>
              <a:defRPr/>
            </a:pPr>
            <a:r>
              <a:rPr kumimoji="0" lang="en-US" sz="900" b="0" i="0" u="none" strike="noStrike" kern="0" cap="none" spc="0" normalizeH="0" baseline="0" noProof="0" dirty="0">
                <a:ln>
                  <a:noFill/>
                </a:ln>
                <a:solidFill>
                  <a:srgbClr val="1A1A1A"/>
                </a:solidFill>
                <a:effectLst/>
                <a:uLnTx/>
                <a:uFillTx/>
                <a:latin typeface="Arial" panose="020B0604020202020204" pitchFamily="34" charset="0"/>
                <a:cs typeface="Arial" panose="020B0604020202020204" pitchFamily="34" charset="0"/>
              </a:rPr>
              <a:t>Data Integration and Ingestion</a:t>
            </a:r>
          </a:p>
        </p:txBody>
      </p:sp>
      <p:cxnSp>
        <p:nvCxnSpPr>
          <p:cNvPr id="404" name="Connector: Elbow 666">
            <a:extLst>
              <a:ext uri="{FF2B5EF4-FFF2-40B4-BE49-F238E27FC236}">
                <a16:creationId xmlns:a16="http://schemas.microsoft.com/office/drawing/2014/main" id="{901447D8-8FD7-4D34-91B8-3515CA3530D8}"/>
              </a:ext>
            </a:extLst>
          </p:cNvPr>
          <p:cNvCxnSpPr>
            <a:cxnSpLocks/>
          </p:cNvCxnSpPr>
          <p:nvPr/>
        </p:nvCxnSpPr>
        <p:spPr>
          <a:xfrm flipV="1">
            <a:off x="3149558" y="3469613"/>
            <a:ext cx="34256" cy="560"/>
          </a:xfrm>
          <a:prstGeom prst="bentConnector3">
            <a:avLst>
              <a:gd name="adj1" fmla="val 34498"/>
            </a:avLst>
          </a:prstGeom>
          <a:ln w="15875">
            <a:solidFill>
              <a:schemeClr val="accent6">
                <a:lumMod val="40000"/>
                <a:lumOff val="60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411" name="Rectangle 410">
            <a:extLst>
              <a:ext uri="{FF2B5EF4-FFF2-40B4-BE49-F238E27FC236}">
                <a16:creationId xmlns:a16="http://schemas.microsoft.com/office/drawing/2014/main" id="{981AC613-3D3D-40B0-BA9E-E00CFD4B3CC9}"/>
              </a:ext>
            </a:extLst>
          </p:cNvPr>
          <p:cNvSpPr/>
          <p:nvPr/>
        </p:nvSpPr>
        <p:spPr bwMode="auto">
          <a:xfrm>
            <a:off x="489935" y="3182136"/>
            <a:ext cx="1108296" cy="813236"/>
          </a:xfrm>
          <a:prstGeom prst="rect">
            <a:avLst/>
          </a:prstGeom>
          <a:noFill/>
          <a:ln>
            <a:solidFill>
              <a:schemeClr val="bg1">
                <a:lumMod val="65000"/>
              </a:schemeClr>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horz" wrap="square" lIns="182854" tIns="36000" rIns="182854" bIns="14628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l" defTabSz="710457" rtl="0" eaLnBrk="1" fontAlgn="auto" latinLnBrk="0" hangingPunct="1">
              <a:lnSpc>
                <a:spcPct val="100000"/>
              </a:lnSpc>
              <a:spcBef>
                <a:spcPct val="0"/>
              </a:spcBef>
              <a:spcAft>
                <a:spcPct val="35000"/>
              </a:spcAft>
              <a:buClrTx/>
              <a:buSzTx/>
              <a:buFontTx/>
              <a:buNone/>
              <a:tabLst/>
              <a:defRPr/>
            </a:pPr>
            <a:endParaRPr kumimoji="0" lang="en-AU" sz="500" b="0" i="0" u="none" strike="noStrike" kern="0" cap="none" spc="0" normalizeH="0" baseline="0" noProof="0">
              <a:ln>
                <a:noFill/>
              </a:ln>
              <a:solidFill>
                <a:srgbClr val="1A1A1A"/>
              </a:solidFill>
              <a:effectLst/>
              <a:uLnTx/>
              <a:uFillTx/>
              <a:latin typeface="Arial" panose="020B0604020202020204" pitchFamily="34" charset="0"/>
              <a:cs typeface="Arial" panose="020B0604020202020204" pitchFamily="34" charset="0"/>
            </a:endParaRPr>
          </a:p>
        </p:txBody>
      </p:sp>
      <p:sp>
        <p:nvSpPr>
          <p:cNvPr id="412" name="Rectangle 411">
            <a:extLst>
              <a:ext uri="{FF2B5EF4-FFF2-40B4-BE49-F238E27FC236}">
                <a16:creationId xmlns:a16="http://schemas.microsoft.com/office/drawing/2014/main" id="{9D6C76FD-ACDA-4C3A-91BD-EA4769708D0E}"/>
              </a:ext>
            </a:extLst>
          </p:cNvPr>
          <p:cNvSpPr/>
          <p:nvPr/>
        </p:nvSpPr>
        <p:spPr>
          <a:xfrm>
            <a:off x="454323" y="3170497"/>
            <a:ext cx="1167072" cy="200055"/>
          </a:xfrm>
          <a:prstGeom prst="rect">
            <a:avLst/>
          </a:prstGeom>
          <a:ln>
            <a:noFill/>
          </a:ln>
        </p:spPr>
        <p:txBody>
          <a:bodyPr wrap="square"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710457" rtl="0" eaLnBrk="1" fontAlgn="auto" latinLnBrk="0" hangingPunct="1">
              <a:lnSpc>
                <a:spcPct val="100000"/>
              </a:lnSpc>
              <a:spcBef>
                <a:spcPct val="0"/>
              </a:spcBef>
              <a:spcAft>
                <a:spcPts val="0"/>
              </a:spcAft>
              <a:buClrTx/>
              <a:buSzTx/>
              <a:buFontTx/>
              <a:buNone/>
              <a:tabLst/>
              <a:defRPr/>
            </a:pPr>
            <a:r>
              <a:rPr kumimoji="0" lang="en-AU" sz="700" b="0" i="0" u="none" strike="noStrike" kern="0" cap="none" spc="0" normalizeH="0" baseline="0" noProof="0" dirty="0">
                <a:ln>
                  <a:noFill/>
                </a:ln>
                <a:solidFill>
                  <a:srgbClr val="1A1A1A"/>
                </a:solidFill>
                <a:effectLst/>
                <a:uLnTx/>
                <a:uFillTx/>
                <a:latin typeface="Arial" panose="020B0604020202020204" pitchFamily="34" charset="0"/>
                <a:cs typeface="Arial" panose="020B0604020202020204" pitchFamily="34" charset="0"/>
              </a:rPr>
              <a:t>On-Prem Internal Data</a:t>
            </a:r>
          </a:p>
        </p:txBody>
      </p:sp>
      <p:sp>
        <p:nvSpPr>
          <p:cNvPr id="420" name="Rectangle 419">
            <a:extLst>
              <a:ext uri="{FF2B5EF4-FFF2-40B4-BE49-F238E27FC236}">
                <a16:creationId xmlns:a16="http://schemas.microsoft.com/office/drawing/2014/main" id="{03F5BBD4-A5F5-4831-B1C4-02E24B3191C5}"/>
              </a:ext>
            </a:extLst>
          </p:cNvPr>
          <p:cNvSpPr/>
          <p:nvPr/>
        </p:nvSpPr>
        <p:spPr bwMode="auto">
          <a:xfrm>
            <a:off x="489935" y="2296362"/>
            <a:ext cx="1108296" cy="688910"/>
          </a:xfrm>
          <a:prstGeom prst="rect">
            <a:avLst/>
          </a:prstGeom>
          <a:noFill/>
          <a:ln>
            <a:solidFill>
              <a:schemeClr val="bg1">
                <a:lumMod val="65000"/>
              </a:schemeClr>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horz" wrap="square" lIns="182854" tIns="36000" rIns="182854" bIns="14628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l" defTabSz="710457" rtl="0" eaLnBrk="1" fontAlgn="auto" latinLnBrk="0" hangingPunct="1">
              <a:lnSpc>
                <a:spcPct val="100000"/>
              </a:lnSpc>
              <a:spcBef>
                <a:spcPct val="0"/>
              </a:spcBef>
              <a:spcAft>
                <a:spcPct val="35000"/>
              </a:spcAft>
              <a:buClrTx/>
              <a:buSzTx/>
              <a:buFontTx/>
              <a:buNone/>
              <a:tabLst/>
              <a:defRPr/>
            </a:pPr>
            <a:endParaRPr kumimoji="0" lang="en-AU" sz="500" b="0" i="0" u="none" strike="noStrike" kern="0" cap="none" spc="0" normalizeH="0" baseline="0" noProof="0">
              <a:ln>
                <a:noFill/>
              </a:ln>
              <a:solidFill>
                <a:srgbClr val="1A1A1A"/>
              </a:solidFill>
              <a:effectLst/>
              <a:uLnTx/>
              <a:uFillTx/>
              <a:latin typeface="Arial" panose="020B0604020202020204" pitchFamily="34" charset="0"/>
              <a:cs typeface="Arial" panose="020B0604020202020204" pitchFamily="34" charset="0"/>
            </a:endParaRPr>
          </a:p>
        </p:txBody>
      </p:sp>
      <p:grpSp>
        <p:nvGrpSpPr>
          <p:cNvPr id="425" name="Group 424">
            <a:extLst>
              <a:ext uri="{FF2B5EF4-FFF2-40B4-BE49-F238E27FC236}">
                <a16:creationId xmlns:a16="http://schemas.microsoft.com/office/drawing/2014/main" id="{2E1D121A-59C3-4E57-AB9F-72BE5C09332C}"/>
              </a:ext>
            </a:extLst>
          </p:cNvPr>
          <p:cNvGrpSpPr/>
          <p:nvPr/>
        </p:nvGrpSpPr>
        <p:grpSpPr>
          <a:xfrm>
            <a:off x="1581596" y="1730101"/>
            <a:ext cx="349426" cy="2207703"/>
            <a:chOff x="1684579" y="1955485"/>
            <a:chExt cx="501388" cy="3864512"/>
          </a:xfrm>
        </p:grpSpPr>
        <p:cxnSp>
          <p:nvCxnSpPr>
            <p:cNvPr id="474" name="Connector: Elbow 698">
              <a:extLst>
                <a:ext uri="{FF2B5EF4-FFF2-40B4-BE49-F238E27FC236}">
                  <a16:creationId xmlns:a16="http://schemas.microsoft.com/office/drawing/2014/main" id="{4CBDFA73-F83B-4FDE-82DA-F2AA6453469C}"/>
                </a:ext>
              </a:extLst>
            </p:cNvPr>
            <p:cNvCxnSpPr>
              <a:cxnSpLocks/>
            </p:cNvCxnSpPr>
            <p:nvPr/>
          </p:nvCxnSpPr>
          <p:spPr>
            <a:xfrm rot="5400000" flipH="1" flipV="1">
              <a:off x="796945" y="4690512"/>
              <a:ext cx="2046588" cy="212381"/>
            </a:xfrm>
            <a:prstGeom prst="bentConnector3">
              <a:avLst>
                <a:gd name="adj1" fmla="val -264"/>
              </a:avLst>
            </a:prstGeom>
            <a:ln w="6350">
              <a:solidFill>
                <a:schemeClr val="accent6">
                  <a:lumMod val="40000"/>
                  <a:lumOff val="60000"/>
                </a:schemeClr>
              </a:solidFill>
              <a:prstDash val="sysDash"/>
              <a:headEnd type="none" w="med" len="med"/>
              <a:tailEnd type="none" w="sm" len="sm"/>
            </a:ln>
          </p:spPr>
          <p:style>
            <a:lnRef idx="1">
              <a:schemeClr val="accent1"/>
            </a:lnRef>
            <a:fillRef idx="0">
              <a:schemeClr val="accent1"/>
            </a:fillRef>
            <a:effectRef idx="0">
              <a:schemeClr val="accent1"/>
            </a:effectRef>
            <a:fontRef idx="minor">
              <a:schemeClr val="tx1"/>
            </a:fontRef>
          </p:style>
        </p:cxnSp>
        <p:grpSp>
          <p:nvGrpSpPr>
            <p:cNvPr id="475" name="Group 474">
              <a:extLst>
                <a:ext uri="{FF2B5EF4-FFF2-40B4-BE49-F238E27FC236}">
                  <a16:creationId xmlns:a16="http://schemas.microsoft.com/office/drawing/2014/main" id="{CC6F3040-430C-48B9-84FE-A8CD2209E8BD}"/>
                </a:ext>
              </a:extLst>
            </p:cNvPr>
            <p:cNvGrpSpPr/>
            <p:nvPr/>
          </p:nvGrpSpPr>
          <p:grpSpPr>
            <a:xfrm>
              <a:off x="1684579" y="1955485"/>
              <a:ext cx="501388" cy="1828798"/>
              <a:chOff x="1347106" y="2693702"/>
              <a:chExt cx="218828" cy="1976768"/>
            </a:xfrm>
          </p:grpSpPr>
          <p:cxnSp>
            <p:nvCxnSpPr>
              <p:cNvPr id="476" name="Connector: Elbow 702">
                <a:extLst>
                  <a:ext uri="{FF2B5EF4-FFF2-40B4-BE49-F238E27FC236}">
                    <a16:creationId xmlns:a16="http://schemas.microsoft.com/office/drawing/2014/main" id="{19B5FBA4-561D-48B0-B35E-FA3AA5A2DB1C}"/>
                  </a:ext>
                </a:extLst>
              </p:cNvPr>
              <p:cNvCxnSpPr>
                <a:cxnSpLocks/>
              </p:cNvCxnSpPr>
              <p:nvPr/>
            </p:nvCxnSpPr>
            <p:spPr>
              <a:xfrm>
                <a:off x="1348450" y="2693702"/>
                <a:ext cx="217484" cy="702177"/>
              </a:xfrm>
              <a:prstGeom prst="bentConnector3">
                <a:avLst/>
              </a:prstGeom>
              <a:ln w="6350">
                <a:solidFill>
                  <a:schemeClr val="accent6">
                    <a:lumMod val="40000"/>
                    <a:lumOff val="60000"/>
                  </a:schemeClr>
                </a:solidFill>
                <a:prstDash val="sysDash"/>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477" name="Connector: Elbow 703">
                <a:extLst>
                  <a:ext uri="{FF2B5EF4-FFF2-40B4-BE49-F238E27FC236}">
                    <a16:creationId xmlns:a16="http://schemas.microsoft.com/office/drawing/2014/main" id="{1D3A79BF-1086-4E05-AC7B-495D6A91D33D}"/>
                  </a:ext>
                </a:extLst>
              </p:cNvPr>
              <p:cNvCxnSpPr>
                <a:cxnSpLocks/>
              </p:cNvCxnSpPr>
              <p:nvPr/>
            </p:nvCxnSpPr>
            <p:spPr>
              <a:xfrm flipV="1">
                <a:off x="1347106" y="3395879"/>
                <a:ext cx="218828" cy="1274591"/>
              </a:xfrm>
              <a:prstGeom prst="bentConnector3">
                <a:avLst/>
              </a:prstGeom>
              <a:ln w="6350">
                <a:solidFill>
                  <a:schemeClr val="accent6">
                    <a:lumMod val="40000"/>
                    <a:lumOff val="60000"/>
                  </a:schemeClr>
                </a:solidFill>
                <a:prstDash val="sysDash"/>
                <a:headEnd type="none" w="med" len="med"/>
                <a:tailEnd type="arrow" w="sm" len="sm"/>
              </a:ln>
            </p:spPr>
            <p:style>
              <a:lnRef idx="1">
                <a:schemeClr val="accent1"/>
              </a:lnRef>
              <a:fillRef idx="0">
                <a:schemeClr val="accent1"/>
              </a:fillRef>
              <a:effectRef idx="0">
                <a:schemeClr val="accent1"/>
              </a:effectRef>
              <a:fontRef idx="minor">
                <a:schemeClr val="tx1"/>
              </a:fontRef>
            </p:style>
          </p:cxnSp>
        </p:grpSp>
      </p:grpSp>
      <p:sp>
        <p:nvSpPr>
          <p:cNvPr id="428" name="Rectangle 427">
            <a:extLst>
              <a:ext uri="{FF2B5EF4-FFF2-40B4-BE49-F238E27FC236}">
                <a16:creationId xmlns:a16="http://schemas.microsoft.com/office/drawing/2014/main" id="{29FB8CB0-4AD9-4F65-ACEE-7743CBE97CC2}"/>
              </a:ext>
            </a:extLst>
          </p:cNvPr>
          <p:cNvSpPr/>
          <p:nvPr/>
        </p:nvSpPr>
        <p:spPr>
          <a:xfrm>
            <a:off x="488803" y="1024861"/>
            <a:ext cx="1092793" cy="338554"/>
          </a:xfrm>
          <a:prstGeom prst="rect">
            <a:avLst/>
          </a:prstGeom>
          <a:ln>
            <a:noFill/>
          </a:ln>
        </p:spPr>
        <p:txBody>
          <a:bodyPr wrap="square"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710457" rtl="0" eaLnBrk="1" fontAlgn="auto" latinLnBrk="0" hangingPunct="1">
              <a:lnSpc>
                <a:spcPct val="100000"/>
              </a:lnSpc>
              <a:spcBef>
                <a:spcPct val="0"/>
              </a:spcBef>
              <a:spcAft>
                <a:spcPts val="0"/>
              </a:spcAft>
              <a:buClrTx/>
              <a:buSzTx/>
              <a:buFontTx/>
              <a:buNone/>
              <a:tabLst/>
              <a:defRPr/>
            </a:pPr>
            <a:r>
              <a:rPr kumimoji="0" lang="en-AU" sz="800" b="0" i="0" u="none" strike="noStrike" kern="0" cap="none" spc="0" normalizeH="0" baseline="0" noProof="0" dirty="0">
                <a:ln>
                  <a:noFill/>
                </a:ln>
                <a:solidFill>
                  <a:srgbClr val="1A1A1A"/>
                </a:solidFill>
                <a:effectLst/>
                <a:uLnTx/>
                <a:uFillTx/>
                <a:latin typeface="Arial" panose="020B0604020202020204" pitchFamily="34" charset="0"/>
                <a:cs typeface="Arial" panose="020B0604020202020204" pitchFamily="34" charset="0"/>
              </a:rPr>
              <a:t>Real-Time Data and Steaming Data</a:t>
            </a:r>
          </a:p>
        </p:txBody>
      </p:sp>
      <p:pic>
        <p:nvPicPr>
          <p:cNvPr id="429" name="Graphic 619" descr="Smart Phone">
            <a:extLst>
              <a:ext uri="{FF2B5EF4-FFF2-40B4-BE49-F238E27FC236}">
                <a16:creationId xmlns:a16="http://schemas.microsoft.com/office/drawing/2014/main" id="{0AD7BB3A-B255-41D6-A8B9-73DA5FF1AE2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38188" y="1382015"/>
            <a:ext cx="214495" cy="175826"/>
          </a:xfrm>
          <a:prstGeom prst="rect">
            <a:avLst/>
          </a:prstGeom>
        </p:spPr>
      </p:pic>
      <p:grpSp>
        <p:nvGrpSpPr>
          <p:cNvPr id="430" name="Group 429">
            <a:extLst>
              <a:ext uri="{FF2B5EF4-FFF2-40B4-BE49-F238E27FC236}">
                <a16:creationId xmlns:a16="http://schemas.microsoft.com/office/drawing/2014/main" id="{345F5923-446E-486A-970E-2D7307ACDEE9}"/>
              </a:ext>
            </a:extLst>
          </p:cNvPr>
          <p:cNvGrpSpPr/>
          <p:nvPr/>
        </p:nvGrpSpPr>
        <p:grpSpPr>
          <a:xfrm>
            <a:off x="1048213" y="1406969"/>
            <a:ext cx="334474" cy="176334"/>
            <a:chOff x="2300287" y="1752544"/>
            <a:chExt cx="735475" cy="525712"/>
          </a:xfrm>
        </p:grpSpPr>
        <p:sp>
          <p:nvSpPr>
            <p:cNvPr id="459" name="Freeform: Shape 621">
              <a:extLst>
                <a:ext uri="{FF2B5EF4-FFF2-40B4-BE49-F238E27FC236}">
                  <a16:creationId xmlns:a16="http://schemas.microsoft.com/office/drawing/2014/main" id="{BF1273BE-CC5E-4EF3-9786-37FC186C16D3}"/>
                </a:ext>
              </a:extLst>
            </p:cNvPr>
            <p:cNvSpPr/>
            <p:nvPr/>
          </p:nvSpPr>
          <p:spPr>
            <a:xfrm>
              <a:off x="2300287" y="1752600"/>
              <a:ext cx="9525" cy="9525"/>
            </a:xfrm>
            <a:custGeom>
              <a:avLst/>
              <a:gdLst/>
              <a:ahLst/>
              <a:cxnLst/>
              <a:rect l="l" t="t" r="r" b="b"/>
              <a:pathLst>
                <a:path w="9525" h="9525"/>
              </a:pathLst>
            </a:custGeom>
            <a:no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1A1A1A"/>
                </a:solidFill>
                <a:effectLst/>
                <a:uLnTx/>
                <a:uFillTx/>
                <a:latin typeface="Arial" panose="020B0604020202020204" pitchFamily="34" charset="0"/>
                <a:cs typeface="Arial" panose="020B0604020202020204" pitchFamily="34" charset="0"/>
              </a:endParaRPr>
            </a:p>
          </p:txBody>
        </p:sp>
        <p:grpSp>
          <p:nvGrpSpPr>
            <p:cNvPr id="460" name="Graphic 2">
              <a:extLst>
                <a:ext uri="{FF2B5EF4-FFF2-40B4-BE49-F238E27FC236}">
                  <a16:creationId xmlns:a16="http://schemas.microsoft.com/office/drawing/2014/main" id="{C64EF5A8-C06A-44FD-888B-5337D68FF4F1}"/>
                </a:ext>
              </a:extLst>
            </p:cNvPr>
            <p:cNvGrpSpPr/>
            <p:nvPr/>
          </p:nvGrpSpPr>
          <p:grpSpPr>
            <a:xfrm>
              <a:off x="2435656" y="1752544"/>
              <a:ext cx="600106" cy="525712"/>
              <a:chOff x="2435656" y="1752544"/>
              <a:chExt cx="600106" cy="525712"/>
            </a:xfrm>
            <a:solidFill>
              <a:schemeClr val="accent1"/>
            </a:solidFill>
          </p:grpSpPr>
          <p:grpSp>
            <p:nvGrpSpPr>
              <p:cNvPr id="461" name="Graphic 2">
                <a:extLst>
                  <a:ext uri="{FF2B5EF4-FFF2-40B4-BE49-F238E27FC236}">
                    <a16:creationId xmlns:a16="http://schemas.microsoft.com/office/drawing/2014/main" id="{B5BB1CCF-63BA-4420-851C-4C559B896D18}"/>
                  </a:ext>
                </a:extLst>
              </p:cNvPr>
              <p:cNvGrpSpPr/>
              <p:nvPr/>
            </p:nvGrpSpPr>
            <p:grpSpPr>
              <a:xfrm>
                <a:off x="2435656" y="2059181"/>
                <a:ext cx="219084" cy="219075"/>
                <a:chOff x="2435656" y="2059181"/>
                <a:chExt cx="219084" cy="219075"/>
              </a:xfrm>
              <a:solidFill>
                <a:schemeClr val="accent1"/>
              </a:solidFill>
            </p:grpSpPr>
            <p:sp>
              <p:nvSpPr>
                <p:cNvPr id="468" name="Freeform: Shape 630">
                  <a:extLst>
                    <a:ext uri="{FF2B5EF4-FFF2-40B4-BE49-F238E27FC236}">
                      <a16:creationId xmlns:a16="http://schemas.microsoft.com/office/drawing/2014/main" id="{361A3F3D-0E02-498F-9F4F-D2CB8B2D7384}"/>
                    </a:ext>
                  </a:extLst>
                </p:cNvPr>
                <p:cNvSpPr/>
                <p:nvPr/>
              </p:nvSpPr>
              <p:spPr>
                <a:xfrm>
                  <a:off x="2435656" y="2059181"/>
                  <a:ext cx="219084" cy="219075"/>
                </a:xfrm>
                <a:custGeom>
                  <a:avLst/>
                  <a:gdLst>
                    <a:gd name="connsiteX0" fmla="*/ 219085 w 219084"/>
                    <a:gd name="connsiteY0" fmla="*/ 206816 h 219075"/>
                    <a:gd name="connsiteX1" fmla="*/ 219085 w 219084"/>
                    <a:gd name="connsiteY1" fmla="*/ 12268 h 219075"/>
                    <a:gd name="connsiteX2" fmla="*/ 206816 w 219084"/>
                    <a:gd name="connsiteY2" fmla="*/ 0 h 219075"/>
                    <a:gd name="connsiteX3" fmla="*/ 12268 w 219084"/>
                    <a:gd name="connsiteY3" fmla="*/ 0 h 219075"/>
                    <a:gd name="connsiteX4" fmla="*/ 0 w 219084"/>
                    <a:gd name="connsiteY4" fmla="*/ 12268 h 219075"/>
                    <a:gd name="connsiteX5" fmla="*/ 0 w 219084"/>
                    <a:gd name="connsiteY5" fmla="*/ 206816 h 219075"/>
                    <a:gd name="connsiteX6" fmla="*/ 12268 w 219084"/>
                    <a:gd name="connsiteY6" fmla="*/ 219075 h 219075"/>
                    <a:gd name="connsiteX7" fmla="*/ 206826 w 219084"/>
                    <a:gd name="connsiteY7" fmla="*/ 219075 h 219075"/>
                    <a:gd name="connsiteX8" fmla="*/ 219085 w 219084"/>
                    <a:gd name="connsiteY8" fmla="*/ 206816 h 219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9084" h="219075">
                      <a:moveTo>
                        <a:pt x="219085" y="206816"/>
                      </a:moveTo>
                      <a:lnTo>
                        <a:pt x="219085" y="12268"/>
                      </a:lnTo>
                      <a:cubicBezTo>
                        <a:pt x="219085" y="5493"/>
                        <a:pt x="213591" y="0"/>
                        <a:pt x="206816" y="0"/>
                      </a:cubicBezTo>
                      <a:lnTo>
                        <a:pt x="12268" y="0"/>
                      </a:lnTo>
                      <a:cubicBezTo>
                        <a:pt x="5493" y="0"/>
                        <a:pt x="0" y="5493"/>
                        <a:pt x="0" y="12268"/>
                      </a:cubicBezTo>
                      <a:lnTo>
                        <a:pt x="0" y="206816"/>
                      </a:lnTo>
                      <a:cubicBezTo>
                        <a:pt x="6" y="213589"/>
                        <a:pt x="5496" y="219075"/>
                        <a:pt x="12268" y="219075"/>
                      </a:cubicBezTo>
                      <a:lnTo>
                        <a:pt x="206826" y="219075"/>
                      </a:lnTo>
                      <a:cubicBezTo>
                        <a:pt x="213594" y="219069"/>
                        <a:pt x="219079" y="213585"/>
                        <a:pt x="219085" y="206816"/>
                      </a:cubicBezTo>
                      <a:close/>
                    </a:path>
                  </a:pathLst>
                </a:custGeom>
                <a:solidFill>
                  <a:srgbClr val="3C5A99"/>
                </a:solid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1A1A1A"/>
                    </a:solidFill>
                    <a:effectLst/>
                    <a:uLnTx/>
                    <a:uFillTx/>
                    <a:latin typeface="Arial" panose="020B0604020202020204" pitchFamily="34" charset="0"/>
                    <a:cs typeface="Arial" panose="020B0604020202020204" pitchFamily="34" charset="0"/>
                  </a:endParaRPr>
                </a:p>
              </p:txBody>
            </p:sp>
            <p:sp>
              <p:nvSpPr>
                <p:cNvPr id="469" name="Freeform: Shape 631">
                  <a:extLst>
                    <a:ext uri="{FF2B5EF4-FFF2-40B4-BE49-F238E27FC236}">
                      <a16:creationId xmlns:a16="http://schemas.microsoft.com/office/drawing/2014/main" id="{298EC582-E0DE-462B-9CD5-3052C6DFEC71}"/>
                    </a:ext>
                  </a:extLst>
                </p:cNvPr>
                <p:cNvSpPr/>
                <p:nvPr/>
              </p:nvSpPr>
              <p:spPr>
                <a:xfrm>
                  <a:off x="2521390" y="2094526"/>
                  <a:ext cx="97669" cy="183729"/>
                </a:xfrm>
                <a:custGeom>
                  <a:avLst/>
                  <a:gdLst>
                    <a:gd name="connsiteX0" fmla="*/ 66675 w 97669"/>
                    <a:gd name="connsiteY0" fmla="*/ 183729 h 183729"/>
                    <a:gd name="connsiteX1" fmla="*/ 66675 w 97669"/>
                    <a:gd name="connsiteY1" fmla="*/ 107529 h 183729"/>
                    <a:gd name="connsiteX2" fmla="*/ 93345 w 97669"/>
                    <a:gd name="connsiteY2" fmla="*/ 107529 h 183729"/>
                    <a:gd name="connsiteX3" fmla="*/ 97669 w 97669"/>
                    <a:gd name="connsiteY3" fmla="*/ 69429 h 183729"/>
                    <a:gd name="connsiteX4" fmla="*/ 66675 w 97669"/>
                    <a:gd name="connsiteY4" fmla="*/ 69429 h 183729"/>
                    <a:gd name="connsiteX5" fmla="*/ 66675 w 97669"/>
                    <a:gd name="connsiteY5" fmla="*/ 47817 h 183729"/>
                    <a:gd name="connsiteX6" fmla="*/ 83458 w 97669"/>
                    <a:gd name="connsiteY6" fmla="*/ 31329 h 183729"/>
                    <a:gd name="connsiteX7" fmla="*/ 95250 w 97669"/>
                    <a:gd name="connsiteY7" fmla="*/ 31329 h 183729"/>
                    <a:gd name="connsiteX8" fmla="*/ 95250 w 97669"/>
                    <a:gd name="connsiteY8" fmla="*/ 1325 h 183729"/>
                    <a:gd name="connsiteX9" fmla="*/ 70247 w 97669"/>
                    <a:gd name="connsiteY9" fmla="*/ 1 h 183729"/>
                    <a:gd name="connsiteX10" fmla="*/ 28575 w 97669"/>
                    <a:gd name="connsiteY10" fmla="*/ 44340 h 183729"/>
                    <a:gd name="connsiteX11" fmla="*/ 28575 w 97669"/>
                    <a:gd name="connsiteY11" fmla="*/ 69429 h 183729"/>
                    <a:gd name="connsiteX12" fmla="*/ 0 w 97669"/>
                    <a:gd name="connsiteY12" fmla="*/ 69429 h 183729"/>
                    <a:gd name="connsiteX13" fmla="*/ 0 w 97669"/>
                    <a:gd name="connsiteY13" fmla="*/ 107529 h 183729"/>
                    <a:gd name="connsiteX14" fmla="*/ 28575 w 97669"/>
                    <a:gd name="connsiteY14" fmla="*/ 107529 h 183729"/>
                    <a:gd name="connsiteX15" fmla="*/ 28575 w 97669"/>
                    <a:gd name="connsiteY15" fmla="*/ 183729 h 183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7669" h="183729">
                      <a:moveTo>
                        <a:pt x="66675" y="183729"/>
                      </a:moveTo>
                      <a:lnTo>
                        <a:pt x="66675" y="107529"/>
                      </a:lnTo>
                      <a:lnTo>
                        <a:pt x="93345" y="107529"/>
                      </a:lnTo>
                      <a:lnTo>
                        <a:pt x="97669" y="69429"/>
                      </a:lnTo>
                      <a:lnTo>
                        <a:pt x="66675" y="69429"/>
                      </a:lnTo>
                      <a:lnTo>
                        <a:pt x="66675" y="47817"/>
                      </a:lnTo>
                      <a:cubicBezTo>
                        <a:pt x="66675" y="38016"/>
                        <a:pt x="69399" y="31329"/>
                        <a:pt x="83458" y="31329"/>
                      </a:cubicBezTo>
                      <a:lnTo>
                        <a:pt x="95250" y="31329"/>
                      </a:lnTo>
                      <a:lnTo>
                        <a:pt x="95250" y="1325"/>
                      </a:lnTo>
                      <a:cubicBezTo>
                        <a:pt x="86947" y="413"/>
                        <a:pt x="78599" y="-29"/>
                        <a:pt x="70247" y="1"/>
                      </a:cubicBezTo>
                      <a:cubicBezTo>
                        <a:pt x="45482" y="1"/>
                        <a:pt x="28575" y="15632"/>
                        <a:pt x="28575" y="44340"/>
                      </a:cubicBezTo>
                      <a:lnTo>
                        <a:pt x="28575" y="69429"/>
                      </a:lnTo>
                      <a:lnTo>
                        <a:pt x="0" y="69429"/>
                      </a:lnTo>
                      <a:lnTo>
                        <a:pt x="0" y="107529"/>
                      </a:lnTo>
                      <a:lnTo>
                        <a:pt x="28575" y="107529"/>
                      </a:lnTo>
                      <a:lnTo>
                        <a:pt x="28575" y="183729"/>
                      </a:lnTo>
                      <a:close/>
                    </a:path>
                  </a:pathLst>
                </a:custGeom>
                <a:solidFill>
                  <a:srgbClr val="FFFFFF"/>
                </a:solid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1A1A1A"/>
                    </a:solidFill>
                    <a:effectLst/>
                    <a:uLnTx/>
                    <a:uFillTx/>
                    <a:latin typeface="Arial" panose="020B0604020202020204" pitchFamily="34" charset="0"/>
                    <a:cs typeface="Arial" panose="020B0604020202020204" pitchFamily="34" charset="0"/>
                  </a:endParaRPr>
                </a:p>
              </p:txBody>
            </p:sp>
          </p:grpSp>
          <p:grpSp>
            <p:nvGrpSpPr>
              <p:cNvPr id="462" name="Graphic 2">
                <a:extLst>
                  <a:ext uri="{FF2B5EF4-FFF2-40B4-BE49-F238E27FC236}">
                    <a16:creationId xmlns:a16="http://schemas.microsoft.com/office/drawing/2014/main" id="{C5C375AD-26D1-41D1-9E15-1DDC390C095E}"/>
                  </a:ext>
                </a:extLst>
              </p:cNvPr>
              <p:cNvGrpSpPr/>
              <p:nvPr/>
            </p:nvGrpSpPr>
            <p:grpSpPr>
              <a:xfrm>
                <a:off x="2816690" y="2059207"/>
                <a:ext cx="219072" cy="219019"/>
                <a:chOff x="2816690" y="2059207"/>
                <a:chExt cx="219072" cy="219019"/>
              </a:xfrm>
              <a:solidFill>
                <a:schemeClr val="accent1"/>
              </a:solidFill>
            </p:grpSpPr>
            <p:sp>
              <p:nvSpPr>
                <p:cNvPr id="464" name="Freeform: Shape 626">
                  <a:extLst>
                    <a:ext uri="{FF2B5EF4-FFF2-40B4-BE49-F238E27FC236}">
                      <a16:creationId xmlns:a16="http://schemas.microsoft.com/office/drawing/2014/main" id="{F12D9F0E-166F-49EE-BB7E-F73D7DCB46C3}"/>
                    </a:ext>
                  </a:extLst>
                </p:cNvPr>
                <p:cNvSpPr/>
                <p:nvPr/>
              </p:nvSpPr>
              <p:spPr>
                <a:xfrm>
                  <a:off x="2816690" y="2059207"/>
                  <a:ext cx="219072" cy="219019"/>
                </a:xfrm>
                <a:custGeom>
                  <a:avLst/>
                  <a:gdLst>
                    <a:gd name="connsiteX0" fmla="*/ 219050 w 219072"/>
                    <a:gd name="connsiteY0" fmla="*/ 109501 h 219019"/>
                    <a:gd name="connsiteX1" fmla="*/ 219050 w 219072"/>
                    <a:gd name="connsiteY1" fmla="*/ 202522 h 219019"/>
                    <a:gd name="connsiteX2" fmla="*/ 215240 w 219072"/>
                    <a:gd name="connsiteY2" fmla="*/ 213410 h 219019"/>
                    <a:gd name="connsiteX3" fmla="*/ 203229 w 219072"/>
                    <a:gd name="connsiteY3" fmla="*/ 218991 h 219019"/>
                    <a:gd name="connsiteX4" fmla="*/ 15777 w 219072"/>
                    <a:gd name="connsiteY4" fmla="*/ 218991 h 219019"/>
                    <a:gd name="connsiteX5" fmla="*/ 185 w 219072"/>
                    <a:gd name="connsiteY5" fmla="*/ 205132 h 219019"/>
                    <a:gd name="connsiteX6" fmla="*/ 13 w 219072"/>
                    <a:gd name="connsiteY6" fmla="*/ 202456 h 219019"/>
                    <a:gd name="connsiteX7" fmla="*/ 13 w 219072"/>
                    <a:gd name="connsiteY7" fmla="*/ 16299 h 219019"/>
                    <a:gd name="connsiteX8" fmla="*/ 11939 w 219072"/>
                    <a:gd name="connsiteY8" fmla="*/ 554 h 219019"/>
                    <a:gd name="connsiteX9" fmla="*/ 16072 w 219072"/>
                    <a:gd name="connsiteY9" fmla="*/ 2 h 219019"/>
                    <a:gd name="connsiteX10" fmla="*/ 202982 w 219072"/>
                    <a:gd name="connsiteY10" fmla="*/ 2 h 219019"/>
                    <a:gd name="connsiteX11" fmla="*/ 218726 w 219072"/>
                    <a:gd name="connsiteY11" fmla="*/ 12556 h 219019"/>
                    <a:gd name="connsiteX12" fmla="*/ 219069 w 219072"/>
                    <a:gd name="connsiteY12" fmla="*/ 16499 h 219019"/>
                    <a:gd name="connsiteX13" fmla="*/ 219050 w 219072"/>
                    <a:gd name="connsiteY13" fmla="*/ 109501 h 219019"/>
                    <a:gd name="connsiteX14" fmla="*/ 191675 w 219072"/>
                    <a:gd name="connsiteY14" fmla="*/ 182539 h 219019"/>
                    <a:gd name="connsiteX15" fmla="*/ 191675 w 219072"/>
                    <a:gd name="connsiteY15" fmla="*/ 181177 h 219019"/>
                    <a:gd name="connsiteX16" fmla="*/ 191675 w 219072"/>
                    <a:gd name="connsiteY16" fmla="*/ 161784 h 219019"/>
                    <a:gd name="connsiteX17" fmla="*/ 191399 w 219072"/>
                    <a:gd name="connsiteY17" fmla="*/ 119407 h 219019"/>
                    <a:gd name="connsiteX18" fmla="*/ 190294 w 219072"/>
                    <a:gd name="connsiteY18" fmla="*/ 109520 h 219019"/>
                    <a:gd name="connsiteX19" fmla="*/ 184808 w 219072"/>
                    <a:gd name="connsiteY19" fmla="*/ 94452 h 219019"/>
                    <a:gd name="connsiteX20" fmla="*/ 168863 w 219072"/>
                    <a:gd name="connsiteY20" fmla="*/ 82288 h 219019"/>
                    <a:gd name="connsiteX21" fmla="*/ 149813 w 219072"/>
                    <a:gd name="connsiteY21" fmla="*/ 79793 h 219019"/>
                    <a:gd name="connsiteX22" fmla="*/ 139650 w 219072"/>
                    <a:gd name="connsiteY22" fmla="*/ 81241 h 219019"/>
                    <a:gd name="connsiteX23" fmla="*/ 119857 w 219072"/>
                    <a:gd name="connsiteY23" fmla="*/ 94680 h 219019"/>
                    <a:gd name="connsiteX24" fmla="*/ 119047 w 219072"/>
                    <a:gd name="connsiteY24" fmla="*/ 95928 h 219019"/>
                    <a:gd name="connsiteX25" fmla="*/ 118761 w 219072"/>
                    <a:gd name="connsiteY25" fmla="*/ 95852 h 219019"/>
                    <a:gd name="connsiteX26" fmla="*/ 118704 w 219072"/>
                    <a:gd name="connsiteY26" fmla="*/ 94776 h 219019"/>
                    <a:gd name="connsiteX27" fmla="*/ 118704 w 219072"/>
                    <a:gd name="connsiteY27" fmla="*/ 83536 h 219019"/>
                    <a:gd name="connsiteX28" fmla="*/ 117228 w 219072"/>
                    <a:gd name="connsiteY28" fmla="*/ 82126 h 219019"/>
                    <a:gd name="connsiteX29" fmla="*/ 87586 w 219072"/>
                    <a:gd name="connsiteY29" fmla="*/ 82126 h 219019"/>
                    <a:gd name="connsiteX30" fmla="*/ 86138 w 219072"/>
                    <a:gd name="connsiteY30" fmla="*/ 83460 h 219019"/>
                    <a:gd name="connsiteX31" fmla="*/ 86138 w 219072"/>
                    <a:gd name="connsiteY31" fmla="*/ 181253 h 219019"/>
                    <a:gd name="connsiteX32" fmla="*/ 87596 w 219072"/>
                    <a:gd name="connsiteY32" fmla="*/ 182558 h 219019"/>
                    <a:gd name="connsiteX33" fmla="*/ 118409 w 219072"/>
                    <a:gd name="connsiteY33" fmla="*/ 182558 h 219019"/>
                    <a:gd name="connsiteX34" fmla="*/ 120009 w 219072"/>
                    <a:gd name="connsiteY34" fmla="*/ 181053 h 219019"/>
                    <a:gd name="connsiteX35" fmla="*/ 120228 w 219072"/>
                    <a:gd name="connsiteY35" fmla="*/ 128256 h 219019"/>
                    <a:gd name="connsiteX36" fmla="*/ 122238 w 219072"/>
                    <a:gd name="connsiteY36" fmla="*/ 118007 h 219019"/>
                    <a:gd name="connsiteX37" fmla="*/ 133154 w 219072"/>
                    <a:gd name="connsiteY37" fmla="*/ 108149 h 219019"/>
                    <a:gd name="connsiteX38" fmla="*/ 142936 w 219072"/>
                    <a:gd name="connsiteY38" fmla="*/ 107406 h 219019"/>
                    <a:gd name="connsiteX39" fmla="*/ 155109 w 219072"/>
                    <a:gd name="connsiteY39" fmla="*/ 115492 h 219019"/>
                    <a:gd name="connsiteX40" fmla="*/ 157538 w 219072"/>
                    <a:gd name="connsiteY40" fmla="*/ 127304 h 219019"/>
                    <a:gd name="connsiteX41" fmla="*/ 157604 w 219072"/>
                    <a:gd name="connsiteY41" fmla="*/ 181148 h 219019"/>
                    <a:gd name="connsiteX42" fmla="*/ 159128 w 219072"/>
                    <a:gd name="connsiteY42" fmla="*/ 182548 h 219019"/>
                    <a:gd name="connsiteX43" fmla="*/ 191685 w 219072"/>
                    <a:gd name="connsiteY43" fmla="*/ 182548 h 219019"/>
                    <a:gd name="connsiteX44" fmla="*/ 36494 w 219072"/>
                    <a:gd name="connsiteY44" fmla="*/ 182539 h 219019"/>
                    <a:gd name="connsiteX45" fmla="*/ 37732 w 219072"/>
                    <a:gd name="connsiteY45" fmla="*/ 182539 h 219019"/>
                    <a:gd name="connsiteX46" fmla="*/ 66517 w 219072"/>
                    <a:gd name="connsiteY46" fmla="*/ 182539 h 219019"/>
                    <a:gd name="connsiteX47" fmla="*/ 67803 w 219072"/>
                    <a:gd name="connsiteY47" fmla="*/ 181177 h 219019"/>
                    <a:gd name="connsiteX48" fmla="*/ 67803 w 219072"/>
                    <a:gd name="connsiteY48" fmla="*/ 83650 h 219019"/>
                    <a:gd name="connsiteX49" fmla="*/ 66250 w 219072"/>
                    <a:gd name="connsiteY49" fmla="*/ 82098 h 219019"/>
                    <a:gd name="connsiteX50" fmla="*/ 38056 w 219072"/>
                    <a:gd name="connsiteY50" fmla="*/ 82098 h 219019"/>
                    <a:gd name="connsiteX51" fmla="*/ 36494 w 219072"/>
                    <a:gd name="connsiteY51" fmla="*/ 83660 h 219019"/>
                    <a:gd name="connsiteX52" fmla="*/ 36494 w 219072"/>
                    <a:gd name="connsiteY52" fmla="*/ 181082 h 219019"/>
                    <a:gd name="connsiteX53" fmla="*/ 29750 w 219072"/>
                    <a:gd name="connsiteY53" fmla="*/ 48865 h 219019"/>
                    <a:gd name="connsiteX54" fmla="*/ 48700 w 219072"/>
                    <a:gd name="connsiteY54" fmla="*/ 67882 h 219019"/>
                    <a:gd name="connsiteX55" fmla="*/ 67717 w 219072"/>
                    <a:gd name="connsiteY55" fmla="*/ 48932 h 219019"/>
                    <a:gd name="connsiteX56" fmla="*/ 48767 w 219072"/>
                    <a:gd name="connsiteY56" fmla="*/ 29915 h 219019"/>
                    <a:gd name="connsiteX57" fmla="*/ 29750 w 219072"/>
                    <a:gd name="connsiteY57" fmla="*/ 48865 h 219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219072" h="219019">
                      <a:moveTo>
                        <a:pt x="219050" y="109501"/>
                      </a:moveTo>
                      <a:cubicBezTo>
                        <a:pt x="219050" y="140508"/>
                        <a:pt x="219050" y="171516"/>
                        <a:pt x="219050" y="202522"/>
                      </a:cubicBezTo>
                      <a:cubicBezTo>
                        <a:pt x="219186" y="206500"/>
                        <a:pt x="217826" y="210384"/>
                        <a:pt x="215240" y="213410"/>
                      </a:cubicBezTo>
                      <a:cubicBezTo>
                        <a:pt x="212275" y="216976"/>
                        <a:pt x="207867" y="219025"/>
                        <a:pt x="203229" y="218991"/>
                      </a:cubicBezTo>
                      <a:cubicBezTo>
                        <a:pt x="140745" y="219029"/>
                        <a:pt x="78261" y="219029"/>
                        <a:pt x="15777" y="218991"/>
                      </a:cubicBezTo>
                      <a:cubicBezTo>
                        <a:pt x="7807" y="219024"/>
                        <a:pt x="1088" y="213052"/>
                        <a:pt x="185" y="205132"/>
                      </a:cubicBezTo>
                      <a:cubicBezTo>
                        <a:pt x="83" y="204244"/>
                        <a:pt x="26" y="203350"/>
                        <a:pt x="13" y="202456"/>
                      </a:cubicBezTo>
                      <a:cubicBezTo>
                        <a:pt x="13" y="140403"/>
                        <a:pt x="13" y="78352"/>
                        <a:pt x="13" y="16299"/>
                      </a:cubicBezTo>
                      <a:cubicBezTo>
                        <a:pt x="-292" y="8873"/>
                        <a:pt x="4707" y="2272"/>
                        <a:pt x="11939" y="554"/>
                      </a:cubicBezTo>
                      <a:cubicBezTo>
                        <a:pt x="13288" y="199"/>
                        <a:pt x="14677" y="13"/>
                        <a:pt x="16072" y="2"/>
                      </a:cubicBezTo>
                      <a:cubicBezTo>
                        <a:pt x="78378" y="2"/>
                        <a:pt x="140681" y="2"/>
                        <a:pt x="202982" y="2"/>
                      </a:cubicBezTo>
                      <a:cubicBezTo>
                        <a:pt x="210556" y="-113"/>
                        <a:pt x="217152" y="5146"/>
                        <a:pt x="218726" y="12556"/>
                      </a:cubicBezTo>
                      <a:cubicBezTo>
                        <a:pt x="218980" y="13854"/>
                        <a:pt x="219094" y="15176"/>
                        <a:pt x="219069" y="16499"/>
                      </a:cubicBezTo>
                      <a:cubicBezTo>
                        <a:pt x="219063" y="47474"/>
                        <a:pt x="219057" y="78475"/>
                        <a:pt x="219050" y="109501"/>
                      </a:cubicBezTo>
                      <a:close/>
                      <a:moveTo>
                        <a:pt x="191675" y="182539"/>
                      </a:moveTo>
                      <a:lnTo>
                        <a:pt x="191675" y="181177"/>
                      </a:lnTo>
                      <a:cubicBezTo>
                        <a:pt x="191675" y="174709"/>
                        <a:pt x="191675" y="168251"/>
                        <a:pt x="191675" y="161784"/>
                      </a:cubicBezTo>
                      <a:cubicBezTo>
                        <a:pt x="191618" y="147658"/>
                        <a:pt x="191590" y="133533"/>
                        <a:pt x="191399" y="119407"/>
                      </a:cubicBezTo>
                      <a:cubicBezTo>
                        <a:pt x="191285" y="116088"/>
                        <a:pt x="190915" y="112783"/>
                        <a:pt x="190294" y="109520"/>
                      </a:cubicBezTo>
                      <a:cubicBezTo>
                        <a:pt x="189508" y="104177"/>
                        <a:pt x="187641" y="99049"/>
                        <a:pt x="184808" y="94452"/>
                      </a:cubicBezTo>
                      <a:cubicBezTo>
                        <a:pt x="181103" y="88636"/>
                        <a:pt x="175451" y="84326"/>
                        <a:pt x="168863" y="82288"/>
                      </a:cubicBezTo>
                      <a:cubicBezTo>
                        <a:pt x="162704" y="80367"/>
                        <a:pt x="156259" y="79522"/>
                        <a:pt x="149813" y="79793"/>
                      </a:cubicBezTo>
                      <a:cubicBezTo>
                        <a:pt x="146379" y="79865"/>
                        <a:pt x="142967" y="80351"/>
                        <a:pt x="139650" y="81241"/>
                      </a:cubicBezTo>
                      <a:cubicBezTo>
                        <a:pt x="131644" y="83180"/>
                        <a:pt x="124613" y="87955"/>
                        <a:pt x="119857" y="94680"/>
                      </a:cubicBezTo>
                      <a:cubicBezTo>
                        <a:pt x="119571" y="95090"/>
                        <a:pt x="119314" y="95509"/>
                        <a:pt x="119047" y="95928"/>
                      </a:cubicBezTo>
                      <a:lnTo>
                        <a:pt x="118761" y="95852"/>
                      </a:lnTo>
                      <a:cubicBezTo>
                        <a:pt x="118761" y="95490"/>
                        <a:pt x="118704" y="95138"/>
                        <a:pt x="118704" y="94776"/>
                      </a:cubicBezTo>
                      <a:cubicBezTo>
                        <a:pt x="118704" y="91029"/>
                        <a:pt x="118704" y="87282"/>
                        <a:pt x="118704" y="83536"/>
                      </a:cubicBezTo>
                      <a:cubicBezTo>
                        <a:pt x="118704" y="82155"/>
                        <a:pt x="118704" y="82136"/>
                        <a:pt x="117228" y="82126"/>
                      </a:cubicBezTo>
                      <a:lnTo>
                        <a:pt x="87586" y="82126"/>
                      </a:lnTo>
                      <a:cubicBezTo>
                        <a:pt x="86186" y="82126"/>
                        <a:pt x="86138" y="82126"/>
                        <a:pt x="86138" y="83460"/>
                      </a:cubicBezTo>
                      <a:cubicBezTo>
                        <a:pt x="86138" y="116054"/>
                        <a:pt x="86138" y="148652"/>
                        <a:pt x="86138" y="181253"/>
                      </a:cubicBezTo>
                      <a:cubicBezTo>
                        <a:pt x="86138" y="182329"/>
                        <a:pt x="86500" y="182558"/>
                        <a:pt x="87596" y="182558"/>
                      </a:cubicBezTo>
                      <a:cubicBezTo>
                        <a:pt x="97864" y="182558"/>
                        <a:pt x="108132" y="182558"/>
                        <a:pt x="118409" y="182558"/>
                      </a:cubicBezTo>
                      <a:cubicBezTo>
                        <a:pt x="120009" y="182558"/>
                        <a:pt x="120009" y="182558"/>
                        <a:pt x="120009" y="181053"/>
                      </a:cubicBezTo>
                      <a:cubicBezTo>
                        <a:pt x="120079" y="163458"/>
                        <a:pt x="120152" y="145858"/>
                        <a:pt x="120228" y="128256"/>
                      </a:cubicBezTo>
                      <a:cubicBezTo>
                        <a:pt x="120261" y="124745"/>
                        <a:pt x="120943" y="121270"/>
                        <a:pt x="122238" y="118007"/>
                      </a:cubicBezTo>
                      <a:cubicBezTo>
                        <a:pt x="123973" y="113085"/>
                        <a:pt x="128081" y="109375"/>
                        <a:pt x="133154" y="108149"/>
                      </a:cubicBezTo>
                      <a:cubicBezTo>
                        <a:pt x="136342" y="107308"/>
                        <a:pt x="139657" y="107056"/>
                        <a:pt x="142936" y="107406"/>
                      </a:cubicBezTo>
                      <a:cubicBezTo>
                        <a:pt x="148186" y="107612"/>
                        <a:pt x="152883" y="110733"/>
                        <a:pt x="155109" y="115492"/>
                      </a:cubicBezTo>
                      <a:cubicBezTo>
                        <a:pt x="156784" y="119201"/>
                        <a:pt x="157614" y="123235"/>
                        <a:pt x="157538" y="127304"/>
                      </a:cubicBezTo>
                      <a:cubicBezTo>
                        <a:pt x="157633" y="145249"/>
                        <a:pt x="157595" y="163203"/>
                        <a:pt x="157604" y="181148"/>
                      </a:cubicBezTo>
                      <a:cubicBezTo>
                        <a:pt x="157604" y="182548"/>
                        <a:pt x="157604" y="182548"/>
                        <a:pt x="159128" y="182548"/>
                      </a:cubicBezTo>
                      <a:lnTo>
                        <a:pt x="191685" y="182548"/>
                      </a:lnTo>
                      <a:close/>
                      <a:moveTo>
                        <a:pt x="36494" y="182539"/>
                      </a:moveTo>
                      <a:lnTo>
                        <a:pt x="37732" y="182539"/>
                      </a:lnTo>
                      <a:cubicBezTo>
                        <a:pt x="47324" y="182539"/>
                        <a:pt x="56916" y="182539"/>
                        <a:pt x="66517" y="182539"/>
                      </a:cubicBezTo>
                      <a:cubicBezTo>
                        <a:pt x="67622" y="182539"/>
                        <a:pt x="67803" y="182158"/>
                        <a:pt x="67803" y="181177"/>
                      </a:cubicBezTo>
                      <a:cubicBezTo>
                        <a:pt x="67803" y="148671"/>
                        <a:pt x="67803" y="116162"/>
                        <a:pt x="67803" y="83650"/>
                      </a:cubicBezTo>
                      <a:cubicBezTo>
                        <a:pt x="67803" y="82793"/>
                        <a:pt x="67107" y="82098"/>
                        <a:pt x="66250" y="82098"/>
                      </a:cubicBezTo>
                      <a:lnTo>
                        <a:pt x="38056" y="82098"/>
                      </a:lnTo>
                      <a:cubicBezTo>
                        <a:pt x="37193" y="82098"/>
                        <a:pt x="36494" y="82797"/>
                        <a:pt x="36494" y="83660"/>
                      </a:cubicBezTo>
                      <a:cubicBezTo>
                        <a:pt x="36494" y="116134"/>
                        <a:pt x="36494" y="148608"/>
                        <a:pt x="36494" y="181082"/>
                      </a:cubicBezTo>
                      <a:close/>
                      <a:moveTo>
                        <a:pt x="29750" y="48865"/>
                      </a:moveTo>
                      <a:cubicBezTo>
                        <a:pt x="29732" y="59349"/>
                        <a:pt x="38216" y="67864"/>
                        <a:pt x="48700" y="67882"/>
                      </a:cubicBezTo>
                      <a:cubicBezTo>
                        <a:pt x="59184" y="67900"/>
                        <a:pt x="67699" y="59416"/>
                        <a:pt x="67717" y="48932"/>
                      </a:cubicBezTo>
                      <a:cubicBezTo>
                        <a:pt x="67735" y="38448"/>
                        <a:pt x="59251" y="29933"/>
                        <a:pt x="48767" y="29915"/>
                      </a:cubicBezTo>
                      <a:cubicBezTo>
                        <a:pt x="38283" y="29897"/>
                        <a:pt x="29768" y="38381"/>
                        <a:pt x="29750" y="48865"/>
                      </a:cubicBezTo>
                      <a:close/>
                    </a:path>
                  </a:pathLst>
                </a:custGeom>
                <a:solidFill>
                  <a:srgbClr val="4875B4"/>
                </a:solid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1A1A1A"/>
                    </a:solidFill>
                    <a:effectLst/>
                    <a:uLnTx/>
                    <a:uFillTx/>
                    <a:latin typeface="Arial" panose="020B0604020202020204" pitchFamily="34" charset="0"/>
                    <a:cs typeface="Arial" panose="020B0604020202020204" pitchFamily="34" charset="0"/>
                  </a:endParaRPr>
                </a:p>
              </p:txBody>
            </p:sp>
            <p:sp>
              <p:nvSpPr>
                <p:cNvPr id="465" name="Freeform: Shape 627">
                  <a:extLst>
                    <a:ext uri="{FF2B5EF4-FFF2-40B4-BE49-F238E27FC236}">
                      <a16:creationId xmlns:a16="http://schemas.microsoft.com/office/drawing/2014/main" id="{2E81AC81-6C0D-49EF-8852-BA88D647DF18}"/>
                    </a:ext>
                  </a:extLst>
                </p:cNvPr>
                <p:cNvSpPr/>
                <p:nvPr/>
              </p:nvSpPr>
              <p:spPr>
                <a:xfrm>
                  <a:off x="2902819" y="2138941"/>
                  <a:ext cx="105536" cy="102814"/>
                </a:xfrm>
                <a:custGeom>
                  <a:avLst/>
                  <a:gdLst>
                    <a:gd name="connsiteX0" fmla="*/ 105537 w 105536"/>
                    <a:gd name="connsiteY0" fmla="*/ 102805 h 102814"/>
                    <a:gd name="connsiteX1" fmla="*/ 72990 w 105536"/>
                    <a:gd name="connsiteY1" fmla="*/ 102805 h 102814"/>
                    <a:gd name="connsiteX2" fmla="*/ 71466 w 105536"/>
                    <a:gd name="connsiteY2" fmla="*/ 101405 h 102814"/>
                    <a:gd name="connsiteX3" fmla="*/ 71399 w 105536"/>
                    <a:gd name="connsiteY3" fmla="*/ 47560 h 102814"/>
                    <a:gd name="connsiteX4" fmla="*/ 68971 w 105536"/>
                    <a:gd name="connsiteY4" fmla="*/ 35749 h 102814"/>
                    <a:gd name="connsiteX5" fmla="*/ 56798 w 105536"/>
                    <a:gd name="connsiteY5" fmla="*/ 27662 h 102814"/>
                    <a:gd name="connsiteX6" fmla="*/ 47015 w 105536"/>
                    <a:gd name="connsiteY6" fmla="*/ 28405 h 102814"/>
                    <a:gd name="connsiteX7" fmla="*/ 36100 w 105536"/>
                    <a:gd name="connsiteY7" fmla="*/ 38264 h 102814"/>
                    <a:gd name="connsiteX8" fmla="*/ 34090 w 105536"/>
                    <a:gd name="connsiteY8" fmla="*/ 48512 h 102814"/>
                    <a:gd name="connsiteX9" fmla="*/ 33871 w 105536"/>
                    <a:gd name="connsiteY9" fmla="*/ 101310 h 102814"/>
                    <a:gd name="connsiteX10" fmla="*/ 32271 w 105536"/>
                    <a:gd name="connsiteY10" fmla="*/ 102814 h 102814"/>
                    <a:gd name="connsiteX11" fmla="*/ 1457 w 105536"/>
                    <a:gd name="connsiteY11" fmla="*/ 102814 h 102814"/>
                    <a:gd name="connsiteX12" fmla="*/ 0 w 105536"/>
                    <a:gd name="connsiteY12" fmla="*/ 101510 h 102814"/>
                    <a:gd name="connsiteX13" fmla="*/ 0 w 105536"/>
                    <a:gd name="connsiteY13" fmla="*/ 3716 h 102814"/>
                    <a:gd name="connsiteX14" fmla="*/ 1448 w 105536"/>
                    <a:gd name="connsiteY14" fmla="*/ 2383 h 102814"/>
                    <a:gd name="connsiteX15" fmla="*/ 31032 w 105536"/>
                    <a:gd name="connsiteY15" fmla="*/ 2383 h 102814"/>
                    <a:gd name="connsiteX16" fmla="*/ 32509 w 105536"/>
                    <a:gd name="connsiteY16" fmla="*/ 3793 h 102814"/>
                    <a:gd name="connsiteX17" fmla="*/ 32509 w 105536"/>
                    <a:gd name="connsiteY17" fmla="*/ 15032 h 102814"/>
                    <a:gd name="connsiteX18" fmla="*/ 32566 w 105536"/>
                    <a:gd name="connsiteY18" fmla="*/ 16108 h 102814"/>
                    <a:gd name="connsiteX19" fmla="*/ 32852 w 105536"/>
                    <a:gd name="connsiteY19" fmla="*/ 16185 h 102814"/>
                    <a:gd name="connsiteX20" fmla="*/ 33661 w 105536"/>
                    <a:gd name="connsiteY20" fmla="*/ 14937 h 102814"/>
                    <a:gd name="connsiteX21" fmla="*/ 53454 w 105536"/>
                    <a:gd name="connsiteY21" fmla="*/ 1497 h 102814"/>
                    <a:gd name="connsiteX22" fmla="*/ 63617 w 105536"/>
                    <a:gd name="connsiteY22" fmla="*/ 49 h 102814"/>
                    <a:gd name="connsiteX23" fmla="*/ 82667 w 105536"/>
                    <a:gd name="connsiteY23" fmla="*/ 2545 h 102814"/>
                    <a:gd name="connsiteX24" fmla="*/ 98612 w 105536"/>
                    <a:gd name="connsiteY24" fmla="*/ 14708 h 102814"/>
                    <a:gd name="connsiteX25" fmla="*/ 104099 w 105536"/>
                    <a:gd name="connsiteY25" fmla="*/ 29777 h 102814"/>
                    <a:gd name="connsiteX26" fmla="*/ 105204 w 105536"/>
                    <a:gd name="connsiteY26" fmla="*/ 39664 h 102814"/>
                    <a:gd name="connsiteX27" fmla="*/ 105480 w 105536"/>
                    <a:gd name="connsiteY27" fmla="*/ 82040 h 102814"/>
                    <a:gd name="connsiteX28" fmla="*/ 105480 w 105536"/>
                    <a:gd name="connsiteY28" fmla="*/ 101433 h 102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5536" h="102814">
                      <a:moveTo>
                        <a:pt x="105537" y="102805"/>
                      </a:moveTo>
                      <a:lnTo>
                        <a:pt x="72990" y="102805"/>
                      </a:lnTo>
                      <a:cubicBezTo>
                        <a:pt x="71466" y="102805"/>
                        <a:pt x="71466" y="102805"/>
                        <a:pt x="71466" y="101405"/>
                      </a:cubicBezTo>
                      <a:cubicBezTo>
                        <a:pt x="71466" y="83460"/>
                        <a:pt x="71466" y="65505"/>
                        <a:pt x="71399" y="47560"/>
                      </a:cubicBezTo>
                      <a:cubicBezTo>
                        <a:pt x="71475" y="43492"/>
                        <a:pt x="70646" y="39457"/>
                        <a:pt x="68971" y="35749"/>
                      </a:cubicBezTo>
                      <a:cubicBezTo>
                        <a:pt x="66745" y="30989"/>
                        <a:pt x="62048" y="27869"/>
                        <a:pt x="56798" y="27662"/>
                      </a:cubicBezTo>
                      <a:cubicBezTo>
                        <a:pt x="53519" y="27313"/>
                        <a:pt x="50203" y="27564"/>
                        <a:pt x="47015" y="28405"/>
                      </a:cubicBezTo>
                      <a:cubicBezTo>
                        <a:pt x="41942" y="29631"/>
                        <a:pt x="37834" y="33341"/>
                        <a:pt x="36100" y="38264"/>
                      </a:cubicBezTo>
                      <a:cubicBezTo>
                        <a:pt x="34804" y="41527"/>
                        <a:pt x="34122" y="45002"/>
                        <a:pt x="34090" y="48512"/>
                      </a:cubicBezTo>
                      <a:cubicBezTo>
                        <a:pt x="33982" y="66108"/>
                        <a:pt x="33909" y="83707"/>
                        <a:pt x="33871" y="101310"/>
                      </a:cubicBezTo>
                      <a:cubicBezTo>
                        <a:pt x="33871" y="102814"/>
                        <a:pt x="33871" y="102814"/>
                        <a:pt x="32271" y="102814"/>
                      </a:cubicBezTo>
                      <a:cubicBezTo>
                        <a:pt x="22003" y="102814"/>
                        <a:pt x="11735" y="102814"/>
                        <a:pt x="1457" y="102814"/>
                      </a:cubicBezTo>
                      <a:cubicBezTo>
                        <a:pt x="352" y="102814"/>
                        <a:pt x="0" y="102586"/>
                        <a:pt x="0" y="101510"/>
                      </a:cubicBezTo>
                      <a:cubicBezTo>
                        <a:pt x="0" y="68915"/>
                        <a:pt x="0" y="36318"/>
                        <a:pt x="0" y="3716"/>
                      </a:cubicBezTo>
                      <a:cubicBezTo>
                        <a:pt x="0" y="2421"/>
                        <a:pt x="0" y="2383"/>
                        <a:pt x="1448" y="2383"/>
                      </a:cubicBezTo>
                      <a:lnTo>
                        <a:pt x="31032" y="2383"/>
                      </a:lnTo>
                      <a:cubicBezTo>
                        <a:pt x="32490" y="2383"/>
                        <a:pt x="32509" y="2383"/>
                        <a:pt x="32509" y="3793"/>
                      </a:cubicBezTo>
                      <a:cubicBezTo>
                        <a:pt x="32509" y="7539"/>
                        <a:pt x="32509" y="11286"/>
                        <a:pt x="32509" y="15032"/>
                      </a:cubicBezTo>
                      <a:cubicBezTo>
                        <a:pt x="32509" y="15394"/>
                        <a:pt x="32509" y="15746"/>
                        <a:pt x="32566" y="16108"/>
                      </a:cubicBezTo>
                      <a:lnTo>
                        <a:pt x="32852" y="16185"/>
                      </a:lnTo>
                      <a:cubicBezTo>
                        <a:pt x="33118" y="15766"/>
                        <a:pt x="33376" y="15346"/>
                        <a:pt x="33661" y="14937"/>
                      </a:cubicBezTo>
                      <a:cubicBezTo>
                        <a:pt x="38417" y="8211"/>
                        <a:pt x="45449" y="3436"/>
                        <a:pt x="53454" y="1497"/>
                      </a:cubicBezTo>
                      <a:cubicBezTo>
                        <a:pt x="56772" y="607"/>
                        <a:pt x="60184" y="122"/>
                        <a:pt x="63617" y="49"/>
                      </a:cubicBezTo>
                      <a:cubicBezTo>
                        <a:pt x="70064" y="-221"/>
                        <a:pt x="76509" y="624"/>
                        <a:pt x="82667" y="2545"/>
                      </a:cubicBezTo>
                      <a:cubicBezTo>
                        <a:pt x="89256" y="4581"/>
                        <a:pt x="94907" y="8892"/>
                        <a:pt x="98612" y="14708"/>
                      </a:cubicBezTo>
                      <a:cubicBezTo>
                        <a:pt x="101446" y="19306"/>
                        <a:pt x="103313" y="24433"/>
                        <a:pt x="104099" y="29777"/>
                      </a:cubicBezTo>
                      <a:cubicBezTo>
                        <a:pt x="104720" y="33039"/>
                        <a:pt x="105089" y="36344"/>
                        <a:pt x="105204" y="39664"/>
                      </a:cubicBezTo>
                      <a:cubicBezTo>
                        <a:pt x="105394" y="53789"/>
                        <a:pt x="105413" y="67915"/>
                        <a:pt x="105480" y="82040"/>
                      </a:cubicBezTo>
                      <a:cubicBezTo>
                        <a:pt x="105480" y="88508"/>
                        <a:pt x="105480" y="94966"/>
                        <a:pt x="105480" y="101433"/>
                      </a:cubicBezTo>
                      <a:close/>
                    </a:path>
                  </a:pathLst>
                </a:custGeom>
                <a:solidFill>
                  <a:srgbClr val="FFFFFF"/>
                </a:solid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1A1A1A"/>
                    </a:solidFill>
                    <a:effectLst/>
                    <a:uLnTx/>
                    <a:uFillTx/>
                    <a:latin typeface="Arial" panose="020B0604020202020204" pitchFamily="34" charset="0"/>
                    <a:cs typeface="Arial" panose="020B0604020202020204" pitchFamily="34" charset="0"/>
                  </a:endParaRPr>
                </a:p>
              </p:txBody>
            </p:sp>
            <p:sp>
              <p:nvSpPr>
                <p:cNvPr id="466" name="Freeform: Shape 628">
                  <a:extLst>
                    <a:ext uri="{FF2B5EF4-FFF2-40B4-BE49-F238E27FC236}">
                      <a16:creationId xmlns:a16="http://schemas.microsoft.com/office/drawing/2014/main" id="{26FB7B02-44F7-46C8-9FF2-08C97D9E9971}"/>
                    </a:ext>
                  </a:extLst>
                </p:cNvPr>
                <p:cNvSpPr/>
                <p:nvPr/>
              </p:nvSpPr>
              <p:spPr>
                <a:xfrm>
                  <a:off x="2853184" y="2141296"/>
                  <a:ext cx="31280" cy="100450"/>
                </a:xfrm>
                <a:custGeom>
                  <a:avLst/>
                  <a:gdLst>
                    <a:gd name="connsiteX0" fmla="*/ 0 w 31280"/>
                    <a:gd name="connsiteY0" fmla="*/ 100451 h 100450"/>
                    <a:gd name="connsiteX1" fmla="*/ 0 w 31280"/>
                    <a:gd name="connsiteY1" fmla="*/ 98984 h 100450"/>
                    <a:gd name="connsiteX2" fmla="*/ 0 w 31280"/>
                    <a:gd name="connsiteY2" fmla="*/ 1562 h 100450"/>
                    <a:gd name="connsiteX3" fmla="*/ 1562 w 31280"/>
                    <a:gd name="connsiteY3" fmla="*/ 0 h 100450"/>
                    <a:gd name="connsiteX4" fmla="*/ 29728 w 31280"/>
                    <a:gd name="connsiteY4" fmla="*/ 0 h 100450"/>
                    <a:gd name="connsiteX5" fmla="*/ 31280 w 31280"/>
                    <a:gd name="connsiteY5" fmla="*/ 1553 h 100450"/>
                    <a:gd name="connsiteX6" fmla="*/ 31280 w 31280"/>
                    <a:gd name="connsiteY6" fmla="*/ 99079 h 100450"/>
                    <a:gd name="connsiteX7" fmla="*/ 29994 w 31280"/>
                    <a:gd name="connsiteY7" fmla="*/ 100441 h 100450"/>
                    <a:gd name="connsiteX8" fmla="*/ 1210 w 31280"/>
                    <a:gd name="connsiteY8" fmla="*/ 100441 h 100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280" h="100450">
                      <a:moveTo>
                        <a:pt x="0" y="100451"/>
                      </a:moveTo>
                      <a:lnTo>
                        <a:pt x="0" y="98984"/>
                      </a:lnTo>
                      <a:cubicBezTo>
                        <a:pt x="0" y="66510"/>
                        <a:pt x="0" y="34036"/>
                        <a:pt x="0" y="1562"/>
                      </a:cubicBezTo>
                      <a:cubicBezTo>
                        <a:pt x="0" y="699"/>
                        <a:pt x="699" y="0"/>
                        <a:pt x="1562" y="0"/>
                      </a:cubicBezTo>
                      <a:lnTo>
                        <a:pt x="29728" y="0"/>
                      </a:lnTo>
                      <a:cubicBezTo>
                        <a:pt x="30585" y="0"/>
                        <a:pt x="31280" y="695"/>
                        <a:pt x="31280" y="1553"/>
                      </a:cubicBezTo>
                      <a:cubicBezTo>
                        <a:pt x="31280" y="34059"/>
                        <a:pt x="31280" y="66567"/>
                        <a:pt x="31280" y="99079"/>
                      </a:cubicBezTo>
                      <a:cubicBezTo>
                        <a:pt x="31280" y="100032"/>
                        <a:pt x="31099" y="100451"/>
                        <a:pt x="29994" y="100441"/>
                      </a:cubicBezTo>
                      <a:cubicBezTo>
                        <a:pt x="20403" y="100441"/>
                        <a:pt x="10811" y="100441"/>
                        <a:pt x="1210" y="100441"/>
                      </a:cubicBezTo>
                      <a:close/>
                    </a:path>
                  </a:pathLst>
                </a:custGeom>
                <a:solidFill>
                  <a:srgbClr val="FFFFFF"/>
                </a:solid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1A1A1A"/>
                    </a:solidFill>
                    <a:effectLst/>
                    <a:uLnTx/>
                    <a:uFillTx/>
                    <a:latin typeface="Arial" panose="020B0604020202020204" pitchFamily="34" charset="0"/>
                    <a:cs typeface="Arial" panose="020B0604020202020204" pitchFamily="34" charset="0"/>
                  </a:endParaRPr>
                </a:p>
              </p:txBody>
            </p:sp>
            <p:sp>
              <p:nvSpPr>
                <p:cNvPr id="467" name="Freeform: Shape 629">
                  <a:extLst>
                    <a:ext uri="{FF2B5EF4-FFF2-40B4-BE49-F238E27FC236}">
                      <a16:creationId xmlns:a16="http://schemas.microsoft.com/office/drawing/2014/main" id="{F7A36522-C4AF-4387-A48C-7AED382B03B1}"/>
                    </a:ext>
                  </a:extLst>
                </p:cNvPr>
                <p:cNvSpPr/>
                <p:nvPr/>
              </p:nvSpPr>
              <p:spPr>
                <a:xfrm>
                  <a:off x="2846440" y="2089122"/>
                  <a:ext cx="37966" cy="37966"/>
                </a:xfrm>
                <a:custGeom>
                  <a:avLst/>
                  <a:gdLst>
                    <a:gd name="connsiteX0" fmla="*/ 0 w 37966"/>
                    <a:gd name="connsiteY0" fmla="*/ 18950 h 37966"/>
                    <a:gd name="connsiteX1" fmla="*/ 19017 w 37966"/>
                    <a:gd name="connsiteY1" fmla="*/ 0 h 37966"/>
                    <a:gd name="connsiteX2" fmla="*/ 37967 w 37966"/>
                    <a:gd name="connsiteY2" fmla="*/ 19017 h 37966"/>
                    <a:gd name="connsiteX3" fmla="*/ 18950 w 37966"/>
                    <a:gd name="connsiteY3" fmla="*/ 37967 h 37966"/>
                    <a:gd name="connsiteX4" fmla="*/ 0 w 37966"/>
                    <a:gd name="connsiteY4" fmla="*/ 18950 h 379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66" h="37966">
                      <a:moveTo>
                        <a:pt x="0" y="18950"/>
                      </a:moveTo>
                      <a:cubicBezTo>
                        <a:pt x="18" y="8466"/>
                        <a:pt x="8533" y="-18"/>
                        <a:pt x="19017" y="0"/>
                      </a:cubicBezTo>
                      <a:cubicBezTo>
                        <a:pt x="29501" y="18"/>
                        <a:pt x="37985" y="8533"/>
                        <a:pt x="37967" y="19017"/>
                      </a:cubicBezTo>
                      <a:cubicBezTo>
                        <a:pt x="37949" y="29501"/>
                        <a:pt x="29434" y="37985"/>
                        <a:pt x="18950" y="37967"/>
                      </a:cubicBezTo>
                      <a:cubicBezTo>
                        <a:pt x="8466" y="37949"/>
                        <a:pt x="-18" y="29434"/>
                        <a:pt x="0" y="18950"/>
                      </a:cubicBezTo>
                      <a:close/>
                    </a:path>
                  </a:pathLst>
                </a:custGeom>
                <a:solidFill>
                  <a:srgbClr val="FFFFFF"/>
                </a:solid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1A1A1A"/>
                    </a:solidFill>
                    <a:effectLst/>
                    <a:uLnTx/>
                    <a:uFillTx/>
                    <a:latin typeface="Arial" panose="020B0604020202020204" pitchFamily="34" charset="0"/>
                    <a:cs typeface="Arial" panose="020B0604020202020204" pitchFamily="34" charset="0"/>
                  </a:endParaRPr>
                </a:p>
              </p:txBody>
            </p:sp>
          </p:grpSp>
          <p:sp>
            <p:nvSpPr>
              <p:cNvPr id="463" name="Freeform: Shape 625">
                <a:extLst>
                  <a:ext uri="{FF2B5EF4-FFF2-40B4-BE49-F238E27FC236}">
                    <a16:creationId xmlns:a16="http://schemas.microsoft.com/office/drawing/2014/main" id="{31F6FE9A-8A3C-49D6-9A9A-86D030B050EC}"/>
                  </a:ext>
                </a:extLst>
              </p:cNvPr>
              <p:cNvSpPr/>
              <p:nvPr/>
            </p:nvSpPr>
            <p:spPr>
              <a:xfrm>
                <a:off x="2638853" y="1752544"/>
                <a:ext cx="263537" cy="214234"/>
              </a:xfrm>
              <a:custGeom>
                <a:avLst/>
                <a:gdLst>
                  <a:gd name="connsiteX0" fmla="*/ 82896 w 263537"/>
                  <a:gd name="connsiteY0" fmla="*/ 214225 h 214234"/>
                  <a:gd name="connsiteX1" fmla="*/ 236725 w 263537"/>
                  <a:gd name="connsiteY1" fmla="*/ 60397 h 214234"/>
                  <a:gd name="connsiteX2" fmla="*/ 236572 w 263537"/>
                  <a:gd name="connsiteY2" fmla="*/ 53405 h 214234"/>
                  <a:gd name="connsiteX3" fmla="*/ 263538 w 263537"/>
                  <a:gd name="connsiteY3" fmla="*/ 25411 h 214234"/>
                  <a:gd name="connsiteX4" fmla="*/ 232486 w 263537"/>
                  <a:gd name="connsiteY4" fmla="*/ 33927 h 214234"/>
                  <a:gd name="connsiteX5" fmla="*/ 256299 w 263537"/>
                  <a:gd name="connsiteY5" fmla="*/ 4018 h 214234"/>
                  <a:gd name="connsiteX6" fmla="*/ 222009 w 263537"/>
                  <a:gd name="connsiteY6" fmla="*/ 17144 h 214234"/>
                  <a:gd name="connsiteX7" fmla="*/ 145526 w 263537"/>
                  <a:gd name="connsiteY7" fmla="*/ 14597 h 214234"/>
                  <a:gd name="connsiteX8" fmla="*/ 129807 w 263537"/>
                  <a:gd name="connsiteY8" fmla="*/ 66445 h 214234"/>
                  <a:gd name="connsiteX9" fmla="*/ 18364 w 263537"/>
                  <a:gd name="connsiteY9" fmla="*/ 9952 h 214234"/>
                  <a:gd name="connsiteX10" fmla="*/ 35100 w 263537"/>
                  <a:gd name="connsiteY10" fmla="*/ 82133 h 214234"/>
                  <a:gd name="connsiteX11" fmla="*/ 10611 w 263537"/>
                  <a:gd name="connsiteY11" fmla="*/ 75370 h 214234"/>
                  <a:gd name="connsiteX12" fmla="*/ 10611 w 263537"/>
                  <a:gd name="connsiteY12" fmla="*/ 76056 h 214234"/>
                  <a:gd name="connsiteX13" fmla="*/ 53988 w 263537"/>
                  <a:gd name="connsiteY13" fmla="*/ 129053 h 214234"/>
                  <a:gd name="connsiteX14" fmla="*/ 29566 w 263537"/>
                  <a:gd name="connsiteY14" fmla="*/ 130005 h 214234"/>
                  <a:gd name="connsiteX15" fmla="*/ 80048 w 263537"/>
                  <a:gd name="connsiteY15" fmla="*/ 167553 h 214234"/>
                  <a:gd name="connsiteX16" fmla="*/ 12897 w 263537"/>
                  <a:gd name="connsiteY16" fmla="*/ 190699 h 214234"/>
                  <a:gd name="connsiteX17" fmla="*/ 0 w 263537"/>
                  <a:gd name="connsiteY17" fmla="*/ 189946 h 214234"/>
                  <a:gd name="connsiteX18" fmla="*/ 82868 w 263537"/>
                  <a:gd name="connsiteY18" fmla="*/ 214235 h 214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63537" h="214234">
                    <a:moveTo>
                      <a:pt x="82896" y="214225"/>
                    </a:moveTo>
                    <a:cubicBezTo>
                      <a:pt x="182347" y="214225"/>
                      <a:pt x="236725" y="131834"/>
                      <a:pt x="236725" y="60397"/>
                    </a:cubicBezTo>
                    <a:cubicBezTo>
                      <a:pt x="236725" y="58053"/>
                      <a:pt x="236674" y="55723"/>
                      <a:pt x="236572" y="53405"/>
                    </a:cubicBezTo>
                    <a:cubicBezTo>
                      <a:pt x="247152" y="45749"/>
                      <a:pt x="256283" y="36270"/>
                      <a:pt x="263538" y="25411"/>
                    </a:cubicBezTo>
                    <a:cubicBezTo>
                      <a:pt x="253672" y="29788"/>
                      <a:pt x="243205" y="32658"/>
                      <a:pt x="232486" y="33927"/>
                    </a:cubicBezTo>
                    <a:cubicBezTo>
                      <a:pt x="243788" y="27174"/>
                      <a:pt x="252250" y="16545"/>
                      <a:pt x="256299" y="4018"/>
                    </a:cubicBezTo>
                    <a:cubicBezTo>
                      <a:pt x="245698" y="10311"/>
                      <a:pt x="234102" y="14749"/>
                      <a:pt x="222009" y="17144"/>
                    </a:cubicBezTo>
                    <a:cubicBezTo>
                      <a:pt x="201592" y="-4680"/>
                      <a:pt x="167349" y="-5820"/>
                      <a:pt x="145526" y="14597"/>
                    </a:cubicBezTo>
                    <a:cubicBezTo>
                      <a:pt x="131389" y="27823"/>
                      <a:pt x="125394" y="47595"/>
                      <a:pt x="129807" y="66445"/>
                    </a:cubicBezTo>
                    <a:cubicBezTo>
                      <a:pt x="86330" y="64265"/>
                      <a:pt x="45823" y="43731"/>
                      <a:pt x="18364" y="9952"/>
                    </a:cubicBezTo>
                    <a:cubicBezTo>
                      <a:pt x="4012" y="34657"/>
                      <a:pt x="11340" y="66264"/>
                      <a:pt x="35100" y="82133"/>
                    </a:cubicBezTo>
                    <a:cubicBezTo>
                      <a:pt x="26513" y="81871"/>
                      <a:pt x="18115" y="79552"/>
                      <a:pt x="10611" y="75370"/>
                    </a:cubicBezTo>
                    <a:cubicBezTo>
                      <a:pt x="10611" y="75599"/>
                      <a:pt x="10611" y="75818"/>
                      <a:pt x="10611" y="76056"/>
                    </a:cubicBezTo>
                    <a:cubicBezTo>
                      <a:pt x="10619" y="101792"/>
                      <a:pt x="28761" y="123958"/>
                      <a:pt x="53988" y="129053"/>
                    </a:cubicBezTo>
                    <a:cubicBezTo>
                      <a:pt x="46027" y="131233"/>
                      <a:pt x="37672" y="131559"/>
                      <a:pt x="29566" y="130005"/>
                    </a:cubicBezTo>
                    <a:cubicBezTo>
                      <a:pt x="36643" y="152021"/>
                      <a:pt x="56927" y="167108"/>
                      <a:pt x="80048" y="167553"/>
                    </a:cubicBezTo>
                    <a:cubicBezTo>
                      <a:pt x="60897" y="182586"/>
                      <a:pt x="37244" y="190739"/>
                      <a:pt x="12897" y="190699"/>
                    </a:cubicBezTo>
                    <a:cubicBezTo>
                      <a:pt x="8587" y="190701"/>
                      <a:pt x="4281" y="190450"/>
                      <a:pt x="0" y="189946"/>
                    </a:cubicBezTo>
                    <a:cubicBezTo>
                      <a:pt x="24718" y="205829"/>
                      <a:pt x="53487" y="214261"/>
                      <a:pt x="82868" y="214235"/>
                    </a:cubicBezTo>
                  </a:path>
                </a:pathLst>
              </a:custGeom>
              <a:solidFill>
                <a:srgbClr val="1DA1F2"/>
              </a:solid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1A1A1A"/>
                  </a:solidFill>
                  <a:effectLst/>
                  <a:uLnTx/>
                  <a:uFillTx/>
                  <a:latin typeface="Arial" panose="020B0604020202020204" pitchFamily="34" charset="0"/>
                  <a:cs typeface="Arial" panose="020B0604020202020204" pitchFamily="34" charset="0"/>
                </a:endParaRPr>
              </a:p>
            </p:txBody>
          </p:sp>
        </p:grpSp>
      </p:grpSp>
      <p:sp>
        <p:nvSpPr>
          <p:cNvPr id="431" name="Rectangle 430">
            <a:extLst>
              <a:ext uri="{FF2B5EF4-FFF2-40B4-BE49-F238E27FC236}">
                <a16:creationId xmlns:a16="http://schemas.microsoft.com/office/drawing/2014/main" id="{013038F1-E11D-485B-B272-7704804551C5}"/>
              </a:ext>
            </a:extLst>
          </p:cNvPr>
          <p:cNvSpPr/>
          <p:nvPr/>
        </p:nvSpPr>
        <p:spPr>
          <a:xfrm>
            <a:off x="897262" y="1591534"/>
            <a:ext cx="630860" cy="169277"/>
          </a:xfrm>
          <a:prstGeom prst="rect">
            <a:avLst/>
          </a:prstGeom>
          <a:ln>
            <a:noFill/>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00" b="0" i="0" u="none" strike="noStrike" kern="1200" cap="none" spc="0" normalizeH="0" baseline="0" noProof="0" dirty="0">
                <a:ln>
                  <a:noFill/>
                </a:ln>
                <a:solidFill>
                  <a:srgbClr val="1A1A1A"/>
                </a:solidFill>
                <a:effectLst/>
                <a:uLnTx/>
                <a:uFillTx/>
                <a:latin typeface="Arial" panose="020B0604020202020204" pitchFamily="34" charset="0"/>
                <a:cs typeface="Arial" panose="020B0604020202020204" pitchFamily="34" charset="0"/>
              </a:rPr>
              <a:t>Social Data</a:t>
            </a:r>
          </a:p>
        </p:txBody>
      </p:sp>
      <p:sp>
        <p:nvSpPr>
          <p:cNvPr id="432" name="Rectangle 431">
            <a:extLst>
              <a:ext uri="{FF2B5EF4-FFF2-40B4-BE49-F238E27FC236}">
                <a16:creationId xmlns:a16="http://schemas.microsoft.com/office/drawing/2014/main" id="{9B201AAA-FA0C-4696-A0A3-6A7D2807C392}"/>
              </a:ext>
            </a:extLst>
          </p:cNvPr>
          <p:cNvSpPr/>
          <p:nvPr/>
        </p:nvSpPr>
        <p:spPr>
          <a:xfrm>
            <a:off x="512172" y="1547063"/>
            <a:ext cx="476393" cy="169277"/>
          </a:xfrm>
          <a:prstGeom prst="rect">
            <a:avLst/>
          </a:prstGeom>
          <a:ln>
            <a:noFill/>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00" b="0" i="0" u="none" strike="noStrike" kern="1200" cap="none" spc="0" normalizeH="0" baseline="0" noProof="0" dirty="0">
                <a:ln>
                  <a:noFill/>
                </a:ln>
                <a:solidFill>
                  <a:srgbClr val="1A1A1A"/>
                </a:solidFill>
                <a:effectLst/>
                <a:uLnTx/>
                <a:uFillTx/>
                <a:latin typeface="Arial" panose="020B0604020202020204" pitchFamily="34" charset="0"/>
                <a:cs typeface="Arial" panose="020B0604020202020204" pitchFamily="34" charset="0"/>
              </a:rPr>
              <a:t>Mob App</a:t>
            </a:r>
          </a:p>
        </p:txBody>
      </p:sp>
      <p:sp>
        <p:nvSpPr>
          <p:cNvPr id="433" name="Rectangle 432">
            <a:extLst>
              <a:ext uri="{FF2B5EF4-FFF2-40B4-BE49-F238E27FC236}">
                <a16:creationId xmlns:a16="http://schemas.microsoft.com/office/drawing/2014/main" id="{24EE6F39-B90A-46FD-9225-F4400E30A9B7}"/>
              </a:ext>
            </a:extLst>
          </p:cNvPr>
          <p:cNvSpPr/>
          <p:nvPr/>
        </p:nvSpPr>
        <p:spPr>
          <a:xfrm>
            <a:off x="555214" y="1979913"/>
            <a:ext cx="418704" cy="169277"/>
          </a:xfrm>
          <a:prstGeom prst="rect">
            <a:avLst/>
          </a:prstGeom>
          <a:ln>
            <a:noFill/>
          </a:ln>
        </p:spPr>
        <p:txBody>
          <a:bodyPr wrap="none"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32239" rtl="0" eaLnBrk="1" fontAlgn="auto" latinLnBrk="0" hangingPunct="1">
              <a:lnSpc>
                <a:spcPct val="100000"/>
              </a:lnSpc>
              <a:spcBef>
                <a:spcPts val="0"/>
              </a:spcBef>
              <a:spcAft>
                <a:spcPts val="0"/>
              </a:spcAft>
              <a:buClrTx/>
              <a:buSzTx/>
              <a:buFontTx/>
              <a:buNone/>
              <a:tabLst/>
              <a:defRPr/>
            </a:pPr>
            <a:r>
              <a:rPr lang="en-US" sz="500" kern="0" dirty="0">
                <a:solidFill>
                  <a:srgbClr val="1A1A1A"/>
                </a:solidFill>
                <a:latin typeface="Arial" panose="020B0604020202020204" pitchFamily="34" charset="0"/>
                <a:ea typeface="MS PGothic"/>
                <a:cs typeface="Arial" panose="020B0604020202020204" pitchFamily="34" charset="0"/>
              </a:rPr>
              <a:t>Sensors</a:t>
            </a:r>
            <a:endParaRPr kumimoji="0" lang="en-US" sz="500" b="0" i="0" u="none" strike="noStrike" kern="1200" cap="none" spc="0" normalizeH="0" baseline="0" noProof="0" dirty="0">
              <a:ln>
                <a:noFill/>
              </a:ln>
              <a:solidFill>
                <a:srgbClr val="1A1A1A"/>
              </a:solidFill>
              <a:effectLst/>
              <a:uLnTx/>
              <a:uFillTx/>
              <a:latin typeface="Arial" panose="020B0604020202020204" pitchFamily="34" charset="0"/>
              <a:cs typeface="Arial" panose="020B0604020202020204" pitchFamily="34" charset="0"/>
            </a:endParaRPr>
          </a:p>
        </p:txBody>
      </p:sp>
      <p:sp>
        <p:nvSpPr>
          <p:cNvPr id="434" name="Rectangle 433">
            <a:extLst>
              <a:ext uri="{FF2B5EF4-FFF2-40B4-BE49-F238E27FC236}">
                <a16:creationId xmlns:a16="http://schemas.microsoft.com/office/drawing/2014/main" id="{980FDD6B-0426-4528-99A7-4B66CB7646CC}"/>
              </a:ext>
            </a:extLst>
          </p:cNvPr>
          <p:cNvSpPr/>
          <p:nvPr/>
        </p:nvSpPr>
        <p:spPr bwMode="auto">
          <a:xfrm>
            <a:off x="489935" y="1024861"/>
            <a:ext cx="1096876" cy="1104370"/>
          </a:xfrm>
          <a:prstGeom prst="rect">
            <a:avLst/>
          </a:prstGeom>
          <a:noFill/>
          <a:ln>
            <a:solidFill>
              <a:schemeClr val="bg1">
                <a:lumMod val="65000"/>
              </a:schemeClr>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horz" wrap="square" lIns="182854" tIns="36000" rIns="182854" bIns="14628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l" defTabSz="710457" rtl="0" eaLnBrk="1" fontAlgn="auto" latinLnBrk="0" hangingPunct="1">
              <a:lnSpc>
                <a:spcPct val="100000"/>
              </a:lnSpc>
              <a:spcBef>
                <a:spcPct val="0"/>
              </a:spcBef>
              <a:spcAft>
                <a:spcPct val="35000"/>
              </a:spcAft>
              <a:buClrTx/>
              <a:buSzTx/>
              <a:buFontTx/>
              <a:buNone/>
              <a:tabLst/>
              <a:defRPr/>
            </a:pPr>
            <a:endParaRPr kumimoji="0" lang="en-AU" sz="1050" b="0" i="0" u="none" strike="noStrike" kern="0" cap="none" spc="0" normalizeH="0" baseline="0" noProof="0">
              <a:ln>
                <a:noFill/>
              </a:ln>
              <a:solidFill>
                <a:srgbClr val="1A1A1A"/>
              </a:solidFill>
              <a:effectLst/>
              <a:uLnTx/>
              <a:uFillTx/>
              <a:latin typeface="Arial" panose="020B0604020202020204" pitchFamily="34" charset="0"/>
              <a:cs typeface="Arial" panose="020B0604020202020204" pitchFamily="34" charset="0"/>
            </a:endParaRPr>
          </a:p>
        </p:txBody>
      </p:sp>
      <p:pic>
        <p:nvPicPr>
          <p:cNvPr id="435" name="Picture 434" descr="A close up of a logo&#10;&#10;Description automatically generated">
            <a:extLst>
              <a:ext uri="{FF2B5EF4-FFF2-40B4-BE49-F238E27FC236}">
                <a16:creationId xmlns:a16="http://schemas.microsoft.com/office/drawing/2014/main" id="{21C78298-21BA-4C39-A962-7AEA621AFE6C}"/>
              </a:ext>
            </a:extLst>
          </p:cNvPr>
          <p:cNvPicPr>
            <a:picLocks noChangeAspect="1"/>
          </p:cNvPicPr>
          <p:nvPr/>
        </p:nvPicPr>
        <p:blipFill>
          <a:blip r:embed="rId5">
            <a:duotone>
              <a:prstClr val="black"/>
              <a:srgbClr val="C6C6C6">
                <a:tint val="45000"/>
                <a:satMod val="400000"/>
              </a:srgbClr>
            </a:duotone>
            <a:extLst>
              <a:ext uri="{28A0092B-C50C-407E-A947-70E740481C1C}">
                <a14:useLocalDpi xmlns:a14="http://schemas.microsoft.com/office/drawing/2010/main" val="0"/>
              </a:ext>
            </a:extLst>
          </a:blip>
          <a:stretch>
            <a:fillRect/>
          </a:stretch>
        </p:blipFill>
        <p:spPr>
          <a:xfrm>
            <a:off x="1089147" y="1808805"/>
            <a:ext cx="292139" cy="154132"/>
          </a:xfrm>
          <a:prstGeom prst="rect">
            <a:avLst/>
          </a:prstGeom>
          <a:ln>
            <a:noFill/>
          </a:ln>
        </p:spPr>
      </p:pic>
      <p:sp>
        <p:nvSpPr>
          <p:cNvPr id="436" name="Rectangle 435">
            <a:extLst>
              <a:ext uri="{FF2B5EF4-FFF2-40B4-BE49-F238E27FC236}">
                <a16:creationId xmlns:a16="http://schemas.microsoft.com/office/drawing/2014/main" id="{69F8A0CA-F504-4C2A-AFFB-DB06BBC52620}"/>
              </a:ext>
            </a:extLst>
          </p:cNvPr>
          <p:cNvSpPr/>
          <p:nvPr/>
        </p:nvSpPr>
        <p:spPr>
          <a:xfrm>
            <a:off x="1098160" y="1972640"/>
            <a:ext cx="333745" cy="169277"/>
          </a:xfrm>
          <a:prstGeom prst="rect">
            <a:avLst/>
          </a:prstGeom>
          <a:ln>
            <a:noFill/>
          </a:ln>
        </p:spPr>
        <p:txBody>
          <a:bodyPr wrap="none"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32239" rtl="0" eaLnBrk="1" fontAlgn="auto" latinLnBrk="0" hangingPunct="1">
              <a:lnSpc>
                <a:spcPct val="100000"/>
              </a:lnSpc>
              <a:spcBef>
                <a:spcPts val="0"/>
              </a:spcBef>
              <a:spcAft>
                <a:spcPts val="0"/>
              </a:spcAft>
              <a:buClrTx/>
              <a:buSzTx/>
              <a:buFontTx/>
              <a:buNone/>
              <a:tabLst/>
              <a:defRPr/>
            </a:pPr>
            <a:r>
              <a:rPr kumimoji="0" lang="en-US" sz="500" b="0" i="0" u="none" strike="noStrike" kern="0" cap="none" spc="0" normalizeH="0" baseline="0" noProof="0" dirty="0">
                <a:ln>
                  <a:noFill/>
                </a:ln>
                <a:solidFill>
                  <a:srgbClr val="1A1A1A"/>
                </a:solidFill>
                <a:effectLst/>
                <a:uLnTx/>
                <a:uFillTx/>
                <a:latin typeface="Arial" panose="020B0604020202020204" pitchFamily="34" charset="0"/>
                <a:ea typeface="MS PGothic"/>
                <a:cs typeface="Arial" panose="020B0604020202020204" pitchFamily="34" charset="0"/>
              </a:rPr>
              <a:t>Edge</a:t>
            </a:r>
            <a:endParaRPr kumimoji="0" lang="en-US" sz="500" b="0" i="0" u="none" strike="noStrike" kern="1200" cap="none" spc="0" normalizeH="0" baseline="0" noProof="0" dirty="0">
              <a:ln>
                <a:noFill/>
              </a:ln>
              <a:solidFill>
                <a:srgbClr val="1A1A1A"/>
              </a:solidFill>
              <a:effectLst/>
              <a:uLnTx/>
              <a:uFillTx/>
              <a:latin typeface="Arial" panose="020B0604020202020204" pitchFamily="34" charset="0"/>
              <a:cs typeface="Arial" panose="020B0604020202020204" pitchFamily="34" charset="0"/>
            </a:endParaRPr>
          </a:p>
        </p:txBody>
      </p:sp>
      <p:sp>
        <p:nvSpPr>
          <p:cNvPr id="437" name="Rectangle 436">
            <a:extLst>
              <a:ext uri="{FF2B5EF4-FFF2-40B4-BE49-F238E27FC236}">
                <a16:creationId xmlns:a16="http://schemas.microsoft.com/office/drawing/2014/main" id="{0CB61A2F-F08A-41BF-8017-CE11AC159FAA}"/>
              </a:ext>
            </a:extLst>
          </p:cNvPr>
          <p:cNvSpPr/>
          <p:nvPr/>
        </p:nvSpPr>
        <p:spPr bwMode="auto">
          <a:xfrm>
            <a:off x="1948600" y="1029179"/>
            <a:ext cx="5270162" cy="373793"/>
          </a:xfrm>
          <a:prstGeom prst="rect">
            <a:avLst/>
          </a:prstGeom>
          <a:noFill/>
          <a:ln w="28575">
            <a:solidFill>
              <a:schemeClr val="accent1"/>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horz" wrap="square" lIns="182854" tIns="36000" rIns="182854" bIns="14628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lvl="0" algn="ctr" defTabSz="710457">
              <a:spcBef>
                <a:spcPct val="0"/>
              </a:spcBef>
              <a:spcAft>
                <a:spcPct val="35000"/>
              </a:spcAft>
              <a:buClrTx/>
              <a:defRPr/>
            </a:pPr>
            <a:r>
              <a:rPr lang="en-AU" sz="800" kern="0" dirty="0">
                <a:solidFill>
                  <a:srgbClr val="1A1A1A"/>
                </a:solidFill>
                <a:latin typeface="Arial" panose="020B0604020202020204" pitchFamily="34" charset="0"/>
                <a:cs typeface="Arial" panose="020B0604020202020204" pitchFamily="34" charset="0"/>
              </a:rPr>
              <a:t>Real-Time </a:t>
            </a:r>
            <a:r>
              <a:rPr lang="en-US" sz="800" kern="0" dirty="0">
                <a:solidFill>
                  <a:srgbClr val="1A1A1A"/>
                </a:solidFill>
                <a:latin typeface="Arial" panose="020B0604020202020204" pitchFamily="34" charset="0"/>
                <a:cs typeface="Arial" panose="020B0604020202020204" pitchFamily="34" charset="0"/>
              </a:rPr>
              <a:t>/</a:t>
            </a:r>
            <a:r>
              <a:rPr lang="en-AU" sz="800" kern="0" dirty="0">
                <a:solidFill>
                  <a:srgbClr val="1A1A1A"/>
                </a:solidFill>
                <a:latin typeface="Arial" panose="020B0604020202020204" pitchFamily="34" charset="0"/>
                <a:cs typeface="Arial" panose="020B0604020202020204" pitchFamily="34" charset="0"/>
              </a:rPr>
              <a:t> Steaming Data / Steaming Processing</a:t>
            </a:r>
          </a:p>
        </p:txBody>
      </p:sp>
      <p:sp>
        <p:nvSpPr>
          <p:cNvPr id="449" name="Rectangle 448">
            <a:extLst>
              <a:ext uri="{FF2B5EF4-FFF2-40B4-BE49-F238E27FC236}">
                <a16:creationId xmlns:a16="http://schemas.microsoft.com/office/drawing/2014/main" id="{9FD8E481-FE4F-40D3-886F-5FCE963CED40}"/>
              </a:ext>
            </a:extLst>
          </p:cNvPr>
          <p:cNvSpPr/>
          <p:nvPr/>
        </p:nvSpPr>
        <p:spPr bwMode="auto">
          <a:xfrm>
            <a:off x="501756" y="4145533"/>
            <a:ext cx="7913051" cy="396000"/>
          </a:xfrm>
          <a:prstGeom prst="rect">
            <a:avLst/>
          </a:prstGeom>
          <a:noFill/>
          <a:ln w="28575">
            <a:solidFill>
              <a:schemeClr val="accent1"/>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horz" wrap="square" lIns="182854" tIns="36000" rIns="182854" bIns="14628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710457" rtl="0" eaLnBrk="1" fontAlgn="auto" latinLnBrk="0" hangingPunct="1">
              <a:lnSpc>
                <a:spcPct val="100000"/>
              </a:lnSpc>
              <a:spcBef>
                <a:spcPct val="0"/>
              </a:spcBef>
              <a:spcAft>
                <a:spcPct val="35000"/>
              </a:spcAft>
              <a:buClrTx/>
              <a:buSzTx/>
              <a:buFontTx/>
              <a:buNone/>
              <a:tabLst/>
              <a:defRPr/>
            </a:pPr>
            <a:r>
              <a:rPr kumimoji="0" lang="en-AU" sz="900" b="0" i="0" u="none" strike="noStrike" kern="0" cap="none" spc="0" normalizeH="0" baseline="0" noProof="0" dirty="0">
                <a:ln>
                  <a:noFill/>
                </a:ln>
                <a:solidFill>
                  <a:srgbClr val="1A1A1A"/>
                </a:solidFill>
                <a:effectLst/>
                <a:uLnTx/>
                <a:uFillTx/>
                <a:latin typeface="Arial" panose="020B0604020202020204" pitchFamily="34" charset="0"/>
                <a:cs typeface="Arial" panose="020B0604020202020204" pitchFamily="34" charset="0"/>
              </a:rPr>
              <a:t>Data Governance</a:t>
            </a:r>
          </a:p>
        </p:txBody>
      </p:sp>
      <p:pic>
        <p:nvPicPr>
          <p:cNvPr id="450" name="Picture 449">
            <a:extLst>
              <a:ext uri="{FF2B5EF4-FFF2-40B4-BE49-F238E27FC236}">
                <a16:creationId xmlns:a16="http://schemas.microsoft.com/office/drawing/2014/main" id="{2EADEFF9-C276-44E9-B313-C450700EE281}"/>
              </a:ext>
            </a:extLst>
          </p:cNvPr>
          <p:cNvPicPr>
            <a:picLocks noChangeAspect="1"/>
          </p:cNvPicPr>
          <p:nvPr/>
        </p:nvPicPr>
        <p:blipFill>
          <a:blip r:embed="rId6" cstate="print">
            <a:extLst>
              <a:ext uri="{BEBA8EAE-BF5A-486C-A8C5-ECC9F3942E4B}">
                <a14:imgProps xmlns:a14="http://schemas.microsoft.com/office/drawing/2010/main">
                  <a14:imgLayer r:embed="rId7">
                    <a14:imgEffect>
                      <a14:saturation sat="0"/>
                    </a14:imgEffect>
                  </a14:imgLayer>
                </a14:imgProps>
              </a:ext>
              <a:ext uri="{28A0092B-C50C-407E-A947-70E740481C1C}">
                <a14:useLocalDpi xmlns:a14="http://schemas.microsoft.com/office/drawing/2010/main"/>
              </a:ext>
            </a:extLst>
          </a:blip>
          <a:stretch>
            <a:fillRect/>
          </a:stretch>
        </p:blipFill>
        <p:spPr>
          <a:xfrm>
            <a:off x="660637" y="1819254"/>
            <a:ext cx="207642" cy="182109"/>
          </a:xfrm>
          <a:prstGeom prst="rect">
            <a:avLst/>
          </a:prstGeom>
          <a:ln>
            <a:noFill/>
          </a:ln>
        </p:spPr>
      </p:pic>
      <p:pic>
        <p:nvPicPr>
          <p:cNvPr id="493" name="Graphic 492" descr="Smart Phone">
            <a:extLst>
              <a:ext uri="{FF2B5EF4-FFF2-40B4-BE49-F238E27FC236}">
                <a16:creationId xmlns:a16="http://schemas.microsoft.com/office/drawing/2014/main" id="{D49D1841-F951-9D4C-8AE1-D91CC13BF389}"/>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32392" y="1398171"/>
            <a:ext cx="212602" cy="198797"/>
          </a:xfrm>
          <a:prstGeom prst="rect">
            <a:avLst/>
          </a:prstGeom>
        </p:spPr>
      </p:pic>
      <p:cxnSp>
        <p:nvCxnSpPr>
          <p:cNvPr id="107" name="Connector: Elbow 763">
            <a:extLst>
              <a:ext uri="{FF2B5EF4-FFF2-40B4-BE49-F238E27FC236}">
                <a16:creationId xmlns:a16="http://schemas.microsoft.com/office/drawing/2014/main" id="{EEA7E509-2F5D-BB43-93C2-53B734FD013D}"/>
              </a:ext>
            </a:extLst>
          </p:cNvPr>
          <p:cNvCxnSpPr>
            <a:cxnSpLocks/>
          </p:cNvCxnSpPr>
          <p:nvPr/>
        </p:nvCxnSpPr>
        <p:spPr>
          <a:xfrm rot="16200000" flipV="1">
            <a:off x="4458191" y="2925251"/>
            <a:ext cx="28080" cy="683"/>
          </a:xfrm>
          <a:prstGeom prst="bentConnector3">
            <a:avLst>
              <a:gd name="adj1" fmla="val 34498"/>
            </a:avLst>
          </a:prstGeom>
          <a:ln w="15875">
            <a:solidFill>
              <a:schemeClr val="accent6">
                <a:lumMod val="40000"/>
                <a:lumOff val="60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08" name="Connector: Elbow 764">
            <a:extLst>
              <a:ext uri="{FF2B5EF4-FFF2-40B4-BE49-F238E27FC236}">
                <a16:creationId xmlns:a16="http://schemas.microsoft.com/office/drawing/2014/main" id="{E6138B1E-0376-2646-84D6-85A46D0444AC}"/>
              </a:ext>
            </a:extLst>
          </p:cNvPr>
          <p:cNvCxnSpPr>
            <a:cxnSpLocks/>
          </p:cNvCxnSpPr>
          <p:nvPr/>
        </p:nvCxnSpPr>
        <p:spPr>
          <a:xfrm rot="5400000">
            <a:off x="4458191" y="3056783"/>
            <a:ext cx="28080" cy="683"/>
          </a:xfrm>
          <a:prstGeom prst="bentConnector3">
            <a:avLst>
              <a:gd name="adj1" fmla="val 34498"/>
            </a:avLst>
          </a:prstGeom>
          <a:ln w="15875">
            <a:solidFill>
              <a:schemeClr val="accent6">
                <a:lumMod val="40000"/>
                <a:lumOff val="60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109" name="Rectangle 108">
            <a:extLst>
              <a:ext uri="{FF2B5EF4-FFF2-40B4-BE49-F238E27FC236}">
                <a16:creationId xmlns:a16="http://schemas.microsoft.com/office/drawing/2014/main" id="{B6223A59-7587-FE46-B419-58FA4E48818E}"/>
              </a:ext>
            </a:extLst>
          </p:cNvPr>
          <p:cNvSpPr/>
          <p:nvPr/>
        </p:nvSpPr>
        <p:spPr bwMode="auto">
          <a:xfrm>
            <a:off x="5943596" y="2642594"/>
            <a:ext cx="1278588" cy="1346618"/>
          </a:xfrm>
          <a:prstGeom prst="rect">
            <a:avLst/>
          </a:prstGeom>
          <a:noFill/>
          <a:ln>
            <a:solidFill>
              <a:schemeClr val="bg1">
                <a:lumMod val="65000"/>
              </a:schemeClr>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horz" wrap="square" lIns="182854" tIns="36000" rIns="182854" bIns="14628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l" defTabSz="710457" rtl="0" eaLnBrk="1" fontAlgn="auto" latinLnBrk="0" hangingPunct="1">
              <a:lnSpc>
                <a:spcPct val="100000"/>
              </a:lnSpc>
              <a:spcBef>
                <a:spcPct val="0"/>
              </a:spcBef>
              <a:spcAft>
                <a:spcPct val="35000"/>
              </a:spcAft>
              <a:buClrTx/>
              <a:buSzTx/>
              <a:buFontTx/>
              <a:buNone/>
              <a:tabLst/>
              <a:defRPr/>
            </a:pPr>
            <a:endParaRPr kumimoji="0" lang="en-AU" sz="900" b="0" i="0" u="none" strike="noStrike" kern="0" cap="none" spc="0" normalizeH="0" baseline="0" noProof="0" dirty="0">
              <a:ln>
                <a:noFill/>
              </a:ln>
              <a:solidFill>
                <a:srgbClr val="1A1A1A"/>
              </a:solidFill>
              <a:effectLst/>
              <a:uLnTx/>
              <a:uFillTx/>
              <a:latin typeface="Arial" panose="020B0604020202020204" pitchFamily="34" charset="0"/>
              <a:cs typeface="Arial" panose="020B0604020202020204" pitchFamily="34" charset="0"/>
            </a:endParaRPr>
          </a:p>
        </p:txBody>
      </p:sp>
      <p:cxnSp>
        <p:nvCxnSpPr>
          <p:cNvPr id="110" name="Connector: Elbow 565">
            <a:extLst>
              <a:ext uri="{FF2B5EF4-FFF2-40B4-BE49-F238E27FC236}">
                <a16:creationId xmlns:a16="http://schemas.microsoft.com/office/drawing/2014/main" id="{7BC00D05-D5C4-9E42-8E9B-CEC4D80CDA81}"/>
              </a:ext>
            </a:extLst>
          </p:cNvPr>
          <p:cNvCxnSpPr>
            <a:cxnSpLocks/>
          </p:cNvCxnSpPr>
          <p:nvPr/>
        </p:nvCxnSpPr>
        <p:spPr>
          <a:xfrm flipV="1">
            <a:off x="5836867" y="1803732"/>
            <a:ext cx="34256" cy="560"/>
          </a:xfrm>
          <a:prstGeom prst="bentConnector3">
            <a:avLst>
              <a:gd name="adj1" fmla="val 34498"/>
            </a:avLst>
          </a:prstGeom>
          <a:ln w="15875">
            <a:solidFill>
              <a:schemeClr val="accent6">
                <a:lumMod val="40000"/>
                <a:lumOff val="60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16" name="Connector: Elbow 764">
            <a:extLst>
              <a:ext uri="{FF2B5EF4-FFF2-40B4-BE49-F238E27FC236}">
                <a16:creationId xmlns:a16="http://schemas.microsoft.com/office/drawing/2014/main" id="{8B932C91-69E0-384C-AD9F-9A1CE863CF4B}"/>
              </a:ext>
            </a:extLst>
          </p:cNvPr>
          <p:cNvCxnSpPr>
            <a:cxnSpLocks/>
          </p:cNvCxnSpPr>
          <p:nvPr/>
        </p:nvCxnSpPr>
        <p:spPr>
          <a:xfrm rot="5400000">
            <a:off x="4458191" y="1517365"/>
            <a:ext cx="28080" cy="683"/>
          </a:xfrm>
          <a:prstGeom prst="bentConnector3">
            <a:avLst>
              <a:gd name="adj1" fmla="val 34498"/>
            </a:avLst>
          </a:prstGeom>
          <a:ln w="15875">
            <a:solidFill>
              <a:schemeClr val="accent6">
                <a:lumMod val="40000"/>
                <a:lumOff val="60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23" name="Connector: Elbow 763">
            <a:extLst>
              <a:ext uri="{FF2B5EF4-FFF2-40B4-BE49-F238E27FC236}">
                <a16:creationId xmlns:a16="http://schemas.microsoft.com/office/drawing/2014/main" id="{C56098BB-FACA-B143-80E3-6C278D6E0041}"/>
              </a:ext>
            </a:extLst>
          </p:cNvPr>
          <p:cNvCxnSpPr>
            <a:cxnSpLocks/>
          </p:cNvCxnSpPr>
          <p:nvPr/>
        </p:nvCxnSpPr>
        <p:spPr>
          <a:xfrm rot="16200000" flipV="1">
            <a:off x="2461531" y="1430055"/>
            <a:ext cx="28080" cy="683"/>
          </a:xfrm>
          <a:prstGeom prst="bentConnector3">
            <a:avLst>
              <a:gd name="adj1" fmla="val 34498"/>
            </a:avLst>
          </a:prstGeom>
          <a:ln w="15875">
            <a:solidFill>
              <a:schemeClr val="accent6">
                <a:lumMod val="40000"/>
                <a:lumOff val="60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24" name="Connector: Elbow 764">
            <a:extLst>
              <a:ext uri="{FF2B5EF4-FFF2-40B4-BE49-F238E27FC236}">
                <a16:creationId xmlns:a16="http://schemas.microsoft.com/office/drawing/2014/main" id="{FC1DF33D-0D6A-D745-85FB-0CB88E8E62C5}"/>
              </a:ext>
            </a:extLst>
          </p:cNvPr>
          <p:cNvCxnSpPr>
            <a:cxnSpLocks/>
          </p:cNvCxnSpPr>
          <p:nvPr/>
        </p:nvCxnSpPr>
        <p:spPr>
          <a:xfrm rot="5400000">
            <a:off x="2461531" y="1568166"/>
            <a:ext cx="28080" cy="683"/>
          </a:xfrm>
          <a:prstGeom prst="bentConnector3">
            <a:avLst>
              <a:gd name="adj1" fmla="val 34498"/>
            </a:avLst>
          </a:prstGeom>
          <a:ln w="15875">
            <a:solidFill>
              <a:schemeClr val="accent6">
                <a:lumMod val="40000"/>
                <a:lumOff val="60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136" name="Rectangle 135">
            <a:extLst>
              <a:ext uri="{FF2B5EF4-FFF2-40B4-BE49-F238E27FC236}">
                <a16:creationId xmlns:a16="http://schemas.microsoft.com/office/drawing/2014/main" id="{5BF5F6A6-6DFD-7E4A-BFFB-0D70567579D1}"/>
              </a:ext>
            </a:extLst>
          </p:cNvPr>
          <p:cNvSpPr/>
          <p:nvPr/>
        </p:nvSpPr>
        <p:spPr bwMode="auto">
          <a:xfrm>
            <a:off x="5943596" y="1573909"/>
            <a:ext cx="1278588" cy="353817"/>
          </a:xfrm>
          <a:prstGeom prst="rect">
            <a:avLst/>
          </a:prstGeom>
          <a:noFill/>
          <a:ln w="28575">
            <a:solidFill>
              <a:schemeClr val="accent1"/>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horz" wrap="square" lIns="182854" tIns="36000" rIns="182854" bIns="14628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l" defTabSz="710457" rtl="0" eaLnBrk="1" fontAlgn="auto" latinLnBrk="0" hangingPunct="1">
              <a:lnSpc>
                <a:spcPct val="100000"/>
              </a:lnSpc>
              <a:spcBef>
                <a:spcPct val="0"/>
              </a:spcBef>
              <a:spcAft>
                <a:spcPct val="35000"/>
              </a:spcAft>
              <a:buClrTx/>
              <a:buSzTx/>
              <a:buFontTx/>
              <a:buNone/>
              <a:tabLst/>
              <a:defRPr/>
            </a:pPr>
            <a:endParaRPr kumimoji="0" lang="en-AU" sz="900" b="0" i="0" u="none" strike="noStrike" kern="0" cap="none" spc="0" normalizeH="0" baseline="0" noProof="0" dirty="0">
              <a:ln>
                <a:noFill/>
              </a:ln>
              <a:solidFill>
                <a:srgbClr val="1A1A1A"/>
              </a:solidFill>
              <a:effectLst/>
              <a:uLnTx/>
              <a:uFillTx/>
              <a:latin typeface="Arial" panose="020B0604020202020204" pitchFamily="34" charset="0"/>
              <a:cs typeface="Arial" panose="020B0604020202020204" pitchFamily="34" charset="0"/>
            </a:endParaRPr>
          </a:p>
        </p:txBody>
      </p:sp>
      <p:sp>
        <p:nvSpPr>
          <p:cNvPr id="138" name="Rectangle 137">
            <a:extLst>
              <a:ext uri="{FF2B5EF4-FFF2-40B4-BE49-F238E27FC236}">
                <a16:creationId xmlns:a16="http://schemas.microsoft.com/office/drawing/2014/main" id="{688E0931-DC84-D64C-B56D-B764DDE4ADF5}"/>
              </a:ext>
            </a:extLst>
          </p:cNvPr>
          <p:cNvSpPr/>
          <p:nvPr/>
        </p:nvSpPr>
        <p:spPr>
          <a:xfrm>
            <a:off x="5942827" y="1558201"/>
            <a:ext cx="1287634" cy="215444"/>
          </a:xfrm>
          <a:prstGeom prst="rect">
            <a:avLst/>
          </a:prstGeom>
          <a:noFill/>
          <a:ln>
            <a:noFill/>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710457" rtl="0" eaLnBrk="1" fontAlgn="auto" latinLnBrk="0" hangingPunct="1">
              <a:lnSpc>
                <a:spcPct val="100000"/>
              </a:lnSpc>
              <a:spcBef>
                <a:spcPct val="0"/>
              </a:spcBef>
              <a:spcAft>
                <a:spcPts val="0"/>
              </a:spcAft>
              <a:buClrTx/>
              <a:buSzTx/>
              <a:buFontTx/>
              <a:buNone/>
              <a:tabLst/>
              <a:defRPr/>
            </a:pPr>
            <a:r>
              <a:rPr kumimoji="0" lang="en-AU" sz="800" b="0" i="0" u="none" strike="noStrike" kern="0" cap="none" spc="0" normalizeH="0" baseline="0" noProof="0" dirty="0">
                <a:ln>
                  <a:noFill/>
                </a:ln>
                <a:solidFill>
                  <a:srgbClr val="1A1A1A"/>
                </a:solidFill>
                <a:effectLst/>
                <a:uLnTx/>
                <a:uFillTx/>
                <a:latin typeface="Arial" panose="020B0604020202020204" pitchFamily="34" charset="0"/>
                <a:cs typeface="Arial" panose="020B0604020202020204" pitchFamily="34" charset="0"/>
              </a:rPr>
              <a:t>Processing</a:t>
            </a:r>
          </a:p>
        </p:txBody>
      </p:sp>
      <p:cxnSp>
        <p:nvCxnSpPr>
          <p:cNvPr id="148" name="Connector: Elbow 666">
            <a:extLst>
              <a:ext uri="{FF2B5EF4-FFF2-40B4-BE49-F238E27FC236}">
                <a16:creationId xmlns:a16="http://schemas.microsoft.com/office/drawing/2014/main" id="{87B1152C-9E0C-464F-9AB6-35C904C9A48C}"/>
              </a:ext>
            </a:extLst>
          </p:cNvPr>
          <p:cNvCxnSpPr>
            <a:cxnSpLocks/>
          </p:cNvCxnSpPr>
          <p:nvPr/>
        </p:nvCxnSpPr>
        <p:spPr>
          <a:xfrm flipV="1">
            <a:off x="5819933" y="3469613"/>
            <a:ext cx="34256" cy="560"/>
          </a:xfrm>
          <a:prstGeom prst="bentConnector3">
            <a:avLst>
              <a:gd name="adj1" fmla="val 34498"/>
            </a:avLst>
          </a:prstGeom>
          <a:ln w="15875">
            <a:solidFill>
              <a:schemeClr val="accent6">
                <a:lumMod val="40000"/>
                <a:lumOff val="60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149" name="Rectangle 148">
            <a:extLst>
              <a:ext uri="{FF2B5EF4-FFF2-40B4-BE49-F238E27FC236}">
                <a16:creationId xmlns:a16="http://schemas.microsoft.com/office/drawing/2014/main" id="{EC78C949-AC7E-854E-A062-80D82F3771C4}"/>
              </a:ext>
            </a:extLst>
          </p:cNvPr>
          <p:cNvSpPr/>
          <p:nvPr/>
        </p:nvSpPr>
        <p:spPr bwMode="auto">
          <a:xfrm>
            <a:off x="5940174" y="2081048"/>
            <a:ext cx="1278588" cy="451314"/>
          </a:xfrm>
          <a:prstGeom prst="rect">
            <a:avLst/>
          </a:prstGeom>
          <a:noFill/>
          <a:ln w="28575">
            <a:solidFill>
              <a:schemeClr val="accent1"/>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horz" wrap="square" lIns="182854" tIns="36000" rIns="182854" bIns="14628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l" defTabSz="710457" rtl="0" eaLnBrk="1" fontAlgn="auto" latinLnBrk="0" hangingPunct="1">
              <a:lnSpc>
                <a:spcPct val="100000"/>
              </a:lnSpc>
              <a:spcBef>
                <a:spcPct val="0"/>
              </a:spcBef>
              <a:spcAft>
                <a:spcPct val="35000"/>
              </a:spcAft>
              <a:buClrTx/>
              <a:buSzTx/>
              <a:buFontTx/>
              <a:buNone/>
              <a:tabLst/>
              <a:defRPr/>
            </a:pPr>
            <a:endParaRPr kumimoji="0" lang="en-AU" sz="900" b="0" i="0" u="none" strike="noStrike" kern="0" cap="none" spc="0" normalizeH="0" baseline="0" noProof="0" dirty="0">
              <a:ln>
                <a:noFill/>
              </a:ln>
              <a:solidFill>
                <a:srgbClr val="1A1A1A"/>
              </a:solidFill>
              <a:effectLst/>
              <a:uLnTx/>
              <a:uFillTx/>
              <a:latin typeface="Arial" panose="020B0604020202020204" pitchFamily="34" charset="0"/>
              <a:cs typeface="Arial" panose="020B0604020202020204" pitchFamily="34" charset="0"/>
            </a:endParaRPr>
          </a:p>
        </p:txBody>
      </p:sp>
      <p:cxnSp>
        <p:nvCxnSpPr>
          <p:cNvPr id="150" name="Connector: Elbow 565">
            <a:extLst>
              <a:ext uri="{FF2B5EF4-FFF2-40B4-BE49-F238E27FC236}">
                <a16:creationId xmlns:a16="http://schemas.microsoft.com/office/drawing/2014/main" id="{8D397307-3BD2-8D4B-A37A-E06B959C0FFD}"/>
              </a:ext>
            </a:extLst>
          </p:cNvPr>
          <p:cNvCxnSpPr>
            <a:cxnSpLocks/>
          </p:cNvCxnSpPr>
          <p:nvPr/>
        </p:nvCxnSpPr>
        <p:spPr>
          <a:xfrm rot="5400000" flipV="1">
            <a:off x="6543246" y="2019538"/>
            <a:ext cx="34256" cy="560"/>
          </a:xfrm>
          <a:prstGeom prst="bentConnector3">
            <a:avLst>
              <a:gd name="adj1" fmla="val 34498"/>
            </a:avLst>
          </a:prstGeom>
          <a:ln w="15875">
            <a:solidFill>
              <a:schemeClr val="accent6">
                <a:lumMod val="40000"/>
                <a:lumOff val="60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151" name="Rectangle 150">
            <a:extLst>
              <a:ext uri="{FF2B5EF4-FFF2-40B4-BE49-F238E27FC236}">
                <a16:creationId xmlns:a16="http://schemas.microsoft.com/office/drawing/2014/main" id="{96E7F87C-F300-9344-A300-B22A560835D3}"/>
              </a:ext>
            </a:extLst>
          </p:cNvPr>
          <p:cNvSpPr/>
          <p:nvPr/>
        </p:nvSpPr>
        <p:spPr>
          <a:xfrm>
            <a:off x="5939055" y="2077887"/>
            <a:ext cx="1278587" cy="215444"/>
          </a:xfrm>
          <a:prstGeom prst="rect">
            <a:avLst/>
          </a:prstGeom>
          <a:noFill/>
          <a:ln>
            <a:noFill/>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710457" rtl="0" eaLnBrk="1" fontAlgn="auto" latinLnBrk="0" hangingPunct="1">
              <a:lnSpc>
                <a:spcPct val="100000"/>
              </a:lnSpc>
              <a:spcBef>
                <a:spcPct val="0"/>
              </a:spcBef>
              <a:spcAft>
                <a:spcPts val="0"/>
              </a:spcAft>
              <a:buClrTx/>
              <a:buSzTx/>
              <a:buFontTx/>
              <a:buNone/>
              <a:tabLst/>
              <a:defRPr/>
            </a:pPr>
            <a:r>
              <a:rPr kumimoji="0" lang="en-AU" sz="800" b="0" i="0" u="none" strike="noStrike" kern="0" cap="none" spc="0" normalizeH="0" baseline="0" noProof="0" dirty="0">
                <a:ln>
                  <a:noFill/>
                </a:ln>
                <a:solidFill>
                  <a:srgbClr val="1A1A1A"/>
                </a:solidFill>
                <a:effectLst/>
                <a:uLnTx/>
                <a:uFillTx/>
                <a:latin typeface="Arial" panose="020B0604020202020204" pitchFamily="34" charset="0"/>
                <a:cs typeface="Arial" panose="020B0604020202020204" pitchFamily="34" charset="0"/>
              </a:rPr>
              <a:t>AI / ML</a:t>
            </a:r>
          </a:p>
        </p:txBody>
      </p:sp>
      <p:cxnSp>
        <p:nvCxnSpPr>
          <p:cNvPr id="152" name="Connector: Elbow 565">
            <a:extLst>
              <a:ext uri="{FF2B5EF4-FFF2-40B4-BE49-F238E27FC236}">
                <a16:creationId xmlns:a16="http://schemas.microsoft.com/office/drawing/2014/main" id="{7C963EFE-4AF6-C046-9303-F5CB508F5189}"/>
              </a:ext>
            </a:extLst>
          </p:cNvPr>
          <p:cNvCxnSpPr>
            <a:cxnSpLocks/>
          </p:cNvCxnSpPr>
          <p:nvPr/>
        </p:nvCxnSpPr>
        <p:spPr>
          <a:xfrm flipV="1">
            <a:off x="5836867" y="2750388"/>
            <a:ext cx="34256" cy="560"/>
          </a:xfrm>
          <a:prstGeom prst="bentConnector3">
            <a:avLst>
              <a:gd name="adj1" fmla="val 34498"/>
            </a:avLst>
          </a:prstGeom>
          <a:ln w="15875">
            <a:solidFill>
              <a:schemeClr val="accent6">
                <a:lumMod val="40000"/>
                <a:lumOff val="60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53" name="Connector: Elbow 565">
            <a:extLst>
              <a:ext uri="{FF2B5EF4-FFF2-40B4-BE49-F238E27FC236}">
                <a16:creationId xmlns:a16="http://schemas.microsoft.com/office/drawing/2014/main" id="{DBDD9143-AA3C-CC48-8174-2764F580C769}"/>
              </a:ext>
            </a:extLst>
          </p:cNvPr>
          <p:cNvCxnSpPr>
            <a:cxnSpLocks/>
          </p:cNvCxnSpPr>
          <p:nvPr/>
        </p:nvCxnSpPr>
        <p:spPr>
          <a:xfrm flipV="1">
            <a:off x="7350554" y="2251764"/>
            <a:ext cx="34256" cy="560"/>
          </a:xfrm>
          <a:prstGeom prst="bentConnector3">
            <a:avLst>
              <a:gd name="adj1" fmla="val 34498"/>
            </a:avLst>
          </a:prstGeom>
          <a:ln w="15875">
            <a:solidFill>
              <a:schemeClr val="accent6">
                <a:lumMod val="40000"/>
                <a:lumOff val="60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54" name="Connector: Elbow 666">
            <a:extLst>
              <a:ext uri="{FF2B5EF4-FFF2-40B4-BE49-F238E27FC236}">
                <a16:creationId xmlns:a16="http://schemas.microsoft.com/office/drawing/2014/main" id="{44D540A8-DF04-2C46-8459-526E791EE0CC}"/>
              </a:ext>
            </a:extLst>
          </p:cNvPr>
          <p:cNvCxnSpPr>
            <a:cxnSpLocks/>
          </p:cNvCxnSpPr>
          <p:nvPr/>
        </p:nvCxnSpPr>
        <p:spPr>
          <a:xfrm flipV="1">
            <a:off x="7333620" y="3463884"/>
            <a:ext cx="34256" cy="560"/>
          </a:xfrm>
          <a:prstGeom prst="bentConnector3">
            <a:avLst>
              <a:gd name="adj1" fmla="val 34498"/>
            </a:avLst>
          </a:prstGeom>
          <a:ln w="15875">
            <a:solidFill>
              <a:schemeClr val="accent6">
                <a:lumMod val="40000"/>
                <a:lumOff val="60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55" name="Connector: Elbow 565">
            <a:extLst>
              <a:ext uri="{FF2B5EF4-FFF2-40B4-BE49-F238E27FC236}">
                <a16:creationId xmlns:a16="http://schemas.microsoft.com/office/drawing/2014/main" id="{A813B633-03ED-624A-93FC-1139E9943F6B}"/>
              </a:ext>
            </a:extLst>
          </p:cNvPr>
          <p:cNvCxnSpPr>
            <a:cxnSpLocks/>
          </p:cNvCxnSpPr>
          <p:nvPr/>
        </p:nvCxnSpPr>
        <p:spPr>
          <a:xfrm flipV="1">
            <a:off x="7350554" y="2744659"/>
            <a:ext cx="34256" cy="560"/>
          </a:xfrm>
          <a:prstGeom prst="bentConnector3">
            <a:avLst>
              <a:gd name="adj1" fmla="val 34498"/>
            </a:avLst>
          </a:prstGeom>
          <a:ln w="15875">
            <a:solidFill>
              <a:schemeClr val="accent6">
                <a:lumMod val="40000"/>
                <a:lumOff val="60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grpSp>
        <p:nvGrpSpPr>
          <p:cNvPr id="112" name="Group 111">
            <a:extLst>
              <a:ext uri="{FF2B5EF4-FFF2-40B4-BE49-F238E27FC236}">
                <a16:creationId xmlns:a16="http://schemas.microsoft.com/office/drawing/2014/main" id="{4CA399F7-A7F7-414E-879B-554BF99D6439}"/>
              </a:ext>
            </a:extLst>
          </p:cNvPr>
          <p:cNvGrpSpPr/>
          <p:nvPr/>
        </p:nvGrpSpPr>
        <p:grpSpPr>
          <a:xfrm>
            <a:off x="659490" y="3691548"/>
            <a:ext cx="262382" cy="166063"/>
            <a:chOff x="4618919" y="1957733"/>
            <a:chExt cx="1762671" cy="1415797"/>
          </a:xfrm>
          <a:solidFill>
            <a:schemeClr val="accent6">
              <a:lumMod val="20000"/>
              <a:lumOff val="80000"/>
            </a:schemeClr>
          </a:solidFill>
        </p:grpSpPr>
        <p:grpSp>
          <p:nvGrpSpPr>
            <p:cNvPr id="113" name="Group 112">
              <a:extLst>
                <a:ext uri="{FF2B5EF4-FFF2-40B4-BE49-F238E27FC236}">
                  <a16:creationId xmlns:a16="http://schemas.microsoft.com/office/drawing/2014/main" id="{2BCD0250-7D7E-E54F-8FA8-09B53E232461}"/>
                </a:ext>
              </a:extLst>
            </p:cNvPr>
            <p:cNvGrpSpPr/>
            <p:nvPr/>
          </p:nvGrpSpPr>
          <p:grpSpPr>
            <a:xfrm>
              <a:off x="4618919" y="1957733"/>
              <a:ext cx="1762671" cy="1415797"/>
              <a:chOff x="3027363" y="2582832"/>
              <a:chExt cx="701675" cy="563593"/>
            </a:xfrm>
            <a:grpFill/>
          </p:grpSpPr>
          <p:sp>
            <p:nvSpPr>
              <p:cNvPr id="115" name="Freeform 114">
                <a:extLst>
                  <a:ext uri="{FF2B5EF4-FFF2-40B4-BE49-F238E27FC236}">
                    <a16:creationId xmlns:a16="http://schemas.microsoft.com/office/drawing/2014/main" id="{EAE37A4D-CBC4-7E42-B27C-6610EE083804}"/>
                  </a:ext>
                </a:extLst>
              </p:cNvPr>
              <p:cNvSpPr>
                <a:spLocks noEditPoints="1"/>
              </p:cNvSpPr>
              <p:nvPr/>
            </p:nvSpPr>
            <p:spPr bwMode="auto">
              <a:xfrm>
                <a:off x="3027363" y="2689225"/>
                <a:ext cx="701675" cy="457200"/>
              </a:xfrm>
              <a:custGeom>
                <a:avLst/>
                <a:gdLst>
                  <a:gd name="T0" fmla="*/ 1454 w 2907"/>
                  <a:gd name="T1" fmla="*/ 1887 h 1887"/>
                  <a:gd name="T2" fmla="*/ 186 w 2907"/>
                  <a:gd name="T3" fmla="*/ 1887 h 1887"/>
                  <a:gd name="T4" fmla="*/ 1 w 2907"/>
                  <a:gd name="T5" fmla="*/ 1704 h 1887"/>
                  <a:gd name="T6" fmla="*/ 1 w 2907"/>
                  <a:gd name="T7" fmla="*/ 180 h 1887"/>
                  <a:gd name="T8" fmla="*/ 182 w 2907"/>
                  <a:gd name="T9" fmla="*/ 0 h 1887"/>
                  <a:gd name="T10" fmla="*/ 2724 w 2907"/>
                  <a:gd name="T11" fmla="*/ 0 h 1887"/>
                  <a:gd name="T12" fmla="*/ 2906 w 2907"/>
                  <a:gd name="T13" fmla="*/ 180 h 1887"/>
                  <a:gd name="T14" fmla="*/ 2906 w 2907"/>
                  <a:gd name="T15" fmla="*/ 1710 h 1887"/>
                  <a:gd name="T16" fmla="*/ 2728 w 2907"/>
                  <a:gd name="T17" fmla="*/ 1887 h 1887"/>
                  <a:gd name="T18" fmla="*/ 1454 w 2907"/>
                  <a:gd name="T19" fmla="*/ 1887 h 1887"/>
                  <a:gd name="T20" fmla="*/ 148 w 2907"/>
                  <a:gd name="T21" fmla="*/ 1737 h 1887"/>
                  <a:gd name="T22" fmla="*/ 2757 w 2907"/>
                  <a:gd name="T23" fmla="*/ 1737 h 1887"/>
                  <a:gd name="T24" fmla="*/ 2757 w 2907"/>
                  <a:gd name="T25" fmla="*/ 148 h 1887"/>
                  <a:gd name="T26" fmla="*/ 148 w 2907"/>
                  <a:gd name="T27" fmla="*/ 148 h 1887"/>
                  <a:gd name="T28" fmla="*/ 148 w 2907"/>
                  <a:gd name="T29" fmla="*/ 1737 h 18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07" h="1887">
                    <a:moveTo>
                      <a:pt x="1454" y="1887"/>
                    </a:moveTo>
                    <a:cubicBezTo>
                      <a:pt x="1031" y="1887"/>
                      <a:pt x="608" y="1887"/>
                      <a:pt x="186" y="1887"/>
                    </a:cubicBezTo>
                    <a:cubicBezTo>
                      <a:pt x="51" y="1887"/>
                      <a:pt x="1" y="1838"/>
                      <a:pt x="1" y="1704"/>
                    </a:cubicBezTo>
                    <a:cubicBezTo>
                      <a:pt x="0" y="1196"/>
                      <a:pt x="0" y="688"/>
                      <a:pt x="1" y="180"/>
                    </a:cubicBezTo>
                    <a:cubicBezTo>
                      <a:pt x="1" y="51"/>
                      <a:pt x="52" y="0"/>
                      <a:pt x="182" y="0"/>
                    </a:cubicBezTo>
                    <a:cubicBezTo>
                      <a:pt x="1030" y="0"/>
                      <a:pt x="1877" y="0"/>
                      <a:pt x="2724" y="0"/>
                    </a:cubicBezTo>
                    <a:cubicBezTo>
                      <a:pt x="2854" y="0"/>
                      <a:pt x="2906" y="51"/>
                      <a:pt x="2906" y="180"/>
                    </a:cubicBezTo>
                    <a:cubicBezTo>
                      <a:pt x="2907" y="690"/>
                      <a:pt x="2907" y="1200"/>
                      <a:pt x="2906" y="1710"/>
                    </a:cubicBezTo>
                    <a:cubicBezTo>
                      <a:pt x="2906" y="1836"/>
                      <a:pt x="2854" y="1887"/>
                      <a:pt x="2728" y="1887"/>
                    </a:cubicBezTo>
                    <a:cubicBezTo>
                      <a:pt x="2303" y="1887"/>
                      <a:pt x="1878" y="1887"/>
                      <a:pt x="1454" y="1887"/>
                    </a:cubicBezTo>
                    <a:close/>
                    <a:moveTo>
                      <a:pt x="148" y="1737"/>
                    </a:moveTo>
                    <a:cubicBezTo>
                      <a:pt x="1019" y="1737"/>
                      <a:pt x="1888" y="1737"/>
                      <a:pt x="2757" y="1737"/>
                    </a:cubicBezTo>
                    <a:cubicBezTo>
                      <a:pt x="2757" y="1205"/>
                      <a:pt x="2757" y="676"/>
                      <a:pt x="2757" y="148"/>
                    </a:cubicBezTo>
                    <a:cubicBezTo>
                      <a:pt x="1885" y="148"/>
                      <a:pt x="1018" y="148"/>
                      <a:pt x="148" y="148"/>
                    </a:cubicBezTo>
                    <a:cubicBezTo>
                      <a:pt x="148" y="679"/>
                      <a:pt x="148" y="1206"/>
                      <a:pt x="148" y="1737"/>
                    </a:cubicBezTo>
                    <a:close/>
                  </a:path>
                </a:pathLst>
              </a:custGeom>
              <a:grpFill/>
              <a:ln>
                <a:solidFill>
                  <a:schemeClr val="accent6">
                    <a:lumMod val="40000"/>
                    <a:lumOff val="60000"/>
                  </a:schemeClr>
                </a:solidFill>
              </a:ln>
            </p:spPr>
            <p:txBody>
              <a:bodyPr vert="horz" wrap="square" lIns="89642" tIns="44821" rIns="89642" bIns="44821"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72290" rtl="0" eaLnBrk="1" fontAlgn="auto" latinLnBrk="0" hangingPunct="1">
                  <a:lnSpc>
                    <a:spcPct val="100000"/>
                  </a:lnSpc>
                  <a:spcBef>
                    <a:spcPts val="0"/>
                  </a:spcBef>
                  <a:spcAft>
                    <a:spcPts val="0"/>
                  </a:spcAft>
                  <a:buClrTx/>
                  <a:buSzTx/>
                  <a:buFontTx/>
                  <a:buNone/>
                  <a:tabLst/>
                  <a:defRPr/>
                </a:pPr>
                <a:endParaRPr kumimoji="0" lang="en-US" sz="500" b="0" i="0" u="none" strike="noStrike" kern="0" cap="none" spc="0" normalizeH="0" baseline="0" noProof="0">
                  <a:ln>
                    <a:noFill/>
                  </a:ln>
                  <a:solidFill>
                    <a:srgbClr val="1A1A1A"/>
                  </a:solidFill>
                  <a:effectLst/>
                  <a:uLnTx/>
                  <a:uFillTx/>
                  <a:latin typeface="Arial" panose="020B0604020202020204" pitchFamily="34" charset="0"/>
                  <a:cs typeface="Arial" panose="020B0604020202020204" pitchFamily="34" charset="0"/>
                </a:endParaRPr>
              </a:p>
            </p:txBody>
          </p:sp>
          <p:sp>
            <p:nvSpPr>
              <p:cNvPr id="117" name="Freeform 116">
                <a:extLst>
                  <a:ext uri="{FF2B5EF4-FFF2-40B4-BE49-F238E27FC236}">
                    <a16:creationId xmlns:a16="http://schemas.microsoft.com/office/drawing/2014/main" id="{1B891D9B-7796-C044-BBB3-854C99C67963}"/>
                  </a:ext>
                </a:extLst>
              </p:cNvPr>
              <p:cNvSpPr>
                <a:spLocks noEditPoints="1"/>
              </p:cNvSpPr>
              <p:nvPr/>
            </p:nvSpPr>
            <p:spPr bwMode="auto">
              <a:xfrm>
                <a:off x="3027363" y="2582832"/>
                <a:ext cx="701675" cy="74613"/>
              </a:xfrm>
              <a:custGeom>
                <a:avLst/>
                <a:gdLst>
                  <a:gd name="T0" fmla="*/ 5 w 2906"/>
                  <a:gd name="T1" fmla="*/ 310 h 312"/>
                  <a:gd name="T2" fmla="*/ 7 w 2906"/>
                  <a:gd name="T3" fmla="*/ 117 h 312"/>
                  <a:gd name="T4" fmla="*/ 125 w 2906"/>
                  <a:gd name="T5" fmla="*/ 3 h 312"/>
                  <a:gd name="T6" fmla="*/ 198 w 2906"/>
                  <a:gd name="T7" fmla="*/ 1 h 312"/>
                  <a:gd name="T8" fmla="*/ 2710 w 2906"/>
                  <a:gd name="T9" fmla="*/ 1 h 312"/>
                  <a:gd name="T10" fmla="*/ 2906 w 2906"/>
                  <a:gd name="T11" fmla="*/ 197 h 312"/>
                  <a:gd name="T12" fmla="*/ 2906 w 2906"/>
                  <a:gd name="T13" fmla="*/ 312 h 312"/>
                  <a:gd name="T14" fmla="*/ 2691 w 2906"/>
                  <a:gd name="T15" fmla="*/ 294 h 312"/>
                  <a:gd name="T16" fmla="*/ 137 w 2906"/>
                  <a:gd name="T17" fmla="*/ 294 h 312"/>
                  <a:gd name="T18" fmla="*/ 5 w 2906"/>
                  <a:gd name="T19" fmla="*/ 310 h 312"/>
                  <a:gd name="T20" fmla="*/ 2615 w 2906"/>
                  <a:gd name="T21" fmla="*/ 98 h 312"/>
                  <a:gd name="T22" fmla="*/ 2608 w 2906"/>
                  <a:gd name="T23" fmla="*/ 106 h 312"/>
                  <a:gd name="T24" fmla="*/ 2643 w 2906"/>
                  <a:gd name="T25" fmla="*/ 151 h 312"/>
                  <a:gd name="T26" fmla="*/ 2619 w 2906"/>
                  <a:gd name="T27" fmla="*/ 184 h 312"/>
                  <a:gd name="T28" fmla="*/ 2707 w 2906"/>
                  <a:gd name="T29" fmla="*/ 184 h 312"/>
                  <a:gd name="T30" fmla="*/ 2681 w 2906"/>
                  <a:gd name="T31" fmla="*/ 150 h 312"/>
                  <a:gd name="T32" fmla="*/ 2716 w 2906"/>
                  <a:gd name="T33" fmla="*/ 105 h 312"/>
                  <a:gd name="T34" fmla="*/ 2710 w 2906"/>
                  <a:gd name="T35" fmla="*/ 99 h 312"/>
                  <a:gd name="T36" fmla="*/ 2662 w 2906"/>
                  <a:gd name="T37" fmla="*/ 129 h 312"/>
                  <a:gd name="T38" fmla="*/ 2615 w 2906"/>
                  <a:gd name="T39" fmla="*/ 98 h 312"/>
                  <a:gd name="T40" fmla="*/ 2404 w 2906"/>
                  <a:gd name="T41" fmla="*/ 103 h 312"/>
                  <a:gd name="T42" fmla="*/ 2404 w 2906"/>
                  <a:gd name="T43" fmla="*/ 193 h 312"/>
                  <a:gd name="T44" fmla="*/ 2492 w 2906"/>
                  <a:gd name="T45" fmla="*/ 193 h 312"/>
                  <a:gd name="T46" fmla="*/ 2492 w 2906"/>
                  <a:gd name="T47" fmla="*/ 103 h 312"/>
                  <a:gd name="T48" fmla="*/ 2404 w 2906"/>
                  <a:gd name="T49" fmla="*/ 103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906" h="312">
                    <a:moveTo>
                      <a:pt x="5" y="310"/>
                    </a:moveTo>
                    <a:cubicBezTo>
                      <a:pt x="5" y="249"/>
                      <a:pt x="0" y="182"/>
                      <a:pt x="7" y="117"/>
                    </a:cubicBezTo>
                    <a:cubicBezTo>
                      <a:pt x="13" y="55"/>
                      <a:pt x="63" y="12"/>
                      <a:pt x="125" y="3"/>
                    </a:cubicBezTo>
                    <a:cubicBezTo>
                      <a:pt x="149" y="0"/>
                      <a:pt x="174" y="1"/>
                      <a:pt x="198" y="1"/>
                    </a:cubicBezTo>
                    <a:cubicBezTo>
                      <a:pt x="1036" y="1"/>
                      <a:pt x="1873" y="1"/>
                      <a:pt x="2710" y="1"/>
                    </a:cubicBezTo>
                    <a:cubicBezTo>
                      <a:pt x="2861" y="1"/>
                      <a:pt x="2906" y="46"/>
                      <a:pt x="2906" y="197"/>
                    </a:cubicBezTo>
                    <a:cubicBezTo>
                      <a:pt x="2906" y="239"/>
                      <a:pt x="2906" y="281"/>
                      <a:pt x="2906" y="312"/>
                    </a:cubicBezTo>
                    <a:cubicBezTo>
                      <a:pt x="2832" y="305"/>
                      <a:pt x="2761" y="294"/>
                      <a:pt x="2691" y="294"/>
                    </a:cubicBezTo>
                    <a:cubicBezTo>
                      <a:pt x="1839" y="292"/>
                      <a:pt x="988" y="293"/>
                      <a:pt x="137" y="294"/>
                    </a:cubicBezTo>
                    <a:cubicBezTo>
                      <a:pt x="95" y="294"/>
                      <a:pt x="54" y="304"/>
                      <a:pt x="5" y="310"/>
                    </a:cubicBezTo>
                    <a:close/>
                    <a:moveTo>
                      <a:pt x="2615" y="98"/>
                    </a:moveTo>
                    <a:cubicBezTo>
                      <a:pt x="2613" y="101"/>
                      <a:pt x="2610" y="103"/>
                      <a:pt x="2608" y="106"/>
                    </a:cubicBezTo>
                    <a:cubicBezTo>
                      <a:pt x="2620" y="121"/>
                      <a:pt x="2632" y="136"/>
                      <a:pt x="2643" y="151"/>
                    </a:cubicBezTo>
                    <a:cubicBezTo>
                      <a:pt x="2631" y="167"/>
                      <a:pt x="2622" y="180"/>
                      <a:pt x="2619" y="184"/>
                    </a:cubicBezTo>
                    <a:cubicBezTo>
                      <a:pt x="2649" y="184"/>
                      <a:pt x="2679" y="184"/>
                      <a:pt x="2707" y="184"/>
                    </a:cubicBezTo>
                    <a:cubicBezTo>
                      <a:pt x="2703" y="178"/>
                      <a:pt x="2693" y="165"/>
                      <a:pt x="2681" y="150"/>
                    </a:cubicBezTo>
                    <a:cubicBezTo>
                      <a:pt x="2693" y="134"/>
                      <a:pt x="2705" y="120"/>
                      <a:pt x="2716" y="105"/>
                    </a:cubicBezTo>
                    <a:cubicBezTo>
                      <a:pt x="2714" y="103"/>
                      <a:pt x="2712" y="101"/>
                      <a:pt x="2710" y="99"/>
                    </a:cubicBezTo>
                    <a:cubicBezTo>
                      <a:pt x="2694" y="109"/>
                      <a:pt x="2679" y="119"/>
                      <a:pt x="2662" y="129"/>
                    </a:cubicBezTo>
                    <a:cubicBezTo>
                      <a:pt x="2647" y="119"/>
                      <a:pt x="2631" y="108"/>
                      <a:pt x="2615" y="98"/>
                    </a:cubicBezTo>
                    <a:close/>
                    <a:moveTo>
                      <a:pt x="2404" y="103"/>
                    </a:moveTo>
                    <a:cubicBezTo>
                      <a:pt x="2404" y="137"/>
                      <a:pt x="2404" y="164"/>
                      <a:pt x="2404" y="193"/>
                    </a:cubicBezTo>
                    <a:cubicBezTo>
                      <a:pt x="2436" y="193"/>
                      <a:pt x="2465" y="193"/>
                      <a:pt x="2492" y="193"/>
                    </a:cubicBezTo>
                    <a:cubicBezTo>
                      <a:pt x="2492" y="160"/>
                      <a:pt x="2492" y="131"/>
                      <a:pt x="2492" y="103"/>
                    </a:cubicBezTo>
                    <a:cubicBezTo>
                      <a:pt x="2461" y="103"/>
                      <a:pt x="2435" y="103"/>
                      <a:pt x="2404" y="103"/>
                    </a:cubicBezTo>
                    <a:close/>
                  </a:path>
                </a:pathLst>
              </a:custGeom>
              <a:grpFill/>
              <a:ln>
                <a:solidFill>
                  <a:schemeClr val="accent6">
                    <a:lumMod val="40000"/>
                    <a:lumOff val="60000"/>
                  </a:schemeClr>
                </a:solidFill>
              </a:ln>
            </p:spPr>
            <p:txBody>
              <a:bodyPr vert="horz" wrap="square" lIns="89642" tIns="44821" rIns="89642" bIns="44821"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72290" rtl="0" eaLnBrk="1" fontAlgn="auto" latinLnBrk="0" hangingPunct="1">
                  <a:lnSpc>
                    <a:spcPct val="100000"/>
                  </a:lnSpc>
                  <a:spcBef>
                    <a:spcPts val="0"/>
                  </a:spcBef>
                  <a:spcAft>
                    <a:spcPts val="0"/>
                  </a:spcAft>
                  <a:buClrTx/>
                  <a:buSzTx/>
                  <a:buFontTx/>
                  <a:buNone/>
                  <a:tabLst/>
                  <a:defRPr/>
                </a:pPr>
                <a:endParaRPr kumimoji="0" lang="en-US" sz="500" b="0" i="0" u="none" strike="noStrike" kern="0" cap="none" spc="0" normalizeH="0" baseline="0" noProof="0">
                  <a:ln>
                    <a:noFill/>
                  </a:ln>
                  <a:solidFill>
                    <a:srgbClr val="1A1A1A"/>
                  </a:solidFill>
                  <a:effectLst/>
                  <a:uLnTx/>
                  <a:uFillTx/>
                  <a:latin typeface="Arial" panose="020B0604020202020204" pitchFamily="34" charset="0"/>
                  <a:cs typeface="Arial" panose="020B0604020202020204" pitchFamily="34" charset="0"/>
                </a:endParaRPr>
              </a:p>
            </p:txBody>
          </p:sp>
          <p:sp>
            <p:nvSpPr>
              <p:cNvPr id="118" name="Freeform 117">
                <a:extLst>
                  <a:ext uri="{FF2B5EF4-FFF2-40B4-BE49-F238E27FC236}">
                    <a16:creationId xmlns:a16="http://schemas.microsoft.com/office/drawing/2014/main" id="{CADEC271-346A-8940-9E74-2B8BDD1DD747}"/>
                  </a:ext>
                </a:extLst>
              </p:cNvPr>
              <p:cNvSpPr>
                <a:spLocks/>
              </p:cNvSpPr>
              <p:nvPr/>
            </p:nvSpPr>
            <p:spPr bwMode="auto">
              <a:xfrm>
                <a:off x="3608388" y="2627313"/>
                <a:ext cx="20638" cy="17463"/>
              </a:xfrm>
              <a:custGeom>
                <a:avLst/>
                <a:gdLst>
                  <a:gd name="T0" fmla="*/ 87 w 87"/>
                  <a:gd name="T1" fmla="*/ 78 h 78"/>
                  <a:gd name="T2" fmla="*/ 66 w 87"/>
                  <a:gd name="T3" fmla="*/ 7 h 78"/>
                  <a:gd name="T4" fmla="*/ 22 w 87"/>
                  <a:gd name="T5" fmla="*/ 7 h 78"/>
                  <a:gd name="T6" fmla="*/ 0 w 87"/>
                  <a:gd name="T7" fmla="*/ 73 h 78"/>
                  <a:gd name="T8" fmla="*/ 87 w 87"/>
                  <a:gd name="T9" fmla="*/ 78 h 78"/>
                </a:gdLst>
                <a:ahLst/>
                <a:cxnLst>
                  <a:cxn ang="0">
                    <a:pos x="T0" y="T1"/>
                  </a:cxn>
                  <a:cxn ang="0">
                    <a:pos x="T2" y="T3"/>
                  </a:cxn>
                  <a:cxn ang="0">
                    <a:pos x="T4" y="T5"/>
                  </a:cxn>
                  <a:cxn ang="0">
                    <a:pos x="T6" y="T7"/>
                  </a:cxn>
                  <a:cxn ang="0">
                    <a:pos x="T8" y="T9"/>
                  </a:cxn>
                </a:cxnLst>
                <a:rect l="0" t="0" r="r" b="b"/>
                <a:pathLst>
                  <a:path w="87" h="78">
                    <a:moveTo>
                      <a:pt x="87" y="78"/>
                    </a:moveTo>
                    <a:cubicBezTo>
                      <a:pt x="78" y="47"/>
                      <a:pt x="77" y="24"/>
                      <a:pt x="66" y="7"/>
                    </a:cubicBezTo>
                    <a:cubicBezTo>
                      <a:pt x="61" y="0"/>
                      <a:pt x="27" y="0"/>
                      <a:pt x="22" y="7"/>
                    </a:cubicBezTo>
                    <a:cubicBezTo>
                      <a:pt x="10" y="23"/>
                      <a:pt x="8" y="47"/>
                      <a:pt x="0" y="73"/>
                    </a:cubicBezTo>
                    <a:cubicBezTo>
                      <a:pt x="31" y="75"/>
                      <a:pt x="51" y="76"/>
                      <a:pt x="87" y="78"/>
                    </a:cubicBezTo>
                    <a:close/>
                  </a:path>
                </a:pathLst>
              </a:custGeom>
              <a:grpFill/>
              <a:ln>
                <a:solidFill>
                  <a:schemeClr val="accent6">
                    <a:lumMod val="40000"/>
                    <a:lumOff val="60000"/>
                  </a:schemeClr>
                </a:solidFill>
              </a:ln>
            </p:spPr>
            <p:txBody>
              <a:bodyPr vert="horz" wrap="square" lIns="89642" tIns="44821" rIns="89642" bIns="44821"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72290" rtl="0" eaLnBrk="1" fontAlgn="auto" latinLnBrk="0" hangingPunct="1">
                  <a:lnSpc>
                    <a:spcPct val="100000"/>
                  </a:lnSpc>
                  <a:spcBef>
                    <a:spcPts val="0"/>
                  </a:spcBef>
                  <a:spcAft>
                    <a:spcPts val="0"/>
                  </a:spcAft>
                  <a:buClrTx/>
                  <a:buSzTx/>
                  <a:buFontTx/>
                  <a:buNone/>
                  <a:tabLst/>
                  <a:defRPr/>
                </a:pPr>
                <a:endParaRPr kumimoji="0" lang="en-US" sz="500" b="0" i="0" u="none" strike="noStrike" kern="0" cap="none" spc="0" normalizeH="0" baseline="0" noProof="0">
                  <a:ln>
                    <a:noFill/>
                  </a:ln>
                  <a:solidFill>
                    <a:srgbClr val="1A1A1A"/>
                  </a:solidFill>
                  <a:effectLst/>
                  <a:uLnTx/>
                  <a:uFillTx/>
                  <a:latin typeface="Arial" panose="020B0604020202020204" pitchFamily="34" charset="0"/>
                  <a:cs typeface="Arial" panose="020B0604020202020204" pitchFamily="34" charset="0"/>
                </a:endParaRPr>
              </a:p>
            </p:txBody>
          </p:sp>
          <p:sp>
            <p:nvSpPr>
              <p:cNvPr id="119" name="Freeform 118">
                <a:extLst>
                  <a:ext uri="{FF2B5EF4-FFF2-40B4-BE49-F238E27FC236}">
                    <a16:creationId xmlns:a16="http://schemas.microsoft.com/office/drawing/2014/main" id="{74558ACE-8074-9A4C-BF31-FF4EFE8847F1}"/>
                  </a:ext>
                </a:extLst>
              </p:cNvPr>
              <p:cNvSpPr>
                <a:spLocks/>
              </p:cNvSpPr>
              <p:nvPr/>
            </p:nvSpPr>
            <p:spPr bwMode="auto">
              <a:xfrm>
                <a:off x="3608388" y="2627313"/>
                <a:ext cx="20638" cy="17463"/>
              </a:xfrm>
              <a:custGeom>
                <a:avLst/>
                <a:gdLst>
                  <a:gd name="T0" fmla="*/ 87 w 87"/>
                  <a:gd name="T1" fmla="*/ 78 h 78"/>
                  <a:gd name="T2" fmla="*/ 0 w 87"/>
                  <a:gd name="T3" fmla="*/ 73 h 78"/>
                  <a:gd name="T4" fmla="*/ 22 w 87"/>
                  <a:gd name="T5" fmla="*/ 7 h 78"/>
                  <a:gd name="T6" fmla="*/ 66 w 87"/>
                  <a:gd name="T7" fmla="*/ 7 h 78"/>
                  <a:gd name="T8" fmla="*/ 87 w 87"/>
                  <a:gd name="T9" fmla="*/ 78 h 78"/>
                </a:gdLst>
                <a:ahLst/>
                <a:cxnLst>
                  <a:cxn ang="0">
                    <a:pos x="T0" y="T1"/>
                  </a:cxn>
                  <a:cxn ang="0">
                    <a:pos x="T2" y="T3"/>
                  </a:cxn>
                  <a:cxn ang="0">
                    <a:pos x="T4" y="T5"/>
                  </a:cxn>
                  <a:cxn ang="0">
                    <a:pos x="T6" y="T7"/>
                  </a:cxn>
                  <a:cxn ang="0">
                    <a:pos x="T8" y="T9"/>
                  </a:cxn>
                </a:cxnLst>
                <a:rect l="0" t="0" r="r" b="b"/>
                <a:pathLst>
                  <a:path w="87" h="78">
                    <a:moveTo>
                      <a:pt x="87" y="78"/>
                    </a:moveTo>
                    <a:cubicBezTo>
                      <a:pt x="51" y="76"/>
                      <a:pt x="31" y="75"/>
                      <a:pt x="0" y="73"/>
                    </a:cubicBezTo>
                    <a:cubicBezTo>
                      <a:pt x="8" y="47"/>
                      <a:pt x="10" y="23"/>
                      <a:pt x="22" y="7"/>
                    </a:cubicBezTo>
                    <a:cubicBezTo>
                      <a:pt x="27" y="0"/>
                      <a:pt x="61" y="0"/>
                      <a:pt x="66" y="7"/>
                    </a:cubicBezTo>
                    <a:cubicBezTo>
                      <a:pt x="77" y="24"/>
                      <a:pt x="78" y="47"/>
                      <a:pt x="87" y="78"/>
                    </a:cubicBezTo>
                    <a:close/>
                  </a:path>
                </a:pathLst>
              </a:custGeom>
              <a:grpFill/>
              <a:ln>
                <a:solidFill>
                  <a:schemeClr val="accent6">
                    <a:lumMod val="40000"/>
                    <a:lumOff val="60000"/>
                  </a:schemeClr>
                </a:solidFill>
              </a:ln>
            </p:spPr>
            <p:txBody>
              <a:bodyPr vert="horz" wrap="square" lIns="89642" tIns="44821" rIns="89642" bIns="44821"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72290" rtl="0" eaLnBrk="1" fontAlgn="auto" latinLnBrk="0" hangingPunct="1">
                  <a:lnSpc>
                    <a:spcPct val="100000"/>
                  </a:lnSpc>
                  <a:spcBef>
                    <a:spcPts val="0"/>
                  </a:spcBef>
                  <a:spcAft>
                    <a:spcPts val="0"/>
                  </a:spcAft>
                  <a:buClrTx/>
                  <a:buSzTx/>
                  <a:buFontTx/>
                  <a:buNone/>
                  <a:tabLst/>
                  <a:defRPr/>
                </a:pPr>
                <a:endParaRPr kumimoji="0" lang="en-US" sz="500" b="0" i="0" u="none" strike="noStrike" kern="0" cap="none" spc="0" normalizeH="0" baseline="0" noProof="0">
                  <a:ln>
                    <a:noFill/>
                  </a:ln>
                  <a:solidFill>
                    <a:srgbClr val="1A1A1A"/>
                  </a:solidFill>
                  <a:effectLst/>
                  <a:uLnTx/>
                  <a:uFillTx/>
                  <a:latin typeface="Arial" panose="020B0604020202020204" pitchFamily="34" charset="0"/>
                  <a:cs typeface="Arial" panose="020B0604020202020204" pitchFamily="34" charset="0"/>
                </a:endParaRPr>
              </a:p>
            </p:txBody>
          </p:sp>
        </p:grpSp>
        <p:sp>
          <p:nvSpPr>
            <p:cNvPr id="114" name="Rectangle 113">
              <a:extLst>
                <a:ext uri="{FF2B5EF4-FFF2-40B4-BE49-F238E27FC236}">
                  <a16:creationId xmlns:a16="http://schemas.microsoft.com/office/drawing/2014/main" id="{AAC0D007-4411-EB41-8172-56F84A73C243}"/>
                </a:ext>
              </a:extLst>
            </p:cNvPr>
            <p:cNvSpPr/>
            <p:nvPr/>
          </p:nvSpPr>
          <p:spPr>
            <a:xfrm>
              <a:off x="4658501" y="2287087"/>
              <a:ext cx="1639060" cy="1001803"/>
            </a:xfrm>
            <a:prstGeom prst="rect">
              <a:avLst/>
            </a:prstGeom>
            <a:grpFill/>
            <a:ln w="12700" cap="flat" cmpd="sng" algn="ctr">
              <a:solidFill>
                <a:schemeClr val="accent6">
                  <a:lumMod val="40000"/>
                  <a:lumOff val="60000"/>
                </a:schemeClr>
              </a:solidFill>
              <a:prstDash val="solid"/>
              <a:miter lim="800000"/>
            </a:ln>
            <a:effectLst/>
          </p:spPr>
          <p:txBody>
            <a:bodyPr lIns="134464" tIns="107571" rIns="134464" bIns="107571" rtlCol="0" anchor="t"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72290" rtl="0" eaLnBrk="1" fontAlgn="auto" latinLnBrk="0" hangingPunct="1">
                <a:lnSpc>
                  <a:spcPct val="90000"/>
                </a:lnSpc>
                <a:spcBef>
                  <a:spcPts val="588"/>
                </a:spcBef>
                <a:spcAft>
                  <a:spcPts val="0"/>
                </a:spcAft>
                <a:buClrTx/>
                <a:buSzTx/>
                <a:buFontTx/>
                <a:buNone/>
                <a:tabLst/>
                <a:defRPr/>
              </a:pPr>
              <a:endParaRPr kumimoji="0" lang="en-US" sz="500" b="0" i="0" u="none" strike="noStrike" kern="0" cap="none" spc="0" normalizeH="0" baseline="0" noProof="0" dirty="0">
                <a:ln>
                  <a:noFill/>
                </a:ln>
                <a:solidFill>
                  <a:srgbClr val="1A1A1A"/>
                </a:solidFill>
                <a:effectLst/>
                <a:uLnTx/>
                <a:uFillTx/>
                <a:latin typeface="Arial" panose="020B0604020202020204" pitchFamily="34" charset="0"/>
                <a:cs typeface="Arial" panose="020B0604020202020204" pitchFamily="34" charset="0"/>
              </a:endParaRPr>
            </a:p>
          </p:txBody>
        </p:sp>
      </p:grpSp>
      <p:grpSp>
        <p:nvGrpSpPr>
          <p:cNvPr id="120" name="Group 119">
            <a:extLst>
              <a:ext uri="{FF2B5EF4-FFF2-40B4-BE49-F238E27FC236}">
                <a16:creationId xmlns:a16="http://schemas.microsoft.com/office/drawing/2014/main" id="{C37675E4-9138-DF40-869D-FCAC4DB79F85}"/>
              </a:ext>
            </a:extLst>
          </p:cNvPr>
          <p:cNvGrpSpPr/>
          <p:nvPr/>
        </p:nvGrpSpPr>
        <p:grpSpPr>
          <a:xfrm>
            <a:off x="1119894" y="3669346"/>
            <a:ext cx="265223" cy="198353"/>
            <a:chOff x="1190786" y="2237452"/>
            <a:chExt cx="497370" cy="368582"/>
          </a:xfrm>
          <a:solidFill>
            <a:schemeClr val="accent6">
              <a:lumMod val="20000"/>
              <a:lumOff val="80000"/>
            </a:schemeClr>
          </a:solidFill>
        </p:grpSpPr>
        <p:sp>
          <p:nvSpPr>
            <p:cNvPr id="121" name="Freeform 120">
              <a:extLst>
                <a:ext uri="{FF2B5EF4-FFF2-40B4-BE49-F238E27FC236}">
                  <a16:creationId xmlns:a16="http://schemas.microsoft.com/office/drawing/2014/main" id="{A8A55276-B15D-964D-9301-A4EAA575869F}"/>
                </a:ext>
              </a:extLst>
            </p:cNvPr>
            <p:cNvSpPr>
              <a:spLocks noEditPoints="1"/>
            </p:cNvSpPr>
            <p:nvPr/>
          </p:nvSpPr>
          <p:spPr bwMode="auto">
            <a:xfrm>
              <a:off x="1190786" y="2297454"/>
              <a:ext cx="497370" cy="308580"/>
            </a:xfrm>
            <a:custGeom>
              <a:avLst/>
              <a:gdLst>
                <a:gd name="T0" fmla="*/ 1454 w 2907"/>
                <a:gd name="T1" fmla="*/ 1887 h 1887"/>
                <a:gd name="T2" fmla="*/ 186 w 2907"/>
                <a:gd name="T3" fmla="*/ 1887 h 1887"/>
                <a:gd name="T4" fmla="*/ 1 w 2907"/>
                <a:gd name="T5" fmla="*/ 1704 h 1887"/>
                <a:gd name="T6" fmla="*/ 1 w 2907"/>
                <a:gd name="T7" fmla="*/ 180 h 1887"/>
                <a:gd name="T8" fmla="*/ 182 w 2907"/>
                <a:gd name="T9" fmla="*/ 0 h 1887"/>
                <a:gd name="T10" fmla="*/ 2724 w 2907"/>
                <a:gd name="T11" fmla="*/ 0 h 1887"/>
                <a:gd name="T12" fmla="*/ 2906 w 2907"/>
                <a:gd name="T13" fmla="*/ 180 h 1887"/>
                <a:gd name="T14" fmla="*/ 2906 w 2907"/>
                <a:gd name="T15" fmla="*/ 1710 h 1887"/>
                <a:gd name="T16" fmla="*/ 2728 w 2907"/>
                <a:gd name="T17" fmla="*/ 1887 h 1887"/>
                <a:gd name="T18" fmla="*/ 1454 w 2907"/>
                <a:gd name="T19" fmla="*/ 1887 h 1887"/>
                <a:gd name="T20" fmla="*/ 148 w 2907"/>
                <a:gd name="T21" fmla="*/ 1737 h 1887"/>
                <a:gd name="T22" fmla="*/ 2757 w 2907"/>
                <a:gd name="T23" fmla="*/ 1737 h 1887"/>
                <a:gd name="T24" fmla="*/ 2757 w 2907"/>
                <a:gd name="T25" fmla="*/ 148 h 1887"/>
                <a:gd name="T26" fmla="*/ 148 w 2907"/>
                <a:gd name="T27" fmla="*/ 148 h 1887"/>
                <a:gd name="T28" fmla="*/ 148 w 2907"/>
                <a:gd name="T29" fmla="*/ 1737 h 18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07" h="1887">
                  <a:moveTo>
                    <a:pt x="1454" y="1887"/>
                  </a:moveTo>
                  <a:cubicBezTo>
                    <a:pt x="1031" y="1887"/>
                    <a:pt x="608" y="1887"/>
                    <a:pt x="186" y="1887"/>
                  </a:cubicBezTo>
                  <a:cubicBezTo>
                    <a:pt x="51" y="1887"/>
                    <a:pt x="1" y="1838"/>
                    <a:pt x="1" y="1704"/>
                  </a:cubicBezTo>
                  <a:cubicBezTo>
                    <a:pt x="0" y="1196"/>
                    <a:pt x="0" y="688"/>
                    <a:pt x="1" y="180"/>
                  </a:cubicBezTo>
                  <a:cubicBezTo>
                    <a:pt x="1" y="51"/>
                    <a:pt x="52" y="0"/>
                    <a:pt x="182" y="0"/>
                  </a:cubicBezTo>
                  <a:cubicBezTo>
                    <a:pt x="1030" y="0"/>
                    <a:pt x="1877" y="0"/>
                    <a:pt x="2724" y="0"/>
                  </a:cubicBezTo>
                  <a:cubicBezTo>
                    <a:pt x="2854" y="0"/>
                    <a:pt x="2906" y="51"/>
                    <a:pt x="2906" y="180"/>
                  </a:cubicBezTo>
                  <a:cubicBezTo>
                    <a:pt x="2907" y="690"/>
                    <a:pt x="2907" y="1200"/>
                    <a:pt x="2906" y="1710"/>
                  </a:cubicBezTo>
                  <a:cubicBezTo>
                    <a:pt x="2906" y="1836"/>
                    <a:pt x="2854" y="1887"/>
                    <a:pt x="2728" y="1887"/>
                  </a:cubicBezTo>
                  <a:cubicBezTo>
                    <a:pt x="2303" y="1887"/>
                    <a:pt x="1878" y="1887"/>
                    <a:pt x="1454" y="1887"/>
                  </a:cubicBezTo>
                  <a:close/>
                  <a:moveTo>
                    <a:pt x="148" y="1737"/>
                  </a:moveTo>
                  <a:cubicBezTo>
                    <a:pt x="1019" y="1737"/>
                    <a:pt x="1888" y="1737"/>
                    <a:pt x="2757" y="1737"/>
                  </a:cubicBezTo>
                  <a:cubicBezTo>
                    <a:pt x="2757" y="1205"/>
                    <a:pt x="2757" y="676"/>
                    <a:pt x="2757" y="148"/>
                  </a:cubicBezTo>
                  <a:cubicBezTo>
                    <a:pt x="1885" y="148"/>
                    <a:pt x="1018" y="148"/>
                    <a:pt x="148" y="148"/>
                  </a:cubicBezTo>
                  <a:cubicBezTo>
                    <a:pt x="148" y="679"/>
                    <a:pt x="148" y="1206"/>
                    <a:pt x="148" y="1737"/>
                  </a:cubicBezTo>
                  <a:close/>
                </a:path>
              </a:pathLst>
            </a:custGeom>
            <a:grpFill/>
            <a:ln>
              <a:noFill/>
            </a:ln>
          </p:spPr>
          <p:txBody>
            <a:bodyPr vert="horz" wrap="square" lIns="89642" tIns="44821" rIns="89642" bIns="44821"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7229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1A1A1A"/>
                </a:solidFill>
                <a:effectLst/>
                <a:uLnTx/>
                <a:uFillTx/>
                <a:latin typeface="Arial" panose="020B0604020202020204" pitchFamily="34" charset="0"/>
                <a:cs typeface="Arial" panose="020B0604020202020204" pitchFamily="34" charset="0"/>
              </a:endParaRPr>
            </a:p>
          </p:txBody>
        </p:sp>
        <p:sp>
          <p:nvSpPr>
            <p:cNvPr id="122" name="Freeform 121">
              <a:extLst>
                <a:ext uri="{FF2B5EF4-FFF2-40B4-BE49-F238E27FC236}">
                  <a16:creationId xmlns:a16="http://schemas.microsoft.com/office/drawing/2014/main" id="{7D828F69-E989-984F-ADAD-CDCB5C855691}"/>
                </a:ext>
              </a:extLst>
            </p:cNvPr>
            <p:cNvSpPr>
              <a:spLocks noEditPoints="1"/>
            </p:cNvSpPr>
            <p:nvPr/>
          </p:nvSpPr>
          <p:spPr bwMode="auto">
            <a:xfrm>
              <a:off x="1190786" y="2237452"/>
              <a:ext cx="497370" cy="50359"/>
            </a:xfrm>
            <a:custGeom>
              <a:avLst/>
              <a:gdLst>
                <a:gd name="T0" fmla="*/ 5 w 2906"/>
                <a:gd name="T1" fmla="*/ 310 h 312"/>
                <a:gd name="T2" fmla="*/ 7 w 2906"/>
                <a:gd name="T3" fmla="*/ 117 h 312"/>
                <a:gd name="T4" fmla="*/ 125 w 2906"/>
                <a:gd name="T5" fmla="*/ 3 h 312"/>
                <a:gd name="T6" fmla="*/ 198 w 2906"/>
                <a:gd name="T7" fmla="*/ 1 h 312"/>
                <a:gd name="T8" fmla="*/ 2710 w 2906"/>
                <a:gd name="T9" fmla="*/ 1 h 312"/>
                <a:gd name="T10" fmla="*/ 2906 w 2906"/>
                <a:gd name="T11" fmla="*/ 197 h 312"/>
                <a:gd name="T12" fmla="*/ 2906 w 2906"/>
                <a:gd name="T13" fmla="*/ 312 h 312"/>
                <a:gd name="T14" fmla="*/ 2691 w 2906"/>
                <a:gd name="T15" fmla="*/ 294 h 312"/>
                <a:gd name="T16" fmla="*/ 137 w 2906"/>
                <a:gd name="T17" fmla="*/ 294 h 312"/>
                <a:gd name="T18" fmla="*/ 5 w 2906"/>
                <a:gd name="T19" fmla="*/ 310 h 312"/>
                <a:gd name="T20" fmla="*/ 2615 w 2906"/>
                <a:gd name="T21" fmla="*/ 98 h 312"/>
                <a:gd name="T22" fmla="*/ 2608 w 2906"/>
                <a:gd name="T23" fmla="*/ 106 h 312"/>
                <a:gd name="T24" fmla="*/ 2643 w 2906"/>
                <a:gd name="T25" fmla="*/ 151 h 312"/>
                <a:gd name="T26" fmla="*/ 2619 w 2906"/>
                <a:gd name="T27" fmla="*/ 184 h 312"/>
                <a:gd name="T28" fmla="*/ 2707 w 2906"/>
                <a:gd name="T29" fmla="*/ 184 h 312"/>
                <a:gd name="T30" fmla="*/ 2681 w 2906"/>
                <a:gd name="T31" fmla="*/ 150 h 312"/>
                <a:gd name="T32" fmla="*/ 2716 w 2906"/>
                <a:gd name="T33" fmla="*/ 105 h 312"/>
                <a:gd name="T34" fmla="*/ 2710 w 2906"/>
                <a:gd name="T35" fmla="*/ 99 h 312"/>
                <a:gd name="T36" fmla="*/ 2662 w 2906"/>
                <a:gd name="T37" fmla="*/ 129 h 312"/>
                <a:gd name="T38" fmla="*/ 2615 w 2906"/>
                <a:gd name="T39" fmla="*/ 98 h 312"/>
                <a:gd name="T40" fmla="*/ 2404 w 2906"/>
                <a:gd name="T41" fmla="*/ 103 h 312"/>
                <a:gd name="T42" fmla="*/ 2404 w 2906"/>
                <a:gd name="T43" fmla="*/ 193 h 312"/>
                <a:gd name="T44" fmla="*/ 2492 w 2906"/>
                <a:gd name="T45" fmla="*/ 193 h 312"/>
                <a:gd name="T46" fmla="*/ 2492 w 2906"/>
                <a:gd name="T47" fmla="*/ 103 h 312"/>
                <a:gd name="T48" fmla="*/ 2404 w 2906"/>
                <a:gd name="T49" fmla="*/ 103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906" h="312">
                  <a:moveTo>
                    <a:pt x="5" y="310"/>
                  </a:moveTo>
                  <a:cubicBezTo>
                    <a:pt x="5" y="249"/>
                    <a:pt x="0" y="182"/>
                    <a:pt x="7" y="117"/>
                  </a:cubicBezTo>
                  <a:cubicBezTo>
                    <a:pt x="13" y="55"/>
                    <a:pt x="63" y="12"/>
                    <a:pt x="125" y="3"/>
                  </a:cubicBezTo>
                  <a:cubicBezTo>
                    <a:pt x="149" y="0"/>
                    <a:pt x="174" y="1"/>
                    <a:pt x="198" y="1"/>
                  </a:cubicBezTo>
                  <a:cubicBezTo>
                    <a:pt x="1036" y="1"/>
                    <a:pt x="1873" y="1"/>
                    <a:pt x="2710" y="1"/>
                  </a:cubicBezTo>
                  <a:cubicBezTo>
                    <a:pt x="2861" y="1"/>
                    <a:pt x="2906" y="46"/>
                    <a:pt x="2906" y="197"/>
                  </a:cubicBezTo>
                  <a:cubicBezTo>
                    <a:pt x="2906" y="239"/>
                    <a:pt x="2906" y="281"/>
                    <a:pt x="2906" y="312"/>
                  </a:cubicBezTo>
                  <a:cubicBezTo>
                    <a:pt x="2832" y="305"/>
                    <a:pt x="2761" y="294"/>
                    <a:pt x="2691" y="294"/>
                  </a:cubicBezTo>
                  <a:cubicBezTo>
                    <a:pt x="1839" y="292"/>
                    <a:pt x="988" y="293"/>
                    <a:pt x="137" y="294"/>
                  </a:cubicBezTo>
                  <a:cubicBezTo>
                    <a:pt x="95" y="294"/>
                    <a:pt x="54" y="304"/>
                    <a:pt x="5" y="310"/>
                  </a:cubicBezTo>
                  <a:close/>
                  <a:moveTo>
                    <a:pt x="2615" y="98"/>
                  </a:moveTo>
                  <a:cubicBezTo>
                    <a:pt x="2613" y="101"/>
                    <a:pt x="2610" y="103"/>
                    <a:pt x="2608" y="106"/>
                  </a:cubicBezTo>
                  <a:cubicBezTo>
                    <a:pt x="2620" y="121"/>
                    <a:pt x="2632" y="136"/>
                    <a:pt x="2643" y="151"/>
                  </a:cubicBezTo>
                  <a:cubicBezTo>
                    <a:pt x="2631" y="167"/>
                    <a:pt x="2622" y="180"/>
                    <a:pt x="2619" y="184"/>
                  </a:cubicBezTo>
                  <a:cubicBezTo>
                    <a:pt x="2649" y="184"/>
                    <a:pt x="2679" y="184"/>
                    <a:pt x="2707" y="184"/>
                  </a:cubicBezTo>
                  <a:cubicBezTo>
                    <a:pt x="2703" y="178"/>
                    <a:pt x="2693" y="165"/>
                    <a:pt x="2681" y="150"/>
                  </a:cubicBezTo>
                  <a:cubicBezTo>
                    <a:pt x="2693" y="134"/>
                    <a:pt x="2705" y="120"/>
                    <a:pt x="2716" y="105"/>
                  </a:cubicBezTo>
                  <a:cubicBezTo>
                    <a:pt x="2714" y="103"/>
                    <a:pt x="2712" y="101"/>
                    <a:pt x="2710" y="99"/>
                  </a:cubicBezTo>
                  <a:cubicBezTo>
                    <a:pt x="2694" y="109"/>
                    <a:pt x="2679" y="119"/>
                    <a:pt x="2662" y="129"/>
                  </a:cubicBezTo>
                  <a:cubicBezTo>
                    <a:pt x="2647" y="119"/>
                    <a:pt x="2631" y="108"/>
                    <a:pt x="2615" y="98"/>
                  </a:cubicBezTo>
                  <a:close/>
                  <a:moveTo>
                    <a:pt x="2404" y="103"/>
                  </a:moveTo>
                  <a:cubicBezTo>
                    <a:pt x="2404" y="137"/>
                    <a:pt x="2404" y="164"/>
                    <a:pt x="2404" y="193"/>
                  </a:cubicBezTo>
                  <a:cubicBezTo>
                    <a:pt x="2436" y="193"/>
                    <a:pt x="2465" y="193"/>
                    <a:pt x="2492" y="193"/>
                  </a:cubicBezTo>
                  <a:cubicBezTo>
                    <a:pt x="2492" y="160"/>
                    <a:pt x="2492" y="131"/>
                    <a:pt x="2492" y="103"/>
                  </a:cubicBezTo>
                  <a:cubicBezTo>
                    <a:pt x="2461" y="103"/>
                    <a:pt x="2435" y="103"/>
                    <a:pt x="2404" y="103"/>
                  </a:cubicBezTo>
                  <a:close/>
                </a:path>
              </a:pathLst>
            </a:custGeom>
            <a:grpFill/>
            <a:ln>
              <a:noFill/>
            </a:ln>
          </p:spPr>
          <p:txBody>
            <a:bodyPr vert="horz" wrap="square" lIns="89642" tIns="44821" rIns="89642" bIns="44821"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7229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1A1A1A"/>
                </a:solidFill>
                <a:effectLst/>
                <a:uLnTx/>
                <a:uFillTx/>
                <a:latin typeface="Arial" panose="020B0604020202020204" pitchFamily="34" charset="0"/>
                <a:cs typeface="Arial" panose="020B0604020202020204" pitchFamily="34" charset="0"/>
              </a:endParaRPr>
            </a:p>
          </p:txBody>
        </p:sp>
        <p:sp>
          <p:nvSpPr>
            <p:cNvPr id="125" name="Freeform 124">
              <a:extLst>
                <a:ext uri="{FF2B5EF4-FFF2-40B4-BE49-F238E27FC236}">
                  <a16:creationId xmlns:a16="http://schemas.microsoft.com/office/drawing/2014/main" id="{0EED9B74-5115-6C41-8903-043212B77D9A}"/>
                </a:ext>
              </a:extLst>
            </p:cNvPr>
            <p:cNvSpPr>
              <a:spLocks/>
            </p:cNvSpPr>
            <p:nvPr/>
          </p:nvSpPr>
          <p:spPr bwMode="auto">
            <a:xfrm>
              <a:off x="1602635" y="2255667"/>
              <a:ext cx="14629" cy="11786"/>
            </a:xfrm>
            <a:custGeom>
              <a:avLst/>
              <a:gdLst>
                <a:gd name="T0" fmla="*/ 87 w 87"/>
                <a:gd name="T1" fmla="*/ 78 h 78"/>
                <a:gd name="T2" fmla="*/ 66 w 87"/>
                <a:gd name="T3" fmla="*/ 7 h 78"/>
                <a:gd name="T4" fmla="*/ 22 w 87"/>
                <a:gd name="T5" fmla="*/ 7 h 78"/>
                <a:gd name="T6" fmla="*/ 0 w 87"/>
                <a:gd name="T7" fmla="*/ 73 h 78"/>
                <a:gd name="T8" fmla="*/ 87 w 87"/>
                <a:gd name="T9" fmla="*/ 78 h 78"/>
              </a:gdLst>
              <a:ahLst/>
              <a:cxnLst>
                <a:cxn ang="0">
                  <a:pos x="T0" y="T1"/>
                </a:cxn>
                <a:cxn ang="0">
                  <a:pos x="T2" y="T3"/>
                </a:cxn>
                <a:cxn ang="0">
                  <a:pos x="T4" y="T5"/>
                </a:cxn>
                <a:cxn ang="0">
                  <a:pos x="T6" y="T7"/>
                </a:cxn>
                <a:cxn ang="0">
                  <a:pos x="T8" y="T9"/>
                </a:cxn>
              </a:cxnLst>
              <a:rect l="0" t="0" r="r" b="b"/>
              <a:pathLst>
                <a:path w="87" h="78">
                  <a:moveTo>
                    <a:pt x="87" y="78"/>
                  </a:moveTo>
                  <a:cubicBezTo>
                    <a:pt x="78" y="47"/>
                    <a:pt x="77" y="24"/>
                    <a:pt x="66" y="7"/>
                  </a:cubicBezTo>
                  <a:cubicBezTo>
                    <a:pt x="61" y="0"/>
                    <a:pt x="27" y="0"/>
                    <a:pt x="22" y="7"/>
                  </a:cubicBezTo>
                  <a:cubicBezTo>
                    <a:pt x="10" y="23"/>
                    <a:pt x="8" y="47"/>
                    <a:pt x="0" y="73"/>
                  </a:cubicBezTo>
                  <a:cubicBezTo>
                    <a:pt x="31" y="75"/>
                    <a:pt x="51" y="76"/>
                    <a:pt x="87" y="78"/>
                  </a:cubicBezTo>
                  <a:close/>
                </a:path>
              </a:pathLst>
            </a:custGeom>
            <a:grpFill/>
            <a:ln>
              <a:noFill/>
            </a:ln>
          </p:spPr>
          <p:txBody>
            <a:bodyPr vert="horz" wrap="square" lIns="89642" tIns="44821" rIns="89642" bIns="44821"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7229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1A1A1A"/>
                </a:solidFill>
                <a:effectLst/>
                <a:uLnTx/>
                <a:uFillTx/>
                <a:latin typeface="Arial" panose="020B0604020202020204" pitchFamily="34" charset="0"/>
                <a:cs typeface="Arial" panose="020B0604020202020204" pitchFamily="34" charset="0"/>
              </a:endParaRPr>
            </a:p>
          </p:txBody>
        </p:sp>
        <p:sp>
          <p:nvSpPr>
            <p:cNvPr id="126" name="Freeform 125">
              <a:extLst>
                <a:ext uri="{FF2B5EF4-FFF2-40B4-BE49-F238E27FC236}">
                  <a16:creationId xmlns:a16="http://schemas.microsoft.com/office/drawing/2014/main" id="{F3DFE155-E77F-2549-9A44-620FDFF2B921}"/>
                </a:ext>
              </a:extLst>
            </p:cNvPr>
            <p:cNvSpPr>
              <a:spLocks noEditPoints="1"/>
            </p:cNvSpPr>
            <p:nvPr/>
          </p:nvSpPr>
          <p:spPr bwMode="auto">
            <a:xfrm>
              <a:off x="1410214" y="2393885"/>
              <a:ext cx="154163" cy="146790"/>
            </a:xfrm>
            <a:custGeom>
              <a:avLst/>
              <a:gdLst>
                <a:gd name="T0" fmla="*/ 512 w 902"/>
                <a:gd name="T1" fmla="*/ 897 h 899"/>
                <a:gd name="T2" fmla="*/ 437 w 902"/>
                <a:gd name="T3" fmla="*/ 897 h 899"/>
                <a:gd name="T4" fmla="*/ 374 w 902"/>
                <a:gd name="T5" fmla="*/ 855 h 899"/>
                <a:gd name="T6" fmla="*/ 215 w 902"/>
                <a:gd name="T7" fmla="*/ 788 h 899"/>
                <a:gd name="T8" fmla="*/ 136 w 902"/>
                <a:gd name="T9" fmla="*/ 768 h 899"/>
                <a:gd name="T10" fmla="*/ 112 w 902"/>
                <a:gd name="T11" fmla="*/ 685 h 899"/>
                <a:gd name="T12" fmla="*/ 42 w 902"/>
                <a:gd name="T13" fmla="*/ 521 h 899"/>
                <a:gd name="T14" fmla="*/ 7 w 902"/>
                <a:gd name="T15" fmla="*/ 449 h 899"/>
                <a:gd name="T16" fmla="*/ 41 w 902"/>
                <a:gd name="T17" fmla="*/ 381 h 899"/>
                <a:gd name="T18" fmla="*/ 110 w 902"/>
                <a:gd name="T19" fmla="*/ 213 h 899"/>
                <a:gd name="T20" fmla="*/ 136 w 902"/>
                <a:gd name="T21" fmla="*/ 137 h 899"/>
                <a:gd name="T22" fmla="*/ 206 w 902"/>
                <a:gd name="T23" fmla="*/ 115 h 899"/>
                <a:gd name="T24" fmla="*/ 376 w 902"/>
                <a:gd name="T25" fmla="*/ 43 h 899"/>
                <a:gd name="T26" fmla="*/ 447 w 902"/>
                <a:gd name="T27" fmla="*/ 4 h 899"/>
                <a:gd name="T28" fmla="*/ 529 w 902"/>
                <a:gd name="T29" fmla="*/ 45 h 899"/>
                <a:gd name="T30" fmla="*/ 693 w 902"/>
                <a:gd name="T31" fmla="*/ 113 h 899"/>
                <a:gd name="T32" fmla="*/ 765 w 902"/>
                <a:gd name="T33" fmla="*/ 133 h 899"/>
                <a:gd name="T34" fmla="*/ 793 w 902"/>
                <a:gd name="T35" fmla="*/ 215 h 899"/>
                <a:gd name="T36" fmla="*/ 859 w 902"/>
                <a:gd name="T37" fmla="*/ 380 h 899"/>
                <a:gd name="T38" fmla="*/ 898 w 902"/>
                <a:gd name="T39" fmla="*/ 456 h 899"/>
                <a:gd name="T40" fmla="*/ 861 w 902"/>
                <a:gd name="T41" fmla="*/ 522 h 899"/>
                <a:gd name="T42" fmla="*/ 792 w 902"/>
                <a:gd name="T43" fmla="*/ 692 h 899"/>
                <a:gd name="T44" fmla="*/ 773 w 902"/>
                <a:gd name="T45" fmla="*/ 758 h 899"/>
                <a:gd name="T46" fmla="*/ 706 w 902"/>
                <a:gd name="T47" fmla="*/ 791 h 899"/>
                <a:gd name="T48" fmla="*/ 512 w 902"/>
                <a:gd name="T49" fmla="*/ 897 h 899"/>
                <a:gd name="T50" fmla="*/ 453 w 902"/>
                <a:gd name="T51" fmla="*/ 721 h 899"/>
                <a:gd name="T52" fmla="*/ 722 w 902"/>
                <a:gd name="T53" fmla="*/ 452 h 899"/>
                <a:gd name="T54" fmla="*/ 448 w 902"/>
                <a:gd name="T55" fmla="*/ 184 h 899"/>
                <a:gd name="T56" fmla="*/ 182 w 902"/>
                <a:gd name="T57" fmla="*/ 454 h 899"/>
                <a:gd name="T58" fmla="*/ 453 w 902"/>
                <a:gd name="T59" fmla="*/ 721 h 8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902" h="899">
                  <a:moveTo>
                    <a:pt x="512" y="897"/>
                  </a:moveTo>
                  <a:cubicBezTo>
                    <a:pt x="485" y="897"/>
                    <a:pt x="461" y="896"/>
                    <a:pt x="437" y="897"/>
                  </a:cubicBezTo>
                  <a:cubicBezTo>
                    <a:pt x="405" y="899"/>
                    <a:pt x="387" y="888"/>
                    <a:pt x="374" y="855"/>
                  </a:cubicBezTo>
                  <a:cubicBezTo>
                    <a:pt x="346" y="788"/>
                    <a:pt x="282" y="759"/>
                    <a:pt x="215" y="788"/>
                  </a:cubicBezTo>
                  <a:cubicBezTo>
                    <a:pt x="178" y="804"/>
                    <a:pt x="159" y="791"/>
                    <a:pt x="136" y="768"/>
                  </a:cubicBezTo>
                  <a:cubicBezTo>
                    <a:pt x="114" y="744"/>
                    <a:pt x="95" y="726"/>
                    <a:pt x="112" y="685"/>
                  </a:cubicBezTo>
                  <a:cubicBezTo>
                    <a:pt x="142" y="614"/>
                    <a:pt x="115" y="549"/>
                    <a:pt x="42" y="521"/>
                  </a:cubicBezTo>
                  <a:cubicBezTo>
                    <a:pt x="0" y="505"/>
                    <a:pt x="8" y="477"/>
                    <a:pt x="7" y="449"/>
                  </a:cubicBezTo>
                  <a:cubicBezTo>
                    <a:pt x="6" y="421"/>
                    <a:pt x="4" y="397"/>
                    <a:pt x="41" y="381"/>
                  </a:cubicBezTo>
                  <a:cubicBezTo>
                    <a:pt x="117" y="350"/>
                    <a:pt x="142" y="289"/>
                    <a:pt x="110" y="213"/>
                  </a:cubicBezTo>
                  <a:cubicBezTo>
                    <a:pt x="93" y="173"/>
                    <a:pt x="113" y="153"/>
                    <a:pt x="136" y="137"/>
                  </a:cubicBezTo>
                  <a:cubicBezTo>
                    <a:pt x="156" y="123"/>
                    <a:pt x="186" y="110"/>
                    <a:pt x="206" y="115"/>
                  </a:cubicBezTo>
                  <a:cubicBezTo>
                    <a:pt x="287" y="138"/>
                    <a:pt x="345" y="119"/>
                    <a:pt x="376" y="43"/>
                  </a:cubicBezTo>
                  <a:cubicBezTo>
                    <a:pt x="391" y="4"/>
                    <a:pt x="416" y="4"/>
                    <a:pt x="447" y="4"/>
                  </a:cubicBezTo>
                  <a:cubicBezTo>
                    <a:pt x="481" y="5"/>
                    <a:pt x="511" y="0"/>
                    <a:pt x="529" y="45"/>
                  </a:cubicBezTo>
                  <a:cubicBezTo>
                    <a:pt x="557" y="118"/>
                    <a:pt x="622" y="144"/>
                    <a:pt x="693" y="113"/>
                  </a:cubicBezTo>
                  <a:cubicBezTo>
                    <a:pt x="728" y="98"/>
                    <a:pt x="746" y="112"/>
                    <a:pt x="765" y="133"/>
                  </a:cubicBezTo>
                  <a:cubicBezTo>
                    <a:pt x="786" y="156"/>
                    <a:pt x="812" y="172"/>
                    <a:pt x="793" y="215"/>
                  </a:cubicBezTo>
                  <a:cubicBezTo>
                    <a:pt x="762" y="287"/>
                    <a:pt x="787" y="351"/>
                    <a:pt x="859" y="380"/>
                  </a:cubicBezTo>
                  <a:cubicBezTo>
                    <a:pt x="902" y="397"/>
                    <a:pt x="897" y="425"/>
                    <a:pt x="898" y="456"/>
                  </a:cubicBezTo>
                  <a:cubicBezTo>
                    <a:pt x="899" y="486"/>
                    <a:pt x="897" y="507"/>
                    <a:pt x="861" y="522"/>
                  </a:cubicBezTo>
                  <a:cubicBezTo>
                    <a:pt x="787" y="552"/>
                    <a:pt x="769" y="612"/>
                    <a:pt x="792" y="692"/>
                  </a:cubicBezTo>
                  <a:cubicBezTo>
                    <a:pt x="797" y="712"/>
                    <a:pt x="787" y="743"/>
                    <a:pt x="773" y="758"/>
                  </a:cubicBezTo>
                  <a:cubicBezTo>
                    <a:pt x="757" y="776"/>
                    <a:pt x="726" y="795"/>
                    <a:pt x="706" y="791"/>
                  </a:cubicBezTo>
                  <a:cubicBezTo>
                    <a:pt x="597" y="766"/>
                    <a:pt x="555" y="785"/>
                    <a:pt x="512" y="897"/>
                  </a:cubicBezTo>
                  <a:close/>
                  <a:moveTo>
                    <a:pt x="453" y="721"/>
                  </a:moveTo>
                  <a:cubicBezTo>
                    <a:pt x="597" y="720"/>
                    <a:pt x="722" y="595"/>
                    <a:pt x="722" y="452"/>
                  </a:cubicBezTo>
                  <a:cubicBezTo>
                    <a:pt x="722" y="303"/>
                    <a:pt x="598" y="182"/>
                    <a:pt x="448" y="184"/>
                  </a:cubicBezTo>
                  <a:cubicBezTo>
                    <a:pt x="301" y="186"/>
                    <a:pt x="180" y="309"/>
                    <a:pt x="182" y="454"/>
                  </a:cubicBezTo>
                  <a:cubicBezTo>
                    <a:pt x="183" y="597"/>
                    <a:pt x="310" y="722"/>
                    <a:pt x="453" y="721"/>
                  </a:cubicBezTo>
                  <a:close/>
                </a:path>
              </a:pathLst>
            </a:custGeom>
            <a:grpFill/>
            <a:ln>
              <a:noFill/>
            </a:ln>
          </p:spPr>
          <p:txBody>
            <a:bodyPr vert="horz" wrap="square" lIns="89642" tIns="44821" rIns="89642" bIns="44821"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7229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1A1A1A"/>
                </a:solidFill>
                <a:effectLst/>
                <a:uLnTx/>
                <a:uFillTx/>
                <a:latin typeface="Arial" panose="020B0604020202020204" pitchFamily="34" charset="0"/>
                <a:cs typeface="Arial" panose="020B0604020202020204" pitchFamily="34" charset="0"/>
              </a:endParaRPr>
            </a:p>
          </p:txBody>
        </p:sp>
        <p:sp>
          <p:nvSpPr>
            <p:cNvPr id="127" name="Freeform 126">
              <a:extLst>
                <a:ext uri="{FF2B5EF4-FFF2-40B4-BE49-F238E27FC236}">
                  <a16:creationId xmlns:a16="http://schemas.microsoft.com/office/drawing/2014/main" id="{ED9DAB8B-9190-884F-ADF7-0D7E983FD795}"/>
                </a:ext>
              </a:extLst>
            </p:cNvPr>
            <p:cNvSpPr>
              <a:spLocks noEditPoints="1"/>
            </p:cNvSpPr>
            <p:nvPr/>
          </p:nvSpPr>
          <p:spPr bwMode="auto">
            <a:xfrm>
              <a:off x="1320193" y="2354241"/>
              <a:ext cx="101274" cy="99646"/>
            </a:xfrm>
            <a:custGeom>
              <a:avLst/>
              <a:gdLst>
                <a:gd name="T0" fmla="*/ 542 w 595"/>
                <a:gd name="T1" fmla="*/ 120 h 611"/>
                <a:gd name="T2" fmla="*/ 587 w 595"/>
                <a:gd name="T3" fmla="*/ 268 h 611"/>
                <a:gd name="T4" fmla="*/ 574 w 595"/>
                <a:gd name="T5" fmla="*/ 347 h 611"/>
                <a:gd name="T6" fmla="*/ 528 w 595"/>
                <a:gd name="T7" fmla="*/ 460 h 611"/>
                <a:gd name="T8" fmla="*/ 461 w 595"/>
                <a:gd name="T9" fmla="*/ 525 h 611"/>
                <a:gd name="T10" fmla="*/ 355 w 595"/>
                <a:gd name="T11" fmla="*/ 572 h 611"/>
                <a:gd name="T12" fmla="*/ 256 w 595"/>
                <a:gd name="T13" fmla="*/ 570 h 611"/>
                <a:gd name="T14" fmla="*/ 150 w 595"/>
                <a:gd name="T15" fmla="*/ 526 h 611"/>
                <a:gd name="T16" fmla="*/ 84 w 595"/>
                <a:gd name="T17" fmla="*/ 459 h 611"/>
                <a:gd name="T18" fmla="*/ 41 w 595"/>
                <a:gd name="T19" fmla="*/ 351 h 611"/>
                <a:gd name="T20" fmla="*/ 40 w 595"/>
                <a:gd name="T21" fmla="*/ 258 h 611"/>
                <a:gd name="T22" fmla="*/ 84 w 595"/>
                <a:gd name="T23" fmla="*/ 151 h 611"/>
                <a:gd name="T24" fmla="*/ 149 w 595"/>
                <a:gd name="T25" fmla="*/ 85 h 611"/>
                <a:gd name="T26" fmla="*/ 256 w 595"/>
                <a:gd name="T27" fmla="*/ 40 h 611"/>
                <a:gd name="T28" fmla="*/ 356 w 595"/>
                <a:gd name="T29" fmla="*/ 40 h 611"/>
                <a:gd name="T30" fmla="*/ 469 w 595"/>
                <a:gd name="T31" fmla="*/ 85 h 611"/>
                <a:gd name="T32" fmla="*/ 542 w 595"/>
                <a:gd name="T33" fmla="*/ 120 h 611"/>
                <a:gd name="T34" fmla="*/ 303 w 595"/>
                <a:gd name="T35" fmla="*/ 480 h 611"/>
                <a:gd name="T36" fmla="*/ 483 w 595"/>
                <a:gd name="T37" fmla="*/ 309 h 611"/>
                <a:gd name="T38" fmla="*/ 306 w 595"/>
                <a:gd name="T39" fmla="*/ 128 h 611"/>
                <a:gd name="T40" fmla="*/ 131 w 595"/>
                <a:gd name="T41" fmla="*/ 303 h 611"/>
                <a:gd name="T42" fmla="*/ 303 w 595"/>
                <a:gd name="T43" fmla="*/ 480 h 6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95" h="611">
                  <a:moveTo>
                    <a:pt x="542" y="120"/>
                  </a:moveTo>
                  <a:cubicBezTo>
                    <a:pt x="507" y="197"/>
                    <a:pt x="528" y="237"/>
                    <a:pt x="587" y="268"/>
                  </a:cubicBezTo>
                  <a:cubicBezTo>
                    <a:pt x="595" y="273"/>
                    <a:pt x="590" y="335"/>
                    <a:pt x="574" y="347"/>
                  </a:cubicBezTo>
                  <a:cubicBezTo>
                    <a:pt x="533" y="378"/>
                    <a:pt x="514" y="408"/>
                    <a:pt x="528" y="460"/>
                  </a:cubicBezTo>
                  <a:cubicBezTo>
                    <a:pt x="541" y="503"/>
                    <a:pt x="507" y="536"/>
                    <a:pt x="461" y="525"/>
                  </a:cubicBezTo>
                  <a:cubicBezTo>
                    <a:pt x="412" y="512"/>
                    <a:pt x="380" y="529"/>
                    <a:pt x="355" y="572"/>
                  </a:cubicBezTo>
                  <a:cubicBezTo>
                    <a:pt x="333" y="611"/>
                    <a:pt x="280" y="610"/>
                    <a:pt x="256" y="570"/>
                  </a:cubicBezTo>
                  <a:cubicBezTo>
                    <a:pt x="231" y="527"/>
                    <a:pt x="198" y="512"/>
                    <a:pt x="150" y="526"/>
                  </a:cubicBezTo>
                  <a:cubicBezTo>
                    <a:pt x="106" y="537"/>
                    <a:pt x="72" y="502"/>
                    <a:pt x="84" y="459"/>
                  </a:cubicBezTo>
                  <a:cubicBezTo>
                    <a:pt x="97" y="411"/>
                    <a:pt x="84" y="377"/>
                    <a:pt x="41" y="351"/>
                  </a:cubicBezTo>
                  <a:cubicBezTo>
                    <a:pt x="0" y="326"/>
                    <a:pt x="0" y="283"/>
                    <a:pt x="40" y="258"/>
                  </a:cubicBezTo>
                  <a:cubicBezTo>
                    <a:pt x="83" y="233"/>
                    <a:pt x="97" y="199"/>
                    <a:pt x="84" y="151"/>
                  </a:cubicBezTo>
                  <a:cubicBezTo>
                    <a:pt x="72" y="108"/>
                    <a:pt x="106" y="74"/>
                    <a:pt x="149" y="85"/>
                  </a:cubicBezTo>
                  <a:cubicBezTo>
                    <a:pt x="198" y="97"/>
                    <a:pt x="231" y="83"/>
                    <a:pt x="256" y="40"/>
                  </a:cubicBezTo>
                  <a:cubicBezTo>
                    <a:pt x="280" y="0"/>
                    <a:pt x="332" y="1"/>
                    <a:pt x="356" y="40"/>
                  </a:cubicBezTo>
                  <a:cubicBezTo>
                    <a:pt x="383" y="84"/>
                    <a:pt x="417" y="95"/>
                    <a:pt x="469" y="85"/>
                  </a:cubicBezTo>
                  <a:cubicBezTo>
                    <a:pt x="491" y="81"/>
                    <a:pt x="519" y="108"/>
                    <a:pt x="542" y="120"/>
                  </a:cubicBezTo>
                  <a:close/>
                  <a:moveTo>
                    <a:pt x="303" y="480"/>
                  </a:moveTo>
                  <a:cubicBezTo>
                    <a:pt x="398" y="482"/>
                    <a:pt x="479" y="404"/>
                    <a:pt x="483" y="309"/>
                  </a:cubicBezTo>
                  <a:cubicBezTo>
                    <a:pt x="487" y="216"/>
                    <a:pt x="401" y="128"/>
                    <a:pt x="306" y="128"/>
                  </a:cubicBezTo>
                  <a:cubicBezTo>
                    <a:pt x="212" y="128"/>
                    <a:pt x="131" y="208"/>
                    <a:pt x="131" y="303"/>
                  </a:cubicBezTo>
                  <a:cubicBezTo>
                    <a:pt x="130" y="398"/>
                    <a:pt x="208" y="479"/>
                    <a:pt x="303" y="480"/>
                  </a:cubicBezTo>
                  <a:close/>
                </a:path>
              </a:pathLst>
            </a:custGeom>
            <a:grpFill/>
            <a:ln>
              <a:noFill/>
            </a:ln>
          </p:spPr>
          <p:txBody>
            <a:bodyPr vert="horz" wrap="square" lIns="89642" tIns="44821" rIns="89642" bIns="44821"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7229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1A1A1A"/>
                </a:solidFill>
                <a:effectLst/>
                <a:uLnTx/>
                <a:uFillTx/>
                <a:latin typeface="Arial" panose="020B0604020202020204" pitchFamily="34" charset="0"/>
                <a:cs typeface="Arial" panose="020B0604020202020204" pitchFamily="34" charset="0"/>
              </a:endParaRPr>
            </a:p>
          </p:txBody>
        </p:sp>
        <p:sp>
          <p:nvSpPr>
            <p:cNvPr id="128" name="Freeform 127">
              <a:extLst>
                <a:ext uri="{FF2B5EF4-FFF2-40B4-BE49-F238E27FC236}">
                  <a16:creationId xmlns:a16="http://schemas.microsoft.com/office/drawing/2014/main" id="{D1A7BEC3-FBFD-7D4D-B975-350DEED43344}"/>
                </a:ext>
              </a:extLst>
            </p:cNvPr>
            <p:cNvSpPr>
              <a:spLocks/>
            </p:cNvSpPr>
            <p:nvPr/>
          </p:nvSpPr>
          <p:spPr bwMode="auto">
            <a:xfrm>
              <a:off x="1602635" y="2255667"/>
              <a:ext cx="14629" cy="11786"/>
            </a:xfrm>
            <a:custGeom>
              <a:avLst/>
              <a:gdLst>
                <a:gd name="T0" fmla="*/ 87 w 87"/>
                <a:gd name="T1" fmla="*/ 78 h 78"/>
                <a:gd name="T2" fmla="*/ 0 w 87"/>
                <a:gd name="T3" fmla="*/ 73 h 78"/>
                <a:gd name="T4" fmla="*/ 22 w 87"/>
                <a:gd name="T5" fmla="*/ 7 h 78"/>
                <a:gd name="T6" fmla="*/ 66 w 87"/>
                <a:gd name="T7" fmla="*/ 7 h 78"/>
                <a:gd name="T8" fmla="*/ 87 w 87"/>
                <a:gd name="T9" fmla="*/ 78 h 78"/>
              </a:gdLst>
              <a:ahLst/>
              <a:cxnLst>
                <a:cxn ang="0">
                  <a:pos x="T0" y="T1"/>
                </a:cxn>
                <a:cxn ang="0">
                  <a:pos x="T2" y="T3"/>
                </a:cxn>
                <a:cxn ang="0">
                  <a:pos x="T4" y="T5"/>
                </a:cxn>
                <a:cxn ang="0">
                  <a:pos x="T6" y="T7"/>
                </a:cxn>
                <a:cxn ang="0">
                  <a:pos x="T8" y="T9"/>
                </a:cxn>
              </a:cxnLst>
              <a:rect l="0" t="0" r="r" b="b"/>
              <a:pathLst>
                <a:path w="87" h="78">
                  <a:moveTo>
                    <a:pt x="87" y="78"/>
                  </a:moveTo>
                  <a:cubicBezTo>
                    <a:pt x="51" y="76"/>
                    <a:pt x="31" y="75"/>
                    <a:pt x="0" y="73"/>
                  </a:cubicBezTo>
                  <a:cubicBezTo>
                    <a:pt x="8" y="47"/>
                    <a:pt x="10" y="23"/>
                    <a:pt x="22" y="7"/>
                  </a:cubicBezTo>
                  <a:cubicBezTo>
                    <a:pt x="27" y="0"/>
                    <a:pt x="61" y="0"/>
                    <a:pt x="66" y="7"/>
                  </a:cubicBezTo>
                  <a:cubicBezTo>
                    <a:pt x="77" y="24"/>
                    <a:pt x="78" y="47"/>
                    <a:pt x="87" y="78"/>
                  </a:cubicBezTo>
                  <a:close/>
                </a:path>
              </a:pathLst>
            </a:custGeom>
            <a:grpFill/>
            <a:ln>
              <a:noFill/>
            </a:ln>
          </p:spPr>
          <p:txBody>
            <a:bodyPr vert="horz" wrap="square" lIns="89642" tIns="44821" rIns="89642" bIns="44821"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7229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1A1A1A"/>
                </a:solidFill>
                <a:effectLst/>
                <a:uLnTx/>
                <a:uFillTx/>
                <a:latin typeface="Arial" panose="020B0604020202020204" pitchFamily="34" charset="0"/>
                <a:cs typeface="Arial" panose="020B0604020202020204" pitchFamily="34" charset="0"/>
              </a:endParaRPr>
            </a:p>
          </p:txBody>
        </p:sp>
        <p:sp>
          <p:nvSpPr>
            <p:cNvPr id="129" name="Freeform 128">
              <a:extLst>
                <a:ext uri="{FF2B5EF4-FFF2-40B4-BE49-F238E27FC236}">
                  <a16:creationId xmlns:a16="http://schemas.microsoft.com/office/drawing/2014/main" id="{920D4DAF-6AC8-EC4C-BAD9-0D2A5C724295}"/>
                </a:ext>
              </a:extLst>
            </p:cNvPr>
            <p:cNvSpPr>
              <a:spLocks noEditPoints="1"/>
            </p:cNvSpPr>
            <p:nvPr/>
          </p:nvSpPr>
          <p:spPr bwMode="auto">
            <a:xfrm>
              <a:off x="1455225" y="2437815"/>
              <a:ext cx="64141" cy="61074"/>
            </a:xfrm>
            <a:custGeom>
              <a:avLst/>
              <a:gdLst>
                <a:gd name="T0" fmla="*/ 373 w 374"/>
                <a:gd name="T1" fmla="*/ 185 h 375"/>
                <a:gd name="T2" fmla="*/ 189 w 374"/>
                <a:gd name="T3" fmla="*/ 374 h 375"/>
                <a:gd name="T4" fmla="*/ 1 w 374"/>
                <a:gd name="T5" fmla="*/ 190 h 375"/>
                <a:gd name="T6" fmla="*/ 185 w 374"/>
                <a:gd name="T7" fmla="*/ 2 h 375"/>
                <a:gd name="T8" fmla="*/ 373 w 374"/>
                <a:gd name="T9" fmla="*/ 185 h 375"/>
                <a:gd name="T10" fmla="*/ 185 w 374"/>
                <a:gd name="T11" fmla="*/ 280 h 375"/>
                <a:gd name="T12" fmla="*/ 280 w 374"/>
                <a:gd name="T13" fmla="*/ 189 h 375"/>
                <a:gd name="T14" fmla="*/ 189 w 374"/>
                <a:gd name="T15" fmla="*/ 94 h 375"/>
                <a:gd name="T16" fmla="*/ 94 w 374"/>
                <a:gd name="T17" fmla="*/ 185 h 375"/>
                <a:gd name="T18" fmla="*/ 185 w 374"/>
                <a:gd name="T19" fmla="*/ 280 h 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74" h="375">
                  <a:moveTo>
                    <a:pt x="373" y="185"/>
                  </a:moveTo>
                  <a:cubicBezTo>
                    <a:pt x="374" y="288"/>
                    <a:pt x="292" y="372"/>
                    <a:pt x="189" y="374"/>
                  </a:cubicBezTo>
                  <a:cubicBezTo>
                    <a:pt x="88" y="375"/>
                    <a:pt x="2" y="292"/>
                    <a:pt x="1" y="190"/>
                  </a:cubicBezTo>
                  <a:cubicBezTo>
                    <a:pt x="0" y="86"/>
                    <a:pt x="81" y="3"/>
                    <a:pt x="185" y="2"/>
                  </a:cubicBezTo>
                  <a:cubicBezTo>
                    <a:pt x="288" y="0"/>
                    <a:pt x="371" y="82"/>
                    <a:pt x="373" y="185"/>
                  </a:cubicBezTo>
                  <a:close/>
                  <a:moveTo>
                    <a:pt x="185" y="280"/>
                  </a:moveTo>
                  <a:cubicBezTo>
                    <a:pt x="236" y="281"/>
                    <a:pt x="279" y="240"/>
                    <a:pt x="280" y="189"/>
                  </a:cubicBezTo>
                  <a:cubicBezTo>
                    <a:pt x="281" y="138"/>
                    <a:pt x="240" y="95"/>
                    <a:pt x="189" y="94"/>
                  </a:cubicBezTo>
                  <a:cubicBezTo>
                    <a:pt x="139" y="93"/>
                    <a:pt x="96" y="134"/>
                    <a:pt x="94" y="185"/>
                  </a:cubicBezTo>
                  <a:cubicBezTo>
                    <a:pt x="93" y="237"/>
                    <a:pt x="134" y="279"/>
                    <a:pt x="185" y="280"/>
                  </a:cubicBezTo>
                  <a:close/>
                </a:path>
              </a:pathLst>
            </a:custGeom>
            <a:grpFill/>
            <a:ln>
              <a:noFill/>
            </a:ln>
          </p:spPr>
          <p:txBody>
            <a:bodyPr vert="horz" wrap="square" lIns="89642" tIns="44821" rIns="89642" bIns="44821"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7229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1A1A1A"/>
                </a:solidFill>
                <a:effectLst/>
                <a:uLnTx/>
                <a:uFillTx/>
                <a:latin typeface="Arial" panose="020B0604020202020204" pitchFamily="34" charset="0"/>
                <a:cs typeface="Arial" panose="020B0604020202020204" pitchFamily="34" charset="0"/>
              </a:endParaRPr>
            </a:p>
          </p:txBody>
        </p:sp>
        <p:sp>
          <p:nvSpPr>
            <p:cNvPr id="130" name="Freeform 129">
              <a:extLst>
                <a:ext uri="{FF2B5EF4-FFF2-40B4-BE49-F238E27FC236}">
                  <a16:creationId xmlns:a16="http://schemas.microsoft.com/office/drawing/2014/main" id="{9E07E632-6DE9-504B-8BAE-AAB7D2FF49A2}"/>
                </a:ext>
              </a:extLst>
            </p:cNvPr>
            <p:cNvSpPr>
              <a:spLocks noEditPoints="1"/>
            </p:cNvSpPr>
            <p:nvPr/>
          </p:nvSpPr>
          <p:spPr bwMode="auto">
            <a:xfrm>
              <a:off x="1350575" y="2384242"/>
              <a:ext cx="42760" cy="40715"/>
            </a:xfrm>
            <a:custGeom>
              <a:avLst/>
              <a:gdLst>
                <a:gd name="T0" fmla="*/ 119 w 244"/>
                <a:gd name="T1" fmla="*/ 1 h 248"/>
                <a:gd name="T2" fmla="*/ 0 w 244"/>
                <a:gd name="T3" fmla="*/ 123 h 248"/>
                <a:gd name="T4" fmla="*/ 126 w 244"/>
                <a:gd name="T5" fmla="*/ 246 h 248"/>
                <a:gd name="T6" fmla="*/ 244 w 244"/>
                <a:gd name="T7" fmla="*/ 122 h 248"/>
                <a:gd name="T8" fmla="*/ 119 w 244"/>
                <a:gd name="T9" fmla="*/ 1 h 248"/>
                <a:gd name="T10" fmla="*/ 120 w 244"/>
                <a:gd name="T11" fmla="*/ 179 h 248"/>
                <a:gd name="T12" fmla="*/ 66 w 244"/>
                <a:gd name="T13" fmla="*/ 123 h 248"/>
                <a:gd name="T14" fmla="*/ 119 w 244"/>
                <a:gd name="T15" fmla="*/ 67 h 248"/>
                <a:gd name="T16" fmla="*/ 191 w 244"/>
                <a:gd name="T17" fmla="*/ 108 h 248"/>
                <a:gd name="T18" fmla="*/ 191 w 244"/>
                <a:gd name="T19" fmla="*/ 137 h 248"/>
                <a:gd name="T20" fmla="*/ 120 w 244"/>
                <a:gd name="T21" fmla="*/ 179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4" h="248">
                  <a:moveTo>
                    <a:pt x="119" y="1"/>
                  </a:moveTo>
                  <a:cubicBezTo>
                    <a:pt x="51" y="3"/>
                    <a:pt x="0" y="56"/>
                    <a:pt x="0" y="123"/>
                  </a:cubicBezTo>
                  <a:cubicBezTo>
                    <a:pt x="0" y="191"/>
                    <a:pt x="59" y="248"/>
                    <a:pt x="126" y="246"/>
                  </a:cubicBezTo>
                  <a:cubicBezTo>
                    <a:pt x="192" y="243"/>
                    <a:pt x="244" y="188"/>
                    <a:pt x="244" y="122"/>
                  </a:cubicBezTo>
                  <a:cubicBezTo>
                    <a:pt x="244" y="52"/>
                    <a:pt x="189" y="0"/>
                    <a:pt x="119" y="1"/>
                  </a:cubicBezTo>
                  <a:close/>
                  <a:moveTo>
                    <a:pt x="120" y="179"/>
                  </a:moveTo>
                  <a:cubicBezTo>
                    <a:pt x="99" y="177"/>
                    <a:pt x="66" y="143"/>
                    <a:pt x="66" y="123"/>
                  </a:cubicBezTo>
                  <a:cubicBezTo>
                    <a:pt x="66" y="103"/>
                    <a:pt x="99" y="69"/>
                    <a:pt x="119" y="67"/>
                  </a:cubicBezTo>
                  <a:cubicBezTo>
                    <a:pt x="142" y="65"/>
                    <a:pt x="167" y="93"/>
                    <a:pt x="191" y="108"/>
                  </a:cubicBezTo>
                  <a:cubicBezTo>
                    <a:pt x="191" y="118"/>
                    <a:pt x="191" y="128"/>
                    <a:pt x="191" y="137"/>
                  </a:cubicBezTo>
                  <a:cubicBezTo>
                    <a:pt x="167" y="152"/>
                    <a:pt x="142" y="181"/>
                    <a:pt x="120" y="179"/>
                  </a:cubicBezTo>
                  <a:close/>
                </a:path>
              </a:pathLst>
            </a:custGeom>
            <a:grpFill/>
            <a:ln>
              <a:noFill/>
            </a:ln>
          </p:spPr>
          <p:txBody>
            <a:bodyPr vert="horz" wrap="square" lIns="89642" tIns="44821" rIns="89642" bIns="44821"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7229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1A1A1A"/>
                </a:solidFill>
                <a:effectLst/>
                <a:uLnTx/>
                <a:uFillTx/>
                <a:latin typeface="Arial" panose="020B0604020202020204" pitchFamily="34" charset="0"/>
                <a:cs typeface="Arial" panose="020B0604020202020204" pitchFamily="34" charset="0"/>
              </a:endParaRPr>
            </a:p>
          </p:txBody>
        </p:sp>
      </p:grpSp>
      <p:sp>
        <p:nvSpPr>
          <p:cNvPr id="131" name="Rectangle 130">
            <a:extLst>
              <a:ext uri="{FF2B5EF4-FFF2-40B4-BE49-F238E27FC236}">
                <a16:creationId xmlns:a16="http://schemas.microsoft.com/office/drawing/2014/main" id="{8468A041-570D-0448-BC6D-E843D7597647}"/>
              </a:ext>
            </a:extLst>
          </p:cNvPr>
          <p:cNvSpPr/>
          <p:nvPr/>
        </p:nvSpPr>
        <p:spPr>
          <a:xfrm>
            <a:off x="603890" y="3548316"/>
            <a:ext cx="861565" cy="169277"/>
          </a:xfrm>
          <a:prstGeom prst="rect">
            <a:avLst/>
          </a:prstGeom>
          <a:ln>
            <a:noFill/>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500" dirty="0">
                <a:solidFill>
                  <a:srgbClr val="1A1A1A"/>
                </a:solidFill>
                <a:latin typeface="Arial" panose="020B0604020202020204" pitchFamily="34" charset="0"/>
                <a:cs typeface="Arial" panose="020B0604020202020204" pitchFamily="34" charset="0"/>
              </a:rPr>
              <a:t>Operations </a:t>
            </a:r>
            <a:endParaRPr kumimoji="0" lang="en-US" sz="500" b="0" i="0" u="none" strike="noStrike" kern="1200" cap="none" spc="0" normalizeH="0" baseline="0" noProof="0" dirty="0">
              <a:ln>
                <a:noFill/>
              </a:ln>
              <a:solidFill>
                <a:srgbClr val="1A1A1A"/>
              </a:solidFill>
              <a:effectLst/>
              <a:uLnTx/>
              <a:uFillTx/>
              <a:latin typeface="Arial" panose="020B0604020202020204" pitchFamily="34" charset="0"/>
              <a:cs typeface="Arial" panose="020B0604020202020204" pitchFamily="34" charset="0"/>
            </a:endParaRPr>
          </a:p>
        </p:txBody>
      </p:sp>
      <p:sp>
        <p:nvSpPr>
          <p:cNvPr id="132" name="Rectangle 131">
            <a:extLst>
              <a:ext uri="{FF2B5EF4-FFF2-40B4-BE49-F238E27FC236}">
                <a16:creationId xmlns:a16="http://schemas.microsoft.com/office/drawing/2014/main" id="{FEA3AD75-0AAD-174C-A67A-D36FCE2E71BF}"/>
              </a:ext>
            </a:extLst>
          </p:cNvPr>
          <p:cNvSpPr/>
          <p:nvPr/>
        </p:nvSpPr>
        <p:spPr>
          <a:xfrm>
            <a:off x="540878" y="3838691"/>
            <a:ext cx="476873" cy="169277"/>
          </a:xfrm>
          <a:prstGeom prst="rect">
            <a:avLst/>
          </a:prstGeom>
          <a:ln>
            <a:noFill/>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00" b="0" i="0" u="none" strike="noStrike" kern="1200" cap="none" spc="0" normalizeH="0" baseline="0" noProof="0" dirty="0">
                <a:ln>
                  <a:noFill/>
                </a:ln>
                <a:solidFill>
                  <a:srgbClr val="1A1A1A"/>
                </a:solidFill>
                <a:effectLst/>
                <a:uLnTx/>
                <a:uFillTx/>
                <a:latin typeface="Arial" panose="020B0604020202020204" pitchFamily="34" charset="0"/>
                <a:cs typeface="Arial" panose="020B0604020202020204" pitchFamily="34" charset="0"/>
              </a:rPr>
              <a:t>CRM</a:t>
            </a:r>
          </a:p>
        </p:txBody>
      </p:sp>
      <p:pic>
        <p:nvPicPr>
          <p:cNvPr id="133" name="Picture 132">
            <a:extLst>
              <a:ext uri="{FF2B5EF4-FFF2-40B4-BE49-F238E27FC236}">
                <a16:creationId xmlns:a16="http://schemas.microsoft.com/office/drawing/2014/main" id="{210AD4C2-9E24-1549-844A-E79804AD1C20}"/>
              </a:ext>
            </a:extLst>
          </p:cNvPr>
          <p:cNvPicPr>
            <a:picLocks noChangeAspect="1" noChangeArrowheads="1"/>
          </p:cNvPicPr>
          <p:nvPr/>
        </p:nvPicPr>
        <p:blipFill>
          <a:blip r:embed="rId10">
            <a:duotone>
              <a:schemeClr val="accent6">
                <a:shade val="45000"/>
                <a:satMod val="135000"/>
              </a:schemeClr>
              <a:prstClr val="white"/>
            </a:duotone>
            <a:extLst>
              <a:ext uri="{BEBA8EAE-BF5A-486C-A8C5-ECC9F3942E4B}">
                <a14:imgProps xmlns:a14="http://schemas.microsoft.com/office/drawing/2010/main">
                  <a14:imgLayer r:embed="rId11">
                    <a14:imgEffect>
                      <a14:colorTemperature colorTemp="5300"/>
                    </a14:imgEffect>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889573" y="3351108"/>
            <a:ext cx="284081" cy="219332"/>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134" name="Rectangle 133">
            <a:extLst>
              <a:ext uri="{FF2B5EF4-FFF2-40B4-BE49-F238E27FC236}">
                <a16:creationId xmlns:a16="http://schemas.microsoft.com/office/drawing/2014/main" id="{17198768-CF32-8242-9C2C-048B1962E947}"/>
              </a:ext>
            </a:extLst>
          </p:cNvPr>
          <p:cNvSpPr/>
          <p:nvPr/>
        </p:nvSpPr>
        <p:spPr>
          <a:xfrm>
            <a:off x="931971" y="3426926"/>
            <a:ext cx="204085" cy="93900"/>
          </a:xfrm>
          <a:prstGeom prst="rect">
            <a:avLst/>
          </a:prstGeom>
          <a:solidFill>
            <a:schemeClr val="bg1">
              <a:lumMod val="65000"/>
            </a:schemeClr>
          </a:solidFill>
          <a:ln w="12700" cap="flat" cmpd="sng" algn="ctr">
            <a:noFill/>
            <a:prstDash val="solid"/>
            <a:miter lim="800000"/>
          </a:ln>
          <a:effectLst/>
        </p:spPr>
        <p:txBody>
          <a:bodyPr lIns="134464" tIns="107571" rIns="134464" bIns="107571" rtlCol="0" anchor="t"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72290" rtl="0" eaLnBrk="1" fontAlgn="auto" latinLnBrk="0" hangingPunct="1">
              <a:lnSpc>
                <a:spcPct val="90000"/>
              </a:lnSpc>
              <a:spcBef>
                <a:spcPts val="588"/>
              </a:spcBef>
              <a:spcAft>
                <a:spcPts val="0"/>
              </a:spcAft>
              <a:buClrTx/>
              <a:buSzTx/>
              <a:buFontTx/>
              <a:buNone/>
              <a:tabLst/>
              <a:defRPr/>
            </a:pPr>
            <a:endParaRPr kumimoji="0" lang="en-US" sz="500" b="0" i="0" u="none" strike="noStrike" kern="0" cap="none" spc="0" normalizeH="0" baseline="0" noProof="0" dirty="0">
              <a:ln>
                <a:noFill/>
              </a:ln>
              <a:solidFill>
                <a:srgbClr val="1A1A1A"/>
              </a:solidFill>
              <a:effectLst/>
              <a:uLnTx/>
              <a:uFillTx/>
              <a:latin typeface="Arial" panose="020B0604020202020204" pitchFamily="34" charset="0"/>
              <a:cs typeface="Arial" panose="020B0604020202020204" pitchFamily="34" charset="0"/>
            </a:endParaRPr>
          </a:p>
        </p:txBody>
      </p:sp>
      <p:sp>
        <p:nvSpPr>
          <p:cNvPr id="135" name="Rectangle 134">
            <a:extLst>
              <a:ext uri="{FF2B5EF4-FFF2-40B4-BE49-F238E27FC236}">
                <a16:creationId xmlns:a16="http://schemas.microsoft.com/office/drawing/2014/main" id="{9B422C28-F4CA-594F-A51E-4876E4FA4BDA}"/>
              </a:ext>
            </a:extLst>
          </p:cNvPr>
          <p:cNvSpPr/>
          <p:nvPr/>
        </p:nvSpPr>
        <p:spPr>
          <a:xfrm>
            <a:off x="865266" y="3846258"/>
            <a:ext cx="759617" cy="169277"/>
          </a:xfrm>
          <a:prstGeom prst="rect">
            <a:avLst/>
          </a:prstGeom>
          <a:ln>
            <a:noFill/>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00" b="0" i="0" u="none" strike="noStrike" kern="1200" cap="none" spc="0" normalizeH="0" baseline="0" noProof="0" dirty="0">
                <a:ln>
                  <a:noFill/>
                </a:ln>
                <a:solidFill>
                  <a:srgbClr val="1A1A1A"/>
                </a:solidFill>
                <a:effectLst/>
                <a:uLnTx/>
                <a:uFillTx/>
                <a:latin typeface="Arial" panose="020B0604020202020204" pitchFamily="34" charset="0"/>
                <a:cs typeface="Arial" panose="020B0604020202020204" pitchFamily="34" charset="0"/>
              </a:rPr>
              <a:t>ERP</a:t>
            </a:r>
          </a:p>
        </p:txBody>
      </p:sp>
      <p:sp>
        <p:nvSpPr>
          <p:cNvPr id="137" name="Rectangle 136">
            <a:extLst>
              <a:ext uri="{FF2B5EF4-FFF2-40B4-BE49-F238E27FC236}">
                <a16:creationId xmlns:a16="http://schemas.microsoft.com/office/drawing/2014/main" id="{E5D67310-E18C-D34C-AFDB-C0F3053525D3}"/>
              </a:ext>
            </a:extLst>
          </p:cNvPr>
          <p:cNvSpPr/>
          <p:nvPr/>
        </p:nvSpPr>
        <p:spPr>
          <a:xfrm>
            <a:off x="448228" y="2271692"/>
            <a:ext cx="1151451" cy="200055"/>
          </a:xfrm>
          <a:prstGeom prst="rect">
            <a:avLst/>
          </a:prstGeom>
          <a:ln>
            <a:noFill/>
          </a:ln>
        </p:spPr>
        <p:txBody>
          <a:bodyPr wrap="square"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710457" rtl="0" eaLnBrk="1" fontAlgn="auto" latinLnBrk="0" hangingPunct="1">
              <a:lnSpc>
                <a:spcPct val="100000"/>
              </a:lnSpc>
              <a:spcBef>
                <a:spcPct val="0"/>
              </a:spcBef>
              <a:spcAft>
                <a:spcPts val="0"/>
              </a:spcAft>
              <a:buClrTx/>
              <a:buSzTx/>
              <a:buFontTx/>
              <a:buNone/>
              <a:tabLst/>
              <a:defRPr/>
            </a:pPr>
            <a:r>
              <a:rPr kumimoji="0" lang="en-AU" sz="700" b="0" i="0" u="none" strike="noStrike" kern="0" cap="none" spc="0" normalizeH="0" baseline="0" noProof="0" dirty="0">
                <a:ln>
                  <a:noFill/>
                </a:ln>
                <a:solidFill>
                  <a:srgbClr val="1A1A1A"/>
                </a:solidFill>
                <a:effectLst/>
                <a:uLnTx/>
                <a:uFillTx/>
                <a:latin typeface="Arial" panose="020B0604020202020204" pitchFamily="34" charset="0"/>
                <a:cs typeface="Arial" panose="020B0604020202020204" pitchFamily="34" charset="0"/>
              </a:rPr>
              <a:t>3rd Party Sources</a:t>
            </a:r>
          </a:p>
        </p:txBody>
      </p:sp>
      <p:sp>
        <p:nvSpPr>
          <p:cNvPr id="139" name="Rectangle 138">
            <a:extLst>
              <a:ext uri="{FF2B5EF4-FFF2-40B4-BE49-F238E27FC236}">
                <a16:creationId xmlns:a16="http://schemas.microsoft.com/office/drawing/2014/main" id="{AA178E09-099E-6A4F-9C09-FE7183902AB6}"/>
              </a:ext>
            </a:extLst>
          </p:cNvPr>
          <p:cNvSpPr/>
          <p:nvPr/>
        </p:nvSpPr>
        <p:spPr>
          <a:xfrm>
            <a:off x="527498" y="2714807"/>
            <a:ext cx="595876" cy="246221"/>
          </a:xfrm>
          <a:prstGeom prst="rect">
            <a:avLst/>
          </a:prstGeom>
          <a:ln>
            <a:noFill/>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00" b="0" i="0" u="none" strike="noStrike" kern="1200" cap="none" spc="0" normalizeH="0" baseline="0" noProof="0" dirty="0">
                <a:ln>
                  <a:noFill/>
                </a:ln>
                <a:solidFill>
                  <a:srgbClr val="1A1A1A"/>
                </a:solidFill>
                <a:effectLst/>
                <a:uLnTx/>
                <a:uFillTx/>
                <a:latin typeface="Arial" panose="020B0604020202020204" pitchFamily="34" charset="0"/>
                <a:cs typeface="Arial" panose="020B0604020202020204" pitchFamily="34" charset="0"/>
              </a:rPr>
              <a:t>Other Cloud Providers</a:t>
            </a:r>
          </a:p>
        </p:txBody>
      </p:sp>
      <p:sp>
        <p:nvSpPr>
          <p:cNvPr id="140" name="Rectangle 139">
            <a:extLst>
              <a:ext uri="{FF2B5EF4-FFF2-40B4-BE49-F238E27FC236}">
                <a16:creationId xmlns:a16="http://schemas.microsoft.com/office/drawing/2014/main" id="{1D4B8EDB-B779-0245-AE9E-714D2EE8A22A}"/>
              </a:ext>
            </a:extLst>
          </p:cNvPr>
          <p:cNvSpPr/>
          <p:nvPr/>
        </p:nvSpPr>
        <p:spPr>
          <a:xfrm>
            <a:off x="1000588" y="2720266"/>
            <a:ext cx="624164" cy="246221"/>
          </a:xfrm>
          <a:prstGeom prst="rect">
            <a:avLst/>
          </a:prstGeom>
          <a:ln>
            <a:noFill/>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00" b="0" i="0" u="none" strike="noStrike" kern="1200" cap="none" spc="0" normalizeH="0" baseline="0" noProof="0" dirty="0">
                <a:ln>
                  <a:noFill/>
                </a:ln>
                <a:solidFill>
                  <a:srgbClr val="1A1A1A"/>
                </a:solidFill>
                <a:effectLst/>
                <a:uLnTx/>
                <a:uFillTx/>
                <a:latin typeface="Arial" panose="020B0604020202020204" pitchFamily="34" charset="0"/>
                <a:cs typeface="Arial" panose="020B0604020202020204" pitchFamily="34" charset="0"/>
              </a:rPr>
              <a:t>Other Data Providers</a:t>
            </a:r>
          </a:p>
        </p:txBody>
      </p:sp>
      <p:grpSp>
        <p:nvGrpSpPr>
          <p:cNvPr id="141" name="Group 140">
            <a:extLst>
              <a:ext uri="{FF2B5EF4-FFF2-40B4-BE49-F238E27FC236}">
                <a16:creationId xmlns:a16="http://schemas.microsoft.com/office/drawing/2014/main" id="{9A2AEA98-20D1-9B46-BC09-61652D0FDF05}"/>
              </a:ext>
            </a:extLst>
          </p:cNvPr>
          <p:cNvGrpSpPr/>
          <p:nvPr/>
        </p:nvGrpSpPr>
        <p:grpSpPr>
          <a:xfrm>
            <a:off x="670697" y="2502233"/>
            <a:ext cx="744029" cy="193756"/>
            <a:chOff x="595692" y="2760281"/>
            <a:chExt cx="816400" cy="199276"/>
          </a:xfrm>
        </p:grpSpPr>
        <p:sp>
          <p:nvSpPr>
            <p:cNvPr id="142" name="Freeform: Shape 694">
              <a:extLst>
                <a:ext uri="{FF2B5EF4-FFF2-40B4-BE49-F238E27FC236}">
                  <a16:creationId xmlns:a16="http://schemas.microsoft.com/office/drawing/2014/main" id="{8F2823F8-71B0-304B-A538-31E3F9E7E405}"/>
                </a:ext>
              </a:extLst>
            </p:cNvPr>
            <p:cNvSpPr/>
            <p:nvPr/>
          </p:nvSpPr>
          <p:spPr>
            <a:xfrm>
              <a:off x="595692" y="2760281"/>
              <a:ext cx="329998" cy="199276"/>
            </a:xfrm>
            <a:custGeom>
              <a:avLst/>
              <a:gdLst>
                <a:gd name="connsiteX0" fmla="*/ 457200 w 457200"/>
                <a:gd name="connsiteY0" fmla="*/ 228626 h 332710"/>
                <a:gd name="connsiteX1" fmla="*/ 368046 w 457200"/>
                <a:gd name="connsiteY1" fmla="*/ 127026 h 332710"/>
                <a:gd name="connsiteX2" fmla="*/ 234696 w 457200"/>
                <a:gd name="connsiteY2" fmla="*/ 26 h 332710"/>
                <a:gd name="connsiteX3" fmla="*/ 107696 w 457200"/>
                <a:gd name="connsiteY3" fmla="*/ 88672 h 332710"/>
                <a:gd name="connsiteX4" fmla="*/ 0 w 457200"/>
                <a:gd name="connsiteY4" fmla="*/ 210084 h 332710"/>
                <a:gd name="connsiteX5" fmla="*/ 128778 w 457200"/>
                <a:gd name="connsiteY5" fmla="*/ 332512 h 332710"/>
                <a:gd name="connsiteX6" fmla="*/ 139954 w 457200"/>
                <a:gd name="connsiteY6" fmla="*/ 332512 h 332710"/>
                <a:gd name="connsiteX7" fmla="*/ 348488 w 457200"/>
                <a:gd name="connsiteY7" fmla="*/ 332512 h 332710"/>
                <a:gd name="connsiteX8" fmla="*/ 354076 w 457200"/>
                <a:gd name="connsiteY8" fmla="*/ 332512 h 332710"/>
                <a:gd name="connsiteX9" fmla="*/ 457200 w 457200"/>
                <a:gd name="connsiteY9" fmla="*/ 228626 h 332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7200" h="332710">
                  <a:moveTo>
                    <a:pt x="457200" y="228626"/>
                  </a:moveTo>
                  <a:cubicBezTo>
                    <a:pt x="456273" y="177535"/>
                    <a:pt x="418584" y="134584"/>
                    <a:pt x="368046" y="127026"/>
                  </a:cubicBezTo>
                  <a:cubicBezTo>
                    <a:pt x="365968" y="55276"/>
                    <a:pt x="306461" y="-1398"/>
                    <a:pt x="234696" y="26"/>
                  </a:cubicBezTo>
                  <a:cubicBezTo>
                    <a:pt x="177783" y="-556"/>
                    <a:pt x="126773" y="35049"/>
                    <a:pt x="107696" y="88672"/>
                  </a:cubicBezTo>
                  <a:cubicBezTo>
                    <a:pt x="46500" y="96541"/>
                    <a:pt x="512" y="148386"/>
                    <a:pt x="0" y="210084"/>
                  </a:cubicBezTo>
                  <a:cubicBezTo>
                    <a:pt x="2480" y="279129"/>
                    <a:pt x="59697" y="333523"/>
                    <a:pt x="128778" y="332512"/>
                  </a:cubicBezTo>
                  <a:lnTo>
                    <a:pt x="139954" y="332512"/>
                  </a:lnTo>
                  <a:lnTo>
                    <a:pt x="348488" y="332512"/>
                  </a:lnTo>
                  <a:cubicBezTo>
                    <a:pt x="350342" y="332776"/>
                    <a:pt x="352222" y="332776"/>
                    <a:pt x="354076" y="332512"/>
                  </a:cubicBezTo>
                  <a:cubicBezTo>
                    <a:pt x="410924" y="331552"/>
                    <a:pt x="456656" y="285479"/>
                    <a:pt x="457200" y="228626"/>
                  </a:cubicBezTo>
                  <a:close/>
                </a:path>
              </a:pathLst>
            </a:custGeom>
            <a:solidFill>
              <a:schemeClr val="accent6">
                <a:lumMod val="20000"/>
                <a:lumOff val="80000"/>
              </a:schemeClr>
            </a:solidFill>
            <a:ln w="25400" cap="flat">
              <a:solidFill>
                <a:schemeClr val="accent6">
                  <a:lumMod val="40000"/>
                  <a:lumOff val="60000"/>
                </a:schemeClr>
              </a:solid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1A1A1A"/>
                </a:solidFill>
                <a:effectLst/>
                <a:uLnTx/>
                <a:uFillTx/>
                <a:latin typeface="Arial" panose="020B0604020202020204" pitchFamily="34" charset="0"/>
                <a:cs typeface="Arial" panose="020B0604020202020204" pitchFamily="34" charset="0"/>
              </a:endParaRPr>
            </a:p>
          </p:txBody>
        </p:sp>
        <p:grpSp>
          <p:nvGrpSpPr>
            <p:cNvPr id="143" name="Group 142">
              <a:extLst>
                <a:ext uri="{FF2B5EF4-FFF2-40B4-BE49-F238E27FC236}">
                  <a16:creationId xmlns:a16="http://schemas.microsoft.com/office/drawing/2014/main" id="{D40D7D7B-7846-4942-8F1B-53A437190427}"/>
                </a:ext>
              </a:extLst>
            </p:cNvPr>
            <p:cNvGrpSpPr/>
            <p:nvPr/>
          </p:nvGrpSpPr>
          <p:grpSpPr>
            <a:xfrm>
              <a:off x="1149710" y="2769283"/>
              <a:ext cx="262382" cy="166063"/>
              <a:chOff x="3027363" y="2582832"/>
              <a:chExt cx="701675" cy="563593"/>
            </a:xfrm>
            <a:solidFill>
              <a:schemeClr val="tx1">
                <a:lumMod val="25000"/>
                <a:lumOff val="75000"/>
              </a:schemeClr>
            </a:solidFill>
          </p:grpSpPr>
          <p:sp>
            <p:nvSpPr>
              <p:cNvPr id="145" name="Freeform 144">
                <a:extLst>
                  <a:ext uri="{FF2B5EF4-FFF2-40B4-BE49-F238E27FC236}">
                    <a16:creationId xmlns:a16="http://schemas.microsoft.com/office/drawing/2014/main" id="{E4A932BD-8833-DC48-92C0-D017F2DFA808}"/>
                  </a:ext>
                </a:extLst>
              </p:cNvPr>
              <p:cNvSpPr>
                <a:spLocks noEditPoints="1"/>
              </p:cNvSpPr>
              <p:nvPr/>
            </p:nvSpPr>
            <p:spPr bwMode="auto">
              <a:xfrm>
                <a:off x="3027363" y="2689225"/>
                <a:ext cx="701675" cy="457200"/>
              </a:xfrm>
              <a:custGeom>
                <a:avLst/>
                <a:gdLst>
                  <a:gd name="T0" fmla="*/ 1454 w 2907"/>
                  <a:gd name="T1" fmla="*/ 1887 h 1887"/>
                  <a:gd name="T2" fmla="*/ 186 w 2907"/>
                  <a:gd name="T3" fmla="*/ 1887 h 1887"/>
                  <a:gd name="T4" fmla="*/ 1 w 2907"/>
                  <a:gd name="T5" fmla="*/ 1704 h 1887"/>
                  <a:gd name="T6" fmla="*/ 1 w 2907"/>
                  <a:gd name="T7" fmla="*/ 180 h 1887"/>
                  <a:gd name="T8" fmla="*/ 182 w 2907"/>
                  <a:gd name="T9" fmla="*/ 0 h 1887"/>
                  <a:gd name="T10" fmla="*/ 2724 w 2907"/>
                  <a:gd name="T11" fmla="*/ 0 h 1887"/>
                  <a:gd name="T12" fmla="*/ 2906 w 2907"/>
                  <a:gd name="T13" fmla="*/ 180 h 1887"/>
                  <a:gd name="T14" fmla="*/ 2906 w 2907"/>
                  <a:gd name="T15" fmla="*/ 1710 h 1887"/>
                  <a:gd name="T16" fmla="*/ 2728 w 2907"/>
                  <a:gd name="T17" fmla="*/ 1887 h 1887"/>
                  <a:gd name="T18" fmla="*/ 1454 w 2907"/>
                  <a:gd name="T19" fmla="*/ 1887 h 1887"/>
                  <a:gd name="T20" fmla="*/ 148 w 2907"/>
                  <a:gd name="T21" fmla="*/ 1737 h 1887"/>
                  <a:gd name="T22" fmla="*/ 2757 w 2907"/>
                  <a:gd name="T23" fmla="*/ 1737 h 1887"/>
                  <a:gd name="T24" fmla="*/ 2757 w 2907"/>
                  <a:gd name="T25" fmla="*/ 148 h 1887"/>
                  <a:gd name="T26" fmla="*/ 148 w 2907"/>
                  <a:gd name="T27" fmla="*/ 148 h 1887"/>
                  <a:gd name="T28" fmla="*/ 148 w 2907"/>
                  <a:gd name="T29" fmla="*/ 1737 h 18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07" h="1887">
                    <a:moveTo>
                      <a:pt x="1454" y="1887"/>
                    </a:moveTo>
                    <a:cubicBezTo>
                      <a:pt x="1031" y="1887"/>
                      <a:pt x="608" y="1887"/>
                      <a:pt x="186" y="1887"/>
                    </a:cubicBezTo>
                    <a:cubicBezTo>
                      <a:pt x="51" y="1887"/>
                      <a:pt x="1" y="1838"/>
                      <a:pt x="1" y="1704"/>
                    </a:cubicBezTo>
                    <a:cubicBezTo>
                      <a:pt x="0" y="1196"/>
                      <a:pt x="0" y="688"/>
                      <a:pt x="1" y="180"/>
                    </a:cubicBezTo>
                    <a:cubicBezTo>
                      <a:pt x="1" y="51"/>
                      <a:pt x="52" y="0"/>
                      <a:pt x="182" y="0"/>
                    </a:cubicBezTo>
                    <a:cubicBezTo>
                      <a:pt x="1030" y="0"/>
                      <a:pt x="1877" y="0"/>
                      <a:pt x="2724" y="0"/>
                    </a:cubicBezTo>
                    <a:cubicBezTo>
                      <a:pt x="2854" y="0"/>
                      <a:pt x="2906" y="51"/>
                      <a:pt x="2906" y="180"/>
                    </a:cubicBezTo>
                    <a:cubicBezTo>
                      <a:pt x="2907" y="690"/>
                      <a:pt x="2907" y="1200"/>
                      <a:pt x="2906" y="1710"/>
                    </a:cubicBezTo>
                    <a:cubicBezTo>
                      <a:pt x="2906" y="1836"/>
                      <a:pt x="2854" y="1887"/>
                      <a:pt x="2728" y="1887"/>
                    </a:cubicBezTo>
                    <a:cubicBezTo>
                      <a:pt x="2303" y="1887"/>
                      <a:pt x="1878" y="1887"/>
                      <a:pt x="1454" y="1887"/>
                    </a:cubicBezTo>
                    <a:close/>
                    <a:moveTo>
                      <a:pt x="148" y="1737"/>
                    </a:moveTo>
                    <a:cubicBezTo>
                      <a:pt x="1019" y="1737"/>
                      <a:pt x="1888" y="1737"/>
                      <a:pt x="2757" y="1737"/>
                    </a:cubicBezTo>
                    <a:cubicBezTo>
                      <a:pt x="2757" y="1205"/>
                      <a:pt x="2757" y="676"/>
                      <a:pt x="2757" y="148"/>
                    </a:cubicBezTo>
                    <a:cubicBezTo>
                      <a:pt x="1885" y="148"/>
                      <a:pt x="1018" y="148"/>
                      <a:pt x="148" y="148"/>
                    </a:cubicBezTo>
                    <a:cubicBezTo>
                      <a:pt x="148" y="679"/>
                      <a:pt x="148" y="1206"/>
                      <a:pt x="148" y="1737"/>
                    </a:cubicBezTo>
                    <a:close/>
                  </a:path>
                </a:pathLst>
              </a:custGeom>
              <a:grpFill/>
              <a:ln>
                <a:solidFill>
                  <a:schemeClr val="accent6">
                    <a:lumMod val="40000"/>
                    <a:lumOff val="60000"/>
                  </a:schemeClr>
                </a:solidFill>
              </a:ln>
            </p:spPr>
            <p:txBody>
              <a:bodyPr vert="horz" wrap="square" lIns="89642" tIns="44821" rIns="89642" bIns="44821"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72290" rtl="0" eaLnBrk="1" fontAlgn="auto" latinLnBrk="0" hangingPunct="1">
                  <a:lnSpc>
                    <a:spcPct val="100000"/>
                  </a:lnSpc>
                  <a:spcBef>
                    <a:spcPts val="0"/>
                  </a:spcBef>
                  <a:spcAft>
                    <a:spcPts val="0"/>
                  </a:spcAft>
                  <a:buClrTx/>
                  <a:buSzTx/>
                  <a:buFontTx/>
                  <a:buNone/>
                  <a:tabLst/>
                  <a:defRPr/>
                </a:pPr>
                <a:endParaRPr kumimoji="0" lang="en-US" sz="500" b="0" i="0" u="none" strike="noStrike" kern="0" cap="none" spc="0" normalizeH="0" baseline="0" noProof="0">
                  <a:ln>
                    <a:noFill/>
                  </a:ln>
                  <a:solidFill>
                    <a:srgbClr val="1A1A1A"/>
                  </a:solidFill>
                  <a:effectLst/>
                  <a:uLnTx/>
                  <a:uFillTx/>
                  <a:latin typeface="Arial" panose="020B0604020202020204" pitchFamily="34" charset="0"/>
                  <a:cs typeface="Arial" panose="020B0604020202020204" pitchFamily="34" charset="0"/>
                </a:endParaRPr>
              </a:p>
            </p:txBody>
          </p:sp>
          <p:sp>
            <p:nvSpPr>
              <p:cNvPr id="146" name="Freeform 145">
                <a:extLst>
                  <a:ext uri="{FF2B5EF4-FFF2-40B4-BE49-F238E27FC236}">
                    <a16:creationId xmlns:a16="http://schemas.microsoft.com/office/drawing/2014/main" id="{C56971F2-5548-EF48-AE6F-E477EFE34207}"/>
                  </a:ext>
                </a:extLst>
              </p:cNvPr>
              <p:cNvSpPr>
                <a:spLocks noEditPoints="1"/>
              </p:cNvSpPr>
              <p:nvPr/>
            </p:nvSpPr>
            <p:spPr bwMode="auto">
              <a:xfrm>
                <a:off x="3027363" y="2582832"/>
                <a:ext cx="701675" cy="74613"/>
              </a:xfrm>
              <a:custGeom>
                <a:avLst/>
                <a:gdLst>
                  <a:gd name="T0" fmla="*/ 5 w 2906"/>
                  <a:gd name="T1" fmla="*/ 310 h 312"/>
                  <a:gd name="T2" fmla="*/ 7 w 2906"/>
                  <a:gd name="T3" fmla="*/ 117 h 312"/>
                  <a:gd name="T4" fmla="*/ 125 w 2906"/>
                  <a:gd name="T5" fmla="*/ 3 h 312"/>
                  <a:gd name="T6" fmla="*/ 198 w 2906"/>
                  <a:gd name="T7" fmla="*/ 1 h 312"/>
                  <a:gd name="T8" fmla="*/ 2710 w 2906"/>
                  <a:gd name="T9" fmla="*/ 1 h 312"/>
                  <a:gd name="T10" fmla="*/ 2906 w 2906"/>
                  <a:gd name="T11" fmla="*/ 197 h 312"/>
                  <a:gd name="T12" fmla="*/ 2906 w 2906"/>
                  <a:gd name="T13" fmla="*/ 312 h 312"/>
                  <a:gd name="T14" fmla="*/ 2691 w 2906"/>
                  <a:gd name="T15" fmla="*/ 294 h 312"/>
                  <a:gd name="T16" fmla="*/ 137 w 2906"/>
                  <a:gd name="T17" fmla="*/ 294 h 312"/>
                  <a:gd name="T18" fmla="*/ 5 w 2906"/>
                  <a:gd name="T19" fmla="*/ 310 h 312"/>
                  <a:gd name="T20" fmla="*/ 2615 w 2906"/>
                  <a:gd name="T21" fmla="*/ 98 h 312"/>
                  <a:gd name="T22" fmla="*/ 2608 w 2906"/>
                  <a:gd name="T23" fmla="*/ 106 h 312"/>
                  <a:gd name="T24" fmla="*/ 2643 w 2906"/>
                  <a:gd name="T25" fmla="*/ 151 h 312"/>
                  <a:gd name="T26" fmla="*/ 2619 w 2906"/>
                  <a:gd name="T27" fmla="*/ 184 h 312"/>
                  <a:gd name="T28" fmla="*/ 2707 w 2906"/>
                  <a:gd name="T29" fmla="*/ 184 h 312"/>
                  <a:gd name="T30" fmla="*/ 2681 w 2906"/>
                  <a:gd name="T31" fmla="*/ 150 h 312"/>
                  <a:gd name="T32" fmla="*/ 2716 w 2906"/>
                  <a:gd name="T33" fmla="*/ 105 h 312"/>
                  <a:gd name="T34" fmla="*/ 2710 w 2906"/>
                  <a:gd name="T35" fmla="*/ 99 h 312"/>
                  <a:gd name="T36" fmla="*/ 2662 w 2906"/>
                  <a:gd name="T37" fmla="*/ 129 h 312"/>
                  <a:gd name="T38" fmla="*/ 2615 w 2906"/>
                  <a:gd name="T39" fmla="*/ 98 h 312"/>
                  <a:gd name="T40" fmla="*/ 2404 w 2906"/>
                  <a:gd name="T41" fmla="*/ 103 h 312"/>
                  <a:gd name="T42" fmla="*/ 2404 w 2906"/>
                  <a:gd name="T43" fmla="*/ 193 h 312"/>
                  <a:gd name="T44" fmla="*/ 2492 w 2906"/>
                  <a:gd name="T45" fmla="*/ 193 h 312"/>
                  <a:gd name="T46" fmla="*/ 2492 w 2906"/>
                  <a:gd name="T47" fmla="*/ 103 h 312"/>
                  <a:gd name="T48" fmla="*/ 2404 w 2906"/>
                  <a:gd name="T49" fmla="*/ 103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906" h="312">
                    <a:moveTo>
                      <a:pt x="5" y="310"/>
                    </a:moveTo>
                    <a:cubicBezTo>
                      <a:pt x="5" y="249"/>
                      <a:pt x="0" y="182"/>
                      <a:pt x="7" y="117"/>
                    </a:cubicBezTo>
                    <a:cubicBezTo>
                      <a:pt x="13" y="55"/>
                      <a:pt x="63" y="12"/>
                      <a:pt x="125" y="3"/>
                    </a:cubicBezTo>
                    <a:cubicBezTo>
                      <a:pt x="149" y="0"/>
                      <a:pt x="174" y="1"/>
                      <a:pt x="198" y="1"/>
                    </a:cubicBezTo>
                    <a:cubicBezTo>
                      <a:pt x="1036" y="1"/>
                      <a:pt x="1873" y="1"/>
                      <a:pt x="2710" y="1"/>
                    </a:cubicBezTo>
                    <a:cubicBezTo>
                      <a:pt x="2861" y="1"/>
                      <a:pt x="2906" y="46"/>
                      <a:pt x="2906" y="197"/>
                    </a:cubicBezTo>
                    <a:cubicBezTo>
                      <a:pt x="2906" y="239"/>
                      <a:pt x="2906" y="281"/>
                      <a:pt x="2906" y="312"/>
                    </a:cubicBezTo>
                    <a:cubicBezTo>
                      <a:pt x="2832" y="305"/>
                      <a:pt x="2761" y="294"/>
                      <a:pt x="2691" y="294"/>
                    </a:cubicBezTo>
                    <a:cubicBezTo>
                      <a:pt x="1839" y="292"/>
                      <a:pt x="988" y="293"/>
                      <a:pt x="137" y="294"/>
                    </a:cubicBezTo>
                    <a:cubicBezTo>
                      <a:pt x="95" y="294"/>
                      <a:pt x="54" y="304"/>
                      <a:pt x="5" y="310"/>
                    </a:cubicBezTo>
                    <a:close/>
                    <a:moveTo>
                      <a:pt x="2615" y="98"/>
                    </a:moveTo>
                    <a:cubicBezTo>
                      <a:pt x="2613" y="101"/>
                      <a:pt x="2610" y="103"/>
                      <a:pt x="2608" y="106"/>
                    </a:cubicBezTo>
                    <a:cubicBezTo>
                      <a:pt x="2620" y="121"/>
                      <a:pt x="2632" y="136"/>
                      <a:pt x="2643" y="151"/>
                    </a:cubicBezTo>
                    <a:cubicBezTo>
                      <a:pt x="2631" y="167"/>
                      <a:pt x="2622" y="180"/>
                      <a:pt x="2619" y="184"/>
                    </a:cubicBezTo>
                    <a:cubicBezTo>
                      <a:pt x="2649" y="184"/>
                      <a:pt x="2679" y="184"/>
                      <a:pt x="2707" y="184"/>
                    </a:cubicBezTo>
                    <a:cubicBezTo>
                      <a:pt x="2703" y="178"/>
                      <a:pt x="2693" y="165"/>
                      <a:pt x="2681" y="150"/>
                    </a:cubicBezTo>
                    <a:cubicBezTo>
                      <a:pt x="2693" y="134"/>
                      <a:pt x="2705" y="120"/>
                      <a:pt x="2716" y="105"/>
                    </a:cubicBezTo>
                    <a:cubicBezTo>
                      <a:pt x="2714" y="103"/>
                      <a:pt x="2712" y="101"/>
                      <a:pt x="2710" y="99"/>
                    </a:cubicBezTo>
                    <a:cubicBezTo>
                      <a:pt x="2694" y="109"/>
                      <a:pt x="2679" y="119"/>
                      <a:pt x="2662" y="129"/>
                    </a:cubicBezTo>
                    <a:cubicBezTo>
                      <a:pt x="2647" y="119"/>
                      <a:pt x="2631" y="108"/>
                      <a:pt x="2615" y="98"/>
                    </a:cubicBezTo>
                    <a:close/>
                    <a:moveTo>
                      <a:pt x="2404" y="103"/>
                    </a:moveTo>
                    <a:cubicBezTo>
                      <a:pt x="2404" y="137"/>
                      <a:pt x="2404" y="164"/>
                      <a:pt x="2404" y="193"/>
                    </a:cubicBezTo>
                    <a:cubicBezTo>
                      <a:pt x="2436" y="193"/>
                      <a:pt x="2465" y="193"/>
                      <a:pt x="2492" y="193"/>
                    </a:cubicBezTo>
                    <a:cubicBezTo>
                      <a:pt x="2492" y="160"/>
                      <a:pt x="2492" y="131"/>
                      <a:pt x="2492" y="103"/>
                    </a:cubicBezTo>
                    <a:cubicBezTo>
                      <a:pt x="2461" y="103"/>
                      <a:pt x="2435" y="103"/>
                      <a:pt x="2404" y="103"/>
                    </a:cubicBezTo>
                    <a:close/>
                  </a:path>
                </a:pathLst>
              </a:custGeom>
              <a:grpFill/>
              <a:ln>
                <a:solidFill>
                  <a:schemeClr val="accent6">
                    <a:lumMod val="40000"/>
                    <a:lumOff val="60000"/>
                  </a:schemeClr>
                </a:solidFill>
              </a:ln>
            </p:spPr>
            <p:txBody>
              <a:bodyPr vert="horz" wrap="square" lIns="89642" tIns="44821" rIns="89642" bIns="44821"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72290" rtl="0" eaLnBrk="1" fontAlgn="auto" latinLnBrk="0" hangingPunct="1">
                  <a:lnSpc>
                    <a:spcPct val="100000"/>
                  </a:lnSpc>
                  <a:spcBef>
                    <a:spcPts val="0"/>
                  </a:spcBef>
                  <a:spcAft>
                    <a:spcPts val="0"/>
                  </a:spcAft>
                  <a:buClrTx/>
                  <a:buSzTx/>
                  <a:buFontTx/>
                  <a:buNone/>
                  <a:tabLst/>
                  <a:defRPr/>
                </a:pPr>
                <a:endParaRPr kumimoji="0" lang="en-US" sz="500" b="0" i="0" u="none" strike="noStrike" kern="0" cap="none" spc="0" normalizeH="0" baseline="0" noProof="0">
                  <a:ln>
                    <a:noFill/>
                  </a:ln>
                  <a:solidFill>
                    <a:srgbClr val="1A1A1A"/>
                  </a:solidFill>
                  <a:effectLst/>
                  <a:uLnTx/>
                  <a:uFillTx/>
                  <a:latin typeface="Arial" panose="020B0604020202020204" pitchFamily="34" charset="0"/>
                  <a:cs typeface="Arial" panose="020B0604020202020204" pitchFamily="34" charset="0"/>
                </a:endParaRPr>
              </a:p>
            </p:txBody>
          </p:sp>
          <p:sp>
            <p:nvSpPr>
              <p:cNvPr id="147" name="Freeform 146">
                <a:extLst>
                  <a:ext uri="{FF2B5EF4-FFF2-40B4-BE49-F238E27FC236}">
                    <a16:creationId xmlns:a16="http://schemas.microsoft.com/office/drawing/2014/main" id="{5849FC3C-1116-B34F-ADB0-A46399928E07}"/>
                  </a:ext>
                </a:extLst>
              </p:cNvPr>
              <p:cNvSpPr>
                <a:spLocks/>
              </p:cNvSpPr>
              <p:nvPr/>
            </p:nvSpPr>
            <p:spPr bwMode="auto">
              <a:xfrm>
                <a:off x="3608388" y="2627313"/>
                <a:ext cx="20638" cy="17463"/>
              </a:xfrm>
              <a:custGeom>
                <a:avLst/>
                <a:gdLst>
                  <a:gd name="T0" fmla="*/ 87 w 87"/>
                  <a:gd name="T1" fmla="*/ 78 h 78"/>
                  <a:gd name="T2" fmla="*/ 66 w 87"/>
                  <a:gd name="T3" fmla="*/ 7 h 78"/>
                  <a:gd name="T4" fmla="*/ 22 w 87"/>
                  <a:gd name="T5" fmla="*/ 7 h 78"/>
                  <a:gd name="T6" fmla="*/ 0 w 87"/>
                  <a:gd name="T7" fmla="*/ 73 h 78"/>
                  <a:gd name="T8" fmla="*/ 87 w 87"/>
                  <a:gd name="T9" fmla="*/ 78 h 78"/>
                </a:gdLst>
                <a:ahLst/>
                <a:cxnLst>
                  <a:cxn ang="0">
                    <a:pos x="T0" y="T1"/>
                  </a:cxn>
                  <a:cxn ang="0">
                    <a:pos x="T2" y="T3"/>
                  </a:cxn>
                  <a:cxn ang="0">
                    <a:pos x="T4" y="T5"/>
                  </a:cxn>
                  <a:cxn ang="0">
                    <a:pos x="T6" y="T7"/>
                  </a:cxn>
                  <a:cxn ang="0">
                    <a:pos x="T8" y="T9"/>
                  </a:cxn>
                </a:cxnLst>
                <a:rect l="0" t="0" r="r" b="b"/>
                <a:pathLst>
                  <a:path w="87" h="78">
                    <a:moveTo>
                      <a:pt x="87" y="78"/>
                    </a:moveTo>
                    <a:cubicBezTo>
                      <a:pt x="78" y="47"/>
                      <a:pt x="77" y="24"/>
                      <a:pt x="66" y="7"/>
                    </a:cubicBezTo>
                    <a:cubicBezTo>
                      <a:pt x="61" y="0"/>
                      <a:pt x="27" y="0"/>
                      <a:pt x="22" y="7"/>
                    </a:cubicBezTo>
                    <a:cubicBezTo>
                      <a:pt x="10" y="23"/>
                      <a:pt x="8" y="47"/>
                      <a:pt x="0" y="73"/>
                    </a:cubicBezTo>
                    <a:cubicBezTo>
                      <a:pt x="31" y="75"/>
                      <a:pt x="51" y="76"/>
                      <a:pt x="87" y="78"/>
                    </a:cubicBezTo>
                    <a:close/>
                  </a:path>
                </a:pathLst>
              </a:custGeom>
              <a:grpFill/>
              <a:ln>
                <a:solidFill>
                  <a:schemeClr val="accent6">
                    <a:lumMod val="40000"/>
                    <a:lumOff val="60000"/>
                  </a:schemeClr>
                </a:solidFill>
              </a:ln>
            </p:spPr>
            <p:txBody>
              <a:bodyPr vert="horz" wrap="square" lIns="89642" tIns="44821" rIns="89642" bIns="44821"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72290" rtl="0" eaLnBrk="1" fontAlgn="auto" latinLnBrk="0" hangingPunct="1">
                  <a:lnSpc>
                    <a:spcPct val="100000"/>
                  </a:lnSpc>
                  <a:spcBef>
                    <a:spcPts val="0"/>
                  </a:spcBef>
                  <a:spcAft>
                    <a:spcPts val="0"/>
                  </a:spcAft>
                  <a:buClrTx/>
                  <a:buSzTx/>
                  <a:buFontTx/>
                  <a:buNone/>
                  <a:tabLst/>
                  <a:defRPr/>
                </a:pPr>
                <a:endParaRPr kumimoji="0" lang="en-US" sz="500" b="0" i="0" u="none" strike="noStrike" kern="0" cap="none" spc="0" normalizeH="0" baseline="0" noProof="0">
                  <a:ln>
                    <a:noFill/>
                  </a:ln>
                  <a:solidFill>
                    <a:srgbClr val="1A1A1A"/>
                  </a:solidFill>
                  <a:effectLst/>
                  <a:uLnTx/>
                  <a:uFillTx/>
                  <a:latin typeface="Arial" panose="020B0604020202020204" pitchFamily="34" charset="0"/>
                  <a:cs typeface="Arial" panose="020B0604020202020204" pitchFamily="34" charset="0"/>
                </a:endParaRPr>
              </a:p>
            </p:txBody>
          </p:sp>
          <p:sp>
            <p:nvSpPr>
              <p:cNvPr id="156" name="Freeform 155">
                <a:extLst>
                  <a:ext uri="{FF2B5EF4-FFF2-40B4-BE49-F238E27FC236}">
                    <a16:creationId xmlns:a16="http://schemas.microsoft.com/office/drawing/2014/main" id="{9AEB5610-62C5-1D4D-94C0-94BF05689B45}"/>
                  </a:ext>
                </a:extLst>
              </p:cNvPr>
              <p:cNvSpPr>
                <a:spLocks/>
              </p:cNvSpPr>
              <p:nvPr/>
            </p:nvSpPr>
            <p:spPr bwMode="auto">
              <a:xfrm>
                <a:off x="3608388" y="2627313"/>
                <a:ext cx="20638" cy="17463"/>
              </a:xfrm>
              <a:custGeom>
                <a:avLst/>
                <a:gdLst>
                  <a:gd name="T0" fmla="*/ 87 w 87"/>
                  <a:gd name="T1" fmla="*/ 78 h 78"/>
                  <a:gd name="T2" fmla="*/ 0 w 87"/>
                  <a:gd name="T3" fmla="*/ 73 h 78"/>
                  <a:gd name="T4" fmla="*/ 22 w 87"/>
                  <a:gd name="T5" fmla="*/ 7 h 78"/>
                  <a:gd name="T6" fmla="*/ 66 w 87"/>
                  <a:gd name="T7" fmla="*/ 7 h 78"/>
                  <a:gd name="T8" fmla="*/ 87 w 87"/>
                  <a:gd name="T9" fmla="*/ 78 h 78"/>
                </a:gdLst>
                <a:ahLst/>
                <a:cxnLst>
                  <a:cxn ang="0">
                    <a:pos x="T0" y="T1"/>
                  </a:cxn>
                  <a:cxn ang="0">
                    <a:pos x="T2" y="T3"/>
                  </a:cxn>
                  <a:cxn ang="0">
                    <a:pos x="T4" y="T5"/>
                  </a:cxn>
                  <a:cxn ang="0">
                    <a:pos x="T6" y="T7"/>
                  </a:cxn>
                  <a:cxn ang="0">
                    <a:pos x="T8" y="T9"/>
                  </a:cxn>
                </a:cxnLst>
                <a:rect l="0" t="0" r="r" b="b"/>
                <a:pathLst>
                  <a:path w="87" h="78">
                    <a:moveTo>
                      <a:pt x="87" y="78"/>
                    </a:moveTo>
                    <a:cubicBezTo>
                      <a:pt x="51" y="76"/>
                      <a:pt x="31" y="75"/>
                      <a:pt x="0" y="73"/>
                    </a:cubicBezTo>
                    <a:cubicBezTo>
                      <a:pt x="8" y="47"/>
                      <a:pt x="10" y="23"/>
                      <a:pt x="22" y="7"/>
                    </a:cubicBezTo>
                    <a:cubicBezTo>
                      <a:pt x="27" y="0"/>
                      <a:pt x="61" y="0"/>
                      <a:pt x="66" y="7"/>
                    </a:cubicBezTo>
                    <a:cubicBezTo>
                      <a:pt x="77" y="24"/>
                      <a:pt x="78" y="47"/>
                      <a:pt x="87" y="78"/>
                    </a:cubicBezTo>
                    <a:close/>
                  </a:path>
                </a:pathLst>
              </a:custGeom>
              <a:grpFill/>
              <a:ln>
                <a:solidFill>
                  <a:schemeClr val="accent6">
                    <a:lumMod val="40000"/>
                    <a:lumOff val="60000"/>
                  </a:schemeClr>
                </a:solidFill>
              </a:ln>
            </p:spPr>
            <p:txBody>
              <a:bodyPr vert="horz" wrap="square" lIns="89642" tIns="44821" rIns="89642" bIns="44821"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72290" rtl="0" eaLnBrk="1" fontAlgn="auto" latinLnBrk="0" hangingPunct="1">
                  <a:lnSpc>
                    <a:spcPct val="100000"/>
                  </a:lnSpc>
                  <a:spcBef>
                    <a:spcPts val="0"/>
                  </a:spcBef>
                  <a:spcAft>
                    <a:spcPts val="0"/>
                  </a:spcAft>
                  <a:buClrTx/>
                  <a:buSzTx/>
                  <a:buFontTx/>
                  <a:buNone/>
                  <a:tabLst/>
                  <a:defRPr/>
                </a:pPr>
                <a:endParaRPr kumimoji="0" lang="en-US" sz="500" b="0" i="0" u="none" strike="noStrike" kern="0" cap="none" spc="0" normalizeH="0" baseline="0" noProof="0">
                  <a:ln>
                    <a:noFill/>
                  </a:ln>
                  <a:solidFill>
                    <a:srgbClr val="1A1A1A"/>
                  </a:solidFill>
                  <a:effectLst/>
                  <a:uLnTx/>
                  <a:uFillTx/>
                  <a:latin typeface="Arial" panose="020B0604020202020204" pitchFamily="34" charset="0"/>
                  <a:cs typeface="Arial" panose="020B0604020202020204" pitchFamily="34" charset="0"/>
                </a:endParaRPr>
              </a:p>
            </p:txBody>
          </p:sp>
        </p:grpSp>
        <p:sp>
          <p:nvSpPr>
            <p:cNvPr id="144" name="Rectangle 143">
              <a:extLst>
                <a:ext uri="{FF2B5EF4-FFF2-40B4-BE49-F238E27FC236}">
                  <a16:creationId xmlns:a16="http://schemas.microsoft.com/office/drawing/2014/main" id="{02618CA8-7BD7-D54C-866E-3BFF36F0AB8D}"/>
                </a:ext>
              </a:extLst>
            </p:cNvPr>
            <p:cNvSpPr/>
            <p:nvPr/>
          </p:nvSpPr>
          <p:spPr>
            <a:xfrm>
              <a:off x="1155602" y="2807914"/>
              <a:ext cx="243982" cy="117504"/>
            </a:xfrm>
            <a:prstGeom prst="rect">
              <a:avLst/>
            </a:prstGeom>
            <a:solidFill>
              <a:schemeClr val="accent6">
                <a:lumMod val="20000"/>
                <a:lumOff val="80000"/>
              </a:schemeClr>
            </a:solidFill>
            <a:ln w="12700" cap="flat" cmpd="sng" algn="ctr">
              <a:noFill/>
              <a:prstDash val="solid"/>
              <a:miter lim="800000"/>
            </a:ln>
            <a:effectLst/>
          </p:spPr>
          <p:txBody>
            <a:bodyPr lIns="134464" tIns="107571" rIns="134464" bIns="107571" rtlCol="0" anchor="t"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72290" rtl="0" eaLnBrk="1" fontAlgn="auto" latinLnBrk="0" hangingPunct="1">
                <a:lnSpc>
                  <a:spcPct val="90000"/>
                </a:lnSpc>
                <a:spcBef>
                  <a:spcPts val="588"/>
                </a:spcBef>
                <a:spcAft>
                  <a:spcPts val="0"/>
                </a:spcAft>
                <a:buClrTx/>
                <a:buSzTx/>
                <a:buFontTx/>
                <a:buNone/>
                <a:tabLst/>
                <a:defRPr/>
              </a:pPr>
              <a:endParaRPr kumimoji="0" lang="en-US" sz="500" b="0" i="0" u="none" strike="noStrike" kern="0" cap="none" spc="0" normalizeH="0" baseline="0" noProof="0">
                <a:ln>
                  <a:noFill/>
                </a:ln>
                <a:solidFill>
                  <a:srgbClr val="1A1A1A"/>
                </a:solidFill>
                <a:effectLst/>
                <a:uLnTx/>
                <a:uFillTx/>
                <a:latin typeface="Arial" panose="020B0604020202020204" pitchFamily="34" charset="0"/>
                <a:cs typeface="Arial" panose="020B0604020202020204" pitchFamily="34" charset="0"/>
              </a:endParaRPr>
            </a:p>
          </p:txBody>
        </p:sp>
      </p:grpSp>
      <p:cxnSp>
        <p:nvCxnSpPr>
          <p:cNvPr id="91" name="Connector: Elbow 565">
            <a:extLst>
              <a:ext uri="{FF2B5EF4-FFF2-40B4-BE49-F238E27FC236}">
                <a16:creationId xmlns:a16="http://schemas.microsoft.com/office/drawing/2014/main" id="{AEFB75A1-50EB-A345-B843-E7AA8F19779B}"/>
              </a:ext>
            </a:extLst>
          </p:cNvPr>
          <p:cNvCxnSpPr>
            <a:cxnSpLocks/>
          </p:cNvCxnSpPr>
          <p:nvPr/>
        </p:nvCxnSpPr>
        <p:spPr>
          <a:xfrm flipH="1" flipV="1">
            <a:off x="5780267" y="1694878"/>
            <a:ext cx="34256" cy="560"/>
          </a:xfrm>
          <a:prstGeom prst="bentConnector3">
            <a:avLst>
              <a:gd name="adj1" fmla="val 34498"/>
            </a:avLst>
          </a:prstGeom>
          <a:ln w="15875">
            <a:solidFill>
              <a:schemeClr val="accent6">
                <a:lumMod val="40000"/>
                <a:lumOff val="60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111" name="Rectangle 110">
            <a:extLst>
              <a:ext uri="{FF2B5EF4-FFF2-40B4-BE49-F238E27FC236}">
                <a16:creationId xmlns:a16="http://schemas.microsoft.com/office/drawing/2014/main" id="{6F50E8F4-7DCE-6246-9F2D-199F54F16E88}"/>
              </a:ext>
            </a:extLst>
          </p:cNvPr>
          <p:cNvSpPr/>
          <p:nvPr/>
        </p:nvSpPr>
        <p:spPr bwMode="auto">
          <a:xfrm>
            <a:off x="4577937" y="3083214"/>
            <a:ext cx="1152000" cy="905998"/>
          </a:xfrm>
          <a:prstGeom prst="rect">
            <a:avLst/>
          </a:prstGeom>
          <a:noFill/>
          <a:ln w="28575">
            <a:solidFill>
              <a:schemeClr val="accent1"/>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horz" wrap="square" lIns="182854" tIns="36000" rIns="182854" bIns="14628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710457" rtl="0" eaLnBrk="1" fontAlgn="auto" latinLnBrk="0" hangingPunct="1">
              <a:lnSpc>
                <a:spcPct val="100000"/>
              </a:lnSpc>
              <a:spcBef>
                <a:spcPct val="0"/>
              </a:spcBef>
              <a:spcAft>
                <a:spcPct val="35000"/>
              </a:spcAft>
              <a:buClrTx/>
              <a:buSzTx/>
              <a:buFontTx/>
              <a:buNone/>
              <a:tabLst/>
              <a:defRPr/>
            </a:pPr>
            <a:r>
              <a:rPr kumimoji="0" lang="en-AU" sz="900" b="0" i="0" u="none" strike="noStrike" kern="0" cap="none" spc="0" normalizeH="0" baseline="0" noProof="0" dirty="0">
                <a:ln>
                  <a:noFill/>
                </a:ln>
                <a:solidFill>
                  <a:srgbClr val="1A1A1A"/>
                </a:solidFill>
                <a:effectLst/>
                <a:uLnTx/>
                <a:uFillTx/>
                <a:latin typeface="Arial" panose="020B0604020202020204" pitchFamily="34" charset="0"/>
                <a:cs typeface="Arial" panose="020B0604020202020204" pitchFamily="34" charset="0"/>
              </a:rPr>
              <a:t>Data Warehouse / Data Mart</a:t>
            </a:r>
          </a:p>
        </p:txBody>
      </p:sp>
      <p:cxnSp>
        <p:nvCxnSpPr>
          <p:cNvPr id="157" name="Connector: Elbow 565">
            <a:extLst>
              <a:ext uri="{FF2B5EF4-FFF2-40B4-BE49-F238E27FC236}">
                <a16:creationId xmlns:a16="http://schemas.microsoft.com/office/drawing/2014/main" id="{498AB5EF-3150-3F4B-AF90-3441E3CA294C}"/>
              </a:ext>
            </a:extLst>
          </p:cNvPr>
          <p:cNvCxnSpPr>
            <a:cxnSpLocks/>
          </p:cNvCxnSpPr>
          <p:nvPr/>
        </p:nvCxnSpPr>
        <p:spPr>
          <a:xfrm flipV="1">
            <a:off x="4487892" y="3547756"/>
            <a:ext cx="34256" cy="560"/>
          </a:xfrm>
          <a:prstGeom prst="bentConnector3">
            <a:avLst>
              <a:gd name="adj1" fmla="val 34498"/>
            </a:avLst>
          </a:prstGeom>
          <a:ln w="15875">
            <a:solidFill>
              <a:schemeClr val="accent6">
                <a:lumMod val="40000"/>
                <a:lumOff val="60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58" name="Connector: Elbow 565">
            <a:extLst>
              <a:ext uri="{FF2B5EF4-FFF2-40B4-BE49-F238E27FC236}">
                <a16:creationId xmlns:a16="http://schemas.microsoft.com/office/drawing/2014/main" id="{8524334E-8C9E-F74F-83C2-ECDC048340C0}"/>
              </a:ext>
            </a:extLst>
          </p:cNvPr>
          <p:cNvCxnSpPr>
            <a:cxnSpLocks/>
          </p:cNvCxnSpPr>
          <p:nvPr/>
        </p:nvCxnSpPr>
        <p:spPr>
          <a:xfrm flipH="1" flipV="1">
            <a:off x="4431292" y="3438902"/>
            <a:ext cx="34256" cy="560"/>
          </a:xfrm>
          <a:prstGeom prst="bentConnector3">
            <a:avLst>
              <a:gd name="adj1" fmla="val 34498"/>
            </a:avLst>
          </a:prstGeom>
          <a:ln w="15875">
            <a:solidFill>
              <a:schemeClr val="accent6">
                <a:lumMod val="40000"/>
                <a:lumOff val="60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159" name="Rectangle 158">
            <a:extLst>
              <a:ext uri="{FF2B5EF4-FFF2-40B4-BE49-F238E27FC236}">
                <a16:creationId xmlns:a16="http://schemas.microsoft.com/office/drawing/2014/main" id="{3DBD1D15-A207-A444-82DF-3FF4CE3BD521}"/>
              </a:ext>
            </a:extLst>
          </p:cNvPr>
          <p:cNvSpPr/>
          <p:nvPr/>
        </p:nvSpPr>
        <p:spPr>
          <a:xfrm>
            <a:off x="5933865" y="2786129"/>
            <a:ext cx="1288318" cy="369332"/>
          </a:xfrm>
          <a:prstGeom prst="rect">
            <a:avLst/>
          </a:prstGeom>
          <a:noFill/>
          <a:ln>
            <a:noFill/>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710457" rtl="0" eaLnBrk="1" fontAlgn="auto" latinLnBrk="0" hangingPunct="1">
              <a:lnSpc>
                <a:spcPct val="100000"/>
              </a:lnSpc>
              <a:spcBef>
                <a:spcPct val="0"/>
              </a:spcBef>
              <a:spcAft>
                <a:spcPts val="0"/>
              </a:spcAft>
              <a:buClrTx/>
              <a:buSzTx/>
              <a:buFontTx/>
              <a:buNone/>
              <a:tabLst/>
              <a:defRPr/>
            </a:pPr>
            <a:r>
              <a:rPr kumimoji="0" lang="en-AU" sz="900" b="0" i="0" u="none" strike="noStrike" kern="0" cap="none" spc="0" normalizeH="0" baseline="0" noProof="0" dirty="0">
                <a:ln>
                  <a:noFill/>
                </a:ln>
                <a:solidFill>
                  <a:srgbClr val="1A1A1A"/>
                </a:solidFill>
                <a:effectLst/>
                <a:uLnTx/>
                <a:uFillTx/>
                <a:latin typeface="Arial" panose="020B0604020202020204" pitchFamily="34" charset="0"/>
                <a:cs typeface="Arial" panose="020B0604020202020204" pitchFamily="34" charset="0"/>
              </a:rPr>
              <a:t>Master Data Management</a:t>
            </a:r>
          </a:p>
        </p:txBody>
      </p:sp>
      <p:pic>
        <p:nvPicPr>
          <p:cNvPr id="95" name="Picture 2">
            <a:extLst>
              <a:ext uri="{FF2B5EF4-FFF2-40B4-BE49-F238E27FC236}">
                <a16:creationId xmlns:a16="http://schemas.microsoft.com/office/drawing/2014/main" id="{E7F29B10-CA40-234D-95A7-8EFA382DF8D8}"/>
              </a:ext>
            </a:extLst>
          </p:cNvPr>
          <p:cNvPicPr>
            <a:picLocks noChangeAspect="1" noChangeArrowheads="1"/>
          </p:cNvPicPr>
          <p:nvPr/>
        </p:nvPicPr>
        <p:blipFill>
          <a:blip r:embed="rId12">
            <a:clrChange>
              <a:clrFrom>
                <a:srgbClr val="FFFFFF"/>
              </a:clrFrom>
              <a:clrTo>
                <a:srgbClr val="FFFFFF">
                  <a:alpha val="0"/>
                </a:srgbClr>
              </a:clrTo>
            </a:clrChange>
          </a:blip>
          <a:srcRect l="6229" r="6229"/>
          <a:stretch/>
        </p:blipFill>
        <p:spPr bwMode="auto">
          <a:xfrm>
            <a:off x="2155074" y="2436252"/>
            <a:ext cx="640309" cy="238837"/>
          </a:xfrm>
          <a:prstGeom prst="rect">
            <a:avLst/>
          </a:prstGeom>
          <a:noFill/>
          <a:extLst>
            <a:ext uri="{909E8E84-426E-40DD-AFC4-6F175D3DCCD1}">
              <a14:hiddenFill xmlns:a14="http://schemas.microsoft.com/office/drawing/2010/main">
                <a:solidFill>
                  <a:srgbClr val="FFFFFF"/>
                </a:solidFill>
              </a14:hiddenFill>
            </a:ext>
          </a:extLst>
        </p:spPr>
      </p:pic>
      <p:pic>
        <p:nvPicPr>
          <p:cNvPr id="96" name="Picture 2">
            <a:extLst>
              <a:ext uri="{FF2B5EF4-FFF2-40B4-BE49-F238E27FC236}">
                <a16:creationId xmlns:a16="http://schemas.microsoft.com/office/drawing/2014/main" id="{26722CB6-8ED8-704A-9666-2D9F946E8414}"/>
              </a:ext>
            </a:extLst>
          </p:cNvPr>
          <p:cNvPicPr>
            <a:picLocks noChangeAspect="1" noChangeArrowheads="1"/>
          </p:cNvPicPr>
          <p:nvPr/>
        </p:nvPicPr>
        <p:blipFill rotWithShape="1">
          <a:blip r:embed="rId13">
            <a:clrChange>
              <a:clrFrom>
                <a:srgbClr val="FFFFFF"/>
              </a:clrFrom>
              <a:clrTo>
                <a:srgbClr val="FFFFFF">
                  <a:alpha val="0"/>
                </a:srgbClr>
              </a:clrTo>
            </a:clrChange>
          </a:blip>
          <a:srcRect l="2464" r="5446"/>
          <a:stretch/>
        </p:blipFill>
        <p:spPr bwMode="auto">
          <a:xfrm>
            <a:off x="2192398" y="1041464"/>
            <a:ext cx="630978" cy="298254"/>
          </a:xfrm>
          <a:prstGeom prst="rect">
            <a:avLst/>
          </a:prstGeom>
          <a:noFill/>
          <a:extLst>
            <a:ext uri="{909E8E84-426E-40DD-AFC4-6F175D3DCCD1}">
              <a14:hiddenFill xmlns:a14="http://schemas.microsoft.com/office/drawing/2010/main">
                <a:solidFill>
                  <a:srgbClr val="FFFFFF"/>
                </a:solidFill>
              </a14:hiddenFill>
            </a:ext>
          </a:extLst>
        </p:spPr>
      </p:pic>
      <p:pic>
        <p:nvPicPr>
          <p:cNvPr id="97" name="Picture 2" descr="CTO Cheat Sheet: Apache Kafka">
            <a:extLst>
              <a:ext uri="{FF2B5EF4-FFF2-40B4-BE49-F238E27FC236}">
                <a16:creationId xmlns:a16="http://schemas.microsoft.com/office/drawing/2014/main" id="{C66BC1FD-35C3-654E-9279-43314D70E8FC}"/>
              </a:ext>
            </a:extLst>
          </p:cNvPr>
          <p:cNvPicPr>
            <a:picLocks noChangeAspect="1" noChangeArrowheads="1"/>
          </p:cNvPicPr>
          <p:nvPr/>
        </p:nvPicPr>
        <p:blipFill rotWithShape="1">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l="11103" t="14810" r="23818" b="28421"/>
          <a:stretch/>
        </p:blipFill>
        <p:spPr bwMode="auto">
          <a:xfrm>
            <a:off x="5873539" y="1053288"/>
            <a:ext cx="602985" cy="294560"/>
          </a:xfrm>
          <a:prstGeom prst="rect">
            <a:avLst/>
          </a:prstGeom>
          <a:noFill/>
          <a:extLst>
            <a:ext uri="{909E8E84-426E-40DD-AFC4-6F175D3DCCD1}">
              <a14:hiddenFill xmlns:a14="http://schemas.microsoft.com/office/drawing/2010/main">
                <a:solidFill>
                  <a:srgbClr val="FFFFFF"/>
                </a:solidFill>
              </a14:hiddenFill>
            </a:ext>
          </a:extLst>
        </p:spPr>
      </p:pic>
      <p:pic>
        <p:nvPicPr>
          <p:cNvPr id="98" name="Picture 2">
            <a:extLst>
              <a:ext uri="{FF2B5EF4-FFF2-40B4-BE49-F238E27FC236}">
                <a16:creationId xmlns:a16="http://schemas.microsoft.com/office/drawing/2014/main" id="{03134828-B1D6-4A40-88B0-E78CE869008E}"/>
              </a:ext>
            </a:extLst>
          </p:cNvPr>
          <p:cNvPicPr>
            <a:picLocks noChangeAspect="1" noChangeArrowheads="1"/>
          </p:cNvPicPr>
          <p:nvPr/>
        </p:nvPicPr>
        <p:blipFill>
          <a:blip r:embed="rId15">
            <a:clrChange>
              <a:clrFrom>
                <a:srgbClr val="FFFFFF"/>
              </a:clrFrom>
              <a:clrTo>
                <a:srgbClr val="FFFFFF">
                  <a:alpha val="0"/>
                </a:srgbClr>
              </a:clrTo>
            </a:clrChange>
          </a:blip>
          <a:srcRect t="12464" b="12464"/>
          <a:stretch/>
        </p:blipFill>
        <p:spPr bwMode="auto">
          <a:xfrm>
            <a:off x="6488359" y="1091407"/>
            <a:ext cx="686962" cy="256239"/>
          </a:xfrm>
          <a:prstGeom prst="rect">
            <a:avLst/>
          </a:prstGeom>
          <a:noFill/>
          <a:extLst>
            <a:ext uri="{909E8E84-426E-40DD-AFC4-6F175D3DCCD1}">
              <a14:hiddenFill xmlns:a14="http://schemas.microsoft.com/office/drawing/2010/main">
                <a:solidFill>
                  <a:srgbClr val="FFFFFF"/>
                </a:solidFill>
              </a14:hiddenFill>
            </a:ext>
          </a:extLst>
        </p:spPr>
      </p:pic>
      <p:pic>
        <p:nvPicPr>
          <p:cNvPr id="99" name="Picture 2">
            <a:extLst>
              <a:ext uri="{FF2B5EF4-FFF2-40B4-BE49-F238E27FC236}">
                <a16:creationId xmlns:a16="http://schemas.microsoft.com/office/drawing/2014/main" id="{293D9981-182A-7D4C-AC43-4D885084619E}"/>
              </a:ext>
            </a:extLst>
          </p:cNvPr>
          <p:cNvPicPr>
            <a:picLocks noChangeAspect="1" noChangeArrowheads="1"/>
          </p:cNvPicPr>
          <p:nvPr/>
        </p:nvPicPr>
        <p:blipFill rotWithShape="1">
          <a:blip r:embed="rId16"/>
          <a:srcRect l="-3166" r="-2917"/>
          <a:stretch/>
        </p:blipFill>
        <p:spPr bwMode="auto">
          <a:xfrm>
            <a:off x="2507887" y="4243124"/>
            <a:ext cx="1057752" cy="181978"/>
          </a:xfrm>
          <a:prstGeom prst="rect">
            <a:avLst/>
          </a:prstGeom>
          <a:noFill/>
          <a:extLst>
            <a:ext uri="{909E8E84-426E-40DD-AFC4-6F175D3DCCD1}">
              <a14:hiddenFill xmlns:a14="http://schemas.microsoft.com/office/drawing/2010/main">
                <a:solidFill>
                  <a:srgbClr val="FFFFFF"/>
                </a:solidFill>
              </a14:hiddenFill>
            </a:ext>
          </a:extLst>
        </p:spPr>
      </p:pic>
      <p:pic>
        <p:nvPicPr>
          <p:cNvPr id="100" name="Google Shape;578;p72">
            <a:extLst>
              <a:ext uri="{FF2B5EF4-FFF2-40B4-BE49-F238E27FC236}">
                <a16:creationId xmlns:a16="http://schemas.microsoft.com/office/drawing/2014/main" id="{D0084503-CAEA-CE4C-8949-4A8DC12EB600}"/>
              </a:ext>
            </a:extLst>
          </p:cNvPr>
          <p:cNvPicPr preferRelativeResize="0"/>
          <p:nvPr/>
        </p:nvPicPr>
        <p:blipFill>
          <a:blip r:embed="rId17">
            <a:alphaModFix/>
          </a:blip>
          <a:stretch>
            <a:fillRect/>
          </a:stretch>
        </p:blipFill>
        <p:spPr>
          <a:xfrm>
            <a:off x="5356099" y="4223869"/>
            <a:ext cx="515024" cy="217120"/>
          </a:xfrm>
          <a:prstGeom prst="rect">
            <a:avLst/>
          </a:prstGeom>
          <a:noFill/>
          <a:ln>
            <a:noFill/>
          </a:ln>
        </p:spPr>
      </p:pic>
      <p:pic>
        <p:nvPicPr>
          <p:cNvPr id="101" name="Google Shape;505;p72">
            <a:extLst>
              <a:ext uri="{FF2B5EF4-FFF2-40B4-BE49-F238E27FC236}">
                <a16:creationId xmlns:a16="http://schemas.microsoft.com/office/drawing/2014/main" id="{0097AF91-BF17-EA49-A6B4-1DA6E93AD82C}"/>
              </a:ext>
            </a:extLst>
          </p:cNvPr>
          <p:cNvPicPr preferRelativeResize="0"/>
          <p:nvPr/>
        </p:nvPicPr>
        <p:blipFill>
          <a:blip r:embed="rId18">
            <a:alphaModFix/>
          </a:blip>
          <a:stretch>
            <a:fillRect/>
          </a:stretch>
        </p:blipFill>
        <p:spPr>
          <a:xfrm>
            <a:off x="3362078" y="3447294"/>
            <a:ext cx="557330" cy="139757"/>
          </a:xfrm>
          <a:prstGeom prst="rect">
            <a:avLst/>
          </a:prstGeom>
          <a:noFill/>
          <a:ln>
            <a:noFill/>
          </a:ln>
        </p:spPr>
      </p:pic>
      <p:pic>
        <p:nvPicPr>
          <p:cNvPr id="102" name="Google Shape;506;p72">
            <a:extLst>
              <a:ext uri="{FF2B5EF4-FFF2-40B4-BE49-F238E27FC236}">
                <a16:creationId xmlns:a16="http://schemas.microsoft.com/office/drawing/2014/main" id="{B3A89BE0-82C9-9B49-9BF1-98F1B28488B8}"/>
              </a:ext>
            </a:extLst>
          </p:cNvPr>
          <p:cNvPicPr preferRelativeResize="0"/>
          <p:nvPr/>
        </p:nvPicPr>
        <p:blipFill>
          <a:blip r:embed="rId19">
            <a:alphaModFix/>
          </a:blip>
          <a:stretch>
            <a:fillRect/>
          </a:stretch>
        </p:blipFill>
        <p:spPr>
          <a:xfrm>
            <a:off x="3340502" y="3675101"/>
            <a:ext cx="595840" cy="213107"/>
          </a:xfrm>
          <a:prstGeom prst="rect">
            <a:avLst/>
          </a:prstGeom>
          <a:noFill/>
          <a:ln>
            <a:noFill/>
          </a:ln>
        </p:spPr>
      </p:pic>
      <p:pic>
        <p:nvPicPr>
          <p:cNvPr id="103" name="Google Shape;498;p72">
            <a:extLst>
              <a:ext uri="{FF2B5EF4-FFF2-40B4-BE49-F238E27FC236}">
                <a16:creationId xmlns:a16="http://schemas.microsoft.com/office/drawing/2014/main" id="{25644227-DC40-8A46-8216-14BE3513999E}"/>
              </a:ext>
            </a:extLst>
          </p:cNvPr>
          <p:cNvPicPr preferRelativeResize="0"/>
          <p:nvPr/>
        </p:nvPicPr>
        <p:blipFill>
          <a:blip r:embed="rId20">
            <a:alphaModFix/>
          </a:blip>
          <a:stretch>
            <a:fillRect/>
          </a:stretch>
        </p:blipFill>
        <p:spPr>
          <a:xfrm>
            <a:off x="6117597" y="1723933"/>
            <a:ext cx="308798" cy="171397"/>
          </a:xfrm>
          <a:prstGeom prst="rect">
            <a:avLst/>
          </a:prstGeom>
          <a:noFill/>
          <a:ln>
            <a:noFill/>
          </a:ln>
        </p:spPr>
      </p:pic>
      <p:pic>
        <p:nvPicPr>
          <p:cNvPr id="104" name="Google Shape;506;p72">
            <a:extLst>
              <a:ext uri="{FF2B5EF4-FFF2-40B4-BE49-F238E27FC236}">
                <a16:creationId xmlns:a16="http://schemas.microsoft.com/office/drawing/2014/main" id="{8005D2AE-6837-5F4E-B213-7F664F14D648}"/>
              </a:ext>
            </a:extLst>
          </p:cNvPr>
          <p:cNvPicPr preferRelativeResize="0"/>
          <p:nvPr/>
        </p:nvPicPr>
        <p:blipFill>
          <a:blip r:embed="rId21"/>
          <a:srcRect/>
          <a:stretch/>
        </p:blipFill>
        <p:spPr>
          <a:xfrm>
            <a:off x="3264739" y="2662796"/>
            <a:ext cx="466573" cy="188220"/>
          </a:xfrm>
          <a:prstGeom prst="rect">
            <a:avLst/>
          </a:prstGeom>
          <a:noFill/>
          <a:ln>
            <a:noFill/>
          </a:ln>
        </p:spPr>
      </p:pic>
      <p:pic>
        <p:nvPicPr>
          <p:cNvPr id="105" name="Picture 2" descr="Hadoop - HDFS Operations - W3KI">
            <a:extLst>
              <a:ext uri="{FF2B5EF4-FFF2-40B4-BE49-F238E27FC236}">
                <a16:creationId xmlns:a16="http://schemas.microsoft.com/office/drawing/2014/main" id="{27C19B55-8479-664D-AE31-E41C9B9F1259}"/>
              </a:ext>
            </a:extLst>
          </p:cNvPr>
          <p:cNvPicPr>
            <a:picLocks noChangeAspect="1" noChangeArrowheads="1"/>
          </p:cNvPicPr>
          <p:nvPr/>
        </p:nvPicPr>
        <p:blipFill rotWithShape="1">
          <a:blip r:embed="rId22">
            <a:extLst>
              <a:ext uri="{28A0092B-C50C-407E-A947-70E740481C1C}">
                <a14:useLocalDpi xmlns:a14="http://schemas.microsoft.com/office/drawing/2010/main" val="0"/>
              </a:ext>
            </a:extLst>
          </a:blip>
          <a:srcRect l="2284" t="4870" r="3726" b="13289"/>
          <a:stretch/>
        </p:blipFill>
        <p:spPr bwMode="auto">
          <a:xfrm>
            <a:off x="3756738" y="2677818"/>
            <a:ext cx="562142" cy="187939"/>
          </a:xfrm>
          <a:prstGeom prst="rect">
            <a:avLst/>
          </a:prstGeom>
          <a:noFill/>
          <a:extLst>
            <a:ext uri="{909E8E84-426E-40DD-AFC4-6F175D3DCCD1}">
              <a14:hiddenFill xmlns:a14="http://schemas.microsoft.com/office/drawing/2010/main">
                <a:solidFill>
                  <a:srgbClr val="FFFFFF"/>
                </a:solidFill>
              </a14:hiddenFill>
            </a:ext>
          </a:extLst>
        </p:spPr>
      </p:pic>
      <p:pic>
        <p:nvPicPr>
          <p:cNvPr id="106" name="Google Shape;505;p72">
            <a:extLst>
              <a:ext uri="{FF2B5EF4-FFF2-40B4-BE49-F238E27FC236}">
                <a16:creationId xmlns:a16="http://schemas.microsoft.com/office/drawing/2014/main" id="{93CF1C3F-EEFF-D64A-93F3-8C6817E818EE}"/>
              </a:ext>
            </a:extLst>
          </p:cNvPr>
          <p:cNvPicPr preferRelativeResize="0"/>
          <p:nvPr/>
        </p:nvPicPr>
        <p:blipFill>
          <a:blip r:embed="rId23"/>
          <a:srcRect/>
          <a:stretch/>
        </p:blipFill>
        <p:spPr>
          <a:xfrm>
            <a:off x="5115626" y="2711486"/>
            <a:ext cx="572193" cy="114898"/>
          </a:xfrm>
          <a:prstGeom prst="rect">
            <a:avLst/>
          </a:prstGeom>
          <a:noFill/>
          <a:ln>
            <a:noFill/>
          </a:ln>
        </p:spPr>
      </p:pic>
      <p:pic>
        <p:nvPicPr>
          <p:cNvPr id="160" name="Picture 6" descr="Apache Kudu - Fast Analytics on Fast Data">
            <a:extLst>
              <a:ext uri="{FF2B5EF4-FFF2-40B4-BE49-F238E27FC236}">
                <a16:creationId xmlns:a16="http://schemas.microsoft.com/office/drawing/2014/main" id="{FB7AAEAC-FE52-CB4F-A9DE-E040267539B3}"/>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910610" y="3669346"/>
            <a:ext cx="394210" cy="285205"/>
          </a:xfrm>
          <a:prstGeom prst="rect">
            <a:avLst/>
          </a:prstGeom>
          <a:noFill/>
          <a:extLst>
            <a:ext uri="{909E8E84-426E-40DD-AFC4-6F175D3DCCD1}">
              <a14:hiddenFill xmlns:a14="http://schemas.microsoft.com/office/drawing/2010/main">
                <a:solidFill>
                  <a:srgbClr val="FFFFFF"/>
                </a:solidFill>
              </a14:hiddenFill>
            </a:ext>
          </a:extLst>
        </p:spPr>
      </p:pic>
      <p:pic>
        <p:nvPicPr>
          <p:cNvPr id="161" name="Google Shape;1571;p12" descr="Image result for apache hive logo">
            <a:extLst>
              <a:ext uri="{FF2B5EF4-FFF2-40B4-BE49-F238E27FC236}">
                <a16:creationId xmlns:a16="http://schemas.microsoft.com/office/drawing/2014/main" id="{D72FA4D2-4989-E147-AE67-2FD04A0625A7}"/>
              </a:ext>
            </a:extLst>
          </p:cNvPr>
          <p:cNvPicPr preferRelativeResize="0">
            <a:picLocks noChangeAspect="1"/>
          </p:cNvPicPr>
          <p:nvPr/>
        </p:nvPicPr>
        <p:blipFill rotWithShape="1">
          <a:blip r:embed="rId25"/>
          <a:srcRect/>
          <a:stretch/>
        </p:blipFill>
        <p:spPr>
          <a:xfrm>
            <a:off x="5304820" y="3544696"/>
            <a:ext cx="360254" cy="317742"/>
          </a:xfrm>
          <a:prstGeom prst="rect">
            <a:avLst/>
          </a:prstGeom>
          <a:noFill/>
          <a:ln>
            <a:noFill/>
          </a:ln>
        </p:spPr>
      </p:pic>
      <p:pic>
        <p:nvPicPr>
          <p:cNvPr id="162" name="Picture 8" descr="Impala">
            <a:extLst>
              <a:ext uri="{FF2B5EF4-FFF2-40B4-BE49-F238E27FC236}">
                <a16:creationId xmlns:a16="http://schemas.microsoft.com/office/drawing/2014/main" id="{CE8AD7F6-FE99-CA42-8D71-717635B12DBC}"/>
              </a:ext>
            </a:extLst>
          </p:cNvPr>
          <p:cNvPicPr>
            <a:picLocks noChangeAspect="1" noChangeArrowheads="1"/>
          </p:cNvPicPr>
          <p:nvPr/>
        </p:nvPicPr>
        <p:blipFill>
          <a:blip r:embed="rId2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636059" y="3447294"/>
            <a:ext cx="259940" cy="486595"/>
          </a:xfrm>
          <a:prstGeom prst="rect">
            <a:avLst/>
          </a:prstGeom>
          <a:noFill/>
          <a:extLst>
            <a:ext uri="{909E8E84-426E-40DD-AFC4-6F175D3DCCD1}">
              <a14:hiddenFill xmlns:a14="http://schemas.microsoft.com/office/drawing/2010/main">
                <a:solidFill>
                  <a:srgbClr val="FFFFFF"/>
                </a:solidFill>
              </a14:hiddenFill>
            </a:ext>
          </a:extLst>
        </p:spPr>
      </p:pic>
      <p:pic>
        <p:nvPicPr>
          <p:cNvPr id="163" name="Picture 10" descr="Hadoop monitoring and integration with Zabbix">
            <a:extLst>
              <a:ext uri="{FF2B5EF4-FFF2-40B4-BE49-F238E27FC236}">
                <a16:creationId xmlns:a16="http://schemas.microsoft.com/office/drawing/2014/main" id="{39E3722E-70AB-1540-A29F-DDA537DBEE39}"/>
              </a:ext>
            </a:extLst>
          </p:cNvPr>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4068774" y="1811601"/>
            <a:ext cx="873788" cy="654498"/>
          </a:xfrm>
          <a:prstGeom prst="rect">
            <a:avLst/>
          </a:prstGeom>
          <a:noFill/>
          <a:extLst>
            <a:ext uri="{909E8E84-426E-40DD-AFC4-6F175D3DCCD1}">
              <a14:hiddenFill xmlns:a14="http://schemas.microsoft.com/office/drawing/2010/main">
                <a:solidFill>
                  <a:srgbClr val="FFFFFF"/>
                </a:solidFill>
              </a14:hiddenFill>
            </a:ext>
          </a:extLst>
        </p:spPr>
      </p:pic>
      <p:pic>
        <p:nvPicPr>
          <p:cNvPr id="164" name="Picture 12">
            <a:extLst>
              <a:ext uri="{FF2B5EF4-FFF2-40B4-BE49-F238E27FC236}">
                <a16:creationId xmlns:a16="http://schemas.microsoft.com/office/drawing/2014/main" id="{84AA9303-5984-FD47-A763-C7944D1F2E91}"/>
              </a:ext>
            </a:extLst>
          </p:cNvPr>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6043318" y="2190145"/>
            <a:ext cx="204102" cy="158479"/>
          </a:xfrm>
          <a:prstGeom prst="rect">
            <a:avLst/>
          </a:prstGeom>
          <a:noFill/>
          <a:extLst>
            <a:ext uri="{909E8E84-426E-40DD-AFC4-6F175D3DCCD1}">
              <a14:hiddenFill xmlns:a14="http://schemas.microsoft.com/office/drawing/2010/main">
                <a:solidFill>
                  <a:srgbClr val="FFFFFF"/>
                </a:solidFill>
              </a14:hiddenFill>
            </a:ext>
          </a:extLst>
        </p:spPr>
      </p:pic>
      <p:pic>
        <p:nvPicPr>
          <p:cNvPr id="165" name="Picture 14">
            <a:extLst>
              <a:ext uri="{FF2B5EF4-FFF2-40B4-BE49-F238E27FC236}">
                <a16:creationId xmlns:a16="http://schemas.microsoft.com/office/drawing/2014/main" id="{C550D2CE-330B-B24C-8889-6B7E64FC9C82}"/>
              </a:ext>
            </a:extLst>
          </p:cNvPr>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6853457" y="2204164"/>
            <a:ext cx="195772" cy="195772"/>
          </a:xfrm>
          <a:prstGeom prst="rect">
            <a:avLst/>
          </a:prstGeom>
          <a:noFill/>
          <a:extLst>
            <a:ext uri="{909E8E84-426E-40DD-AFC4-6F175D3DCCD1}">
              <a14:hiddenFill xmlns:a14="http://schemas.microsoft.com/office/drawing/2010/main">
                <a:solidFill>
                  <a:srgbClr val="FFFFFF"/>
                </a:solidFill>
              </a14:hiddenFill>
            </a:ext>
          </a:extLst>
        </p:spPr>
      </p:pic>
      <p:pic>
        <p:nvPicPr>
          <p:cNvPr id="166" name="Picture 16" descr="Apache Ranger – Introduction">
            <a:extLst>
              <a:ext uri="{FF2B5EF4-FFF2-40B4-BE49-F238E27FC236}">
                <a16:creationId xmlns:a16="http://schemas.microsoft.com/office/drawing/2014/main" id="{62A214B7-A2C9-5547-91BA-EFF3A1923D8B}"/>
              </a:ext>
            </a:extLst>
          </p:cNvPr>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1094715" y="4221388"/>
            <a:ext cx="1075312" cy="226962"/>
          </a:xfrm>
          <a:prstGeom prst="rect">
            <a:avLst/>
          </a:prstGeom>
          <a:noFill/>
          <a:extLst>
            <a:ext uri="{909E8E84-426E-40DD-AFC4-6F175D3DCCD1}">
              <a14:hiddenFill xmlns:a14="http://schemas.microsoft.com/office/drawing/2010/main">
                <a:solidFill>
                  <a:srgbClr val="FFFFFF"/>
                </a:solidFill>
              </a14:hiddenFill>
            </a:ext>
          </a:extLst>
        </p:spPr>
      </p:pic>
      <p:pic>
        <p:nvPicPr>
          <p:cNvPr id="167" name="Picture 166">
            <a:extLst>
              <a:ext uri="{FF2B5EF4-FFF2-40B4-BE49-F238E27FC236}">
                <a16:creationId xmlns:a16="http://schemas.microsoft.com/office/drawing/2014/main" id="{16D3E74E-118A-1141-8412-D1C313397E54}"/>
              </a:ext>
            </a:extLst>
          </p:cNvPr>
          <p:cNvPicPr>
            <a:picLocks noChangeAspect="1"/>
          </p:cNvPicPr>
          <p:nvPr/>
        </p:nvPicPr>
        <p:blipFill>
          <a:blip r:embed="rId31"/>
          <a:stretch>
            <a:fillRect/>
          </a:stretch>
        </p:blipFill>
        <p:spPr>
          <a:xfrm>
            <a:off x="6363574" y="4225773"/>
            <a:ext cx="788027" cy="218687"/>
          </a:xfrm>
          <a:prstGeom prst="rect">
            <a:avLst/>
          </a:prstGeom>
        </p:spPr>
      </p:pic>
      <p:pic>
        <p:nvPicPr>
          <p:cNvPr id="168" name="Picture 167">
            <a:extLst>
              <a:ext uri="{FF2B5EF4-FFF2-40B4-BE49-F238E27FC236}">
                <a16:creationId xmlns:a16="http://schemas.microsoft.com/office/drawing/2014/main" id="{1C0868EB-DB68-D343-B49F-1ACE9AFC8340}"/>
              </a:ext>
            </a:extLst>
          </p:cNvPr>
          <p:cNvPicPr>
            <a:picLocks noChangeAspect="1"/>
          </p:cNvPicPr>
          <p:nvPr/>
        </p:nvPicPr>
        <p:blipFill>
          <a:blip r:embed="rId32"/>
          <a:stretch>
            <a:fillRect/>
          </a:stretch>
        </p:blipFill>
        <p:spPr>
          <a:xfrm>
            <a:off x="7628823" y="1808728"/>
            <a:ext cx="588104" cy="213856"/>
          </a:xfrm>
          <a:prstGeom prst="rect">
            <a:avLst/>
          </a:prstGeom>
        </p:spPr>
      </p:pic>
      <p:pic>
        <p:nvPicPr>
          <p:cNvPr id="169" name="Picture 168">
            <a:extLst>
              <a:ext uri="{FF2B5EF4-FFF2-40B4-BE49-F238E27FC236}">
                <a16:creationId xmlns:a16="http://schemas.microsoft.com/office/drawing/2014/main" id="{BE667B11-D2FD-484A-A9A1-1051915F3B04}"/>
              </a:ext>
            </a:extLst>
          </p:cNvPr>
          <p:cNvPicPr>
            <a:picLocks noChangeAspect="1"/>
          </p:cNvPicPr>
          <p:nvPr/>
        </p:nvPicPr>
        <p:blipFill>
          <a:blip r:embed="rId33"/>
          <a:srcRect/>
          <a:stretch/>
        </p:blipFill>
        <p:spPr>
          <a:xfrm>
            <a:off x="7737082" y="2520526"/>
            <a:ext cx="419621" cy="419621"/>
          </a:xfrm>
          <a:prstGeom prst="rect">
            <a:avLst/>
          </a:prstGeom>
        </p:spPr>
      </p:pic>
      <p:pic>
        <p:nvPicPr>
          <p:cNvPr id="170" name="Picture 169">
            <a:extLst>
              <a:ext uri="{FF2B5EF4-FFF2-40B4-BE49-F238E27FC236}">
                <a16:creationId xmlns:a16="http://schemas.microsoft.com/office/drawing/2014/main" id="{3392B9F9-50A8-3244-AF52-D427C4A8C131}"/>
              </a:ext>
            </a:extLst>
          </p:cNvPr>
          <p:cNvPicPr>
            <a:picLocks noChangeAspect="1"/>
          </p:cNvPicPr>
          <p:nvPr/>
        </p:nvPicPr>
        <p:blipFill>
          <a:blip r:embed="rId34"/>
          <a:srcRect/>
          <a:stretch/>
        </p:blipFill>
        <p:spPr>
          <a:xfrm>
            <a:off x="2068351" y="2987369"/>
            <a:ext cx="800338" cy="201887"/>
          </a:xfrm>
          <a:prstGeom prst="rect">
            <a:avLst/>
          </a:prstGeom>
        </p:spPr>
      </p:pic>
      <p:pic>
        <p:nvPicPr>
          <p:cNvPr id="171" name="Picture 2" descr="Apache Tez – Welcome to Apache TEZ®">
            <a:extLst>
              <a:ext uri="{FF2B5EF4-FFF2-40B4-BE49-F238E27FC236}">
                <a16:creationId xmlns:a16="http://schemas.microsoft.com/office/drawing/2014/main" id="{E758C5FF-D5F8-4943-AEB1-C2731BA78CBB}"/>
              </a:ext>
            </a:extLst>
          </p:cNvPr>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6753114" y="1715294"/>
            <a:ext cx="385059" cy="197435"/>
          </a:xfrm>
          <a:prstGeom prst="rect">
            <a:avLst/>
          </a:prstGeom>
          <a:noFill/>
          <a:extLst>
            <a:ext uri="{909E8E84-426E-40DD-AFC4-6F175D3DCCD1}">
              <a14:hiddenFill xmlns:a14="http://schemas.microsoft.com/office/drawing/2010/main">
                <a:solidFill>
                  <a:srgbClr val="FFFFFF"/>
                </a:solidFill>
              </a14:hiddenFill>
            </a:ext>
          </a:extLst>
        </p:spPr>
      </p:pic>
      <p:pic>
        <p:nvPicPr>
          <p:cNvPr id="172" name="Picture 6" descr="Apache Kudu - Fast Analytics on Fast Data">
            <a:extLst>
              <a:ext uri="{FF2B5EF4-FFF2-40B4-BE49-F238E27FC236}">
                <a16:creationId xmlns:a16="http://schemas.microsoft.com/office/drawing/2014/main" id="{0E1B6842-E7DB-BE46-8D1F-B5FDAC4FB4CA}"/>
              </a:ext>
            </a:extLst>
          </p:cNvPr>
          <p:cNvPicPr>
            <a:picLocks noChangeAspect="1" noChangeArrowheads="1"/>
          </p:cNvPicPr>
          <p:nvPr/>
        </p:nvPicPr>
        <p:blipFill>
          <a:blip r:embed="rId2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685180" y="2618101"/>
            <a:ext cx="394210" cy="285205"/>
          </a:xfrm>
          <a:prstGeom prst="rect">
            <a:avLst/>
          </a:prstGeom>
          <a:noFill/>
          <a:extLst>
            <a:ext uri="{909E8E84-426E-40DD-AFC4-6F175D3DCCD1}">
              <a14:hiddenFill xmlns:a14="http://schemas.microsoft.com/office/drawing/2010/main">
                <a:solidFill>
                  <a:srgbClr val="FFFFFF"/>
                </a:solidFill>
              </a14:hiddenFill>
            </a:ext>
          </a:extLst>
        </p:spPr>
      </p:pic>
      <p:pic>
        <p:nvPicPr>
          <p:cNvPr id="173" name="Picture 172">
            <a:extLst>
              <a:ext uri="{FF2B5EF4-FFF2-40B4-BE49-F238E27FC236}">
                <a16:creationId xmlns:a16="http://schemas.microsoft.com/office/drawing/2014/main" id="{2D06DEAB-FFA8-1D47-9D76-D38B4231C888}"/>
              </a:ext>
            </a:extLst>
          </p:cNvPr>
          <p:cNvPicPr>
            <a:picLocks noChangeAspect="1"/>
          </p:cNvPicPr>
          <p:nvPr/>
        </p:nvPicPr>
        <p:blipFill>
          <a:blip r:embed="rId36">
            <a:duotone>
              <a:schemeClr val="accent1">
                <a:shade val="45000"/>
                <a:satMod val="135000"/>
              </a:schemeClr>
              <a:prstClr val="white"/>
            </a:duotone>
          </a:blip>
          <a:stretch>
            <a:fillRect/>
          </a:stretch>
        </p:blipFill>
        <p:spPr>
          <a:xfrm>
            <a:off x="6380423" y="2266443"/>
            <a:ext cx="400767" cy="124095"/>
          </a:xfrm>
          <a:prstGeom prst="rect">
            <a:avLst/>
          </a:prstGeom>
        </p:spPr>
      </p:pic>
      <p:pic>
        <p:nvPicPr>
          <p:cNvPr id="174" name="Picture 4" descr="Logos and Assets - Apache Solr">
            <a:extLst>
              <a:ext uri="{FF2B5EF4-FFF2-40B4-BE49-F238E27FC236}">
                <a16:creationId xmlns:a16="http://schemas.microsoft.com/office/drawing/2014/main" id="{1FF90151-B5CF-CC41-B768-BACD50A51A70}"/>
              </a:ext>
            </a:extLst>
          </p:cNvPr>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3938929" y="3513131"/>
            <a:ext cx="378476" cy="190436"/>
          </a:xfrm>
          <a:prstGeom prst="rect">
            <a:avLst/>
          </a:prstGeom>
          <a:noFill/>
          <a:extLst>
            <a:ext uri="{909E8E84-426E-40DD-AFC4-6F175D3DCCD1}">
              <a14:hiddenFill xmlns:a14="http://schemas.microsoft.com/office/drawing/2010/main">
                <a:solidFill>
                  <a:srgbClr val="FFFFFF"/>
                </a:solidFill>
              </a14:hiddenFill>
            </a:ext>
          </a:extLst>
        </p:spPr>
      </p:pic>
      <p:pic>
        <p:nvPicPr>
          <p:cNvPr id="175" name="Picture 4" descr="Apache Hadoop Ozone - Object Store Architecture - Cloudera Blog">
            <a:extLst>
              <a:ext uri="{FF2B5EF4-FFF2-40B4-BE49-F238E27FC236}">
                <a16:creationId xmlns:a16="http://schemas.microsoft.com/office/drawing/2014/main" id="{266B61FE-5707-1141-A662-4B7BF42638E2}"/>
              </a:ext>
            </a:extLst>
          </p:cNvPr>
          <p:cNvPicPr>
            <a:picLocks noChangeAspect="1" noChangeArrowheads="1"/>
          </p:cNvPicPr>
          <p:nvPr/>
        </p:nvPicPr>
        <p:blipFill>
          <a:blip r:embed="rId38">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357416" y="2614636"/>
            <a:ext cx="273464" cy="289771"/>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Octopai - Israeli Startup | Startup Nation Finder">
            <a:extLst>
              <a:ext uri="{FF2B5EF4-FFF2-40B4-BE49-F238E27FC236}">
                <a16:creationId xmlns:a16="http://schemas.microsoft.com/office/drawing/2014/main" id="{93DFC0EB-F174-8FC0-BD99-6DFA7EBDE7D6}"/>
              </a:ext>
            </a:extLst>
          </p:cNvPr>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7644052" y="4177324"/>
            <a:ext cx="336057" cy="3360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28196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35"/>
          <p:cNvSpPr txBox="1">
            <a:spLocks noGrp="1"/>
          </p:cNvSpPr>
          <p:nvPr>
            <p:ph type="title"/>
          </p:nvPr>
        </p:nvSpPr>
        <p:spPr>
          <a:xfrm>
            <a:off x="419100" y="457200"/>
            <a:ext cx="8305800" cy="417600"/>
          </a:xfrm>
          <a:prstGeom prst="rect">
            <a:avLst/>
          </a:prstGeom>
        </p:spPr>
        <p:txBody>
          <a:bodyPr spcFirstLastPara="1" wrap="square" lIns="0" tIns="91425" rIns="0" bIns="91425" anchor="t" anchorCtr="0">
            <a:noAutofit/>
          </a:bodyPr>
          <a:lstStyle/>
          <a:p>
            <a:pPr lvl="0"/>
            <a:r>
              <a:rPr lang="en-US" dirty="0"/>
              <a:t>COMPETITIVE DIFFERENTIATION</a:t>
            </a:r>
            <a:endParaRPr dirty="0"/>
          </a:p>
        </p:txBody>
      </p:sp>
      <p:sp>
        <p:nvSpPr>
          <p:cNvPr id="6" name="Google Shape;208;p28">
            <a:extLst>
              <a:ext uri="{FF2B5EF4-FFF2-40B4-BE49-F238E27FC236}">
                <a16:creationId xmlns:a16="http://schemas.microsoft.com/office/drawing/2014/main" id="{ABE52F02-EA13-3D4B-B70E-96184F32A08D}"/>
              </a:ext>
            </a:extLst>
          </p:cNvPr>
          <p:cNvSpPr txBox="1">
            <a:spLocks noGrp="1"/>
          </p:cNvSpPr>
          <p:nvPr>
            <p:ph type="body" idx="1"/>
          </p:nvPr>
        </p:nvSpPr>
        <p:spPr>
          <a:xfrm>
            <a:off x="419100" y="822960"/>
            <a:ext cx="8305800" cy="308100"/>
          </a:xfrm>
          <a:prstGeom prst="rect">
            <a:avLst/>
          </a:prstGeom>
        </p:spPr>
        <p:txBody>
          <a:bodyPr spcFirstLastPara="1" wrap="square" lIns="0" tIns="27425" rIns="0" bIns="45700" anchor="t" anchorCtr="0">
            <a:noAutofit/>
          </a:bodyPr>
          <a:lstStyle/>
          <a:p>
            <a:pPr marL="0" lvl="0" indent="0" algn="l" rtl="0">
              <a:lnSpc>
                <a:spcPct val="80000"/>
              </a:lnSpc>
              <a:spcBef>
                <a:spcPts val="0"/>
              </a:spcBef>
              <a:spcAft>
                <a:spcPts val="0"/>
              </a:spcAft>
              <a:buNone/>
            </a:pPr>
            <a:r>
              <a:rPr lang="en"/>
              <a:t>Intersection of key vectors</a:t>
            </a:r>
            <a:endParaRPr/>
          </a:p>
        </p:txBody>
      </p:sp>
      <p:graphicFrame>
        <p:nvGraphicFramePr>
          <p:cNvPr id="7" name="Google Shape;209;p28">
            <a:extLst>
              <a:ext uri="{FF2B5EF4-FFF2-40B4-BE49-F238E27FC236}">
                <a16:creationId xmlns:a16="http://schemas.microsoft.com/office/drawing/2014/main" id="{81585A05-34DE-2946-BA73-FB1136E92C3D}"/>
              </a:ext>
            </a:extLst>
          </p:cNvPr>
          <p:cNvGraphicFramePr/>
          <p:nvPr/>
        </p:nvGraphicFramePr>
        <p:xfrm>
          <a:off x="952500" y="1613125"/>
          <a:ext cx="7239000" cy="2590650"/>
        </p:xfrm>
        <a:graphic>
          <a:graphicData uri="http://schemas.openxmlformats.org/drawingml/2006/table">
            <a:tbl>
              <a:tblPr>
                <a:noFill/>
              </a:tblPr>
              <a:tblGrid>
                <a:gridCol w="3183000">
                  <a:extLst>
                    <a:ext uri="{9D8B030D-6E8A-4147-A177-3AD203B41FA5}">
                      <a16:colId xmlns:a16="http://schemas.microsoft.com/office/drawing/2014/main" val="20000"/>
                    </a:ext>
                  </a:extLst>
                </a:gridCol>
                <a:gridCol w="639050">
                  <a:extLst>
                    <a:ext uri="{9D8B030D-6E8A-4147-A177-3AD203B41FA5}">
                      <a16:colId xmlns:a16="http://schemas.microsoft.com/office/drawing/2014/main" val="20001"/>
                    </a:ext>
                  </a:extLst>
                </a:gridCol>
                <a:gridCol w="3416950">
                  <a:extLst>
                    <a:ext uri="{9D8B030D-6E8A-4147-A177-3AD203B41FA5}">
                      <a16:colId xmlns:a16="http://schemas.microsoft.com/office/drawing/2014/main" val="20002"/>
                    </a:ext>
                  </a:extLst>
                </a:gridCol>
              </a:tblGrid>
              <a:tr h="381000">
                <a:tc>
                  <a:txBody>
                    <a:bodyPr/>
                    <a:lstStyle/>
                    <a:p>
                      <a:pPr marL="0" lvl="0" indent="0" algn="r" rtl="0">
                        <a:spcBef>
                          <a:spcPts val="0"/>
                        </a:spcBef>
                        <a:spcAft>
                          <a:spcPts val="0"/>
                        </a:spcAft>
                        <a:buNone/>
                      </a:pPr>
                      <a:r>
                        <a:rPr lang="en" sz="2200" dirty="0">
                          <a:solidFill>
                            <a:schemeClr val="accent1"/>
                          </a:solidFill>
                          <a:latin typeface="Roboto"/>
                          <a:ea typeface="Roboto"/>
                          <a:cs typeface="Roboto"/>
                          <a:sym typeface="Roboto"/>
                        </a:rPr>
                        <a:t>DATA LIFECYCLE</a:t>
                      </a:r>
                      <a:endParaRPr sz="2200" dirty="0">
                        <a:solidFill>
                          <a:schemeClr val="accent1"/>
                        </a:solidFill>
                        <a:latin typeface="Roboto"/>
                        <a:ea typeface="Roboto"/>
                        <a:cs typeface="Roboto"/>
                        <a:sym typeface="Roboto"/>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a:ea typeface="Roboto"/>
                          <a:cs typeface="Roboto"/>
                          <a:sym typeface="Roboto"/>
                        </a:rPr>
                        <a:t>vs</a:t>
                      </a:r>
                      <a:endParaRPr>
                        <a:solidFill>
                          <a:schemeClr val="dk1"/>
                        </a:solidFill>
                        <a:latin typeface="Roboto"/>
                        <a:ea typeface="Roboto"/>
                        <a:cs typeface="Roboto"/>
                        <a:sym typeface="Roboto"/>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r>
                        <a:rPr lang="en" sz="2200">
                          <a:solidFill>
                            <a:schemeClr val="dk1"/>
                          </a:solidFill>
                          <a:latin typeface="Roboto"/>
                          <a:ea typeface="Roboto"/>
                          <a:cs typeface="Roboto"/>
                          <a:sym typeface="Roboto"/>
                        </a:rPr>
                        <a:t>SINGLE FUNCTION</a:t>
                      </a:r>
                      <a:endParaRPr sz="2200">
                        <a:solidFill>
                          <a:schemeClr val="dk1"/>
                        </a:solidFill>
                        <a:latin typeface="Roboto"/>
                        <a:ea typeface="Roboto"/>
                        <a:cs typeface="Roboto"/>
                        <a:sym typeface="Roboto"/>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0"/>
                  </a:ext>
                </a:extLst>
              </a:tr>
              <a:tr h="381000">
                <a:tc>
                  <a:txBody>
                    <a:bodyPr/>
                    <a:lstStyle/>
                    <a:p>
                      <a:pPr marL="0" lvl="0" indent="0" algn="r" rtl="0">
                        <a:spcBef>
                          <a:spcPts val="0"/>
                        </a:spcBef>
                        <a:spcAft>
                          <a:spcPts val="0"/>
                        </a:spcAft>
                        <a:buNone/>
                      </a:pPr>
                      <a:r>
                        <a:rPr lang="en" sz="2200">
                          <a:solidFill>
                            <a:schemeClr val="accent1"/>
                          </a:solidFill>
                          <a:latin typeface="Roboto"/>
                          <a:ea typeface="Roboto"/>
                          <a:cs typeface="Roboto"/>
                          <a:sym typeface="Roboto"/>
                        </a:rPr>
                        <a:t>HYBRID &amp; MULTI</a:t>
                      </a:r>
                      <a:endParaRPr sz="2200">
                        <a:solidFill>
                          <a:schemeClr val="accent1"/>
                        </a:solidFill>
                        <a:latin typeface="Roboto"/>
                        <a:ea typeface="Roboto"/>
                        <a:cs typeface="Roboto"/>
                        <a:sym typeface="Roboto"/>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a:ea typeface="Roboto"/>
                          <a:cs typeface="Roboto"/>
                          <a:sym typeface="Roboto"/>
                        </a:rPr>
                        <a:t>vs</a:t>
                      </a:r>
                      <a:endParaRPr>
                        <a:solidFill>
                          <a:schemeClr val="dk1"/>
                        </a:solidFill>
                        <a:latin typeface="Roboto"/>
                        <a:ea typeface="Roboto"/>
                        <a:cs typeface="Roboto"/>
                        <a:sym typeface="Roboto"/>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r>
                        <a:rPr lang="en" sz="2200">
                          <a:solidFill>
                            <a:schemeClr val="dk1"/>
                          </a:solidFill>
                          <a:latin typeface="Roboto"/>
                          <a:ea typeface="Roboto"/>
                          <a:cs typeface="Roboto"/>
                          <a:sym typeface="Roboto"/>
                        </a:rPr>
                        <a:t>CLOUD ONLY</a:t>
                      </a:r>
                      <a:endParaRPr sz="2200">
                        <a:solidFill>
                          <a:schemeClr val="dk1"/>
                        </a:solidFill>
                        <a:latin typeface="Roboto"/>
                        <a:ea typeface="Roboto"/>
                        <a:cs typeface="Roboto"/>
                        <a:sym typeface="Roboto"/>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1"/>
                  </a:ext>
                </a:extLst>
              </a:tr>
              <a:tr h="381000">
                <a:tc>
                  <a:txBody>
                    <a:bodyPr/>
                    <a:lstStyle/>
                    <a:p>
                      <a:pPr marL="0" lvl="0" indent="0" algn="r" rtl="0">
                        <a:spcBef>
                          <a:spcPts val="0"/>
                        </a:spcBef>
                        <a:spcAft>
                          <a:spcPts val="0"/>
                        </a:spcAft>
                        <a:buNone/>
                      </a:pPr>
                      <a:r>
                        <a:rPr lang="en" sz="2200">
                          <a:solidFill>
                            <a:schemeClr val="accent1"/>
                          </a:solidFill>
                          <a:latin typeface="Roboto"/>
                          <a:ea typeface="Roboto"/>
                          <a:cs typeface="Roboto"/>
                          <a:sym typeface="Roboto"/>
                        </a:rPr>
                        <a:t>SECURE &amp; GOVERNED</a:t>
                      </a:r>
                      <a:endParaRPr sz="2200">
                        <a:solidFill>
                          <a:schemeClr val="accent1"/>
                        </a:solidFill>
                        <a:latin typeface="Roboto"/>
                        <a:ea typeface="Roboto"/>
                        <a:cs typeface="Roboto"/>
                        <a:sym typeface="Roboto"/>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a:ea typeface="Roboto"/>
                          <a:cs typeface="Roboto"/>
                          <a:sym typeface="Roboto"/>
                        </a:rPr>
                        <a:t>vs</a:t>
                      </a:r>
                      <a:endParaRPr>
                        <a:solidFill>
                          <a:schemeClr val="dk1"/>
                        </a:solidFill>
                        <a:latin typeface="Roboto"/>
                        <a:ea typeface="Roboto"/>
                        <a:cs typeface="Roboto"/>
                        <a:sym typeface="Roboto"/>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r>
                        <a:rPr lang="en" sz="2200">
                          <a:solidFill>
                            <a:schemeClr val="dk1"/>
                          </a:solidFill>
                          <a:latin typeface="Roboto"/>
                          <a:ea typeface="Roboto"/>
                          <a:cs typeface="Roboto"/>
                          <a:sym typeface="Roboto"/>
                        </a:rPr>
                        <a:t>BASIC SECURITY</a:t>
                      </a:r>
                      <a:endParaRPr sz="2200">
                        <a:solidFill>
                          <a:schemeClr val="dk1"/>
                        </a:solidFill>
                        <a:latin typeface="Roboto"/>
                        <a:ea typeface="Roboto"/>
                        <a:cs typeface="Roboto"/>
                        <a:sym typeface="Roboto"/>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2"/>
                  </a:ext>
                </a:extLst>
              </a:tr>
              <a:tr h="381000">
                <a:tc>
                  <a:txBody>
                    <a:bodyPr/>
                    <a:lstStyle/>
                    <a:p>
                      <a:pPr marL="0" lvl="0" indent="0" algn="r" rtl="0">
                        <a:spcBef>
                          <a:spcPts val="0"/>
                        </a:spcBef>
                        <a:spcAft>
                          <a:spcPts val="0"/>
                        </a:spcAft>
                        <a:buNone/>
                      </a:pPr>
                      <a:r>
                        <a:rPr lang="en" sz="2200">
                          <a:solidFill>
                            <a:schemeClr val="accent1"/>
                          </a:solidFill>
                          <a:latin typeface="Roboto"/>
                          <a:ea typeface="Roboto"/>
                          <a:cs typeface="Roboto"/>
                          <a:sym typeface="Roboto"/>
                        </a:rPr>
                        <a:t>OPEN SOURCE</a:t>
                      </a:r>
                      <a:endParaRPr sz="2200">
                        <a:solidFill>
                          <a:schemeClr val="accent1"/>
                        </a:solidFill>
                        <a:latin typeface="Roboto"/>
                        <a:ea typeface="Roboto"/>
                        <a:cs typeface="Roboto"/>
                        <a:sym typeface="Roboto"/>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a:ea typeface="Roboto"/>
                          <a:cs typeface="Roboto"/>
                          <a:sym typeface="Roboto"/>
                        </a:rPr>
                        <a:t>vs</a:t>
                      </a:r>
                      <a:endParaRPr>
                        <a:solidFill>
                          <a:schemeClr val="dk1"/>
                        </a:solidFill>
                        <a:latin typeface="Roboto"/>
                        <a:ea typeface="Roboto"/>
                        <a:cs typeface="Roboto"/>
                        <a:sym typeface="Roboto"/>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r>
                        <a:rPr lang="en" sz="2200">
                          <a:solidFill>
                            <a:schemeClr val="dk1"/>
                          </a:solidFill>
                          <a:latin typeface="Roboto"/>
                          <a:ea typeface="Roboto"/>
                          <a:cs typeface="Roboto"/>
                          <a:sym typeface="Roboto"/>
                        </a:rPr>
                        <a:t>PROPRIETARY LOCK-IN</a:t>
                      </a:r>
                      <a:endParaRPr sz="2200">
                        <a:solidFill>
                          <a:schemeClr val="dk1"/>
                        </a:solidFill>
                        <a:latin typeface="Roboto"/>
                        <a:ea typeface="Roboto"/>
                        <a:cs typeface="Roboto"/>
                        <a:sym typeface="Roboto"/>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3"/>
                  </a:ext>
                </a:extLst>
              </a:tr>
              <a:tr h="381000">
                <a:tc>
                  <a:txBody>
                    <a:bodyPr/>
                    <a:lstStyle/>
                    <a:p>
                      <a:pPr marL="0" lvl="0" indent="0" algn="r" rtl="0">
                        <a:spcBef>
                          <a:spcPts val="0"/>
                        </a:spcBef>
                        <a:spcAft>
                          <a:spcPts val="0"/>
                        </a:spcAft>
                        <a:buNone/>
                      </a:pPr>
                      <a:r>
                        <a:rPr lang="en" sz="2200">
                          <a:solidFill>
                            <a:schemeClr val="accent1"/>
                          </a:solidFill>
                          <a:latin typeface="Roboto"/>
                          <a:ea typeface="Roboto"/>
                          <a:cs typeface="Roboto"/>
                          <a:sym typeface="Roboto"/>
                        </a:rPr>
                        <a:t>PLATFORM</a:t>
                      </a:r>
                      <a:endParaRPr sz="2200">
                        <a:solidFill>
                          <a:schemeClr val="accent1"/>
                        </a:solidFill>
                        <a:latin typeface="Roboto"/>
                        <a:ea typeface="Roboto"/>
                        <a:cs typeface="Roboto"/>
                        <a:sym typeface="Roboto"/>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a:ea typeface="Roboto"/>
                          <a:cs typeface="Roboto"/>
                          <a:sym typeface="Roboto"/>
                        </a:rPr>
                        <a:t>vs</a:t>
                      </a:r>
                      <a:endParaRPr>
                        <a:solidFill>
                          <a:schemeClr val="dk1"/>
                        </a:solidFill>
                        <a:latin typeface="Roboto"/>
                        <a:ea typeface="Roboto"/>
                        <a:cs typeface="Roboto"/>
                        <a:sym typeface="Roboto"/>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r>
                        <a:rPr lang="en" sz="2200" dirty="0">
                          <a:solidFill>
                            <a:schemeClr val="dk1"/>
                          </a:solidFill>
                          <a:latin typeface="Roboto"/>
                          <a:ea typeface="Roboto"/>
                          <a:cs typeface="Roboto"/>
                          <a:sym typeface="Roboto"/>
                        </a:rPr>
                        <a:t>POINT SOLUTION</a:t>
                      </a:r>
                      <a:endParaRPr sz="2200" dirty="0">
                        <a:solidFill>
                          <a:schemeClr val="dk1"/>
                        </a:solidFill>
                        <a:latin typeface="Roboto"/>
                        <a:ea typeface="Roboto"/>
                        <a:cs typeface="Roboto"/>
                        <a:sym typeface="Roboto"/>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7570431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01">
          <a:extLst>
            <a:ext uri="{FF2B5EF4-FFF2-40B4-BE49-F238E27FC236}">
              <a16:creationId xmlns:a16="http://schemas.microsoft.com/office/drawing/2014/main" id="{96D198FA-9A42-174C-3B18-6D520D3DF3D8}"/>
            </a:ext>
          </a:extLst>
        </p:cNvPr>
        <p:cNvGrpSpPr/>
        <p:nvPr/>
      </p:nvGrpSpPr>
      <p:grpSpPr>
        <a:xfrm>
          <a:off x="0" y="0"/>
          <a:ext cx="0" cy="0"/>
          <a:chOff x="0" y="0"/>
          <a:chExt cx="0" cy="0"/>
        </a:xfrm>
      </p:grpSpPr>
      <p:sp>
        <p:nvSpPr>
          <p:cNvPr id="12" name="Google Shape;215;p29">
            <a:extLst>
              <a:ext uri="{FF2B5EF4-FFF2-40B4-BE49-F238E27FC236}">
                <a16:creationId xmlns:a16="http://schemas.microsoft.com/office/drawing/2014/main" id="{FD4FF80C-2B13-13E6-FC45-9052316BDB5C}"/>
              </a:ext>
            </a:extLst>
          </p:cNvPr>
          <p:cNvSpPr txBox="1">
            <a:spLocks noGrp="1"/>
          </p:cNvSpPr>
          <p:nvPr>
            <p:ph type="title"/>
          </p:nvPr>
        </p:nvSpPr>
        <p:spPr>
          <a:xfrm>
            <a:off x="380177" y="108232"/>
            <a:ext cx="8077200" cy="417582"/>
          </a:xfrm>
          <a:prstGeom prst="rect">
            <a:avLst/>
          </a:prstGeom>
          <a:noFill/>
          <a:ln>
            <a:noFill/>
          </a:ln>
        </p:spPr>
        <p:txBody>
          <a:bodyPr spcFirstLastPara="1" wrap="square" lIns="0" tIns="91425" rIns="0" bIns="91425" anchor="t" anchorCtr="0">
            <a:noAutofit/>
          </a:bodyPr>
          <a:lstStyle/>
          <a:p>
            <a:pPr marL="0" lvl="0" indent="0" algn="l" rtl="0">
              <a:lnSpc>
                <a:spcPct val="80000"/>
              </a:lnSpc>
              <a:spcBef>
                <a:spcPts val="0"/>
              </a:spcBef>
              <a:spcAft>
                <a:spcPts val="0"/>
              </a:spcAft>
              <a:buSzPts val="2200"/>
              <a:buNone/>
            </a:pPr>
            <a:r>
              <a:rPr lang="en-US" b="1" dirty="0">
                <a:solidFill>
                  <a:schemeClr val="accent1"/>
                </a:solidFill>
                <a:latin typeface="Plus Jakarta Sans Medium" panose="020B0604020202020204" charset="0"/>
                <a:ea typeface="Roboto" panose="02000000000000000000" pitchFamily="2" charset="0"/>
                <a:cs typeface="Plus Jakarta Sans Medium" panose="020B0604020202020204" charset="0"/>
              </a:rPr>
              <a:t>DISTRIBUTED</a:t>
            </a:r>
            <a:r>
              <a:rPr lang="en-US" b="1" dirty="0">
                <a:latin typeface="Plus Jakarta Sans Medium" panose="020B0604020202020204" charset="0"/>
                <a:ea typeface="Roboto" panose="02000000000000000000" pitchFamily="2" charset="0"/>
                <a:cs typeface="Plus Jakarta Sans Medium" panose="020B0604020202020204" charset="0"/>
              </a:rPr>
              <a:t> DATA MANAGEMENT COMPONENTS </a:t>
            </a:r>
            <a:endParaRPr b="1" dirty="0">
              <a:latin typeface="Plus Jakarta Sans Medium" panose="020B0604020202020204" charset="0"/>
              <a:ea typeface="Roboto" panose="02000000000000000000" pitchFamily="2" charset="0"/>
              <a:cs typeface="Plus Jakarta Sans Medium" panose="020B0604020202020204" charset="0"/>
            </a:endParaRPr>
          </a:p>
        </p:txBody>
      </p:sp>
      <p:sp>
        <p:nvSpPr>
          <p:cNvPr id="13" name="Google Shape;216;p29">
            <a:extLst>
              <a:ext uri="{FF2B5EF4-FFF2-40B4-BE49-F238E27FC236}">
                <a16:creationId xmlns:a16="http://schemas.microsoft.com/office/drawing/2014/main" id="{74F9C3A0-D16D-4D60-EEF4-CA94DB6E0A27}"/>
              </a:ext>
            </a:extLst>
          </p:cNvPr>
          <p:cNvSpPr txBox="1">
            <a:spLocks noGrp="1"/>
          </p:cNvSpPr>
          <p:nvPr>
            <p:ph type="body" idx="1"/>
          </p:nvPr>
        </p:nvSpPr>
        <p:spPr>
          <a:xfrm>
            <a:off x="380177" y="490794"/>
            <a:ext cx="5029200" cy="324000"/>
          </a:xfrm>
          <a:prstGeom prst="rect">
            <a:avLst/>
          </a:prstGeom>
          <a:noFill/>
          <a:ln>
            <a:noFill/>
          </a:ln>
        </p:spPr>
        <p:txBody>
          <a:bodyPr spcFirstLastPara="1" wrap="square" lIns="0" tIns="22850" rIns="0" bIns="45700" anchor="b" anchorCtr="0">
            <a:noAutofit/>
          </a:bodyPr>
          <a:lstStyle/>
          <a:p>
            <a:pPr marL="0" lvl="0" indent="0" algn="l" rtl="0">
              <a:spcBef>
                <a:spcPts val="500"/>
              </a:spcBef>
              <a:spcAft>
                <a:spcPts val="0"/>
              </a:spcAft>
              <a:buSzPts val="1300"/>
              <a:buNone/>
            </a:pPr>
            <a:r>
              <a:rPr lang="en-US" dirty="0">
                <a:solidFill>
                  <a:schemeClr val="accent2"/>
                </a:solidFill>
                <a:latin typeface="Plus Jakarta Sans Medium" panose="020B0604020202020204" charset="0"/>
                <a:ea typeface="Roboto Light" panose="020B0604020202020204" charset="0"/>
                <a:cs typeface="Plus Jakarta Sans Medium" panose="020B0604020202020204" charset="0"/>
              </a:rPr>
              <a:t>Which may run on multiple clouds and/or on-premises</a:t>
            </a:r>
          </a:p>
        </p:txBody>
      </p:sp>
      <p:pic>
        <p:nvPicPr>
          <p:cNvPr id="2" name="Google Shape;464;p61">
            <a:extLst>
              <a:ext uri="{FF2B5EF4-FFF2-40B4-BE49-F238E27FC236}">
                <a16:creationId xmlns:a16="http://schemas.microsoft.com/office/drawing/2014/main" id="{0978A314-2D55-D8EF-48D8-2D59C7911230}"/>
              </a:ext>
            </a:extLst>
          </p:cNvPr>
          <p:cNvPicPr preferRelativeResize="0"/>
          <p:nvPr/>
        </p:nvPicPr>
        <p:blipFill rotWithShape="1">
          <a:blip r:embed="rId3">
            <a:alphaModFix/>
          </a:blip>
          <a:srcRect/>
          <a:stretch/>
        </p:blipFill>
        <p:spPr>
          <a:xfrm>
            <a:off x="770915" y="728820"/>
            <a:ext cx="7295724" cy="4103876"/>
          </a:xfrm>
          <a:prstGeom prst="rect">
            <a:avLst/>
          </a:prstGeom>
          <a:noFill/>
          <a:ln>
            <a:noFill/>
          </a:ln>
        </p:spPr>
      </p:pic>
    </p:spTree>
    <p:extLst>
      <p:ext uri="{BB962C8B-B14F-4D97-AF65-F5344CB8AC3E}">
        <p14:creationId xmlns:p14="http://schemas.microsoft.com/office/powerpoint/2010/main" val="7145140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01">
          <a:extLst>
            <a:ext uri="{FF2B5EF4-FFF2-40B4-BE49-F238E27FC236}">
              <a16:creationId xmlns:a16="http://schemas.microsoft.com/office/drawing/2014/main" id="{26397AFB-BA9A-3D58-372C-AAE507BC5536}"/>
            </a:ext>
          </a:extLst>
        </p:cNvPr>
        <p:cNvGrpSpPr/>
        <p:nvPr/>
      </p:nvGrpSpPr>
      <p:grpSpPr>
        <a:xfrm>
          <a:off x="0" y="0"/>
          <a:ext cx="0" cy="0"/>
          <a:chOff x="0" y="0"/>
          <a:chExt cx="0" cy="0"/>
        </a:xfrm>
      </p:grpSpPr>
      <p:sp>
        <p:nvSpPr>
          <p:cNvPr id="12" name="Google Shape;215;p29">
            <a:extLst>
              <a:ext uri="{FF2B5EF4-FFF2-40B4-BE49-F238E27FC236}">
                <a16:creationId xmlns:a16="http://schemas.microsoft.com/office/drawing/2014/main" id="{F3EE6729-C0A9-92E3-1370-A1D61C0C8425}"/>
              </a:ext>
            </a:extLst>
          </p:cNvPr>
          <p:cNvSpPr txBox="1">
            <a:spLocks noGrp="1"/>
          </p:cNvSpPr>
          <p:nvPr>
            <p:ph type="title"/>
          </p:nvPr>
        </p:nvSpPr>
        <p:spPr>
          <a:xfrm>
            <a:off x="380177" y="108232"/>
            <a:ext cx="8077200" cy="417582"/>
          </a:xfrm>
          <a:prstGeom prst="rect">
            <a:avLst/>
          </a:prstGeom>
          <a:noFill/>
          <a:ln>
            <a:noFill/>
          </a:ln>
        </p:spPr>
        <p:txBody>
          <a:bodyPr spcFirstLastPara="1" wrap="square" lIns="0" tIns="91425" rIns="0" bIns="91425" anchor="t" anchorCtr="0">
            <a:noAutofit/>
          </a:bodyPr>
          <a:lstStyle/>
          <a:p>
            <a:pPr marL="0" lvl="0" indent="0" algn="l" rtl="0">
              <a:lnSpc>
                <a:spcPct val="80000"/>
              </a:lnSpc>
              <a:spcBef>
                <a:spcPts val="0"/>
              </a:spcBef>
              <a:spcAft>
                <a:spcPts val="0"/>
              </a:spcAft>
              <a:buSzPts val="2200"/>
              <a:buNone/>
            </a:pPr>
            <a:r>
              <a:rPr lang="en-US" b="1" dirty="0">
                <a:latin typeface="Plus Jakarta Sans Medium" panose="020B0604020202020204" charset="0"/>
                <a:ea typeface="Roboto" panose="02000000000000000000" pitchFamily="2" charset="0"/>
                <a:cs typeface="Plus Jakarta Sans Medium" panose="020B0604020202020204" charset="0"/>
              </a:rPr>
              <a:t>CLOUDERA’S </a:t>
            </a:r>
            <a:r>
              <a:rPr lang="en-US" b="1" dirty="0">
                <a:solidFill>
                  <a:schemeClr val="accent1"/>
                </a:solidFill>
                <a:latin typeface="Plus Jakarta Sans Medium" panose="020B0604020202020204" charset="0"/>
                <a:ea typeface="Roboto" panose="02000000000000000000" pitchFamily="2" charset="0"/>
                <a:cs typeface="Plus Jakarta Sans Medium" panose="020B0604020202020204" charset="0"/>
              </a:rPr>
              <a:t>HYBRID</a:t>
            </a:r>
            <a:r>
              <a:rPr lang="en-US" b="1" dirty="0">
                <a:latin typeface="Plus Jakarta Sans Medium" panose="020B0604020202020204" charset="0"/>
                <a:ea typeface="Roboto" panose="02000000000000000000" pitchFamily="2" charset="0"/>
                <a:cs typeface="Plus Jakarta Sans Medium" panose="020B0604020202020204" charset="0"/>
              </a:rPr>
              <a:t> DATA PLATFORM </a:t>
            </a:r>
            <a:endParaRPr b="1" dirty="0">
              <a:latin typeface="Plus Jakarta Sans Medium" panose="020B0604020202020204" charset="0"/>
              <a:ea typeface="Roboto" panose="02000000000000000000" pitchFamily="2" charset="0"/>
              <a:cs typeface="Plus Jakarta Sans Medium" panose="020B0604020202020204" charset="0"/>
            </a:endParaRPr>
          </a:p>
        </p:txBody>
      </p:sp>
      <p:sp>
        <p:nvSpPr>
          <p:cNvPr id="13" name="Google Shape;216;p29">
            <a:extLst>
              <a:ext uri="{FF2B5EF4-FFF2-40B4-BE49-F238E27FC236}">
                <a16:creationId xmlns:a16="http://schemas.microsoft.com/office/drawing/2014/main" id="{B421F4E5-3851-E74D-3368-968055C0F18D}"/>
              </a:ext>
            </a:extLst>
          </p:cNvPr>
          <p:cNvSpPr txBox="1">
            <a:spLocks noGrp="1"/>
          </p:cNvSpPr>
          <p:nvPr>
            <p:ph type="body" idx="1"/>
          </p:nvPr>
        </p:nvSpPr>
        <p:spPr>
          <a:xfrm>
            <a:off x="380177" y="490794"/>
            <a:ext cx="5029200" cy="324000"/>
          </a:xfrm>
          <a:prstGeom prst="rect">
            <a:avLst/>
          </a:prstGeom>
          <a:noFill/>
          <a:ln>
            <a:noFill/>
          </a:ln>
        </p:spPr>
        <p:txBody>
          <a:bodyPr spcFirstLastPara="1" wrap="square" lIns="0" tIns="22850" rIns="0" bIns="45700" anchor="b" anchorCtr="0">
            <a:noAutofit/>
          </a:bodyPr>
          <a:lstStyle/>
          <a:p>
            <a:pPr marL="0" lvl="0" indent="0" algn="l" rtl="0">
              <a:spcBef>
                <a:spcPts val="500"/>
              </a:spcBef>
              <a:spcAft>
                <a:spcPts val="0"/>
              </a:spcAft>
              <a:buSzPts val="1300"/>
              <a:buNone/>
            </a:pPr>
            <a:r>
              <a:rPr lang="en-US" dirty="0">
                <a:solidFill>
                  <a:schemeClr val="accent2"/>
                </a:solidFill>
                <a:latin typeface="Plus Jakarta Sans Medium" panose="020B0604020202020204" charset="0"/>
                <a:ea typeface="Roboto Light" panose="020B0604020202020204" charset="0"/>
                <a:cs typeface="Plus Jakarta Sans Medium" panose="020B0604020202020204" charset="0"/>
              </a:rPr>
              <a:t>Portable | Interoperable | Open | Secure</a:t>
            </a:r>
          </a:p>
        </p:txBody>
      </p:sp>
      <p:pic>
        <p:nvPicPr>
          <p:cNvPr id="3" name="Google Shape;476;p62">
            <a:extLst>
              <a:ext uri="{FF2B5EF4-FFF2-40B4-BE49-F238E27FC236}">
                <a16:creationId xmlns:a16="http://schemas.microsoft.com/office/drawing/2014/main" id="{4E90B6C9-B357-284D-94C5-A09464309418}"/>
              </a:ext>
            </a:extLst>
          </p:cNvPr>
          <p:cNvPicPr preferRelativeResize="0"/>
          <p:nvPr/>
        </p:nvPicPr>
        <p:blipFill rotWithShape="1">
          <a:blip r:embed="rId3">
            <a:alphaModFix/>
          </a:blip>
          <a:srcRect/>
          <a:stretch/>
        </p:blipFill>
        <p:spPr>
          <a:xfrm>
            <a:off x="690902" y="722096"/>
            <a:ext cx="7455749" cy="4193876"/>
          </a:xfrm>
          <a:prstGeom prst="rect">
            <a:avLst/>
          </a:prstGeom>
          <a:noFill/>
          <a:ln>
            <a:noFill/>
          </a:ln>
        </p:spPr>
      </p:pic>
    </p:spTree>
    <p:extLst>
      <p:ext uri="{BB962C8B-B14F-4D97-AF65-F5344CB8AC3E}">
        <p14:creationId xmlns:p14="http://schemas.microsoft.com/office/powerpoint/2010/main" val="27313763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01">
          <a:extLst>
            <a:ext uri="{FF2B5EF4-FFF2-40B4-BE49-F238E27FC236}">
              <a16:creationId xmlns:a16="http://schemas.microsoft.com/office/drawing/2014/main" id="{E2D7D0FA-A1F4-478F-7734-5F829839C382}"/>
            </a:ext>
          </a:extLst>
        </p:cNvPr>
        <p:cNvGrpSpPr/>
        <p:nvPr/>
      </p:nvGrpSpPr>
      <p:grpSpPr>
        <a:xfrm>
          <a:off x="0" y="0"/>
          <a:ext cx="0" cy="0"/>
          <a:chOff x="0" y="0"/>
          <a:chExt cx="0" cy="0"/>
        </a:xfrm>
      </p:grpSpPr>
      <p:sp>
        <p:nvSpPr>
          <p:cNvPr id="12" name="Google Shape;215;p29">
            <a:extLst>
              <a:ext uri="{FF2B5EF4-FFF2-40B4-BE49-F238E27FC236}">
                <a16:creationId xmlns:a16="http://schemas.microsoft.com/office/drawing/2014/main" id="{8D2B41BD-6EEE-C743-35A3-3342F6998A09}"/>
              </a:ext>
            </a:extLst>
          </p:cNvPr>
          <p:cNvSpPr txBox="1">
            <a:spLocks noGrp="1"/>
          </p:cNvSpPr>
          <p:nvPr>
            <p:ph type="title"/>
          </p:nvPr>
        </p:nvSpPr>
        <p:spPr>
          <a:xfrm>
            <a:off x="0" y="467396"/>
            <a:ext cx="9144000" cy="417582"/>
          </a:xfrm>
          <a:prstGeom prst="rect">
            <a:avLst/>
          </a:prstGeom>
          <a:noFill/>
          <a:ln>
            <a:noFill/>
          </a:ln>
        </p:spPr>
        <p:txBody>
          <a:bodyPr spcFirstLastPara="1" wrap="square" lIns="0" tIns="91425" rIns="0" bIns="91425" anchor="t" anchorCtr="0">
            <a:noAutofit/>
          </a:bodyPr>
          <a:lstStyle/>
          <a:p>
            <a:pPr marL="0" lvl="0" indent="0" algn="ctr" rtl="0">
              <a:lnSpc>
                <a:spcPct val="80000"/>
              </a:lnSpc>
              <a:spcBef>
                <a:spcPts val="0"/>
              </a:spcBef>
              <a:spcAft>
                <a:spcPts val="0"/>
              </a:spcAft>
              <a:buSzPts val="2200"/>
              <a:buNone/>
            </a:pPr>
            <a:r>
              <a:rPr lang="nn-NO" b="1" dirty="0">
                <a:solidFill>
                  <a:schemeClr val="tx1"/>
                </a:solidFill>
                <a:latin typeface="Plus Jakarta Sans Light" panose="020B0604020202020204" charset="0"/>
                <a:ea typeface="Roboto" panose="02000000000000000000" pitchFamily="2" charset="0"/>
                <a:cs typeface="Plus Jakarta Sans Light" panose="020B0604020202020204" charset="0"/>
              </a:rPr>
              <a:t>CLOUDERA’S HYBRID DATA PLATFORM</a:t>
            </a:r>
            <a:br>
              <a:rPr lang="nn-NO" b="1" dirty="0">
                <a:solidFill>
                  <a:schemeClr val="accent2"/>
                </a:solidFill>
                <a:latin typeface="Plus Jakarta Sans Light" panose="020B0604020202020204" charset="0"/>
                <a:ea typeface="Roboto" panose="02000000000000000000" pitchFamily="2" charset="0"/>
                <a:cs typeface="Plus Jakarta Sans Light" panose="020B0604020202020204" charset="0"/>
              </a:rPr>
            </a:br>
            <a:r>
              <a:rPr lang="nn-NO" b="1" dirty="0">
                <a:solidFill>
                  <a:schemeClr val="accent2"/>
                </a:solidFill>
                <a:latin typeface="Plus Jakarta Sans Light" panose="020B0604020202020204" charset="0"/>
                <a:ea typeface="Roboto" panose="02000000000000000000" pitchFamily="2" charset="0"/>
                <a:cs typeface="Plus Jakarta Sans Light" panose="020B0604020202020204" charset="0"/>
              </a:rPr>
              <a:t>ENABLING MODERN DATA ARCHITECTURES</a:t>
            </a:r>
            <a:br>
              <a:rPr lang="nn-NO" b="1" dirty="0">
                <a:solidFill>
                  <a:schemeClr val="tx1"/>
                </a:solidFill>
                <a:latin typeface="Plus Jakarta Sans Light" panose="020B0604020202020204" charset="0"/>
                <a:ea typeface="Roboto" panose="02000000000000000000" pitchFamily="2" charset="0"/>
                <a:cs typeface="Plus Jakarta Sans Light" panose="020B0604020202020204" charset="0"/>
              </a:rPr>
            </a:br>
            <a:endParaRPr lang="nn-NO" b="1" dirty="0">
              <a:solidFill>
                <a:schemeClr val="tx1"/>
              </a:solidFill>
              <a:latin typeface="Plus Jakarta Sans Light" panose="020B0604020202020204" charset="0"/>
              <a:ea typeface="Roboto" panose="02000000000000000000" pitchFamily="2" charset="0"/>
              <a:cs typeface="Plus Jakarta Sans Light" panose="020B0604020202020204" charset="0"/>
            </a:endParaRPr>
          </a:p>
        </p:txBody>
      </p:sp>
      <p:sp>
        <p:nvSpPr>
          <p:cNvPr id="4" name="Google Shape;638;p15">
            <a:extLst>
              <a:ext uri="{FF2B5EF4-FFF2-40B4-BE49-F238E27FC236}">
                <a16:creationId xmlns:a16="http://schemas.microsoft.com/office/drawing/2014/main" id="{0679E004-9199-BAF4-9835-E5FBB3F6207D}"/>
              </a:ext>
            </a:extLst>
          </p:cNvPr>
          <p:cNvSpPr txBox="1"/>
          <p:nvPr/>
        </p:nvSpPr>
        <p:spPr>
          <a:xfrm>
            <a:off x="413474" y="2266950"/>
            <a:ext cx="1081500" cy="9234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sz="2400" b="1" i="0" u="none" strike="noStrike" cap="none" dirty="0">
                <a:solidFill>
                  <a:schemeClr val="accent1"/>
                </a:solidFill>
                <a:latin typeface="Roboto"/>
                <a:ea typeface="Roboto"/>
                <a:cs typeface="Roboto"/>
                <a:sym typeface="Roboto"/>
              </a:rPr>
              <a:t>DATA LAKE</a:t>
            </a:r>
            <a:endParaRPr sz="2400" b="1" i="0" u="none" strike="noStrike" cap="none" dirty="0">
              <a:solidFill>
                <a:schemeClr val="accent1"/>
              </a:solidFill>
              <a:sym typeface="Arial"/>
            </a:endParaRPr>
          </a:p>
        </p:txBody>
      </p:sp>
      <p:sp>
        <p:nvSpPr>
          <p:cNvPr id="5" name="Google Shape;639;p15">
            <a:extLst>
              <a:ext uri="{FF2B5EF4-FFF2-40B4-BE49-F238E27FC236}">
                <a16:creationId xmlns:a16="http://schemas.microsoft.com/office/drawing/2014/main" id="{82398464-0969-A451-57A6-53D72D938AED}"/>
              </a:ext>
            </a:extLst>
          </p:cNvPr>
          <p:cNvSpPr txBox="1"/>
          <p:nvPr/>
        </p:nvSpPr>
        <p:spPr>
          <a:xfrm>
            <a:off x="2418008" y="2266950"/>
            <a:ext cx="1267500" cy="9234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sz="2400" b="1" i="0" u="none" strike="noStrike" cap="none" dirty="0">
                <a:solidFill>
                  <a:schemeClr val="accent1"/>
                </a:solidFill>
                <a:latin typeface="Roboto"/>
                <a:ea typeface="Roboto"/>
                <a:cs typeface="Roboto"/>
                <a:sym typeface="Roboto"/>
              </a:rPr>
              <a:t>DATA FABRIC</a:t>
            </a:r>
            <a:endParaRPr sz="2400" b="1" i="0" u="none" strike="noStrike" cap="none" dirty="0">
              <a:solidFill>
                <a:schemeClr val="accent1"/>
              </a:solidFill>
              <a:sym typeface="Arial"/>
            </a:endParaRPr>
          </a:p>
        </p:txBody>
      </p:sp>
      <p:sp>
        <p:nvSpPr>
          <p:cNvPr id="6" name="Google Shape;640;p15">
            <a:extLst>
              <a:ext uri="{FF2B5EF4-FFF2-40B4-BE49-F238E27FC236}">
                <a16:creationId xmlns:a16="http://schemas.microsoft.com/office/drawing/2014/main" id="{343B957D-F197-222C-E9C2-B58C1A39C21B}"/>
              </a:ext>
            </a:extLst>
          </p:cNvPr>
          <p:cNvSpPr txBox="1"/>
          <p:nvPr/>
        </p:nvSpPr>
        <p:spPr>
          <a:xfrm>
            <a:off x="4608541" y="2266950"/>
            <a:ext cx="1929000" cy="9234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sz="2400" b="1" i="0" u="none" strike="noStrike" cap="none" dirty="0">
                <a:solidFill>
                  <a:schemeClr val="accent1"/>
                </a:solidFill>
                <a:latin typeface="Roboto"/>
                <a:ea typeface="Roboto"/>
                <a:cs typeface="Roboto"/>
                <a:sym typeface="Roboto"/>
              </a:rPr>
              <a:t>DATA LAKEHOUSE</a:t>
            </a:r>
            <a:endParaRPr sz="2400" b="1" i="0" u="none" strike="noStrike" cap="none" dirty="0">
              <a:solidFill>
                <a:schemeClr val="accent1"/>
              </a:solidFill>
              <a:sym typeface="Arial"/>
            </a:endParaRPr>
          </a:p>
        </p:txBody>
      </p:sp>
      <p:sp>
        <p:nvSpPr>
          <p:cNvPr id="7" name="Google Shape;641;p15">
            <a:extLst>
              <a:ext uri="{FF2B5EF4-FFF2-40B4-BE49-F238E27FC236}">
                <a16:creationId xmlns:a16="http://schemas.microsoft.com/office/drawing/2014/main" id="{B3BFD959-CBFA-8B4E-5E70-49041FB3E182}"/>
              </a:ext>
            </a:extLst>
          </p:cNvPr>
          <p:cNvSpPr txBox="1"/>
          <p:nvPr/>
        </p:nvSpPr>
        <p:spPr>
          <a:xfrm>
            <a:off x="7460575" y="2266950"/>
            <a:ext cx="1267500" cy="9234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sz="2400" b="1" i="0" u="none" strike="noStrike" cap="none" dirty="0">
                <a:solidFill>
                  <a:schemeClr val="accent1"/>
                </a:solidFill>
                <a:latin typeface="Roboto"/>
                <a:ea typeface="Roboto"/>
                <a:cs typeface="Roboto"/>
                <a:sym typeface="Roboto"/>
              </a:rPr>
              <a:t>DATA MESH</a:t>
            </a:r>
            <a:endParaRPr sz="2400" b="1" i="0" u="none" strike="noStrike" cap="none" dirty="0">
              <a:solidFill>
                <a:schemeClr val="accent1"/>
              </a:solidFill>
              <a:sym typeface="Arial"/>
            </a:endParaRPr>
          </a:p>
        </p:txBody>
      </p:sp>
      <p:sp>
        <p:nvSpPr>
          <p:cNvPr id="8" name="Google Shape;642;p15">
            <a:extLst>
              <a:ext uri="{FF2B5EF4-FFF2-40B4-BE49-F238E27FC236}">
                <a16:creationId xmlns:a16="http://schemas.microsoft.com/office/drawing/2014/main" id="{8CFC19D5-38F6-985B-D794-5B252A56CC56}"/>
              </a:ext>
            </a:extLst>
          </p:cNvPr>
          <p:cNvSpPr/>
          <p:nvPr/>
        </p:nvSpPr>
        <p:spPr>
          <a:xfrm rot="8100000">
            <a:off x="1562685" y="2487244"/>
            <a:ext cx="482813" cy="482813"/>
          </a:xfrm>
          <a:prstGeom prst="halfFrame">
            <a:avLst>
              <a:gd name="adj1" fmla="val 0"/>
              <a:gd name="adj2" fmla="val 0"/>
            </a:avLst>
          </a:prstGeom>
          <a:solidFill>
            <a:schemeClr val="lt2"/>
          </a:solidFill>
          <a:ln w="19050" cap="flat" cmpd="sng">
            <a:solidFill>
              <a:schemeClr val="bg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 name="Google Shape;643;p15">
            <a:extLst>
              <a:ext uri="{FF2B5EF4-FFF2-40B4-BE49-F238E27FC236}">
                <a16:creationId xmlns:a16="http://schemas.microsoft.com/office/drawing/2014/main" id="{01BD9F9F-0ED7-661F-ED13-134000C7CB17}"/>
              </a:ext>
            </a:extLst>
          </p:cNvPr>
          <p:cNvSpPr/>
          <p:nvPr/>
        </p:nvSpPr>
        <p:spPr>
          <a:xfrm rot="8100000">
            <a:off x="6605252" y="2487244"/>
            <a:ext cx="482813" cy="482813"/>
          </a:xfrm>
          <a:prstGeom prst="halfFrame">
            <a:avLst>
              <a:gd name="adj1" fmla="val 0"/>
              <a:gd name="adj2" fmla="val 0"/>
            </a:avLst>
          </a:prstGeom>
          <a:solidFill>
            <a:schemeClr val="lt2"/>
          </a:solidFill>
          <a:ln w="19050" cap="flat" cmpd="sng">
            <a:solidFill>
              <a:schemeClr val="bg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 name="Google Shape;644;p15">
            <a:extLst>
              <a:ext uri="{FF2B5EF4-FFF2-40B4-BE49-F238E27FC236}">
                <a16:creationId xmlns:a16="http://schemas.microsoft.com/office/drawing/2014/main" id="{104D3392-DD5A-5BDE-7CA4-73906247B770}"/>
              </a:ext>
            </a:extLst>
          </p:cNvPr>
          <p:cNvSpPr/>
          <p:nvPr/>
        </p:nvSpPr>
        <p:spPr>
          <a:xfrm rot="8100000">
            <a:off x="3753218" y="2487244"/>
            <a:ext cx="482813" cy="482813"/>
          </a:xfrm>
          <a:prstGeom prst="halfFrame">
            <a:avLst>
              <a:gd name="adj1" fmla="val 0"/>
              <a:gd name="adj2" fmla="val 0"/>
            </a:avLst>
          </a:prstGeom>
          <a:solidFill>
            <a:schemeClr val="lt2"/>
          </a:solidFill>
          <a:ln w="19050" cap="flat" cmpd="sng">
            <a:solidFill>
              <a:schemeClr val="bg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7427121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67"/>
        <p:cNvGrpSpPr/>
        <p:nvPr/>
      </p:nvGrpSpPr>
      <p:grpSpPr>
        <a:xfrm>
          <a:off x="0" y="0"/>
          <a:ext cx="0" cy="0"/>
          <a:chOff x="0" y="0"/>
          <a:chExt cx="0" cy="0"/>
        </a:xfrm>
      </p:grpSpPr>
      <p:sp>
        <p:nvSpPr>
          <p:cNvPr id="1068" name="Google Shape;1068;p134"/>
          <p:cNvSpPr/>
          <p:nvPr/>
        </p:nvSpPr>
        <p:spPr>
          <a:xfrm rot="-5400000">
            <a:off x="1283258" y="1873619"/>
            <a:ext cx="1501200" cy="575700"/>
          </a:xfrm>
          <a:prstGeom prst="trapezoid">
            <a:avLst>
              <a:gd name="adj" fmla="val 25000"/>
            </a:avLst>
          </a:prstGeom>
          <a:solidFill>
            <a:srgbClr val="A8AFB9"/>
          </a:solidFill>
          <a:ln w="9525" cap="flat" cmpd="sng">
            <a:solidFill>
              <a:srgbClr val="A8AFB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lus Jakarta Sans"/>
              <a:ea typeface="Plus Jakarta Sans"/>
              <a:cs typeface="Plus Jakarta Sans"/>
              <a:sym typeface="Plus Jakarta Sans"/>
            </a:endParaRPr>
          </a:p>
        </p:txBody>
      </p:sp>
      <p:sp>
        <p:nvSpPr>
          <p:cNvPr id="1069" name="Google Shape;1069;p134"/>
          <p:cNvSpPr/>
          <p:nvPr/>
        </p:nvSpPr>
        <p:spPr>
          <a:xfrm>
            <a:off x="848766" y="1280258"/>
            <a:ext cx="1067100" cy="1730100"/>
          </a:xfrm>
          <a:prstGeom prst="roundRect">
            <a:avLst>
              <a:gd name="adj" fmla="val 8759"/>
            </a:avLst>
          </a:prstGeom>
          <a:solidFill>
            <a:srgbClr val="FFFFFF"/>
          </a:solidFill>
          <a:ln w="28575" cap="flat" cmpd="sng">
            <a:solidFill>
              <a:srgbClr val="110046"/>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endParaRPr sz="1200">
              <a:solidFill>
                <a:srgbClr val="110046"/>
              </a:solidFill>
              <a:latin typeface="Plus Jakarta Sans SemiBold"/>
              <a:ea typeface="Plus Jakarta Sans SemiBold"/>
              <a:cs typeface="Plus Jakarta Sans SemiBold"/>
              <a:sym typeface="Plus Jakarta Sans SemiBold"/>
            </a:endParaRPr>
          </a:p>
        </p:txBody>
      </p:sp>
      <p:sp>
        <p:nvSpPr>
          <p:cNvPr id="1070" name="Google Shape;1070;p134"/>
          <p:cNvSpPr txBox="1"/>
          <p:nvPr/>
        </p:nvSpPr>
        <p:spPr>
          <a:xfrm>
            <a:off x="1259326" y="1579924"/>
            <a:ext cx="656700" cy="1345800"/>
          </a:xfrm>
          <a:prstGeom prst="rect">
            <a:avLst/>
          </a:prstGeom>
          <a:noFill/>
          <a:ln>
            <a:noFill/>
          </a:ln>
        </p:spPr>
        <p:txBody>
          <a:bodyPr spcFirstLastPara="1" wrap="square" lIns="0"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br>
              <a:rPr lang="en" sz="700">
                <a:solidFill>
                  <a:srgbClr val="110046"/>
                </a:solidFill>
                <a:latin typeface="Plus Jakarta Sans SemiBold"/>
                <a:ea typeface="Plus Jakarta Sans SemiBold"/>
                <a:cs typeface="Plus Jakarta Sans SemiBold"/>
                <a:sym typeface="Plus Jakarta Sans SemiBold"/>
              </a:rPr>
            </a:br>
            <a:r>
              <a:rPr lang="en" sz="600">
                <a:solidFill>
                  <a:srgbClr val="110046"/>
                </a:solidFill>
                <a:latin typeface="Plus Jakarta Sans SemiBold"/>
                <a:ea typeface="Plus Jakarta Sans SemiBold"/>
                <a:cs typeface="Plus Jakarta Sans SemiBold"/>
                <a:sym typeface="Plus Jakarta Sans SemiBold"/>
              </a:rPr>
              <a:t>DELIVER </a:t>
            </a:r>
            <a:br>
              <a:rPr lang="en" sz="600">
                <a:solidFill>
                  <a:srgbClr val="110046"/>
                </a:solidFill>
                <a:latin typeface="Plus Jakarta Sans SemiBold"/>
                <a:ea typeface="Plus Jakarta Sans SemiBold"/>
                <a:cs typeface="Plus Jakarta Sans SemiBold"/>
                <a:sym typeface="Plus Jakarta Sans SemiBold"/>
              </a:rPr>
            </a:br>
            <a:r>
              <a:rPr lang="en" sz="600">
                <a:solidFill>
                  <a:srgbClr val="110046"/>
                </a:solidFill>
                <a:latin typeface="Plus Jakarta Sans SemiBold"/>
                <a:ea typeface="Plus Jakarta Sans SemiBold"/>
                <a:cs typeface="Plus Jakarta Sans SemiBold"/>
                <a:sym typeface="Plus Jakarta Sans SemiBold"/>
              </a:rPr>
              <a:t>True Hybrid</a:t>
            </a:r>
            <a:endParaRPr sz="600">
              <a:solidFill>
                <a:srgbClr val="110046"/>
              </a:solidFill>
              <a:latin typeface="Plus Jakarta Sans SemiBold"/>
              <a:ea typeface="Plus Jakarta Sans SemiBold"/>
              <a:cs typeface="Plus Jakarta Sans SemiBold"/>
              <a:sym typeface="Plus Jakarta Sans SemiBold"/>
            </a:endParaRPr>
          </a:p>
          <a:p>
            <a:pPr marL="0" marR="0" lvl="0" indent="0" algn="l" rtl="0">
              <a:lnSpc>
                <a:spcPct val="100000"/>
              </a:lnSpc>
              <a:spcBef>
                <a:spcPts val="0"/>
              </a:spcBef>
              <a:spcAft>
                <a:spcPts val="0"/>
              </a:spcAft>
              <a:buClr>
                <a:srgbClr val="000000"/>
              </a:buClr>
              <a:buSzPts val="1600"/>
              <a:buFont typeface="Arial"/>
              <a:buNone/>
            </a:pPr>
            <a:endParaRPr sz="600">
              <a:solidFill>
                <a:srgbClr val="110046"/>
              </a:solidFill>
              <a:latin typeface="Plus Jakarta Sans SemiBold"/>
              <a:ea typeface="Plus Jakarta Sans SemiBold"/>
              <a:cs typeface="Plus Jakarta Sans SemiBold"/>
              <a:sym typeface="Plus Jakarta Sans SemiBold"/>
            </a:endParaRPr>
          </a:p>
          <a:p>
            <a:pPr marL="0" lvl="0" indent="0" algn="l" rtl="0">
              <a:spcBef>
                <a:spcPts val="0"/>
              </a:spcBef>
              <a:spcAft>
                <a:spcPts val="0"/>
              </a:spcAft>
              <a:buClr>
                <a:srgbClr val="000000"/>
              </a:buClr>
              <a:buSzPts val="1600"/>
              <a:buFont typeface="Arial"/>
              <a:buNone/>
            </a:pPr>
            <a:br>
              <a:rPr lang="en" sz="600">
                <a:solidFill>
                  <a:srgbClr val="110046"/>
                </a:solidFill>
                <a:latin typeface="Plus Jakarta Sans SemiBold"/>
                <a:ea typeface="Plus Jakarta Sans SemiBold"/>
                <a:cs typeface="Plus Jakarta Sans SemiBold"/>
                <a:sym typeface="Plus Jakarta Sans SemiBold"/>
              </a:rPr>
            </a:br>
            <a:r>
              <a:rPr lang="en" sz="600">
                <a:solidFill>
                  <a:srgbClr val="110046"/>
                </a:solidFill>
                <a:latin typeface="Plus Jakarta Sans SemiBold"/>
                <a:ea typeface="Plus Jakarta Sans SemiBold"/>
                <a:cs typeface="Plus Jakarta Sans SemiBold"/>
                <a:sym typeface="Plus Jakarta Sans SemiBold"/>
              </a:rPr>
              <a:t>ENABLE </a:t>
            </a:r>
            <a:br>
              <a:rPr lang="en" sz="600">
                <a:solidFill>
                  <a:srgbClr val="110046"/>
                </a:solidFill>
                <a:latin typeface="Plus Jakarta Sans SemiBold"/>
                <a:ea typeface="Plus Jakarta Sans SemiBold"/>
                <a:cs typeface="Plus Jakarta Sans SemiBold"/>
                <a:sym typeface="Plus Jakarta Sans SemiBold"/>
              </a:rPr>
            </a:br>
            <a:r>
              <a:rPr lang="en" sz="600">
                <a:solidFill>
                  <a:srgbClr val="110046"/>
                </a:solidFill>
                <a:latin typeface="Plus Jakarta Sans SemiBold"/>
                <a:ea typeface="Plus Jakarta Sans SemiBold"/>
                <a:cs typeface="Plus Jakarta Sans SemiBold"/>
                <a:sym typeface="Plus Jakarta Sans SemiBold"/>
              </a:rPr>
              <a:t>Modern Data </a:t>
            </a:r>
            <a:br>
              <a:rPr lang="en" sz="600">
                <a:solidFill>
                  <a:srgbClr val="110046"/>
                </a:solidFill>
                <a:latin typeface="Plus Jakarta Sans SemiBold"/>
                <a:ea typeface="Plus Jakarta Sans SemiBold"/>
                <a:cs typeface="Plus Jakarta Sans SemiBold"/>
                <a:sym typeface="Plus Jakarta Sans SemiBold"/>
              </a:rPr>
            </a:br>
            <a:r>
              <a:rPr lang="en" sz="600">
                <a:solidFill>
                  <a:srgbClr val="110046"/>
                </a:solidFill>
                <a:latin typeface="Plus Jakarta Sans SemiBold"/>
                <a:ea typeface="Plus Jakarta Sans SemiBold"/>
                <a:cs typeface="Plus Jakarta Sans SemiBold"/>
                <a:sym typeface="Plus Jakarta Sans SemiBold"/>
              </a:rPr>
              <a:t>Architectures</a:t>
            </a:r>
            <a:endParaRPr sz="600">
              <a:solidFill>
                <a:srgbClr val="110046"/>
              </a:solidFill>
              <a:latin typeface="Plus Jakarta Sans SemiBold"/>
              <a:ea typeface="Plus Jakarta Sans SemiBold"/>
              <a:cs typeface="Plus Jakarta Sans SemiBold"/>
              <a:sym typeface="Plus Jakarta Sans SemiBold"/>
            </a:endParaRPr>
          </a:p>
          <a:p>
            <a:pPr marL="0" lvl="0" indent="0" algn="l" rtl="0">
              <a:spcBef>
                <a:spcPts val="0"/>
              </a:spcBef>
              <a:spcAft>
                <a:spcPts val="0"/>
              </a:spcAft>
              <a:buClr>
                <a:srgbClr val="000000"/>
              </a:buClr>
              <a:buSzPts val="1600"/>
              <a:buFont typeface="Arial"/>
              <a:buNone/>
            </a:pPr>
            <a:endParaRPr sz="600">
              <a:solidFill>
                <a:srgbClr val="110046"/>
              </a:solidFill>
              <a:latin typeface="Plus Jakarta Sans SemiBold"/>
              <a:ea typeface="Plus Jakarta Sans SemiBold"/>
              <a:cs typeface="Plus Jakarta Sans SemiBold"/>
              <a:sym typeface="Plus Jakarta Sans SemiBold"/>
            </a:endParaRPr>
          </a:p>
          <a:p>
            <a:pPr marL="0" lvl="0" indent="0" algn="l" rtl="0">
              <a:spcBef>
                <a:spcPts val="0"/>
              </a:spcBef>
              <a:spcAft>
                <a:spcPts val="0"/>
              </a:spcAft>
              <a:buClr>
                <a:srgbClr val="000000"/>
              </a:buClr>
              <a:buSzPts val="1600"/>
              <a:buFont typeface="Arial"/>
              <a:buNone/>
            </a:pPr>
            <a:br>
              <a:rPr lang="en" sz="600">
                <a:solidFill>
                  <a:srgbClr val="110046"/>
                </a:solidFill>
                <a:latin typeface="Plus Jakarta Sans SemiBold"/>
                <a:ea typeface="Plus Jakarta Sans SemiBold"/>
                <a:cs typeface="Plus Jakarta Sans SemiBold"/>
                <a:sym typeface="Plus Jakarta Sans SemiBold"/>
              </a:rPr>
            </a:br>
            <a:r>
              <a:rPr lang="en" sz="600">
                <a:solidFill>
                  <a:srgbClr val="110046"/>
                </a:solidFill>
                <a:latin typeface="Plus Jakarta Sans SemiBold"/>
                <a:ea typeface="Plus Jakarta Sans SemiBold"/>
                <a:cs typeface="Plus Jakarta Sans SemiBold"/>
                <a:sym typeface="Plus Jakarta Sans SemiBold"/>
              </a:rPr>
              <a:t>ACCELERATE </a:t>
            </a:r>
            <a:br>
              <a:rPr lang="en" sz="600">
                <a:solidFill>
                  <a:srgbClr val="110046"/>
                </a:solidFill>
                <a:latin typeface="Plus Jakarta Sans SemiBold"/>
                <a:ea typeface="Plus Jakarta Sans SemiBold"/>
                <a:cs typeface="Plus Jakarta Sans SemiBold"/>
                <a:sym typeface="Plus Jakarta Sans SemiBold"/>
              </a:rPr>
            </a:br>
            <a:r>
              <a:rPr lang="en" sz="600">
                <a:solidFill>
                  <a:srgbClr val="110046"/>
                </a:solidFill>
                <a:latin typeface="Plus Jakarta Sans SemiBold"/>
                <a:ea typeface="Plus Jakarta Sans SemiBold"/>
                <a:cs typeface="Plus Jakarta Sans SemiBold"/>
                <a:sym typeface="Plus Jakarta Sans SemiBold"/>
              </a:rPr>
              <a:t>Enterprise AI</a:t>
            </a:r>
            <a:endParaRPr sz="600">
              <a:solidFill>
                <a:srgbClr val="110046"/>
              </a:solidFill>
              <a:latin typeface="Plus Jakarta Sans SemiBold"/>
              <a:ea typeface="Plus Jakarta Sans SemiBold"/>
              <a:cs typeface="Plus Jakarta Sans SemiBold"/>
              <a:sym typeface="Plus Jakarta Sans SemiBold"/>
            </a:endParaRPr>
          </a:p>
          <a:p>
            <a:pPr marL="0" lvl="0" indent="0" algn="l" rtl="0">
              <a:spcBef>
                <a:spcPts val="0"/>
              </a:spcBef>
              <a:spcAft>
                <a:spcPts val="0"/>
              </a:spcAft>
              <a:buClr>
                <a:srgbClr val="000000"/>
              </a:buClr>
              <a:buSzPts val="1600"/>
              <a:buFont typeface="Arial"/>
              <a:buNone/>
            </a:pPr>
            <a:endParaRPr sz="500" b="1">
              <a:solidFill>
                <a:srgbClr val="110046"/>
              </a:solidFill>
              <a:latin typeface="Plus Jakarta Sans"/>
              <a:ea typeface="Plus Jakarta Sans"/>
              <a:cs typeface="Plus Jakarta Sans"/>
              <a:sym typeface="Plus Jakarta Sans"/>
            </a:endParaRPr>
          </a:p>
          <a:p>
            <a:pPr marL="0" lvl="0" indent="0" algn="l" rtl="0">
              <a:spcBef>
                <a:spcPts val="0"/>
              </a:spcBef>
              <a:spcAft>
                <a:spcPts val="0"/>
              </a:spcAft>
              <a:buClr>
                <a:srgbClr val="000000"/>
              </a:buClr>
              <a:buSzPts val="1600"/>
              <a:buFont typeface="Arial"/>
              <a:buNone/>
            </a:pPr>
            <a:endParaRPr sz="600" b="1">
              <a:solidFill>
                <a:srgbClr val="110046"/>
              </a:solidFill>
              <a:latin typeface="Plus Jakarta Sans"/>
              <a:ea typeface="Plus Jakarta Sans"/>
              <a:cs typeface="Plus Jakarta Sans"/>
              <a:sym typeface="Plus Jakarta Sans"/>
            </a:endParaRPr>
          </a:p>
          <a:p>
            <a:pPr marL="0" marR="0" lvl="0" indent="0" algn="l" rtl="0">
              <a:lnSpc>
                <a:spcPct val="100000"/>
              </a:lnSpc>
              <a:spcBef>
                <a:spcPts val="0"/>
              </a:spcBef>
              <a:spcAft>
                <a:spcPts val="0"/>
              </a:spcAft>
              <a:buClr>
                <a:srgbClr val="000000"/>
              </a:buClr>
              <a:buSzPts val="1600"/>
              <a:buFont typeface="Arial"/>
              <a:buNone/>
            </a:pPr>
            <a:endParaRPr sz="600" b="1">
              <a:solidFill>
                <a:srgbClr val="110046"/>
              </a:solidFill>
              <a:latin typeface="Plus Jakarta Sans"/>
              <a:ea typeface="Plus Jakarta Sans"/>
              <a:cs typeface="Plus Jakarta Sans"/>
              <a:sym typeface="Plus Jakarta Sans"/>
            </a:endParaRPr>
          </a:p>
        </p:txBody>
      </p:sp>
      <p:sp>
        <p:nvSpPr>
          <p:cNvPr id="1071" name="Google Shape;1071;p134"/>
          <p:cNvSpPr txBox="1"/>
          <p:nvPr/>
        </p:nvSpPr>
        <p:spPr>
          <a:xfrm>
            <a:off x="533400" y="284253"/>
            <a:ext cx="7620000" cy="612900"/>
          </a:xfrm>
          <a:prstGeom prst="rect">
            <a:avLst/>
          </a:prstGeom>
          <a:noFill/>
          <a:ln>
            <a:noFill/>
          </a:ln>
        </p:spPr>
        <p:txBody>
          <a:bodyPr spcFirstLastPara="1" wrap="square" lIns="91425" tIns="0" rIns="91425" bIns="45700" anchor="t" anchorCtr="0">
            <a:noAutofit/>
          </a:bodyPr>
          <a:lstStyle/>
          <a:p>
            <a:pPr marL="0" lvl="0" indent="0" algn="l" rtl="0">
              <a:spcBef>
                <a:spcPts val="0"/>
              </a:spcBef>
              <a:spcAft>
                <a:spcPts val="0"/>
              </a:spcAft>
              <a:buNone/>
            </a:pPr>
            <a:r>
              <a:rPr lang="en" sz="2000" b="1" dirty="0">
                <a:solidFill>
                  <a:srgbClr val="120046"/>
                </a:solidFill>
                <a:latin typeface="Plus Jakarta Sans Medium"/>
                <a:ea typeface="Plus Jakarta Sans Medium"/>
                <a:cs typeface="Plus Jakarta Sans Medium"/>
                <a:sym typeface="Plus Jakarta Sans Medium"/>
              </a:rPr>
              <a:t>Cloudera Key Innovations in Our True Hybrid Platform</a:t>
            </a:r>
            <a:endParaRPr sz="2000" b="1" dirty="0">
              <a:solidFill>
                <a:srgbClr val="120046"/>
              </a:solidFill>
              <a:latin typeface="Plus Jakarta Sans Medium"/>
              <a:ea typeface="Plus Jakarta Sans Medium"/>
              <a:cs typeface="Plus Jakarta Sans Medium"/>
              <a:sym typeface="Plus Jakarta Sans Medium"/>
            </a:endParaRPr>
          </a:p>
        </p:txBody>
      </p:sp>
      <p:grpSp>
        <p:nvGrpSpPr>
          <p:cNvPr id="1072" name="Google Shape;1072;p134"/>
          <p:cNvGrpSpPr/>
          <p:nvPr/>
        </p:nvGrpSpPr>
        <p:grpSpPr>
          <a:xfrm>
            <a:off x="2321725" y="897150"/>
            <a:ext cx="5979300" cy="2732150"/>
            <a:chOff x="2321725" y="1386525"/>
            <a:chExt cx="5979300" cy="2732150"/>
          </a:xfrm>
        </p:grpSpPr>
        <p:sp>
          <p:nvSpPr>
            <p:cNvPr id="1073" name="Google Shape;1073;p134"/>
            <p:cNvSpPr/>
            <p:nvPr/>
          </p:nvSpPr>
          <p:spPr>
            <a:xfrm>
              <a:off x="2321725" y="1386525"/>
              <a:ext cx="5979300" cy="2327700"/>
            </a:xfrm>
            <a:prstGeom prst="roundRect">
              <a:avLst>
                <a:gd name="adj" fmla="val 5046"/>
              </a:avLst>
            </a:prstGeom>
            <a:solidFill>
              <a:srgbClr val="E7EDF2"/>
            </a:solidFill>
            <a:ln w="28575" cap="flat" cmpd="sng">
              <a:solidFill>
                <a:srgbClr val="110046"/>
              </a:solidFill>
              <a:prstDash val="solid"/>
              <a:round/>
              <a:headEnd type="none" w="sm" len="sm"/>
              <a:tailEnd type="none" w="sm" len="sm"/>
            </a:ln>
          </p:spPr>
          <p:txBody>
            <a:bodyPr spcFirstLastPara="1" wrap="square" lIns="91425" tIns="91425" rIns="91425" bIns="91425" anchor="b" anchorCtr="0">
              <a:noAutofit/>
            </a:bodyPr>
            <a:lstStyle/>
            <a:p>
              <a:pPr marL="0" lvl="0" indent="0" algn="ctr" rtl="0">
                <a:spcBef>
                  <a:spcPts val="0"/>
                </a:spcBef>
                <a:spcAft>
                  <a:spcPts val="0"/>
                </a:spcAft>
                <a:buNone/>
              </a:pPr>
              <a:endParaRPr sz="1200">
                <a:solidFill>
                  <a:srgbClr val="FF550C"/>
                </a:solidFill>
                <a:latin typeface="Plus Jakarta Sans SemiBold"/>
                <a:ea typeface="Plus Jakarta Sans SemiBold"/>
                <a:cs typeface="Plus Jakarta Sans SemiBold"/>
                <a:sym typeface="Plus Jakarta Sans SemiBold"/>
              </a:endParaRPr>
            </a:p>
          </p:txBody>
        </p:sp>
        <p:sp>
          <p:nvSpPr>
            <p:cNvPr id="1074" name="Google Shape;1074;p134"/>
            <p:cNvSpPr/>
            <p:nvPr/>
          </p:nvSpPr>
          <p:spPr>
            <a:xfrm>
              <a:off x="2515675" y="2358625"/>
              <a:ext cx="5591400" cy="569400"/>
            </a:xfrm>
            <a:prstGeom prst="roundRect">
              <a:avLst>
                <a:gd name="adj" fmla="val 10479"/>
              </a:avLst>
            </a:prstGeom>
            <a:solidFill>
              <a:srgbClr val="FFFFFF"/>
            </a:solidFill>
            <a:ln w="9525" cap="flat" cmpd="sng">
              <a:solidFill>
                <a:srgbClr val="FF550C"/>
              </a:solidFill>
              <a:prstDash val="solid"/>
              <a:round/>
              <a:headEnd type="none" w="sm" len="sm"/>
              <a:tailEnd type="none" w="sm" len="sm"/>
            </a:ln>
          </p:spPr>
          <p:txBody>
            <a:bodyPr spcFirstLastPara="1" wrap="square" lIns="91425" tIns="91425" rIns="91425" bIns="91425" anchor="b" anchorCtr="0">
              <a:noAutofit/>
            </a:bodyPr>
            <a:lstStyle/>
            <a:p>
              <a:pPr marL="0" lvl="0" indent="0" algn="ctr" rtl="0">
                <a:spcBef>
                  <a:spcPts val="0"/>
                </a:spcBef>
                <a:spcAft>
                  <a:spcPts val="0"/>
                </a:spcAft>
                <a:buNone/>
              </a:pPr>
              <a:r>
                <a:rPr lang="en" sz="1100">
                  <a:solidFill>
                    <a:srgbClr val="FF550C"/>
                  </a:solidFill>
                  <a:latin typeface="Plus Jakarta Sans SemiBold"/>
                  <a:ea typeface="Plus Jakarta Sans SemiBold"/>
                  <a:cs typeface="Plus Jakarta Sans SemiBold"/>
                  <a:sym typeface="Plus Jakarta Sans SemiBold"/>
                </a:rPr>
                <a:t>Unified Data Fabric</a:t>
              </a:r>
              <a:br>
                <a:rPr lang="en" sz="1200">
                  <a:solidFill>
                    <a:srgbClr val="FF550C"/>
                  </a:solidFill>
                  <a:latin typeface="Plus Jakarta Sans SemiBold"/>
                  <a:ea typeface="Plus Jakarta Sans SemiBold"/>
                  <a:cs typeface="Plus Jakarta Sans SemiBold"/>
                  <a:sym typeface="Plus Jakarta Sans SemiBold"/>
                </a:rPr>
              </a:br>
              <a:r>
                <a:rPr lang="en" sz="800">
                  <a:solidFill>
                    <a:srgbClr val="110046"/>
                  </a:solidFill>
                  <a:latin typeface="Plus Jakarta Sans"/>
                  <a:ea typeface="Plus Jakarta Sans"/>
                  <a:cs typeface="Plus Jakarta Sans"/>
                  <a:sym typeface="Plus Jakarta Sans"/>
                </a:rPr>
                <a:t>Security |  Governance |  Lineage |  Observability</a:t>
              </a:r>
              <a:endParaRPr sz="1200">
                <a:solidFill>
                  <a:srgbClr val="FF550C"/>
                </a:solidFill>
                <a:latin typeface="Plus Jakarta Sans SemiBold"/>
                <a:ea typeface="Plus Jakarta Sans SemiBold"/>
                <a:cs typeface="Plus Jakarta Sans SemiBold"/>
                <a:sym typeface="Plus Jakarta Sans SemiBold"/>
              </a:endParaRPr>
            </a:p>
          </p:txBody>
        </p:sp>
        <p:sp>
          <p:nvSpPr>
            <p:cNvPr id="1075" name="Google Shape;1075;p134"/>
            <p:cNvSpPr/>
            <p:nvPr/>
          </p:nvSpPr>
          <p:spPr>
            <a:xfrm>
              <a:off x="2522275" y="3073775"/>
              <a:ext cx="5591400" cy="1044900"/>
            </a:xfrm>
            <a:prstGeom prst="roundRect">
              <a:avLst>
                <a:gd name="adj" fmla="val 5692"/>
              </a:avLst>
            </a:prstGeom>
            <a:solidFill>
              <a:srgbClr val="110046"/>
            </a:solidFill>
            <a:ln>
              <a:noFill/>
            </a:ln>
          </p:spPr>
          <p:txBody>
            <a:bodyPr spcFirstLastPara="1" wrap="square" lIns="91425" tIns="91425" rIns="91425" bIns="0" anchor="t" anchorCtr="0">
              <a:noAutofit/>
            </a:bodyPr>
            <a:lstStyle/>
            <a:p>
              <a:pPr marL="0" lvl="0" indent="0" algn="ctr" rtl="0">
                <a:spcBef>
                  <a:spcPts val="0"/>
                </a:spcBef>
                <a:spcAft>
                  <a:spcPts val="0"/>
                </a:spcAft>
                <a:buNone/>
              </a:pPr>
              <a:endParaRPr sz="1500">
                <a:solidFill>
                  <a:srgbClr val="FFFFFF"/>
                </a:solidFill>
                <a:latin typeface="Plus Jakarta Sans SemiBold"/>
                <a:ea typeface="Plus Jakarta Sans SemiBold"/>
                <a:cs typeface="Plus Jakarta Sans SemiBold"/>
                <a:sym typeface="Plus Jakarta Sans SemiBold"/>
              </a:endParaRPr>
            </a:p>
            <a:p>
              <a:pPr marL="0" lvl="0" indent="0" algn="ctr" rtl="0">
                <a:spcBef>
                  <a:spcPts val="0"/>
                </a:spcBef>
                <a:spcAft>
                  <a:spcPts val="0"/>
                </a:spcAft>
                <a:buNone/>
              </a:pPr>
              <a:r>
                <a:rPr lang="en" sz="1500">
                  <a:solidFill>
                    <a:srgbClr val="FFFFFF"/>
                  </a:solidFill>
                  <a:latin typeface="Plus Jakarta Sans SemiBold"/>
                  <a:ea typeface="Plus Jakarta Sans SemiBold"/>
                  <a:cs typeface="Plus Jakarta Sans SemiBold"/>
                  <a:sym typeface="Plus Jakarta Sans SemiBold"/>
                </a:rPr>
                <a:t>The Only True Hybrid Platform for Data, Analytics, and AI</a:t>
              </a:r>
              <a:br>
                <a:rPr lang="en" sz="1600">
                  <a:solidFill>
                    <a:srgbClr val="FFFFFF"/>
                  </a:solidFill>
                  <a:latin typeface="Plus Jakarta Sans SemiBold"/>
                  <a:ea typeface="Plus Jakarta Sans SemiBold"/>
                  <a:cs typeface="Plus Jakarta Sans SemiBold"/>
                  <a:sym typeface="Plus Jakarta Sans SemiBold"/>
                </a:rPr>
              </a:br>
              <a:r>
                <a:rPr lang="en" sz="1100">
                  <a:solidFill>
                    <a:srgbClr val="FFFFFF"/>
                  </a:solidFill>
                  <a:latin typeface="Plus Jakarta Sans"/>
                  <a:ea typeface="Plus Jakarta Sans"/>
                  <a:cs typeface="Plus Jakarta Sans"/>
                  <a:sym typeface="Plus Jakarta Sans"/>
                </a:rPr>
                <a:t>Public Clouds |  On Premises</a:t>
              </a:r>
              <a:endParaRPr sz="1100">
                <a:solidFill>
                  <a:srgbClr val="FFFFFF"/>
                </a:solidFill>
                <a:latin typeface="Plus Jakarta Sans"/>
                <a:ea typeface="Plus Jakarta Sans"/>
                <a:cs typeface="Plus Jakarta Sans"/>
                <a:sym typeface="Plus Jakarta Sans"/>
              </a:endParaRPr>
            </a:p>
            <a:p>
              <a:pPr marL="0" lvl="0" indent="0" algn="ctr" rtl="0">
                <a:lnSpc>
                  <a:spcPct val="115000"/>
                </a:lnSpc>
                <a:spcBef>
                  <a:spcPts val="0"/>
                </a:spcBef>
                <a:spcAft>
                  <a:spcPts val="0"/>
                </a:spcAft>
                <a:buNone/>
              </a:pPr>
              <a:endParaRPr sz="1500">
                <a:solidFill>
                  <a:srgbClr val="FFFFFF"/>
                </a:solidFill>
                <a:latin typeface="Plus Jakarta Sans SemiBold"/>
                <a:ea typeface="Plus Jakarta Sans SemiBold"/>
                <a:cs typeface="Plus Jakarta Sans SemiBold"/>
                <a:sym typeface="Plus Jakarta Sans SemiBold"/>
              </a:endParaRPr>
            </a:p>
          </p:txBody>
        </p:sp>
        <p:grpSp>
          <p:nvGrpSpPr>
            <p:cNvPr id="1076" name="Google Shape;1076;p134"/>
            <p:cNvGrpSpPr/>
            <p:nvPr/>
          </p:nvGrpSpPr>
          <p:grpSpPr>
            <a:xfrm>
              <a:off x="2515675" y="1643475"/>
              <a:ext cx="5591400" cy="569400"/>
              <a:chOff x="1725250" y="1812825"/>
              <a:chExt cx="5591400" cy="569400"/>
            </a:xfrm>
          </p:grpSpPr>
          <p:sp>
            <p:nvSpPr>
              <p:cNvPr id="1077" name="Google Shape;1077;p134"/>
              <p:cNvSpPr/>
              <p:nvPr/>
            </p:nvSpPr>
            <p:spPr>
              <a:xfrm>
                <a:off x="1725250" y="1812825"/>
                <a:ext cx="1713300" cy="569400"/>
              </a:xfrm>
              <a:prstGeom prst="roundRect">
                <a:avLst>
                  <a:gd name="adj" fmla="val 10479"/>
                </a:avLst>
              </a:prstGeom>
              <a:solidFill>
                <a:srgbClr val="FFFFFF"/>
              </a:solidFill>
              <a:ln w="9525" cap="flat" cmpd="sng">
                <a:solidFill>
                  <a:srgbClr val="5555F9"/>
                </a:solidFill>
                <a:prstDash val="solid"/>
                <a:round/>
                <a:headEnd type="none" w="sm" len="sm"/>
                <a:tailEnd type="none" w="sm" len="sm"/>
              </a:ln>
            </p:spPr>
            <p:txBody>
              <a:bodyPr spcFirstLastPara="1" wrap="square" lIns="91425" tIns="91425" rIns="91425" bIns="91425" anchor="b" anchorCtr="0">
                <a:noAutofit/>
              </a:bodyPr>
              <a:lstStyle/>
              <a:p>
                <a:pPr marL="0" lvl="0" indent="0" algn="ctr" rtl="0">
                  <a:spcBef>
                    <a:spcPts val="0"/>
                  </a:spcBef>
                  <a:spcAft>
                    <a:spcPts val="0"/>
                  </a:spcAft>
                  <a:buNone/>
                </a:pPr>
                <a:r>
                  <a:rPr lang="en" sz="1100">
                    <a:solidFill>
                      <a:srgbClr val="5555F9"/>
                    </a:solidFill>
                    <a:latin typeface="Plus Jakarta Sans SemiBold"/>
                    <a:ea typeface="Plus Jakarta Sans SemiBold"/>
                    <a:cs typeface="Plus Jakarta Sans SemiBold"/>
                    <a:sym typeface="Plus Jakarta Sans SemiBold"/>
                  </a:rPr>
                  <a:t>Data </a:t>
                </a:r>
                <a:br>
                  <a:rPr lang="en" sz="1100">
                    <a:solidFill>
                      <a:srgbClr val="5555F9"/>
                    </a:solidFill>
                    <a:latin typeface="Plus Jakarta Sans SemiBold"/>
                    <a:ea typeface="Plus Jakarta Sans SemiBold"/>
                    <a:cs typeface="Plus Jakarta Sans SemiBold"/>
                    <a:sym typeface="Plus Jakarta Sans SemiBold"/>
                  </a:rPr>
                </a:br>
                <a:r>
                  <a:rPr lang="en" sz="1100">
                    <a:solidFill>
                      <a:srgbClr val="5555F9"/>
                    </a:solidFill>
                    <a:latin typeface="Plus Jakarta Sans SemiBold"/>
                    <a:ea typeface="Plus Jakarta Sans SemiBold"/>
                    <a:cs typeface="Plus Jakarta Sans SemiBold"/>
                    <a:sym typeface="Plus Jakarta Sans SemiBold"/>
                  </a:rPr>
                  <a:t>in Motion</a:t>
                </a:r>
                <a:endParaRPr sz="1100">
                  <a:solidFill>
                    <a:srgbClr val="5555F9"/>
                  </a:solidFill>
                  <a:latin typeface="Plus Jakarta Sans SemiBold"/>
                  <a:ea typeface="Plus Jakarta Sans SemiBold"/>
                  <a:cs typeface="Plus Jakarta Sans SemiBold"/>
                  <a:sym typeface="Plus Jakarta Sans SemiBold"/>
                </a:endParaRPr>
              </a:p>
            </p:txBody>
          </p:sp>
          <p:sp>
            <p:nvSpPr>
              <p:cNvPr id="1078" name="Google Shape;1078;p134"/>
              <p:cNvSpPr/>
              <p:nvPr/>
            </p:nvSpPr>
            <p:spPr>
              <a:xfrm>
                <a:off x="3664300" y="1812825"/>
                <a:ext cx="1713300" cy="569400"/>
              </a:xfrm>
              <a:prstGeom prst="roundRect">
                <a:avLst>
                  <a:gd name="adj" fmla="val 10479"/>
                </a:avLst>
              </a:prstGeom>
              <a:solidFill>
                <a:srgbClr val="FFFFFF"/>
              </a:solidFill>
              <a:ln w="9525" cap="flat" cmpd="sng">
                <a:solidFill>
                  <a:srgbClr val="FF550C"/>
                </a:solidFill>
                <a:prstDash val="solid"/>
                <a:round/>
                <a:headEnd type="none" w="sm" len="sm"/>
                <a:tailEnd type="none" w="sm" len="sm"/>
              </a:ln>
            </p:spPr>
            <p:txBody>
              <a:bodyPr spcFirstLastPara="1" wrap="square" lIns="91425" tIns="91425" rIns="91425" bIns="91425" anchor="b" anchorCtr="0">
                <a:noAutofit/>
              </a:bodyPr>
              <a:lstStyle/>
              <a:p>
                <a:pPr marL="0" lvl="0" indent="0" algn="ctr" rtl="0">
                  <a:spcBef>
                    <a:spcPts val="0"/>
                  </a:spcBef>
                  <a:spcAft>
                    <a:spcPts val="0"/>
                  </a:spcAft>
                  <a:buNone/>
                </a:pPr>
                <a:r>
                  <a:rPr lang="en" sz="1100">
                    <a:solidFill>
                      <a:srgbClr val="FF550C"/>
                    </a:solidFill>
                    <a:latin typeface="Plus Jakarta Sans SemiBold"/>
                    <a:ea typeface="Plus Jakarta Sans SemiBold"/>
                    <a:cs typeface="Plus Jakarta Sans SemiBold"/>
                    <a:sym typeface="Plus Jakarta Sans SemiBold"/>
                  </a:rPr>
                  <a:t>Open Data</a:t>
                </a:r>
                <a:br>
                  <a:rPr lang="en" sz="1100">
                    <a:solidFill>
                      <a:srgbClr val="FF550C"/>
                    </a:solidFill>
                    <a:latin typeface="Plus Jakarta Sans SemiBold"/>
                    <a:ea typeface="Plus Jakarta Sans SemiBold"/>
                    <a:cs typeface="Plus Jakarta Sans SemiBold"/>
                    <a:sym typeface="Plus Jakarta Sans SemiBold"/>
                  </a:rPr>
                </a:br>
                <a:r>
                  <a:rPr lang="en" sz="1100">
                    <a:solidFill>
                      <a:srgbClr val="FF550C"/>
                    </a:solidFill>
                    <a:latin typeface="Plus Jakarta Sans SemiBold"/>
                    <a:ea typeface="Plus Jakarta Sans SemiBold"/>
                    <a:cs typeface="Plus Jakarta Sans SemiBold"/>
                    <a:sym typeface="Plus Jakarta Sans SemiBold"/>
                  </a:rPr>
                  <a:t> Lakehouse</a:t>
                </a:r>
                <a:endParaRPr sz="1100">
                  <a:solidFill>
                    <a:srgbClr val="5555F9"/>
                  </a:solidFill>
                  <a:latin typeface="Plus Jakarta Sans SemiBold"/>
                  <a:ea typeface="Plus Jakarta Sans SemiBold"/>
                  <a:cs typeface="Plus Jakarta Sans SemiBold"/>
                  <a:sym typeface="Plus Jakarta Sans SemiBold"/>
                </a:endParaRPr>
              </a:p>
            </p:txBody>
          </p:sp>
          <p:sp>
            <p:nvSpPr>
              <p:cNvPr id="1079" name="Google Shape;1079;p134"/>
              <p:cNvSpPr/>
              <p:nvPr/>
            </p:nvSpPr>
            <p:spPr>
              <a:xfrm>
                <a:off x="5603350" y="1812825"/>
                <a:ext cx="1713300" cy="569400"/>
              </a:xfrm>
              <a:prstGeom prst="roundRect">
                <a:avLst>
                  <a:gd name="adj" fmla="val 10479"/>
                </a:avLst>
              </a:prstGeom>
              <a:solidFill>
                <a:srgbClr val="FFFFFF"/>
              </a:solidFill>
              <a:ln w="9525" cap="flat" cmpd="sng">
                <a:solidFill>
                  <a:srgbClr val="5555F9"/>
                </a:solidFill>
                <a:prstDash val="solid"/>
                <a:round/>
                <a:headEnd type="none" w="sm" len="sm"/>
                <a:tailEnd type="none" w="sm" len="sm"/>
              </a:ln>
            </p:spPr>
            <p:txBody>
              <a:bodyPr spcFirstLastPara="1" wrap="square" lIns="91425" tIns="91425" rIns="91425" bIns="91425" anchor="b" anchorCtr="0">
                <a:noAutofit/>
              </a:bodyPr>
              <a:lstStyle/>
              <a:p>
                <a:pPr marL="0" lvl="0" indent="0" algn="ctr" rtl="0">
                  <a:spcBef>
                    <a:spcPts val="0"/>
                  </a:spcBef>
                  <a:spcAft>
                    <a:spcPts val="0"/>
                  </a:spcAft>
                  <a:buNone/>
                </a:pPr>
                <a:r>
                  <a:rPr lang="en" sz="1100">
                    <a:solidFill>
                      <a:srgbClr val="5555F9"/>
                    </a:solidFill>
                    <a:latin typeface="Plus Jakarta Sans SemiBold"/>
                    <a:ea typeface="Plus Jakarta Sans SemiBold"/>
                    <a:cs typeface="Plus Jakarta Sans SemiBold"/>
                    <a:sym typeface="Plus Jakarta Sans SemiBold"/>
                  </a:rPr>
                  <a:t>Enterprise </a:t>
                </a:r>
                <a:br>
                  <a:rPr lang="en" sz="1100">
                    <a:solidFill>
                      <a:srgbClr val="5555F9"/>
                    </a:solidFill>
                    <a:latin typeface="Plus Jakarta Sans SemiBold"/>
                    <a:ea typeface="Plus Jakarta Sans SemiBold"/>
                    <a:cs typeface="Plus Jakarta Sans SemiBold"/>
                    <a:sym typeface="Plus Jakarta Sans SemiBold"/>
                  </a:rPr>
                </a:br>
                <a:r>
                  <a:rPr lang="en" sz="1100">
                    <a:solidFill>
                      <a:srgbClr val="5555F9"/>
                    </a:solidFill>
                    <a:latin typeface="Plus Jakarta Sans SemiBold"/>
                    <a:ea typeface="Plus Jakarta Sans SemiBold"/>
                    <a:cs typeface="Plus Jakarta Sans SemiBold"/>
                    <a:sym typeface="Plus Jakarta Sans SemiBold"/>
                  </a:rPr>
                  <a:t>AI</a:t>
                </a:r>
                <a:endParaRPr sz="1100">
                  <a:solidFill>
                    <a:srgbClr val="5555F9"/>
                  </a:solidFill>
                  <a:latin typeface="Plus Jakarta Sans SemiBold"/>
                  <a:ea typeface="Plus Jakarta Sans SemiBold"/>
                  <a:cs typeface="Plus Jakarta Sans SemiBold"/>
                  <a:sym typeface="Plus Jakarta Sans SemiBold"/>
                </a:endParaRPr>
              </a:p>
            </p:txBody>
          </p:sp>
        </p:grpSp>
      </p:grpSp>
      <p:sp>
        <p:nvSpPr>
          <p:cNvPr id="1080" name="Google Shape;1080;p134"/>
          <p:cNvSpPr txBox="1"/>
          <p:nvPr/>
        </p:nvSpPr>
        <p:spPr>
          <a:xfrm>
            <a:off x="1026444" y="1210200"/>
            <a:ext cx="711900" cy="312000"/>
          </a:xfrm>
          <a:prstGeom prst="rect">
            <a:avLst/>
          </a:prstGeom>
          <a:solidFill>
            <a:srgbClr val="FFFFFF"/>
          </a:solidFill>
          <a:ln>
            <a:noFill/>
          </a:ln>
        </p:spPr>
        <p:txBody>
          <a:bodyPr spcFirstLastPara="1" wrap="square" lIns="91425" tIns="0" rIns="91425" bIns="45700" anchor="t" anchorCtr="0">
            <a:noAutofit/>
          </a:bodyPr>
          <a:lstStyle/>
          <a:p>
            <a:pPr marL="0" lvl="0" indent="0" algn="ctr" rtl="0">
              <a:spcBef>
                <a:spcPts val="0"/>
              </a:spcBef>
              <a:spcAft>
                <a:spcPts val="0"/>
              </a:spcAft>
              <a:buNone/>
            </a:pPr>
            <a:r>
              <a:rPr lang="en" sz="900">
                <a:solidFill>
                  <a:srgbClr val="120046"/>
                </a:solidFill>
                <a:latin typeface="Plus Jakarta Sans SemiBold"/>
                <a:ea typeface="Plus Jakarta Sans SemiBold"/>
                <a:cs typeface="Plus Jakarta Sans SemiBold"/>
                <a:sym typeface="Plus Jakarta Sans SemiBold"/>
              </a:rPr>
              <a:t>Strategic Priorities</a:t>
            </a:r>
            <a:endParaRPr sz="900">
              <a:solidFill>
                <a:srgbClr val="120046"/>
              </a:solidFill>
              <a:latin typeface="Plus Jakarta Sans SemiBold"/>
              <a:ea typeface="Plus Jakarta Sans SemiBold"/>
              <a:cs typeface="Plus Jakarta Sans SemiBold"/>
              <a:sym typeface="Plus Jakarta Sans SemiBold"/>
            </a:endParaRPr>
          </a:p>
        </p:txBody>
      </p:sp>
      <p:pic>
        <p:nvPicPr>
          <p:cNvPr id="1081" name="Google Shape;1081;p134"/>
          <p:cNvPicPr preferRelativeResize="0"/>
          <p:nvPr/>
        </p:nvPicPr>
        <p:blipFill rotWithShape="1">
          <a:blip r:embed="rId3">
            <a:alphaModFix/>
          </a:blip>
          <a:srcRect/>
          <a:stretch/>
        </p:blipFill>
        <p:spPr>
          <a:xfrm>
            <a:off x="926437" y="2060079"/>
            <a:ext cx="283658" cy="283655"/>
          </a:xfrm>
          <a:prstGeom prst="rect">
            <a:avLst/>
          </a:prstGeom>
          <a:noFill/>
          <a:ln>
            <a:noFill/>
          </a:ln>
        </p:spPr>
      </p:pic>
      <p:pic>
        <p:nvPicPr>
          <p:cNvPr id="1082" name="Google Shape;1082;p134"/>
          <p:cNvPicPr preferRelativeResize="0"/>
          <p:nvPr/>
        </p:nvPicPr>
        <p:blipFill rotWithShape="1">
          <a:blip r:embed="rId4">
            <a:alphaModFix/>
          </a:blip>
          <a:srcRect/>
          <a:stretch/>
        </p:blipFill>
        <p:spPr>
          <a:xfrm>
            <a:off x="926437" y="1679278"/>
            <a:ext cx="283658" cy="283655"/>
          </a:xfrm>
          <a:prstGeom prst="rect">
            <a:avLst/>
          </a:prstGeom>
          <a:noFill/>
          <a:ln>
            <a:noFill/>
          </a:ln>
        </p:spPr>
      </p:pic>
      <p:pic>
        <p:nvPicPr>
          <p:cNvPr id="1083" name="Google Shape;1083;p134"/>
          <p:cNvPicPr preferRelativeResize="0"/>
          <p:nvPr/>
        </p:nvPicPr>
        <p:blipFill>
          <a:blip r:embed="rId5">
            <a:alphaModFix/>
          </a:blip>
          <a:stretch>
            <a:fillRect/>
          </a:stretch>
        </p:blipFill>
        <p:spPr>
          <a:xfrm>
            <a:off x="926437" y="2491520"/>
            <a:ext cx="246265" cy="238804"/>
          </a:xfrm>
          <a:prstGeom prst="rect">
            <a:avLst/>
          </a:prstGeom>
          <a:noFill/>
          <a:ln>
            <a:noFill/>
          </a:ln>
        </p:spPr>
      </p:pic>
    </p:spTree>
    <p:extLst>
      <p:ext uri="{BB962C8B-B14F-4D97-AF65-F5344CB8AC3E}">
        <p14:creationId xmlns:p14="http://schemas.microsoft.com/office/powerpoint/2010/main" val="1353431315"/>
      </p:ext>
    </p:extLst>
  </p:cSld>
  <p:clrMapOvr>
    <a:masterClrMapping/>
  </p:clrMapOvr>
  <mc:AlternateContent xmlns:mc="http://schemas.openxmlformats.org/markup-compatibility/2006" xmlns:p14="http://schemas.microsoft.com/office/powerpoint/2010/main">
    <mc:Choice Requires="p14">
      <p:transition spd="med" p14:dur="700">
        <p:push/>
      </p:transition>
    </mc:Choice>
    <mc:Fallback xmlns="">
      <p:transition spd="med">
        <p:push/>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87"/>
        <p:cNvGrpSpPr/>
        <p:nvPr/>
      </p:nvGrpSpPr>
      <p:grpSpPr>
        <a:xfrm>
          <a:off x="0" y="0"/>
          <a:ext cx="0" cy="0"/>
          <a:chOff x="0" y="0"/>
          <a:chExt cx="0" cy="0"/>
        </a:xfrm>
      </p:grpSpPr>
      <p:sp>
        <p:nvSpPr>
          <p:cNvPr id="1088" name="Google Shape;1088;p135"/>
          <p:cNvSpPr/>
          <p:nvPr/>
        </p:nvSpPr>
        <p:spPr>
          <a:xfrm rot="-5400000">
            <a:off x="1283258" y="2145769"/>
            <a:ext cx="1501200" cy="575700"/>
          </a:xfrm>
          <a:prstGeom prst="trapezoid">
            <a:avLst>
              <a:gd name="adj" fmla="val 25000"/>
            </a:avLst>
          </a:prstGeom>
          <a:solidFill>
            <a:srgbClr val="A8AFB9"/>
          </a:solidFill>
          <a:ln w="9525" cap="flat" cmpd="sng">
            <a:solidFill>
              <a:srgbClr val="A8AFB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lus Jakarta Sans"/>
              <a:ea typeface="Plus Jakarta Sans"/>
              <a:cs typeface="Plus Jakarta Sans"/>
              <a:sym typeface="Plus Jakarta Sans"/>
            </a:endParaRPr>
          </a:p>
        </p:txBody>
      </p:sp>
      <p:sp>
        <p:nvSpPr>
          <p:cNvPr id="1089" name="Google Shape;1089;p135"/>
          <p:cNvSpPr/>
          <p:nvPr/>
        </p:nvSpPr>
        <p:spPr>
          <a:xfrm>
            <a:off x="848766" y="1552408"/>
            <a:ext cx="1067100" cy="1730100"/>
          </a:xfrm>
          <a:prstGeom prst="roundRect">
            <a:avLst>
              <a:gd name="adj" fmla="val 8759"/>
            </a:avLst>
          </a:prstGeom>
          <a:solidFill>
            <a:srgbClr val="FFFFFF"/>
          </a:solidFill>
          <a:ln w="28575" cap="flat" cmpd="sng">
            <a:solidFill>
              <a:srgbClr val="110046"/>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endParaRPr sz="1200">
              <a:solidFill>
                <a:srgbClr val="110046"/>
              </a:solidFill>
              <a:latin typeface="Plus Jakarta Sans SemiBold"/>
              <a:ea typeface="Plus Jakarta Sans SemiBold"/>
              <a:cs typeface="Plus Jakarta Sans SemiBold"/>
              <a:sym typeface="Plus Jakarta Sans SemiBold"/>
            </a:endParaRPr>
          </a:p>
        </p:txBody>
      </p:sp>
      <p:sp>
        <p:nvSpPr>
          <p:cNvPr id="1090" name="Google Shape;1090;p135"/>
          <p:cNvSpPr txBox="1"/>
          <p:nvPr/>
        </p:nvSpPr>
        <p:spPr>
          <a:xfrm>
            <a:off x="1259326" y="1852074"/>
            <a:ext cx="656700" cy="1345800"/>
          </a:xfrm>
          <a:prstGeom prst="rect">
            <a:avLst/>
          </a:prstGeom>
          <a:noFill/>
          <a:ln>
            <a:noFill/>
          </a:ln>
        </p:spPr>
        <p:txBody>
          <a:bodyPr spcFirstLastPara="1" wrap="square" lIns="0"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br>
              <a:rPr lang="en" sz="700">
                <a:solidFill>
                  <a:srgbClr val="110046"/>
                </a:solidFill>
                <a:latin typeface="Plus Jakarta Sans SemiBold"/>
                <a:ea typeface="Plus Jakarta Sans SemiBold"/>
                <a:cs typeface="Plus Jakarta Sans SemiBold"/>
                <a:sym typeface="Plus Jakarta Sans SemiBold"/>
              </a:rPr>
            </a:br>
            <a:r>
              <a:rPr lang="en" sz="600">
                <a:solidFill>
                  <a:srgbClr val="110046"/>
                </a:solidFill>
                <a:latin typeface="Plus Jakarta Sans SemiBold"/>
                <a:ea typeface="Plus Jakarta Sans SemiBold"/>
                <a:cs typeface="Plus Jakarta Sans SemiBold"/>
                <a:sym typeface="Plus Jakarta Sans SemiBold"/>
              </a:rPr>
              <a:t>DELIVER </a:t>
            </a:r>
            <a:br>
              <a:rPr lang="en" sz="600">
                <a:solidFill>
                  <a:srgbClr val="110046"/>
                </a:solidFill>
                <a:latin typeface="Plus Jakarta Sans SemiBold"/>
                <a:ea typeface="Plus Jakarta Sans SemiBold"/>
                <a:cs typeface="Plus Jakarta Sans SemiBold"/>
                <a:sym typeface="Plus Jakarta Sans SemiBold"/>
              </a:rPr>
            </a:br>
            <a:r>
              <a:rPr lang="en" sz="600">
                <a:solidFill>
                  <a:srgbClr val="110046"/>
                </a:solidFill>
                <a:latin typeface="Plus Jakarta Sans SemiBold"/>
                <a:ea typeface="Plus Jakarta Sans SemiBold"/>
                <a:cs typeface="Plus Jakarta Sans SemiBold"/>
                <a:sym typeface="Plus Jakarta Sans SemiBold"/>
              </a:rPr>
              <a:t>True Hybrid</a:t>
            </a:r>
            <a:endParaRPr sz="600">
              <a:solidFill>
                <a:srgbClr val="110046"/>
              </a:solidFill>
              <a:latin typeface="Plus Jakarta Sans SemiBold"/>
              <a:ea typeface="Plus Jakarta Sans SemiBold"/>
              <a:cs typeface="Plus Jakarta Sans SemiBold"/>
              <a:sym typeface="Plus Jakarta Sans SemiBold"/>
            </a:endParaRPr>
          </a:p>
          <a:p>
            <a:pPr marL="0" marR="0" lvl="0" indent="0" algn="l" rtl="0">
              <a:lnSpc>
                <a:spcPct val="100000"/>
              </a:lnSpc>
              <a:spcBef>
                <a:spcPts val="0"/>
              </a:spcBef>
              <a:spcAft>
                <a:spcPts val="0"/>
              </a:spcAft>
              <a:buClr>
                <a:srgbClr val="000000"/>
              </a:buClr>
              <a:buSzPts val="1600"/>
              <a:buFont typeface="Arial"/>
              <a:buNone/>
            </a:pPr>
            <a:endParaRPr sz="600">
              <a:solidFill>
                <a:srgbClr val="110046"/>
              </a:solidFill>
              <a:latin typeface="Plus Jakarta Sans SemiBold"/>
              <a:ea typeface="Plus Jakarta Sans SemiBold"/>
              <a:cs typeface="Plus Jakarta Sans SemiBold"/>
              <a:sym typeface="Plus Jakarta Sans SemiBold"/>
            </a:endParaRPr>
          </a:p>
          <a:p>
            <a:pPr marL="0" lvl="0" indent="0" algn="l" rtl="0">
              <a:spcBef>
                <a:spcPts val="0"/>
              </a:spcBef>
              <a:spcAft>
                <a:spcPts val="0"/>
              </a:spcAft>
              <a:buClr>
                <a:srgbClr val="000000"/>
              </a:buClr>
              <a:buSzPts val="1600"/>
              <a:buFont typeface="Arial"/>
              <a:buNone/>
            </a:pPr>
            <a:br>
              <a:rPr lang="en" sz="600">
                <a:solidFill>
                  <a:srgbClr val="110046"/>
                </a:solidFill>
                <a:latin typeface="Plus Jakarta Sans SemiBold"/>
                <a:ea typeface="Plus Jakarta Sans SemiBold"/>
                <a:cs typeface="Plus Jakarta Sans SemiBold"/>
                <a:sym typeface="Plus Jakarta Sans SemiBold"/>
              </a:rPr>
            </a:br>
            <a:r>
              <a:rPr lang="en" sz="600">
                <a:solidFill>
                  <a:srgbClr val="110046"/>
                </a:solidFill>
                <a:latin typeface="Plus Jakarta Sans SemiBold"/>
                <a:ea typeface="Plus Jakarta Sans SemiBold"/>
                <a:cs typeface="Plus Jakarta Sans SemiBold"/>
                <a:sym typeface="Plus Jakarta Sans SemiBold"/>
              </a:rPr>
              <a:t>ENABLE </a:t>
            </a:r>
            <a:br>
              <a:rPr lang="en" sz="600">
                <a:solidFill>
                  <a:srgbClr val="110046"/>
                </a:solidFill>
                <a:latin typeface="Plus Jakarta Sans SemiBold"/>
                <a:ea typeface="Plus Jakarta Sans SemiBold"/>
                <a:cs typeface="Plus Jakarta Sans SemiBold"/>
                <a:sym typeface="Plus Jakarta Sans SemiBold"/>
              </a:rPr>
            </a:br>
            <a:r>
              <a:rPr lang="en" sz="600">
                <a:solidFill>
                  <a:srgbClr val="110046"/>
                </a:solidFill>
                <a:latin typeface="Plus Jakarta Sans SemiBold"/>
                <a:ea typeface="Plus Jakarta Sans SemiBold"/>
                <a:cs typeface="Plus Jakarta Sans SemiBold"/>
                <a:sym typeface="Plus Jakarta Sans SemiBold"/>
              </a:rPr>
              <a:t>Modern Data </a:t>
            </a:r>
            <a:br>
              <a:rPr lang="en" sz="600">
                <a:solidFill>
                  <a:srgbClr val="110046"/>
                </a:solidFill>
                <a:latin typeface="Plus Jakarta Sans SemiBold"/>
                <a:ea typeface="Plus Jakarta Sans SemiBold"/>
                <a:cs typeface="Plus Jakarta Sans SemiBold"/>
                <a:sym typeface="Plus Jakarta Sans SemiBold"/>
              </a:rPr>
            </a:br>
            <a:r>
              <a:rPr lang="en" sz="600">
                <a:solidFill>
                  <a:srgbClr val="110046"/>
                </a:solidFill>
                <a:latin typeface="Plus Jakarta Sans SemiBold"/>
                <a:ea typeface="Plus Jakarta Sans SemiBold"/>
                <a:cs typeface="Plus Jakarta Sans SemiBold"/>
                <a:sym typeface="Plus Jakarta Sans SemiBold"/>
              </a:rPr>
              <a:t>Architectures</a:t>
            </a:r>
            <a:endParaRPr sz="600">
              <a:solidFill>
                <a:srgbClr val="110046"/>
              </a:solidFill>
              <a:latin typeface="Plus Jakarta Sans SemiBold"/>
              <a:ea typeface="Plus Jakarta Sans SemiBold"/>
              <a:cs typeface="Plus Jakarta Sans SemiBold"/>
              <a:sym typeface="Plus Jakarta Sans SemiBold"/>
            </a:endParaRPr>
          </a:p>
          <a:p>
            <a:pPr marL="0" lvl="0" indent="0" algn="l" rtl="0">
              <a:spcBef>
                <a:spcPts val="0"/>
              </a:spcBef>
              <a:spcAft>
                <a:spcPts val="0"/>
              </a:spcAft>
              <a:buClr>
                <a:srgbClr val="000000"/>
              </a:buClr>
              <a:buSzPts val="1600"/>
              <a:buFont typeface="Arial"/>
              <a:buNone/>
            </a:pPr>
            <a:endParaRPr sz="600">
              <a:solidFill>
                <a:srgbClr val="110046"/>
              </a:solidFill>
              <a:latin typeface="Plus Jakarta Sans SemiBold"/>
              <a:ea typeface="Plus Jakarta Sans SemiBold"/>
              <a:cs typeface="Plus Jakarta Sans SemiBold"/>
              <a:sym typeface="Plus Jakarta Sans SemiBold"/>
            </a:endParaRPr>
          </a:p>
          <a:p>
            <a:pPr marL="0" lvl="0" indent="0" algn="l" rtl="0">
              <a:spcBef>
                <a:spcPts val="0"/>
              </a:spcBef>
              <a:spcAft>
                <a:spcPts val="0"/>
              </a:spcAft>
              <a:buClr>
                <a:srgbClr val="000000"/>
              </a:buClr>
              <a:buSzPts val="1600"/>
              <a:buFont typeface="Arial"/>
              <a:buNone/>
            </a:pPr>
            <a:br>
              <a:rPr lang="en" sz="600">
                <a:solidFill>
                  <a:srgbClr val="110046"/>
                </a:solidFill>
                <a:latin typeface="Plus Jakarta Sans SemiBold"/>
                <a:ea typeface="Plus Jakarta Sans SemiBold"/>
                <a:cs typeface="Plus Jakarta Sans SemiBold"/>
                <a:sym typeface="Plus Jakarta Sans SemiBold"/>
              </a:rPr>
            </a:br>
            <a:r>
              <a:rPr lang="en" sz="600">
                <a:solidFill>
                  <a:srgbClr val="110046"/>
                </a:solidFill>
                <a:latin typeface="Plus Jakarta Sans SemiBold"/>
                <a:ea typeface="Plus Jakarta Sans SemiBold"/>
                <a:cs typeface="Plus Jakarta Sans SemiBold"/>
                <a:sym typeface="Plus Jakarta Sans SemiBold"/>
              </a:rPr>
              <a:t>ACCELERATE </a:t>
            </a:r>
            <a:br>
              <a:rPr lang="en" sz="600">
                <a:solidFill>
                  <a:srgbClr val="110046"/>
                </a:solidFill>
                <a:latin typeface="Plus Jakarta Sans SemiBold"/>
                <a:ea typeface="Plus Jakarta Sans SemiBold"/>
                <a:cs typeface="Plus Jakarta Sans SemiBold"/>
                <a:sym typeface="Plus Jakarta Sans SemiBold"/>
              </a:rPr>
            </a:br>
            <a:r>
              <a:rPr lang="en" sz="600">
                <a:solidFill>
                  <a:srgbClr val="110046"/>
                </a:solidFill>
                <a:latin typeface="Plus Jakarta Sans SemiBold"/>
                <a:ea typeface="Plus Jakarta Sans SemiBold"/>
                <a:cs typeface="Plus Jakarta Sans SemiBold"/>
                <a:sym typeface="Plus Jakarta Sans SemiBold"/>
              </a:rPr>
              <a:t>Enterprise AI</a:t>
            </a:r>
            <a:endParaRPr sz="600">
              <a:solidFill>
                <a:srgbClr val="110046"/>
              </a:solidFill>
              <a:latin typeface="Plus Jakarta Sans SemiBold"/>
              <a:ea typeface="Plus Jakarta Sans SemiBold"/>
              <a:cs typeface="Plus Jakarta Sans SemiBold"/>
              <a:sym typeface="Plus Jakarta Sans SemiBold"/>
            </a:endParaRPr>
          </a:p>
          <a:p>
            <a:pPr marL="0" lvl="0" indent="0" algn="l" rtl="0">
              <a:spcBef>
                <a:spcPts val="0"/>
              </a:spcBef>
              <a:spcAft>
                <a:spcPts val="0"/>
              </a:spcAft>
              <a:buClr>
                <a:srgbClr val="000000"/>
              </a:buClr>
              <a:buSzPts val="1600"/>
              <a:buFont typeface="Arial"/>
              <a:buNone/>
            </a:pPr>
            <a:endParaRPr sz="500" b="1">
              <a:solidFill>
                <a:srgbClr val="110046"/>
              </a:solidFill>
              <a:latin typeface="Plus Jakarta Sans"/>
              <a:ea typeface="Plus Jakarta Sans"/>
              <a:cs typeface="Plus Jakarta Sans"/>
              <a:sym typeface="Plus Jakarta Sans"/>
            </a:endParaRPr>
          </a:p>
          <a:p>
            <a:pPr marL="0" lvl="0" indent="0" algn="l" rtl="0">
              <a:spcBef>
                <a:spcPts val="0"/>
              </a:spcBef>
              <a:spcAft>
                <a:spcPts val="0"/>
              </a:spcAft>
              <a:buClr>
                <a:srgbClr val="000000"/>
              </a:buClr>
              <a:buSzPts val="1600"/>
              <a:buFont typeface="Arial"/>
              <a:buNone/>
            </a:pPr>
            <a:endParaRPr sz="600" b="1">
              <a:solidFill>
                <a:srgbClr val="110046"/>
              </a:solidFill>
              <a:latin typeface="Plus Jakarta Sans"/>
              <a:ea typeface="Plus Jakarta Sans"/>
              <a:cs typeface="Plus Jakarta Sans"/>
              <a:sym typeface="Plus Jakarta Sans"/>
            </a:endParaRPr>
          </a:p>
          <a:p>
            <a:pPr marL="0" marR="0" lvl="0" indent="0" algn="l" rtl="0">
              <a:lnSpc>
                <a:spcPct val="100000"/>
              </a:lnSpc>
              <a:spcBef>
                <a:spcPts val="0"/>
              </a:spcBef>
              <a:spcAft>
                <a:spcPts val="0"/>
              </a:spcAft>
              <a:buClr>
                <a:srgbClr val="000000"/>
              </a:buClr>
              <a:buSzPts val="1600"/>
              <a:buFont typeface="Arial"/>
              <a:buNone/>
            </a:pPr>
            <a:endParaRPr sz="600" b="1">
              <a:solidFill>
                <a:srgbClr val="110046"/>
              </a:solidFill>
              <a:latin typeface="Plus Jakarta Sans"/>
              <a:ea typeface="Plus Jakarta Sans"/>
              <a:cs typeface="Plus Jakarta Sans"/>
              <a:sym typeface="Plus Jakarta Sans"/>
            </a:endParaRPr>
          </a:p>
        </p:txBody>
      </p:sp>
      <p:sp>
        <p:nvSpPr>
          <p:cNvPr id="1091" name="Google Shape;1091;p135"/>
          <p:cNvSpPr txBox="1"/>
          <p:nvPr/>
        </p:nvSpPr>
        <p:spPr>
          <a:xfrm>
            <a:off x="1026444" y="1482350"/>
            <a:ext cx="711900" cy="312000"/>
          </a:xfrm>
          <a:prstGeom prst="rect">
            <a:avLst/>
          </a:prstGeom>
          <a:solidFill>
            <a:srgbClr val="FFFFFF"/>
          </a:solidFill>
          <a:ln>
            <a:noFill/>
          </a:ln>
        </p:spPr>
        <p:txBody>
          <a:bodyPr spcFirstLastPara="1" wrap="square" lIns="91425" tIns="0" rIns="91425" bIns="45700" anchor="t" anchorCtr="0">
            <a:noAutofit/>
          </a:bodyPr>
          <a:lstStyle/>
          <a:p>
            <a:pPr marL="0" lvl="0" indent="0" algn="ctr" rtl="0">
              <a:spcBef>
                <a:spcPts val="0"/>
              </a:spcBef>
              <a:spcAft>
                <a:spcPts val="0"/>
              </a:spcAft>
              <a:buNone/>
            </a:pPr>
            <a:r>
              <a:rPr lang="en" sz="900">
                <a:solidFill>
                  <a:srgbClr val="120046"/>
                </a:solidFill>
                <a:latin typeface="Plus Jakarta Sans SemiBold"/>
                <a:ea typeface="Plus Jakarta Sans SemiBold"/>
                <a:cs typeface="Plus Jakarta Sans SemiBold"/>
                <a:sym typeface="Plus Jakarta Sans SemiBold"/>
              </a:rPr>
              <a:t>Strategic Priorities</a:t>
            </a:r>
            <a:endParaRPr sz="900">
              <a:solidFill>
                <a:srgbClr val="120046"/>
              </a:solidFill>
              <a:latin typeface="Plus Jakarta Sans SemiBold"/>
              <a:ea typeface="Plus Jakarta Sans SemiBold"/>
              <a:cs typeface="Plus Jakarta Sans SemiBold"/>
              <a:sym typeface="Plus Jakarta Sans SemiBold"/>
            </a:endParaRPr>
          </a:p>
        </p:txBody>
      </p:sp>
      <p:pic>
        <p:nvPicPr>
          <p:cNvPr id="1092" name="Google Shape;1092;p135"/>
          <p:cNvPicPr preferRelativeResize="0"/>
          <p:nvPr/>
        </p:nvPicPr>
        <p:blipFill rotWithShape="1">
          <a:blip r:embed="rId3">
            <a:alphaModFix/>
          </a:blip>
          <a:srcRect/>
          <a:stretch/>
        </p:blipFill>
        <p:spPr>
          <a:xfrm>
            <a:off x="926437" y="2332229"/>
            <a:ext cx="283658" cy="283655"/>
          </a:xfrm>
          <a:prstGeom prst="rect">
            <a:avLst/>
          </a:prstGeom>
          <a:noFill/>
          <a:ln>
            <a:noFill/>
          </a:ln>
        </p:spPr>
      </p:pic>
      <p:pic>
        <p:nvPicPr>
          <p:cNvPr id="1093" name="Google Shape;1093;p135"/>
          <p:cNvPicPr preferRelativeResize="0"/>
          <p:nvPr/>
        </p:nvPicPr>
        <p:blipFill rotWithShape="1">
          <a:blip r:embed="rId4">
            <a:alphaModFix/>
          </a:blip>
          <a:srcRect/>
          <a:stretch/>
        </p:blipFill>
        <p:spPr>
          <a:xfrm>
            <a:off x="926437" y="1951428"/>
            <a:ext cx="283658" cy="283655"/>
          </a:xfrm>
          <a:prstGeom prst="rect">
            <a:avLst/>
          </a:prstGeom>
          <a:noFill/>
          <a:ln>
            <a:noFill/>
          </a:ln>
        </p:spPr>
      </p:pic>
      <p:pic>
        <p:nvPicPr>
          <p:cNvPr id="1094" name="Google Shape;1094;p135"/>
          <p:cNvPicPr preferRelativeResize="0"/>
          <p:nvPr/>
        </p:nvPicPr>
        <p:blipFill>
          <a:blip r:embed="rId5">
            <a:alphaModFix/>
          </a:blip>
          <a:stretch>
            <a:fillRect/>
          </a:stretch>
        </p:blipFill>
        <p:spPr>
          <a:xfrm>
            <a:off x="926437" y="2763670"/>
            <a:ext cx="246265" cy="238804"/>
          </a:xfrm>
          <a:prstGeom prst="rect">
            <a:avLst/>
          </a:prstGeom>
          <a:noFill/>
          <a:ln>
            <a:noFill/>
          </a:ln>
        </p:spPr>
      </p:pic>
      <p:sp>
        <p:nvSpPr>
          <p:cNvPr id="1095" name="Google Shape;1095;p135"/>
          <p:cNvSpPr txBox="1"/>
          <p:nvPr/>
        </p:nvSpPr>
        <p:spPr>
          <a:xfrm>
            <a:off x="533400" y="284253"/>
            <a:ext cx="7620000" cy="612900"/>
          </a:xfrm>
          <a:prstGeom prst="rect">
            <a:avLst/>
          </a:prstGeom>
          <a:noFill/>
          <a:ln>
            <a:noFill/>
          </a:ln>
        </p:spPr>
        <p:txBody>
          <a:bodyPr spcFirstLastPara="1" wrap="square" lIns="91425" tIns="0" rIns="91425" bIns="45700" anchor="t" anchorCtr="0">
            <a:noAutofit/>
          </a:bodyPr>
          <a:lstStyle/>
          <a:p>
            <a:pPr marL="0" lvl="0" indent="0" algn="l" rtl="0">
              <a:spcBef>
                <a:spcPts val="0"/>
              </a:spcBef>
              <a:spcAft>
                <a:spcPts val="0"/>
              </a:spcAft>
              <a:buNone/>
            </a:pPr>
            <a:r>
              <a:rPr lang="en" sz="2000" b="1" dirty="0">
                <a:solidFill>
                  <a:srgbClr val="120046"/>
                </a:solidFill>
                <a:latin typeface="Plus Jakarta Sans Medium"/>
                <a:ea typeface="Plus Jakarta Sans Medium"/>
                <a:cs typeface="Plus Jakarta Sans Medium"/>
                <a:sym typeface="Plus Jakarta Sans Medium"/>
              </a:rPr>
              <a:t>Cloudera Key Innovations in Our True Hybrid Platform</a:t>
            </a:r>
            <a:endParaRPr sz="2000" b="1" dirty="0">
              <a:solidFill>
                <a:srgbClr val="120046"/>
              </a:solidFill>
              <a:latin typeface="Plus Jakarta Sans Medium"/>
              <a:ea typeface="Plus Jakarta Sans Medium"/>
              <a:cs typeface="Plus Jakarta Sans Medium"/>
              <a:sym typeface="Plus Jakarta Sans Medium"/>
            </a:endParaRPr>
          </a:p>
        </p:txBody>
      </p:sp>
      <p:sp>
        <p:nvSpPr>
          <p:cNvPr id="1096" name="Google Shape;1096;p135"/>
          <p:cNvSpPr/>
          <p:nvPr/>
        </p:nvSpPr>
        <p:spPr>
          <a:xfrm>
            <a:off x="2321725" y="897150"/>
            <a:ext cx="5979300" cy="3088200"/>
          </a:xfrm>
          <a:prstGeom prst="roundRect">
            <a:avLst>
              <a:gd name="adj" fmla="val 4060"/>
            </a:avLst>
          </a:prstGeom>
          <a:solidFill>
            <a:srgbClr val="E7EDF2"/>
          </a:solidFill>
          <a:ln w="28575" cap="flat" cmpd="sng">
            <a:solidFill>
              <a:srgbClr val="110046"/>
            </a:solidFill>
            <a:prstDash val="solid"/>
            <a:round/>
            <a:headEnd type="none" w="sm" len="sm"/>
            <a:tailEnd type="none" w="sm" len="sm"/>
          </a:ln>
        </p:spPr>
        <p:txBody>
          <a:bodyPr spcFirstLastPara="1" wrap="square" lIns="91425" tIns="91425" rIns="91425" bIns="91425" anchor="b" anchorCtr="0">
            <a:noAutofit/>
          </a:bodyPr>
          <a:lstStyle/>
          <a:p>
            <a:pPr marL="0" lvl="0" indent="0" algn="ctr" rtl="0">
              <a:spcBef>
                <a:spcPts val="0"/>
              </a:spcBef>
              <a:spcAft>
                <a:spcPts val="0"/>
              </a:spcAft>
              <a:buNone/>
            </a:pPr>
            <a:endParaRPr sz="1200">
              <a:solidFill>
                <a:srgbClr val="FF550C"/>
              </a:solidFill>
              <a:latin typeface="Plus Jakarta Sans SemiBold"/>
              <a:ea typeface="Plus Jakarta Sans SemiBold"/>
              <a:cs typeface="Plus Jakarta Sans SemiBold"/>
              <a:sym typeface="Plus Jakarta Sans SemiBold"/>
            </a:endParaRPr>
          </a:p>
        </p:txBody>
      </p:sp>
      <p:sp>
        <p:nvSpPr>
          <p:cNvPr id="1097" name="Google Shape;1097;p135"/>
          <p:cNvSpPr/>
          <p:nvPr/>
        </p:nvSpPr>
        <p:spPr>
          <a:xfrm>
            <a:off x="2515675" y="2369659"/>
            <a:ext cx="5591400" cy="820200"/>
          </a:xfrm>
          <a:prstGeom prst="roundRect">
            <a:avLst>
              <a:gd name="adj" fmla="val 10479"/>
            </a:avLst>
          </a:prstGeom>
          <a:solidFill>
            <a:srgbClr val="FFFFFF"/>
          </a:solidFill>
          <a:ln w="9525" cap="flat" cmpd="sng">
            <a:solidFill>
              <a:srgbClr val="FF550C"/>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100">
                <a:solidFill>
                  <a:srgbClr val="FF550C"/>
                </a:solidFill>
                <a:latin typeface="Plus Jakarta Sans SemiBold"/>
                <a:ea typeface="Plus Jakarta Sans SemiBold"/>
                <a:cs typeface="Plus Jakarta Sans SemiBold"/>
                <a:sym typeface="Plus Jakarta Sans SemiBold"/>
              </a:rPr>
              <a:t>Unified Data Fabric</a:t>
            </a:r>
            <a:br>
              <a:rPr lang="en" sz="1200">
                <a:solidFill>
                  <a:srgbClr val="FF550C"/>
                </a:solidFill>
                <a:latin typeface="Plus Jakarta Sans SemiBold"/>
                <a:ea typeface="Plus Jakarta Sans SemiBold"/>
                <a:cs typeface="Plus Jakarta Sans SemiBold"/>
                <a:sym typeface="Plus Jakarta Sans SemiBold"/>
              </a:rPr>
            </a:br>
            <a:r>
              <a:rPr lang="en" sz="800">
                <a:solidFill>
                  <a:srgbClr val="110046"/>
                </a:solidFill>
                <a:latin typeface="Plus Jakarta Sans"/>
                <a:ea typeface="Plus Jakarta Sans"/>
                <a:cs typeface="Plus Jakarta Sans"/>
                <a:sym typeface="Plus Jakarta Sans"/>
              </a:rPr>
              <a:t>Security |  Governance |  Lineage |  Observability</a:t>
            </a:r>
            <a:endParaRPr sz="1200">
              <a:solidFill>
                <a:srgbClr val="FF550C"/>
              </a:solidFill>
              <a:latin typeface="Plus Jakarta Sans SemiBold"/>
              <a:ea typeface="Plus Jakarta Sans SemiBold"/>
              <a:cs typeface="Plus Jakarta Sans SemiBold"/>
              <a:sym typeface="Plus Jakarta Sans SemiBold"/>
            </a:endParaRPr>
          </a:p>
        </p:txBody>
      </p:sp>
      <p:sp>
        <p:nvSpPr>
          <p:cNvPr id="1098" name="Google Shape;1098;p135"/>
          <p:cNvSpPr/>
          <p:nvPr/>
        </p:nvSpPr>
        <p:spPr>
          <a:xfrm>
            <a:off x="2515675" y="1149953"/>
            <a:ext cx="1713300" cy="829500"/>
          </a:xfrm>
          <a:prstGeom prst="roundRect">
            <a:avLst>
              <a:gd name="adj" fmla="val 10479"/>
            </a:avLst>
          </a:prstGeom>
          <a:solidFill>
            <a:srgbClr val="FFFFFF"/>
          </a:solidFill>
          <a:ln w="9525" cap="flat" cmpd="sng">
            <a:solidFill>
              <a:srgbClr val="5555F9"/>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100">
                <a:solidFill>
                  <a:srgbClr val="5555F9"/>
                </a:solidFill>
                <a:latin typeface="Plus Jakarta Sans SemiBold"/>
                <a:ea typeface="Plus Jakarta Sans SemiBold"/>
                <a:cs typeface="Plus Jakarta Sans SemiBold"/>
                <a:sym typeface="Plus Jakarta Sans SemiBold"/>
              </a:rPr>
              <a:t>Data </a:t>
            </a:r>
            <a:br>
              <a:rPr lang="en" sz="1100">
                <a:solidFill>
                  <a:srgbClr val="5555F9"/>
                </a:solidFill>
                <a:latin typeface="Plus Jakarta Sans SemiBold"/>
                <a:ea typeface="Plus Jakarta Sans SemiBold"/>
                <a:cs typeface="Plus Jakarta Sans SemiBold"/>
                <a:sym typeface="Plus Jakarta Sans SemiBold"/>
              </a:rPr>
            </a:br>
            <a:r>
              <a:rPr lang="en" sz="1100">
                <a:solidFill>
                  <a:srgbClr val="5555F9"/>
                </a:solidFill>
                <a:latin typeface="Plus Jakarta Sans SemiBold"/>
                <a:ea typeface="Plus Jakarta Sans SemiBold"/>
                <a:cs typeface="Plus Jakarta Sans SemiBold"/>
                <a:sym typeface="Plus Jakarta Sans SemiBold"/>
              </a:rPr>
              <a:t>in Motion</a:t>
            </a:r>
            <a:endParaRPr sz="1100">
              <a:solidFill>
                <a:srgbClr val="5555F9"/>
              </a:solidFill>
              <a:latin typeface="Plus Jakarta Sans SemiBold"/>
              <a:ea typeface="Plus Jakarta Sans SemiBold"/>
              <a:cs typeface="Plus Jakarta Sans SemiBold"/>
              <a:sym typeface="Plus Jakarta Sans SemiBold"/>
            </a:endParaRPr>
          </a:p>
        </p:txBody>
      </p:sp>
      <p:sp>
        <p:nvSpPr>
          <p:cNvPr id="1099" name="Google Shape;1099;p135"/>
          <p:cNvSpPr/>
          <p:nvPr/>
        </p:nvSpPr>
        <p:spPr>
          <a:xfrm>
            <a:off x="4454725" y="1149953"/>
            <a:ext cx="1713300" cy="829500"/>
          </a:xfrm>
          <a:prstGeom prst="roundRect">
            <a:avLst>
              <a:gd name="adj" fmla="val 10479"/>
            </a:avLst>
          </a:prstGeom>
          <a:solidFill>
            <a:srgbClr val="FFFFFF"/>
          </a:solidFill>
          <a:ln w="9525" cap="flat" cmpd="sng">
            <a:solidFill>
              <a:srgbClr val="FF550C"/>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100">
                <a:solidFill>
                  <a:srgbClr val="FF550C"/>
                </a:solidFill>
                <a:latin typeface="Plus Jakarta Sans SemiBold"/>
                <a:ea typeface="Plus Jakarta Sans SemiBold"/>
                <a:cs typeface="Plus Jakarta Sans SemiBold"/>
                <a:sym typeface="Plus Jakarta Sans SemiBold"/>
              </a:rPr>
              <a:t>Open Data</a:t>
            </a:r>
            <a:br>
              <a:rPr lang="en" sz="1100">
                <a:solidFill>
                  <a:srgbClr val="FF550C"/>
                </a:solidFill>
                <a:latin typeface="Plus Jakarta Sans SemiBold"/>
                <a:ea typeface="Plus Jakarta Sans SemiBold"/>
                <a:cs typeface="Plus Jakarta Sans SemiBold"/>
                <a:sym typeface="Plus Jakarta Sans SemiBold"/>
              </a:rPr>
            </a:br>
            <a:r>
              <a:rPr lang="en" sz="1100">
                <a:solidFill>
                  <a:srgbClr val="FF550C"/>
                </a:solidFill>
                <a:latin typeface="Plus Jakarta Sans SemiBold"/>
                <a:ea typeface="Plus Jakarta Sans SemiBold"/>
                <a:cs typeface="Plus Jakarta Sans SemiBold"/>
                <a:sym typeface="Plus Jakarta Sans SemiBold"/>
              </a:rPr>
              <a:t> Lakehouse</a:t>
            </a:r>
            <a:endParaRPr sz="1100">
              <a:solidFill>
                <a:srgbClr val="5555F9"/>
              </a:solidFill>
              <a:latin typeface="Plus Jakarta Sans SemiBold"/>
              <a:ea typeface="Plus Jakarta Sans SemiBold"/>
              <a:cs typeface="Plus Jakarta Sans SemiBold"/>
              <a:sym typeface="Plus Jakarta Sans SemiBold"/>
            </a:endParaRPr>
          </a:p>
        </p:txBody>
      </p:sp>
      <p:sp>
        <p:nvSpPr>
          <p:cNvPr id="1100" name="Google Shape;1100;p135"/>
          <p:cNvSpPr/>
          <p:nvPr/>
        </p:nvSpPr>
        <p:spPr>
          <a:xfrm>
            <a:off x="6393775" y="1135928"/>
            <a:ext cx="1713300" cy="829500"/>
          </a:xfrm>
          <a:prstGeom prst="roundRect">
            <a:avLst>
              <a:gd name="adj" fmla="val 10479"/>
            </a:avLst>
          </a:prstGeom>
          <a:solidFill>
            <a:srgbClr val="FFFFFF"/>
          </a:solidFill>
          <a:ln w="9525" cap="flat" cmpd="sng">
            <a:solidFill>
              <a:srgbClr val="5555F9"/>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100">
                <a:solidFill>
                  <a:srgbClr val="5555F9"/>
                </a:solidFill>
                <a:latin typeface="Plus Jakarta Sans SemiBold"/>
                <a:ea typeface="Plus Jakarta Sans SemiBold"/>
                <a:cs typeface="Plus Jakarta Sans SemiBold"/>
                <a:sym typeface="Plus Jakarta Sans SemiBold"/>
              </a:rPr>
              <a:t>Enterprise </a:t>
            </a:r>
            <a:br>
              <a:rPr lang="en" sz="1100">
                <a:solidFill>
                  <a:srgbClr val="5555F9"/>
                </a:solidFill>
                <a:latin typeface="Plus Jakarta Sans SemiBold"/>
                <a:ea typeface="Plus Jakarta Sans SemiBold"/>
                <a:cs typeface="Plus Jakarta Sans SemiBold"/>
                <a:sym typeface="Plus Jakarta Sans SemiBold"/>
              </a:rPr>
            </a:br>
            <a:r>
              <a:rPr lang="en" sz="1100">
                <a:solidFill>
                  <a:srgbClr val="5555F9"/>
                </a:solidFill>
                <a:latin typeface="Plus Jakarta Sans SemiBold"/>
                <a:ea typeface="Plus Jakarta Sans SemiBold"/>
                <a:cs typeface="Plus Jakarta Sans SemiBold"/>
                <a:sym typeface="Plus Jakarta Sans SemiBold"/>
              </a:rPr>
              <a:t>AI</a:t>
            </a:r>
            <a:endParaRPr sz="1100">
              <a:solidFill>
                <a:srgbClr val="5555F9"/>
              </a:solidFill>
              <a:latin typeface="Plus Jakarta Sans SemiBold"/>
              <a:ea typeface="Plus Jakarta Sans SemiBold"/>
              <a:cs typeface="Plus Jakarta Sans SemiBold"/>
              <a:sym typeface="Plus Jakarta Sans SemiBold"/>
            </a:endParaRPr>
          </a:p>
        </p:txBody>
      </p:sp>
      <p:sp>
        <p:nvSpPr>
          <p:cNvPr id="1101" name="Google Shape;1101;p135"/>
          <p:cNvSpPr/>
          <p:nvPr/>
        </p:nvSpPr>
        <p:spPr>
          <a:xfrm>
            <a:off x="4454733" y="2010175"/>
            <a:ext cx="534000" cy="221700"/>
          </a:xfrm>
          <a:prstGeom prst="roundRect">
            <a:avLst>
              <a:gd name="adj" fmla="val 41062"/>
            </a:avLst>
          </a:prstGeom>
          <a:solidFill>
            <a:srgbClr val="FFFFFF"/>
          </a:solidFill>
          <a:ln w="9525" cap="flat" cmpd="sng">
            <a:solidFill>
              <a:srgbClr val="FF550C"/>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 sz="450">
                <a:solidFill>
                  <a:srgbClr val="FF550C"/>
                </a:solidFill>
                <a:latin typeface="Plus Jakarta Sans Medium"/>
                <a:ea typeface="Plus Jakarta Sans Medium"/>
                <a:cs typeface="Plus Jakarta Sans Medium"/>
                <a:sym typeface="Plus Jakarta Sans Medium"/>
              </a:rPr>
              <a:t>Cloudera Data Engineering</a:t>
            </a:r>
            <a:endParaRPr sz="450">
              <a:solidFill>
                <a:srgbClr val="FF550C"/>
              </a:solidFill>
              <a:latin typeface="Plus Jakarta Sans Medium"/>
              <a:ea typeface="Plus Jakarta Sans Medium"/>
              <a:cs typeface="Plus Jakarta Sans Medium"/>
              <a:sym typeface="Plus Jakarta Sans Medium"/>
            </a:endParaRPr>
          </a:p>
        </p:txBody>
      </p:sp>
      <p:sp>
        <p:nvSpPr>
          <p:cNvPr id="1102" name="Google Shape;1102;p135"/>
          <p:cNvSpPr/>
          <p:nvPr/>
        </p:nvSpPr>
        <p:spPr>
          <a:xfrm>
            <a:off x="5054783" y="2010175"/>
            <a:ext cx="534000" cy="221700"/>
          </a:xfrm>
          <a:prstGeom prst="roundRect">
            <a:avLst>
              <a:gd name="adj" fmla="val 41062"/>
            </a:avLst>
          </a:prstGeom>
          <a:solidFill>
            <a:srgbClr val="FFFFFF"/>
          </a:solidFill>
          <a:ln w="9525" cap="flat" cmpd="sng">
            <a:solidFill>
              <a:srgbClr val="FF550C"/>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 sz="450">
                <a:solidFill>
                  <a:srgbClr val="FF550C"/>
                </a:solidFill>
                <a:latin typeface="Plus Jakarta Sans Medium"/>
                <a:ea typeface="Plus Jakarta Sans Medium"/>
                <a:cs typeface="Plus Jakarta Sans Medium"/>
                <a:sym typeface="Plus Jakarta Sans Medium"/>
              </a:rPr>
              <a:t>Cloudera Data Warehouse</a:t>
            </a:r>
            <a:endParaRPr sz="450">
              <a:solidFill>
                <a:srgbClr val="FF550C"/>
              </a:solidFill>
              <a:latin typeface="Plus Jakarta Sans Medium"/>
              <a:ea typeface="Plus Jakarta Sans Medium"/>
              <a:cs typeface="Plus Jakarta Sans Medium"/>
              <a:sym typeface="Plus Jakarta Sans Medium"/>
            </a:endParaRPr>
          </a:p>
        </p:txBody>
      </p:sp>
      <p:sp>
        <p:nvSpPr>
          <p:cNvPr id="1103" name="Google Shape;1103;p135"/>
          <p:cNvSpPr/>
          <p:nvPr/>
        </p:nvSpPr>
        <p:spPr>
          <a:xfrm>
            <a:off x="2522275" y="2010175"/>
            <a:ext cx="1696800" cy="221700"/>
          </a:xfrm>
          <a:prstGeom prst="roundRect">
            <a:avLst>
              <a:gd name="adj" fmla="val 41062"/>
            </a:avLst>
          </a:prstGeom>
          <a:solidFill>
            <a:srgbClr val="FFFFFF"/>
          </a:solidFill>
          <a:ln w="9525" cap="flat" cmpd="sng">
            <a:solidFill>
              <a:srgbClr val="5555F9"/>
            </a:solidFill>
            <a:prstDash val="solid"/>
            <a:round/>
            <a:headEnd type="none" w="sm" len="sm"/>
            <a:tailEnd type="none" w="sm" len="sm"/>
          </a:ln>
        </p:spPr>
        <p:txBody>
          <a:bodyPr spcFirstLastPara="1" wrap="square" lIns="91425" tIns="0" rIns="91425" bIns="0" anchor="ctr" anchorCtr="0">
            <a:noAutofit/>
          </a:bodyPr>
          <a:lstStyle/>
          <a:p>
            <a:pPr marL="0" lvl="0" indent="0" algn="ctr" rtl="0">
              <a:spcBef>
                <a:spcPts val="0"/>
              </a:spcBef>
              <a:spcAft>
                <a:spcPts val="0"/>
              </a:spcAft>
              <a:buNone/>
            </a:pPr>
            <a:r>
              <a:rPr lang="en" sz="600">
                <a:solidFill>
                  <a:srgbClr val="5555F9"/>
                </a:solidFill>
                <a:latin typeface="Plus Jakarta Sans Medium"/>
                <a:ea typeface="Plus Jakarta Sans Medium"/>
                <a:cs typeface="Plus Jakarta Sans Medium"/>
                <a:sym typeface="Plus Jakarta Sans Medium"/>
              </a:rPr>
              <a:t>Cloudera Data Flow</a:t>
            </a:r>
            <a:endParaRPr sz="600">
              <a:solidFill>
                <a:srgbClr val="5555F9"/>
              </a:solidFill>
              <a:latin typeface="Plus Jakarta Sans Medium"/>
              <a:ea typeface="Plus Jakarta Sans Medium"/>
              <a:cs typeface="Plus Jakarta Sans Medium"/>
              <a:sym typeface="Plus Jakarta Sans Medium"/>
            </a:endParaRPr>
          </a:p>
        </p:txBody>
      </p:sp>
      <p:sp>
        <p:nvSpPr>
          <p:cNvPr id="1104" name="Google Shape;1104;p135"/>
          <p:cNvSpPr/>
          <p:nvPr/>
        </p:nvSpPr>
        <p:spPr>
          <a:xfrm>
            <a:off x="5636186" y="2010175"/>
            <a:ext cx="534000" cy="221700"/>
          </a:xfrm>
          <a:prstGeom prst="roundRect">
            <a:avLst>
              <a:gd name="adj" fmla="val 41062"/>
            </a:avLst>
          </a:prstGeom>
          <a:solidFill>
            <a:srgbClr val="FFFFFF"/>
          </a:solidFill>
          <a:ln w="9525" cap="flat" cmpd="sng">
            <a:solidFill>
              <a:srgbClr val="FF550C"/>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 sz="450">
                <a:solidFill>
                  <a:srgbClr val="FF550C"/>
                </a:solidFill>
                <a:latin typeface="Plus Jakarta Sans Medium"/>
                <a:ea typeface="Plus Jakarta Sans Medium"/>
                <a:cs typeface="Plus Jakarta Sans Medium"/>
                <a:sym typeface="Plus Jakarta Sans Medium"/>
              </a:rPr>
              <a:t>Cloudera Operational DB</a:t>
            </a:r>
            <a:endParaRPr sz="450">
              <a:solidFill>
                <a:srgbClr val="FF550C"/>
              </a:solidFill>
              <a:latin typeface="Plus Jakarta Sans Medium"/>
              <a:ea typeface="Plus Jakarta Sans Medium"/>
              <a:cs typeface="Plus Jakarta Sans Medium"/>
              <a:sym typeface="Plus Jakarta Sans Medium"/>
            </a:endParaRPr>
          </a:p>
        </p:txBody>
      </p:sp>
      <p:grpSp>
        <p:nvGrpSpPr>
          <p:cNvPr id="1105" name="Google Shape;1105;p135"/>
          <p:cNvGrpSpPr/>
          <p:nvPr/>
        </p:nvGrpSpPr>
        <p:grpSpPr>
          <a:xfrm>
            <a:off x="6523675" y="1628627"/>
            <a:ext cx="1453501" cy="257750"/>
            <a:chOff x="6475748" y="1485952"/>
            <a:chExt cx="1453501" cy="257750"/>
          </a:xfrm>
        </p:grpSpPr>
        <p:pic>
          <p:nvPicPr>
            <p:cNvPr id="1106" name="Google Shape;1106;p135"/>
            <p:cNvPicPr preferRelativeResize="0"/>
            <p:nvPr/>
          </p:nvPicPr>
          <p:blipFill>
            <a:blip r:embed="rId6">
              <a:alphaModFix/>
            </a:blip>
            <a:stretch>
              <a:fillRect/>
            </a:stretch>
          </p:blipFill>
          <p:spPr>
            <a:xfrm>
              <a:off x="7510225" y="1567400"/>
              <a:ext cx="419024" cy="144352"/>
            </a:xfrm>
            <a:prstGeom prst="rect">
              <a:avLst/>
            </a:prstGeom>
            <a:noFill/>
            <a:ln>
              <a:noFill/>
            </a:ln>
          </p:spPr>
        </p:pic>
        <p:pic>
          <p:nvPicPr>
            <p:cNvPr id="1107" name="Google Shape;1107;p135"/>
            <p:cNvPicPr preferRelativeResize="0"/>
            <p:nvPr/>
          </p:nvPicPr>
          <p:blipFill>
            <a:blip r:embed="rId7">
              <a:alphaModFix/>
            </a:blip>
            <a:stretch>
              <a:fillRect/>
            </a:stretch>
          </p:blipFill>
          <p:spPr>
            <a:xfrm>
              <a:off x="7159918" y="1485952"/>
              <a:ext cx="257789" cy="257750"/>
            </a:xfrm>
            <a:prstGeom prst="rect">
              <a:avLst/>
            </a:prstGeom>
            <a:noFill/>
            <a:ln>
              <a:noFill/>
            </a:ln>
          </p:spPr>
        </p:pic>
        <p:pic>
          <p:nvPicPr>
            <p:cNvPr id="1108" name="Google Shape;1108;p135"/>
            <p:cNvPicPr preferRelativeResize="0"/>
            <p:nvPr/>
          </p:nvPicPr>
          <p:blipFill>
            <a:blip r:embed="rId8">
              <a:alphaModFix/>
            </a:blip>
            <a:stretch>
              <a:fillRect/>
            </a:stretch>
          </p:blipFill>
          <p:spPr>
            <a:xfrm>
              <a:off x="6475748" y="1576187"/>
              <a:ext cx="591652" cy="110925"/>
            </a:xfrm>
            <a:prstGeom prst="rect">
              <a:avLst/>
            </a:prstGeom>
            <a:noFill/>
            <a:ln>
              <a:noFill/>
            </a:ln>
          </p:spPr>
        </p:pic>
      </p:grpSp>
      <p:grpSp>
        <p:nvGrpSpPr>
          <p:cNvPr id="1109" name="Google Shape;1109;p135"/>
          <p:cNvGrpSpPr/>
          <p:nvPr/>
        </p:nvGrpSpPr>
        <p:grpSpPr>
          <a:xfrm>
            <a:off x="4727595" y="1619703"/>
            <a:ext cx="1186912" cy="283558"/>
            <a:chOff x="4726966" y="1466328"/>
            <a:chExt cx="1186912" cy="283558"/>
          </a:xfrm>
        </p:grpSpPr>
        <p:pic>
          <p:nvPicPr>
            <p:cNvPr id="1110" name="Google Shape;1110;p135"/>
            <p:cNvPicPr preferRelativeResize="0"/>
            <p:nvPr/>
          </p:nvPicPr>
          <p:blipFill>
            <a:blip r:embed="rId9">
              <a:alphaModFix/>
            </a:blip>
            <a:stretch>
              <a:fillRect/>
            </a:stretch>
          </p:blipFill>
          <p:spPr>
            <a:xfrm>
              <a:off x="5241013" y="1472948"/>
              <a:ext cx="261428" cy="276938"/>
            </a:xfrm>
            <a:prstGeom prst="rect">
              <a:avLst/>
            </a:prstGeom>
            <a:noFill/>
            <a:ln>
              <a:noFill/>
            </a:ln>
          </p:spPr>
        </p:pic>
        <p:pic>
          <p:nvPicPr>
            <p:cNvPr id="1111" name="Google Shape;1111;p135"/>
            <p:cNvPicPr preferRelativeResize="0"/>
            <p:nvPr/>
          </p:nvPicPr>
          <p:blipFill>
            <a:blip r:embed="rId10">
              <a:alphaModFix/>
            </a:blip>
            <a:stretch>
              <a:fillRect/>
            </a:stretch>
          </p:blipFill>
          <p:spPr>
            <a:xfrm>
              <a:off x="5652452" y="1474501"/>
              <a:ext cx="261425" cy="259282"/>
            </a:xfrm>
            <a:prstGeom prst="rect">
              <a:avLst/>
            </a:prstGeom>
            <a:noFill/>
            <a:ln>
              <a:noFill/>
            </a:ln>
          </p:spPr>
        </p:pic>
        <p:pic>
          <p:nvPicPr>
            <p:cNvPr id="1112" name="Google Shape;1112;p135"/>
            <p:cNvPicPr preferRelativeResize="0"/>
            <p:nvPr/>
          </p:nvPicPr>
          <p:blipFill rotWithShape="1">
            <a:blip r:embed="rId11">
              <a:alphaModFix/>
            </a:blip>
            <a:srcRect t="129" b="129"/>
            <a:stretch/>
          </p:blipFill>
          <p:spPr>
            <a:xfrm>
              <a:off x="4726966" y="1466328"/>
              <a:ext cx="405563" cy="210353"/>
            </a:xfrm>
            <a:prstGeom prst="rect">
              <a:avLst/>
            </a:prstGeom>
            <a:noFill/>
            <a:ln>
              <a:noFill/>
            </a:ln>
          </p:spPr>
        </p:pic>
      </p:grpSp>
      <p:grpSp>
        <p:nvGrpSpPr>
          <p:cNvPr id="1113" name="Google Shape;1113;p135"/>
          <p:cNvGrpSpPr/>
          <p:nvPr/>
        </p:nvGrpSpPr>
        <p:grpSpPr>
          <a:xfrm>
            <a:off x="2675203" y="1632618"/>
            <a:ext cx="1394244" cy="257742"/>
            <a:chOff x="2706803" y="1434706"/>
            <a:chExt cx="1394244" cy="257742"/>
          </a:xfrm>
        </p:grpSpPr>
        <p:pic>
          <p:nvPicPr>
            <p:cNvPr id="1114" name="Google Shape;1114;p135"/>
            <p:cNvPicPr preferRelativeResize="0"/>
            <p:nvPr/>
          </p:nvPicPr>
          <p:blipFill>
            <a:blip r:embed="rId12">
              <a:alphaModFix/>
            </a:blip>
            <a:stretch>
              <a:fillRect/>
            </a:stretch>
          </p:blipFill>
          <p:spPr>
            <a:xfrm>
              <a:off x="2706803" y="1434706"/>
              <a:ext cx="257750" cy="257742"/>
            </a:xfrm>
            <a:prstGeom prst="rect">
              <a:avLst/>
            </a:prstGeom>
            <a:noFill/>
            <a:ln>
              <a:noFill/>
            </a:ln>
          </p:spPr>
        </p:pic>
        <p:pic>
          <p:nvPicPr>
            <p:cNvPr id="1115" name="Google Shape;1115;p135"/>
            <p:cNvPicPr preferRelativeResize="0"/>
            <p:nvPr/>
          </p:nvPicPr>
          <p:blipFill>
            <a:blip r:embed="rId13">
              <a:alphaModFix/>
            </a:blip>
            <a:stretch>
              <a:fillRect/>
            </a:stretch>
          </p:blipFill>
          <p:spPr>
            <a:xfrm>
              <a:off x="3140458" y="1489070"/>
              <a:ext cx="354877" cy="149014"/>
            </a:xfrm>
            <a:prstGeom prst="rect">
              <a:avLst/>
            </a:prstGeom>
            <a:noFill/>
            <a:ln>
              <a:noFill/>
            </a:ln>
          </p:spPr>
        </p:pic>
        <p:pic>
          <p:nvPicPr>
            <p:cNvPr id="1116" name="Google Shape;1116;p135"/>
            <p:cNvPicPr preferRelativeResize="0"/>
            <p:nvPr/>
          </p:nvPicPr>
          <p:blipFill rotWithShape="1">
            <a:blip r:embed="rId14">
              <a:alphaModFix/>
            </a:blip>
            <a:srcRect l="-1392" t="-2595" r="-264"/>
            <a:stretch/>
          </p:blipFill>
          <p:spPr>
            <a:xfrm>
              <a:off x="3671240" y="1463142"/>
              <a:ext cx="429807" cy="200870"/>
            </a:xfrm>
            <a:prstGeom prst="rect">
              <a:avLst/>
            </a:prstGeom>
            <a:noFill/>
            <a:ln>
              <a:noFill/>
            </a:ln>
          </p:spPr>
        </p:pic>
      </p:grpSp>
      <p:pic>
        <p:nvPicPr>
          <p:cNvPr id="1117" name="Google Shape;1117;p135"/>
          <p:cNvPicPr preferRelativeResize="0"/>
          <p:nvPr/>
        </p:nvPicPr>
        <p:blipFill rotWithShape="1">
          <a:blip r:embed="rId15">
            <a:alphaModFix/>
          </a:blip>
          <a:srcRect l="7532" t="2841" r="61585" b="21170"/>
          <a:stretch/>
        </p:blipFill>
        <p:spPr>
          <a:xfrm>
            <a:off x="4729999" y="2741250"/>
            <a:ext cx="283843" cy="419025"/>
          </a:xfrm>
          <a:prstGeom prst="rect">
            <a:avLst/>
          </a:prstGeom>
          <a:noFill/>
          <a:ln>
            <a:noFill/>
          </a:ln>
        </p:spPr>
      </p:pic>
      <p:pic>
        <p:nvPicPr>
          <p:cNvPr id="1118" name="Google Shape;1118;p135"/>
          <p:cNvPicPr preferRelativeResize="0"/>
          <p:nvPr/>
        </p:nvPicPr>
        <p:blipFill rotWithShape="1">
          <a:blip r:embed="rId16">
            <a:alphaModFix/>
          </a:blip>
          <a:srcRect l="14687" t="26126" r="67482" b="26730"/>
          <a:stretch/>
        </p:blipFill>
        <p:spPr>
          <a:xfrm>
            <a:off x="5570545" y="2866927"/>
            <a:ext cx="283843" cy="253208"/>
          </a:xfrm>
          <a:prstGeom prst="rect">
            <a:avLst/>
          </a:prstGeom>
          <a:noFill/>
          <a:ln>
            <a:noFill/>
          </a:ln>
        </p:spPr>
      </p:pic>
      <p:pic>
        <p:nvPicPr>
          <p:cNvPr id="1119" name="Google Shape;1119;p135"/>
          <p:cNvPicPr preferRelativeResize="0"/>
          <p:nvPr/>
        </p:nvPicPr>
        <p:blipFill>
          <a:blip r:embed="rId17">
            <a:alphaModFix/>
          </a:blip>
          <a:stretch>
            <a:fillRect/>
          </a:stretch>
        </p:blipFill>
        <p:spPr>
          <a:xfrm>
            <a:off x="5101733" y="2866902"/>
            <a:ext cx="380920" cy="219610"/>
          </a:xfrm>
          <a:prstGeom prst="rect">
            <a:avLst/>
          </a:prstGeom>
          <a:noFill/>
          <a:ln>
            <a:noFill/>
          </a:ln>
        </p:spPr>
      </p:pic>
      <p:sp>
        <p:nvSpPr>
          <p:cNvPr id="1120" name="Google Shape;1120;p135"/>
          <p:cNvSpPr/>
          <p:nvPr/>
        </p:nvSpPr>
        <p:spPr>
          <a:xfrm>
            <a:off x="2522275" y="3473825"/>
            <a:ext cx="5591400" cy="1049400"/>
          </a:xfrm>
          <a:prstGeom prst="roundRect">
            <a:avLst>
              <a:gd name="adj" fmla="val 5692"/>
            </a:avLst>
          </a:prstGeom>
          <a:solidFill>
            <a:srgbClr val="110046"/>
          </a:solidFill>
          <a:ln>
            <a:noFill/>
          </a:ln>
        </p:spPr>
        <p:txBody>
          <a:bodyPr spcFirstLastPara="1" wrap="square" lIns="91425" tIns="91425" rIns="91425" bIns="0" anchor="t" anchorCtr="0">
            <a:noAutofit/>
          </a:bodyPr>
          <a:lstStyle/>
          <a:p>
            <a:pPr marL="0" lvl="0" indent="0" algn="ctr" rtl="0">
              <a:lnSpc>
                <a:spcPct val="100000"/>
              </a:lnSpc>
              <a:spcBef>
                <a:spcPts val="0"/>
              </a:spcBef>
              <a:spcAft>
                <a:spcPts val="0"/>
              </a:spcAft>
              <a:buNone/>
            </a:pPr>
            <a:r>
              <a:rPr lang="en" sz="1500">
                <a:solidFill>
                  <a:srgbClr val="FFFFFF"/>
                </a:solidFill>
                <a:latin typeface="Plus Jakarta Sans SemiBold"/>
                <a:ea typeface="Plus Jakarta Sans SemiBold"/>
                <a:cs typeface="Plus Jakarta Sans SemiBold"/>
                <a:sym typeface="Plus Jakarta Sans SemiBold"/>
              </a:rPr>
              <a:t>The Only True Hybrid Platform for Data, Analytics, and AI</a:t>
            </a:r>
            <a:br>
              <a:rPr lang="en" sz="1600">
                <a:solidFill>
                  <a:srgbClr val="FFFFFF"/>
                </a:solidFill>
                <a:latin typeface="Plus Jakarta Sans SemiBold"/>
                <a:ea typeface="Plus Jakarta Sans SemiBold"/>
                <a:cs typeface="Plus Jakarta Sans SemiBold"/>
                <a:sym typeface="Plus Jakarta Sans SemiBold"/>
              </a:rPr>
            </a:br>
            <a:r>
              <a:rPr lang="en" sz="1100">
                <a:solidFill>
                  <a:srgbClr val="FFFFFF"/>
                </a:solidFill>
                <a:latin typeface="Plus Jakarta Sans"/>
                <a:ea typeface="Plus Jakarta Sans"/>
                <a:cs typeface="Plus Jakarta Sans"/>
                <a:sym typeface="Plus Jakarta Sans"/>
              </a:rPr>
              <a:t>Public Clouds |  On Premises</a:t>
            </a:r>
            <a:endParaRPr sz="1100">
              <a:solidFill>
                <a:srgbClr val="FFFFFF"/>
              </a:solidFill>
              <a:latin typeface="Plus Jakarta Sans"/>
              <a:ea typeface="Plus Jakarta Sans"/>
              <a:cs typeface="Plus Jakarta Sans"/>
              <a:sym typeface="Plus Jakarta Sans"/>
            </a:endParaRPr>
          </a:p>
        </p:txBody>
      </p:sp>
      <p:grpSp>
        <p:nvGrpSpPr>
          <p:cNvPr id="1121" name="Google Shape;1121;p135"/>
          <p:cNvGrpSpPr/>
          <p:nvPr/>
        </p:nvGrpSpPr>
        <p:grpSpPr>
          <a:xfrm>
            <a:off x="4388185" y="4125628"/>
            <a:ext cx="257735" cy="257735"/>
            <a:chOff x="3782150" y="3670125"/>
            <a:chExt cx="318900" cy="318900"/>
          </a:xfrm>
        </p:grpSpPr>
        <p:sp>
          <p:nvSpPr>
            <p:cNvPr id="1122" name="Google Shape;1122;p135"/>
            <p:cNvSpPr/>
            <p:nvPr/>
          </p:nvSpPr>
          <p:spPr>
            <a:xfrm>
              <a:off x="3782150" y="3670125"/>
              <a:ext cx="318900" cy="318900"/>
            </a:xfrm>
            <a:prstGeom prst="ellipse">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lus Jakarta Sans"/>
                <a:ea typeface="Plus Jakarta Sans"/>
                <a:cs typeface="Plus Jakarta Sans"/>
                <a:sym typeface="Plus Jakarta Sans"/>
              </a:endParaRPr>
            </a:p>
          </p:txBody>
        </p:sp>
        <p:pic>
          <p:nvPicPr>
            <p:cNvPr id="1123" name="Google Shape;1123;p135"/>
            <p:cNvPicPr preferRelativeResize="0"/>
            <p:nvPr/>
          </p:nvPicPr>
          <p:blipFill>
            <a:blip r:embed="rId18">
              <a:alphaModFix/>
            </a:blip>
            <a:stretch>
              <a:fillRect/>
            </a:stretch>
          </p:blipFill>
          <p:spPr>
            <a:xfrm>
              <a:off x="3796301" y="3745201"/>
              <a:ext cx="289976" cy="163097"/>
            </a:xfrm>
            <a:prstGeom prst="rect">
              <a:avLst/>
            </a:prstGeom>
            <a:noFill/>
            <a:ln>
              <a:noFill/>
            </a:ln>
          </p:spPr>
        </p:pic>
      </p:grpSp>
      <p:grpSp>
        <p:nvGrpSpPr>
          <p:cNvPr id="1124" name="Google Shape;1124;p135"/>
          <p:cNvGrpSpPr/>
          <p:nvPr/>
        </p:nvGrpSpPr>
        <p:grpSpPr>
          <a:xfrm>
            <a:off x="4710075" y="4125628"/>
            <a:ext cx="257735" cy="257735"/>
            <a:chOff x="4219075" y="3670125"/>
            <a:chExt cx="318900" cy="318900"/>
          </a:xfrm>
        </p:grpSpPr>
        <p:sp>
          <p:nvSpPr>
            <p:cNvPr id="1125" name="Google Shape;1125;p135"/>
            <p:cNvSpPr/>
            <p:nvPr/>
          </p:nvSpPr>
          <p:spPr>
            <a:xfrm>
              <a:off x="4219075" y="3670125"/>
              <a:ext cx="318900" cy="318900"/>
            </a:xfrm>
            <a:prstGeom prst="ellipse">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lus Jakarta Sans"/>
                <a:ea typeface="Plus Jakarta Sans"/>
                <a:cs typeface="Plus Jakarta Sans"/>
                <a:sym typeface="Plus Jakarta Sans"/>
              </a:endParaRPr>
            </a:p>
          </p:txBody>
        </p:sp>
        <p:pic>
          <p:nvPicPr>
            <p:cNvPr id="1126" name="Google Shape;1126;p135"/>
            <p:cNvPicPr preferRelativeResize="0"/>
            <p:nvPr/>
          </p:nvPicPr>
          <p:blipFill>
            <a:blip r:embed="rId19">
              <a:alphaModFix/>
            </a:blip>
            <a:stretch>
              <a:fillRect/>
            </a:stretch>
          </p:blipFill>
          <p:spPr>
            <a:xfrm>
              <a:off x="4267676" y="3718725"/>
              <a:ext cx="221690" cy="221699"/>
            </a:xfrm>
            <a:prstGeom prst="rect">
              <a:avLst/>
            </a:prstGeom>
            <a:noFill/>
            <a:ln>
              <a:noFill/>
            </a:ln>
          </p:spPr>
        </p:pic>
      </p:grpSp>
      <p:grpSp>
        <p:nvGrpSpPr>
          <p:cNvPr id="1127" name="Google Shape;1127;p135"/>
          <p:cNvGrpSpPr/>
          <p:nvPr/>
        </p:nvGrpSpPr>
        <p:grpSpPr>
          <a:xfrm>
            <a:off x="5031965" y="4125628"/>
            <a:ext cx="257735" cy="257735"/>
            <a:chOff x="4626300" y="3670125"/>
            <a:chExt cx="318900" cy="318900"/>
          </a:xfrm>
        </p:grpSpPr>
        <p:sp>
          <p:nvSpPr>
            <p:cNvPr id="1128" name="Google Shape;1128;p135"/>
            <p:cNvSpPr/>
            <p:nvPr/>
          </p:nvSpPr>
          <p:spPr>
            <a:xfrm>
              <a:off x="4626300" y="3670125"/>
              <a:ext cx="318900" cy="318900"/>
            </a:xfrm>
            <a:prstGeom prst="ellipse">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lus Jakarta Sans"/>
                <a:ea typeface="Plus Jakarta Sans"/>
                <a:cs typeface="Plus Jakarta Sans"/>
                <a:sym typeface="Plus Jakarta Sans"/>
              </a:endParaRPr>
            </a:p>
          </p:txBody>
        </p:sp>
        <p:pic>
          <p:nvPicPr>
            <p:cNvPr id="1129" name="Google Shape;1129;p135"/>
            <p:cNvPicPr preferRelativeResize="0"/>
            <p:nvPr/>
          </p:nvPicPr>
          <p:blipFill>
            <a:blip r:embed="rId20">
              <a:alphaModFix/>
            </a:blip>
            <a:stretch>
              <a:fillRect/>
            </a:stretch>
          </p:blipFill>
          <p:spPr>
            <a:xfrm>
              <a:off x="4679469" y="3740657"/>
              <a:ext cx="221689" cy="172182"/>
            </a:xfrm>
            <a:prstGeom prst="rect">
              <a:avLst/>
            </a:prstGeom>
            <a:noFill/>
            <a:ln>
              <a:noFill/>
            </a:ln>
          </p:spPr>
        </p:pic>
      </p:grpSp>
      <p:grpSp>
        <p:nvGrpSpPr>
          <p:cNvPr id="1130" name="Google Shape;1130;p135"/>
          <p:cNvGrpSpPr/>
          <p:nvPr/>
        </p:nvGrpSpPr>
        <p:grpSpPr>
          <a:xfrm>
            <a:off x="5353855" y="4125628"/>
            <a:ext cx="257735" cy="257735"/>
            <a:chOff x="4991225" y="3670125"/>
            <a:chExt cx="318900" cy="318900"/>
          </a:xfrm>
        </p:grpSpPr>
        <p:sp>
          <p:nvSpPr>
            <p:cNvPr id="1131" name="Google Shape;1131;p135"/>
            <p:cNvSpPr/>
            <p:nvPr/>
          </p:nvSpPr>
          <p:spPr>
            <a:xfrm>
              <a:off x="4991225" y="3670125"/>
              <a:ext cx="318900" cy="318900"/>
            </a:xfrm>
            <a:prstGeom prst="ellipse">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lus Jakarta Sans"/>
                <a:ea typeface="Plus Jakarta Sans"/>
                <a:cs typeface="Plus Jakarta Sans"/>
                <a:sym typeface="Plus Jakarta Sans"/>
              </a:endParaRPr>
            </a:p>
          </p:txBody>
        </p:sp>
        <p:pic>
          <p:nvPicPr>
            <p:cNvPr id="1132" name="Google Shape;1132;p135"/>
            <p:cNvPicPr preferRelativeResize="0"/>
            <p:nvPr/>
          </p:nvPicPr>
          <p:blipFill>
            <a:blip r:embed="rId21">
              <a:alphaModFix/>
            </a:blip>
            <a:stretch>
              <a:fillRect/>
            </a:stretch>
          </p:blipFill>
          <p:spPr>
            <a:xfrm>
              <a:off x="5042638" y="3721538"/>
              <a:ext cx="216075" cy="216075"/>
            </a:xfrm>
            <a:prstGeom prst="rect">
              <a:avLst/>
            </a:prstGeom>
            <a:noFill/>
            <a:ln>
              <a:noFill/>
            </a:ln>
          </p:spPr>
        </p:pic>
      </p:grpSp>
      <p:grpSp>
        <p:nvGrpSpPr>
          <p:cNvPr id="1133" name="Google Shape;1133;p135"/>
          <p:cNvGrpSpPr/>
          <p:nvPr/>
        </p:nvGrpSpPr>
        <p:grpSpPr>
          <a:xfrm>
            <a:off x="5675745" y="4125628"/>
            <a:ext cx="257735" cy="257735"/>
            <a:chOff x="5377300" y="3670125"/>
            <a:chExt cx="318900" cy="318900"/>
          </a:xfrm>
        </p:grpSpPr>
        <p:sp>
          <p:nvSpPr>
            <p:cNvPr id="1134" name="Google Shape;1134;p135"/>
            <p:cNvSpPr/>
            <p:nvPr/>
          </p:nvSpPr>
          <p:spPr>
            <a:xfrm>
              <a:off x="5377300" y="3670125"/>
              <a:ext cx="318900" cy="318900"/>
            </a:xfrm>
            <a:prstGeom prst="ellipse">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lus Jakarta Sans"/>
                <a:ea typeface="Plus Jakarta Sans"/>
                <a:cs typeface="Plus Jakarta Sans"/>
                <a:sym typeface="Plus Jakarta Sans"/>
              </a:endParaRPr>
            </a:p>
          </p:txBody>
        </p:sp>
        <p:pic>
          <p:nvPicPr>
            <p:cNvPr id="1135" name="Google Shape;1135;p135"/>
            <p:cNvPicPr preferRelativeResize="0"/>
            <p:nvPr/>
          </p:nvPicPr>
          <p:blipFill>
            <a:blip r:embed="rId22">
              <a:alphaModFix/>
            </a:blip>
            <a:stretch>
              <a:fillRect/>
            </a:stretch>
          </p:blipFill>
          <p:spPr>
            <a:xfrm>
              <a:off x="5391756" y="3733716"/>
              <a:ext cx="289987" cy="191720"/>
            </a:xfrm>
            <a:prstGeom prst="rect">
              <a:avLst/>
            </a:prstGeom>
            <a:noFill/>
            <a:ln>
              <a:noFill/>
            </a:ln>
          </p:spPr>
        </p:pic>
      </p:grpSp>
      <p:grpSp>
        <p:nvGrpSpPr>
          <p:cNvPr id="1136" name="Google Shape;1136;p135"/>
          <p:cNvGrpSpPr/>
          <p:nvPr/>
        </p:nvGrpSpPr>
        <p:grpSpPr>
          <a:xfrm>
            <a:off x="5997634" y="4125628"/>
            <a:ext cx="257735" cy="257735"/>
            <a:chOff x="5773550" y="3670125"/>
            <a:chExt cx="318900" cy="318900"/>
          </a:xfrm>
        </p:grpSpPr>
        <p:sp>
          <p:nvSpPr>
            <p:cNvPr id="1137" name="Google Shape;1137;p135"/>
            <p:cNvSpPr/>
            <p:nvPr/>
          </p:nvSpPr>
          <p:spPr>
            <a:xfrm>
              <a:off x="5773550" y="3670125"/>
              <a:ext cx="318900" cy="318900"/>
            </a:xfrm>
            <a:prstGeom prst="ellipse">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lus Jakarta Sans"/>
                <a:ea typeface="Plus Jakarta Sans"/>
                <a:cs typeface="Plus Jakarta Sans"/>
                <a:sym typeface="Plus Jakarta Sans"/>
              </a:endParaRPr>
            </a:p>
          </p:txBody>
        </p:sp>
        <p:pic>
          <p:nvPicPr>
            <p:cNvPr id="1138" name="Google Shape;1138;p135"/>
            <p:cNvPicPr preferRelativeResize="0"/>
            <p:nvPr/>
          </p:nvPicPr>
          <p:blipFill>
            <a:blip r:embed="rId23">
              <a:alphaModFix/>
            </a:blip>
            <a:stretch>
              <a:fillRect/>
            </a:stretch>
          </p:blipFill>
          <p:spPr>
            <a:xfrm>
              <a:off x="5811974" y="3773526"/>
              <a:ext cx="261425" cy="130722"/>
            </a:xfrm>
            <a:prstGeom prst="rect">
              <a:avLst/>
            </a:prstGeom>
            <a:noFill/>
            <a:ln>
              <a:noFill/>
            </a:ln>
          </p:spPr>
        </p:pic>
      </p:grpSp>
      <p:sp>
        <p:nvSpPr>
          <p:cNvPr id="1139" name="Google Shape;1139;p135"/>
          <p:cNvSpPr/>
          <p:nvPr/>
        </p:nvSpPr>
        <p:spPr>
          <a:xfrm>
            <a:off x="6401600" y="2010175"/>
            <a:ext cx="1712100" cy="221700"/>
          </a:xfrm>
          <a:prstGeom prst="roundRect">
            <a:avLst>
              <a:gd name="adj" fmla="val 41062"/>
            </a:avLst>
          </a:prstGeom>
          <a:solidFill>
            <a:srgbClr val="FFFFFF"/>
          </a:solidFill>
          <a:ln w="9525" cap="flat" cmpd="sng">
            <a:solidFill>
              <a:srgbClr val="5555F9"/>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600">
                <a:solidFill>
                  <a:srgbClr val="5555F9"/>
                </a:solidFill>
                <a:latin typeface="Plus Jakarta Sans Medium"/>
                <a:ea typeface="Plus Jakarta Sans Medium"/>
                <a:cs typeface="Plus Jakarta Sans Medium"/>
                <a:sym typeface="Plus Jakarta Sans Medium"/>
              </a:rPr>
              <a:t>Cloudera AI</a:t>
            </a:r>
            <a:br>
              <a:rPr lang="en" sz="600">
                <a:solidFill>
                  <a:srgbClr val="5555F9"/>
                </a:solidFill>
                <a:latin typeface="Plus Jakarta Sans Medium"/>
                <a:ea typeface="Plus Jakarta Sans Medium"/>
                <a:cs typeface="Plus Jakarta Sans Medium"/>
                <a:sym typeface="Plus Jakarta Sans Medium"/>
              </a:rPr>
            </a:br>
            <a:r>
              <a:rPr lang="en" sz="600">
                <a:solidFill>
                  <a:srgbClr val="5555F9"/>
                </a:solidFill>
                <a:latin typeface="Plus Jakarta Sans Medium"/>
                <a:ea typeface="Plus Jakarta Sans Medium"/>
                <a:cs typeface="Plus Jakarta Sans Medium"/>
                <a:sym typeface="Plus Jakarta Sans Medium"/>
              </a:rPr>
              <a:t>Workbench - Inference - Agents</a:t>
            </a:r>
            <a:endParaRPr sz="600">
              <a:solidFill>
                <a:srgbClr val="5555F9"/>
              </a:solidFill>
              <a:latin typeface="Plus Jakarta Sans Medium"/>
              <a:ea typeface="Plus Jakarta Sans Medium"/>
              <a:cs typeface="Plus Jakarta Sans Medium"/>
              <a:sym typeface="Plus Jakarta Sans Medium"/>
            </a:endParaRPr>
          </a:p>
        </p:txBody>
      </p:sp>
    </p:spTree>
    <p:extLst>
      <p:ext uri="{BB962C8B-B14F-4D97-AF65-F5344CB8AC3E}">
        <p14:creationId xmlns:p14="http://schemas.microsoft.com/office/powerpoint/2010/main" val="28540524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65">
          <a:extLst>
            <a:ext uri="{FF2B5EF4-FFF2-40B4-BE49-F238E27FC236}">
              <a16:creationId xmlns:a16="http://schemas.microsoft.com/office/drawing/2014/main" id="{853082A2-5FF5-8CD3-1B4A-CFB4E77481A2}"/>
            </a:ext>
          </a:extLst>
        </p:cNvPr>
        <p:cNvGrpSpPr/>
        <p:nvPr/>
      </p:nvGrpSpPr>
      <p:grpSpPr>
        <a:xfrm>
          <a:off x="0" y="0"/>
          <a:ext cx="0" cy="0"/>
          <a:chOff x="0" y="0"/>
          <a:chExt cx="0" cy="0"/>
        </a:xfrm>
      </p:grpSpPr>
      <p:sp>
        <p:nvSpPr>
          <p:cNvPr id="366" name="Google Shape;366;p52">
            <a:extLst>
              <a:ext uri="{FF2B5EF4-FFF2-40B4-BE49-F238E27FC236}">
                <a16:creationId xmlns:a16="http://schemas.microsoft.com/office/drawing/2014/main" id="{26124E32-9E22-3666-1893-786686B9DF41}"/>
              </a:ext>
            </a:extLst>
          </p:cNvPr>
          <p:cNvSpPr txBox="1">
            <a:spLocks noGrp="1"/>
          </p:cNvSpPr>
          <p:nvPr>
            <p:ph type="title"/>
          </p:nvPr>
        </p:nvSpPr>
        <p:spPr>
          <a:xfrm>
            <a:off x="609600" y="1908100"/>
            <a:ext cx="5862600" cy="612900"/>
          </a:xfrm>
          <a:prstGeom prst="rect">
            <a:avLst/>
          </a:prstGeom>
        </p:spPr>
        <p:txBody>
          <a:bodyPr spcFirstLastPara="1" wrap="square" lIns="0" tIns="45700" rIns="91425" bIns="45700" anchor="b" anchorCtr="0">
            <a:noAutofit/>
          </a:bodyPr>
          <a:lstStyle/>
          <a:p>
            <a:pPr marL="0" lvl="0" indent="0" algn="l" rtl="0">
              <a:spcBef>
                <a:spcPts val="0"/>
              </a:spcBef>
              <a:spcAft>
                <a:spcPts val="0"/>
              </a:spcAft>
              <a:buNone/>
            </a:pPr>
            <a:r>
              <a:rPr lang="en" sz="2800" b="1" dirty="0"/>
              <a:t>INNOVATION | HYBRID</a:t>
            </a:r>
            <a:endParaRPr sz="2800" b="1" dirty="0"/>
          </a:p>
        </p:txBody>
      </p:sp>
      <p:sp>
        <p:nvSpPr>
          <p:cNvPr id="367" name="Google Shape;367;p52">
            <a:extLst>
              <a:ext uri="{FF2B5EF4-FFF2-40B4-BE49-F238E27FC236}">
                <a16:creationId xmlns:a16="http://schemas.microsoft.com/office/drawing/2014/main" id="{0FB92A76-137F-6B08-BBA6-D101CF4CE3E0}"/>
              </a:ext>
            </a:extLst>
          </p:cNvPr>
          <p:cNvSpPr txBox="1">
            <a:spLocks noGrp="1"/>
          </p:cNvSpPr>
          <p:nvPr>
            <p:ph type="body" idx="2"/>
          </p:nvPr>
        </p:nvSpPr>
        <p:spPr>
          <a:xfrm>
            <a:off x="609600" y="2604200"/>
            <a:ext cx="5862600" cy="570000"/>
          </a:xfrm>
          <a:prstGeom prst="rect">
            <a:avLst/>
          </a:prstGeom>
        </p:spPr>
        <p:txBody>
          <a:bodyPr spcFirstLastPara="1" wrap="square" lIns="0" tIns="45700" rIns="91425" bIns="45700" anchor="t" anchorCtr="0">
            <a:noAutofit/>
          </a:bodyPr>
          <a:lstStyle/>
          <a:p>
            <a:pPr marL="0" lvl="0" indent="0" algn="l" rtl="0">
              <a:spcBef>
                <a:spcPts val="0"/>
              </a:spcBef>
              <a:spcAft>
                <a:spcPts val="200"/>
              </a:spcAft>
              <a:buNone/>
            </a:pPr>
            <a:r>
              <a:rPr lang="en-US" b="1" dirty="0">
                <a:solidFill>
                  <a:schemeClr val="accent1"/>
                </a:solidFill>
              </a:rPr>
              <a:t>Transform any data anywhere into insights</a:t>
            </a:r>
            <a:endParaRPr b="1" i="1" dirty="0">
              <a:solidFill>
                <a:schemeClr val="accent1"/>
              </a:solidFill>
            </a:endParaRPr>
          </a:p>
        </p:txBody>
      </p:sp>
    </p:spTree>
    <p:extLst>
      <p:ext uri="{BB962C8B-B14F-4D97-AF65-F5344CB8AC3E}">
        <p14:creationId xmlns:p14="http://schemas.microsoft.com/office/powerpoint/2010/main" val="1532524779"/>
      </p:ext>
    </p:extLst>
  </p:cSld>
  <p:clrMapOvr>
    <a:masterClrMapping/>
  </p:clrMapOvr>
  <p:transition spd="slow">
    <p:push/>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01">
          <a:extLst>
            <a:ext uri="{FF2B5EF4-FFF2-40B4-BE49-F238E27FC236}">
              <a16:creationId xmlns:a16="http://schemas.microsoft.com/office/drawing/2014/main" id="{06154DCA-7EB3-3280-9886-7FF02A2F0A11}"/>
            </a:ext>
          </a:extLst>
        </p:cNvPr>
        <p:cNvGrpSpPr/>
        <p:nvPr/>
      </p:nvGrpSpPr>
      <p:grpSpPr>
        <a:xfrm>
          <a:off x="0" y="0"/>
          <a:ext cx="0" cy="0"/>
          <a:chOff x="0" y="0"/>
          <a:chExt cx="0" cy="0"/>
        </a:xfrm>
      </p:grpSpPr>
      <p:sp>
        <p:nvSpPr>
          <p:cNvPr id="7" name="Google Shape;1562;p151">
            <a:extLst>
              <a:ext uri="{FF2B5EF4-FFF2-40B4-BE49-F238E27FC236}">
                <a16:creationId xmlns:a16="http://schemas.microsoft.com/office/drawing/2014/main" id="{260B36C7-CAA6-6606-ADF2-21D79B7F1AEA}"/>
              </a:ext>
            </a:extLst>
          </p:cNvPr>
          <p:cNvSpPr txBox="1">
            <a:spLocks noGrp="1"/>
          </p:cNvSpPr>
          <p:nvPr>
            <p:ph type="title"/>
          </p:nvPr>
        </p:nvSpPr>
        <p:spPr>
          <a:xfrm>
            <a:off x="533400" y="284253"/>
            <a:ext cx="7620000" cy="612900"/>
          </a:xfrm>
          <a:prstGeom prst="rect">
            <a:avLst/>
          </a:prstGeom>
        </p:spPr>
        <p:txBody>
          <a:bodyPr spcFirstLastPara="1" wrap="square" lIns="91425" tIns="0" rIns="91425" bIns="45700" anchor="t" anchorCtr="0">
            <a:noAutofit/>
          </a:bodyPr>
          <a:lstStyle/>
          <a:p>
            <a:pPr marL="0" lvl="0" indent="0" algn="l" rtl="0">
              <a:spcBef>
                <a:spcPts val="0"/>
              </a:spcBef>
              <a:spcAft>
                <a:spcPts val="0"/>
              </a:spcAft>
              <a:buNone/>
            </a:pPr>
            <a:r>
              <a:rPr lang="en"/>
              <a:t>Our View of Hybrid</a:t>
            </a:r>
            <a:endParaRPr/>
          </a:p>
        </p:txBody>
      </p:sp>
      <p:sp>
        <p:nvSpPr>
          <p:cNvPr id="8" name="Google Shape;1563;p151">
            <a:extLst>
              <a:ext uri="{FF2B5EF4-FFF2-40B4-BE49-F238E27FC236}">
                <a16:creationId xmlns:a16="http://schemas.microsoft.com/office/drawing/2014/main" id="{43C0E493-3675-6579-4583-11B6D90053B4}"/>
              </a:ext>
            </a:extLst>
          </p:cNvPr>
          <p:cNvSpPr txBox="1">
            <a:spLocks/>
          </p:cNvSpPr>
          <p:nvPr/>
        </p:nvSpPr>
        <p:spPr>
          <a:xfrm>
            <a:off x="419100" y="1623800"/>
            <a:ext cx="5429400" cy="1208400"/>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chemeClr val="lt1"/>
              </a:buClr>
              <a:buSzPts val="1800"/>
              <a:buFont typeface="Plus Jakarta Sans"/>
              <a:buNone/>
              <a:defRPr sz="1400" b="0" i="0" u="none" strike="noStrike" cap="none">
                <a:solidFill>
                  <a:schemeClr val="lt1"/>
                </a:solidFill>
                <a:latin typeface="Plus Jakarta Sans"/>
                <a:ea typeface="Plus Jakarta Sans"/>
                <a:cs typeface="Plus Jakarta Sans"/>
                <a:sym typeface="Plus Jakarta Sans"/>
              </a:defRPr>
            </a:lvl1pPr>
            <a:lvl2pPr marL="914400" marR="0" lvl="1" indent="-228600" algn="l" rtl="0">
              <a:lnSpc>
                <a:spcPct val="78888"/>
              </a:lnSpc>
              <a:spcBef>
                <a:spcPts val="400"/>
              </a:spcBef>
              <a:spcAft>
                <a:spcPts val="0"/>
              </a:spcAft>
              <a:buClr>
                <a:schemeClr val="lt1"/>
              </a:buClr>
              <a:buSzPts val="2160"/>
              <a:buFont typeface="Plus Jakarta Sans"/>
              <a:buNone/>
              <a:defRPr sz="1200" b="0" i="0" u="none" strike="noStrike" cap="none">
                <a:solidFill>
                  <a:schemeClr val="lt1"/>
                </a:solidFill>
                <a:latin typeface="Plus Jakarta Sans"/>
                <a:ea typeface="Plus Jakarta Sans"/>
                <a:cs typeface="Plus Jakarta Sans"/>
                <a:sym typeface="Plus Jakarta Sans"/>
              </a:defRPr>
            </a:lvl2pPr>
            <a:lvl3pPr marL="1371600" marR="0" lvl="2" indent="-365760" algn="l" rtl="0">
              <a:lnSpc>
                <a:spcPct val="100000"/>
              </a:lnSpc>
              <a:spcBef>
                <a:spcPts val="360"/>
              </a:spcBef>
              <a:spcAft>
                <a:spcPts val="0"/>
              </a:spcAft>
              <a:buClr>
                <a:schemeClr val="lt1"/>
              </a:buClr>
              <a:buSzPts val="2160"/>
              <a:buFont typeface="Arial"/>
              <a:buChar char="•"/>
              <a:defRPr sz="1000" b="0" i="0" u="none" strike="noStrike" cap="none">
                <a:solidFill>
                  <a:schemeClr val="lt1"/>
                </a:solidFill>
                <a:latin typeface="Plus Jakarta Sans"/>
                <a:ea typeface="Plus Jakarta Sans"/>
                <a:cs typeface="Plus Jakarta Sans"/>
                <a:sym typeface="Plus Jakarta Sans"/>
              </a:defRPr>
            </a:lvl3pPr>
            <a:lvl4pPr marL="1828800" marR="0" lvl="3" indent="-342900" algn="l" rtl="0">
              <a:lnSpc>
                <a:spcPct val="100000"/>
              </a:lnSpc>
              <a:spcBef>
                <a:spcPts val="360"/>
              </a:spcBef>
              <a:spcAft>
                <a:spcPts val="0"/>
              </a:spcAft>
              <a:buClr>
                <a:schemeClr val="lt1"/>
              </a:buClr>
              <a:buSzPts val="1800"/>
              <a:buFont typeface="Arial"/>
              <a:buChar char="–"/>
              <a:defRPr sz="1000" b="0" i="0" u="none" strike="noStrike" cap="none">
                <a:solidFill>
                  <a:schemeClr val="lt1"/>
                </a:solidFill>
                <a:latin typeface="Plus Jakarta Sans"/>
                <a:ea typeface="Plus Jakarta Sans"/>
                <a:cs typeface="Plus Jakarta Sans"/>
                <a:sym typeface="Plus Jakarta Sans"/>
              </a:defRPr>
            </a:lvl4pPr>
            <a:lvl5pPr marL="2286000" marR="0" lvl="4" indent="-342900" algn="l" rtl="0">
              <a:lnSpc>
                <a:spcPct val="100000"/>
              </a:lnSpc>
              <a:spcBef>
                <a:spcPts val="360"/>
              </a:spcBef>
              <a:spcAft>
                <a:spcPts val="0"/>
              </a:spcAft>
              <a:buClr>
                <a:schemeClr val="lt1"/>
              </a:buClr>
              <a:buSzPts val="1800"/>
              <a:buFont typeface="Arial"/>
              <a:buChar char="»"/>
              <a:defRPr sz="1000" b="0" i="0" u="none" strike="noStrike" cap="none">
                <a:solidFill>
                  <a:schemeClr val="lt1"/>
                </a:solidFill>
                <a:latin typeface="Plus Jakarta Sans"/>
                <a:ea typeface="Plus Jakarta Sans"/>
                <a:cs typeface="Plus Jakarta Sans"/>
                <a:sym typeface="Plus Jakarta Sans"/>
              </a:defRPr>
            </a:lvl5pPr>
            <a:lvl6pPr marL="2743200" marR="0" lvl="5" indent="-342900" algn="l" rtl="0">
              <a:lnSpc>
                <a:spcPct val="100000"/>
              </a:lnSpc>
              <a:spcBef>
                <a:spcPts val="360"/>
              </a:spcBef>
              <a:spcAft>
                <a:spcPts val="0"/>
              </a:spcAft>
              <a:buClr>
                <a:schemeClr val="lt1"/>
              </a:buClr>
              <a:buSzPts val="1800"/>
              <a:buFont typeface="Arial"/>
              <a:buChar char="•"/>
              <a:defRPr sz="2000" b="0" i="0" u="none" strike="noStrike" cap="none">
                <a:solidFill>
                  <a:schemeClr val="lt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lt1"/>
              </a:buClr>
              <a:buSzPts val="1800"/>
              <a:buFont typeface="Arial"/>
              <a:buChar char="•"/>
              <a:defRPr sz="2000" b="0" i="0" u="none" strike="noStrike" cap="none">
                <a:solidFill>
                  <a:schemeClr val="lt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lt1"/>
              </a:buClr>
              <a:buSzPts val="1800"/>
              <a:buFont typeface="Arial"/>
              <a:buChar char="•"/>
              <a:defRPr sz="2000" b="0" i="0" u="none" strike="noStrike" cap="none">
                <a:solidFill>
                  <a:schemeClr val="lt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lt1"/>
              </a:buClr>
              <a:buSzPts val="1800"/>
              <a:buFont typeface="Arial"/>
              <a:buChar char="•"/>
              <a:defRPr sz="2000" b="0" i="0" u="none" strike="noStrike" cap="none">
                <a:solidFill>
                  <a:schemeClr val="lt1"/>
                </a:solidFill>
                <a:latin typeface="Calibri"/>
                <a:ea typeface="Calibri"/>
                <a:cs typeface="Calibri"/>
                <a:sym typeface="Calibri"/>
              </a:defRPr>
            </a:lvl9pPr>
          </a:lstStyle>
          <a:p>
            <a:pPr marL="0" indent="0"/>
            <a:r>
              <a:rPr lang="en-US" sz="1600" dirty="0"/>
              <a:t>Freedom to move applications, data, and users </a:t>
            </a:r>
            <a:r>
              <a:rPr lang="en-US" sz="1600" b="1" dirty="0">
                <a:solidFill>
                  <a:schemeClr val="accent4"/>
                </a:solidFill>
              </a:rPr>
              <a:t>bi-directionally</a:t>
            </a:r>
            <a:r>
              <a:rPr lang="en-US" sz="1600" b="1" dirty="0">
                <a:solidFill>
                  <a:schemeClr val="accent1"/>
                </a:solidFill>
              </a:rPr>
              <a:t> </a:t>
            </a:r>
            <a:r>
              <a:rPr lang="en-US" sz="1600" dirty="0"/>
              <a:t>between the data center and multiple public clouds without rewriting</a:t>
            </a:r>
          </a:p>
          <a:p>
            <a:pPr indent="0">
              <a:spcBef>
                <a:spcPts val="1500"/>
              </a:spcBef>
              <a:spcAft>
                <a:spcPts val="1000"/>
              </a:spcAft>
            </a:pPr>
            <a:endParaRPr lang="en-US" sz="1200" dirty="0"/>
          </a:p>
        </p:txBody>
      </p:sp>
      <p:sp>
        <p:nvSpPr>
          <p:cNvPr id="9" name="Google Shape;1564;p151">
            <a:extLst>
              <a:ext uri="{FF2B5EF4-FFF2-40B4-BE49-F238E27FC236}">
                <a16:creationId xmlns:a16="http://schemas.microsoft.com/office/drawing/2014/main" id="{84938898-0427-F6DB-E848-54C2F9CA5AE5}"/>
              </a:ext>
            </a:extLst>
          </p:cNvPr>
          <p:cNvSpPr txBox="1"/>
          <p:nvPr/>
        </p:nvSpPr>
        <p:spPr>
          <a:xfrm>
            <a:off x="533400" y="3468575"/>
            <a:ext cx="2762400" cy="738900"/>
          </a:xfrm>
          <a:prstGeom prst="rect">
            <a:avLst/>
          </a:prstGeom>
          <a:noFill/>
          <a:ln>
            <a:noFill/>
          </a:ln>
        </p:spPr>
        <p:txBody>
          <a:bodyPr spcFirstLastPara="1" wrap="square" lIns="91425" tIns="91425" rIns="91425" bIns="91425" anchor="t" anchorCtr="0">
            <a:spAutoFit/>
          </a:bodyPr>
          <a:lstStyle/>
          <a:p>
            <a:pPr marL="0" lvl="0" indent="0" algn="l" rtl="0">
              <a:spcBef>
                <a:spcPts val="500"/>
              </a:spcBef>
              <a:spcAft>
                <a:spcPts val="1000"/>
              </a:spcAft>
              <a:buNone/>
            </a:pPr>
            <a:r>
              <a:rPr lang="en" sz="1200" b="1">
                <a:solidFill>
                  <a:schemeClr val="accent1"/>
                </a:solidFill>
                <a:latin typeface="Plus Jakarta Sans"/>
                <a:ea typeface="Plus Jakarta Sans"/>
                <a:cs typeface="Plus Jakarta Sans"/>
                <a:sym typeface="Plus Jakarta Sans"/>
              </a:rPr>
              <a:t>Applications</a:t>
            </a:r>
            <a:r>
              <a:rPr lang="en" sz="1200">
                <a:solidFill>
                  <a:schemeClr val="lt1"/>
                </a:solidFill>
                <a:latin typeface="Plus Jakarta Sans Medium"/>
                <a:ea typeface="Plus Jakarta Sans Medium"/>
                <a:cs typeface="Plus Jakarta Sans Medium"/>
                <a:sym typeface="Plus Jakarta Sans Medium"/>
              </a:rPr>
              <a:t> include streams, pipelines, databases, workspaces, and other data products</a:t>
            </a:r>
            <a:endParaRPr>
              <a:solidFill>
                <a:schemeClr val="lt1"/>
              </a:solidFill>
              <a:latin typeface="Plus Jakarta Sans Medium"/>
              <a:ea typeface="Plus Jakarta Sans Medium"/>
              <a:cs typeface="Plus Jakarta Sans Medium"/>
              <a:sym typeface="Plus Jakarta Sans Medium"/>
            </a:endParaRPr>
          </a:p>
        </p:txBody>
      </p:sp>
      <p:sp>
        <p:nvSpPr>
          <p:cNvPr id="10" name="Google Shape;1565;p151">
            <a:extLst>
              <a:ext uri="{FF2B5EF4-FFF2-40B4-BE49-F238E27FC236}">
                <a16:creationId xmlns:a16="http://schemas.microsoft.com/office/drawing/2014/main" id="{0091F4F5-83D4-656C-3E6F-51C2B204272F}"/>
              </a:ext>
            </a:extLst>
          </p:cNvPr>
          <p:cNvSpPr txBox="1"/>
          <p:nvPr/>
        </p:nvSpPr>
        <p:spPr>
          <a:xfrm>
            <a:off x="3514900" y="3468575"/>
            <a:ext cx="25428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1000"/>
              </a:spcAft>
              <a:buNone/>
            </a:pPr>
            <a:r>
              <a:rPr lang="en" sz="1200" b="1">
                <a:solidFill>
                  <a:schemeClr val="accent1"/>
                </a:solidFill>
                <a:latin typeface="Plus Jakarta Sans"/>
                <a:ea typeface="Plus Jakarta Sans"/>
                <a:cs typeface="Plus Jakarta Sans"/>
                <a:sym typeface="Plus Jakarta Sans"/>
              </a:rPr>
              <a:t>Data</a:t>
            </a:r>
            <a:r>
              <a:rPr lang="en" sz="1200">
                <a:solidFill>
                  <a:schemeClr val="lt1"/>
                </a:solidFill>
                <a:latin typeface="Plus Jakarta Sans Medium"/>
                <a:ea typeface="Plus Jakarta Sans Medium"/>
                <a:cs typeface="Plus Jakarta Sans Medium"/>
                <a:sym typeface="Plus Jakarta Sans Medium"/>
              </a:rPr>
              <a:t> considerations include formats, schema, tags, policies, and other metadata</a:t>
            </a:r>
            <a:endParaRPr>
              <a:solidFill>
                <a:schemeClr val="lt1"/>
              </a:solidFill>
              <a:latin typeface="Plus Jakarta Sans Medium"/>
              <a:ea typeface="Plus Jakarta Sans Medium"/>
              <a:cs typeface="Plus Jakarta Sans Medium"/>
              <a:sym typeface="Plus Jakarta Sans Medium"/>
            </a:endParaRPr>
          </a:p>
        </p:txBody>
      </p:sp>
      <p:sp>
        <p:nvSpPr>
          <p:cNvPr id="11" name="Google Shape;1566;p151">
            <a:extLst>
              <a:ext uri="{FF2B5EF4-FFF2-40B4-BE49-F238E27FC236}">
                <a16:creationId xmlns:a16="http://schemas.microsoft.com/office/drawing/2014/main" id="{B1A3A784-8D43-6600-420E-83C5FD654C25}"/>
              </a:ext>
            </a:extLst>
          </p:cNvPr>
          <p:cNvSpPr txBox="1"/>
          <p:nvPr/>
        </p:nvSpPr>
        <p:spPr>
          <a:xfrm>
            <a:off x="6338450" y="3468575"/>
            <a:ext cx="2352900" cy="923400"/>
          </a:xfrm>
          <a:prstGeom prst="rect">
            <a:avLst/>
          </a:prstGeom>
          <a:noFill/>
          <a:ln>
            <a:noFill/>
          </a:ln>
        </p:spPr>
        <p:txBody>
          <a:bodyPr spcFirstLastPara="1" wrap="square" lIns="91425" tIns="91425" rIns="91425" bIns="91425" anchor="t" anchorCtr="0">
            <a:spAutoFit/>
          </a:bodyPr>
          <a:lstStyle/>
          <a:p>
            <a:pPr marL="0" lvl="0" indent="0" algn="l" rtl="0">
              <a:spcBef>
                <a:spcPts val="500"/>
              </a:spcBef>
              <a:spcAft>
                <a:spcPts val="1000"/>
              </a:spcAft>
              <a:buNone/>
            </a:pPr>
            <a:r>
              <a:rPr lang="en" sz="1200" b="1">
                <a:solidFill>
                  <a:schemeClr val="accent1"/>
                </a:solidFill>
                <a:latin typeface="Plus Jakarta Sans"/>
                <a:ea typeface="Plus Jakarta Sans"/>
                <a:cs typeface="Plus Jakarta Sans"/>
                <a:sym typeface="Plus Jakarta Sans"/>
              </a:rPr>
              <a:t>Users</a:t>
            </a:r>
            <a:r>
              <a:rPr lang="en" sz="1200">
                <a:solidFill>
                  <a:schemeClr val="accent1"/>
                </a:solidFill>
                <a:latin typeface="Plus Jakarta Sans Medium"/>
                <a:ea typeface="Plus Jakarta Sans Medium"/>
                <a:cs typeface="Plus Jakarta Sans Medium"/>
                <a:sym typeface="Plus Jakarta Sans Medium"/>
              </a:rPr>
              <a:t> </a:t>
            </a:r>
            <a:r>
              <a:rPr lang="en" sz="1200">
                <a:solidFill>
                  <a:schemeClr val="lt1"/>
                </a:solidFill>
                <a:latin typeface="Plus Jakarta Sans Medium"/>
                <a:ea typeface="Plus Jakarta Sans Medium"/>
                <a:cs typeface="Plus Jakarta Sans Medium"/>
                <a:sym typeface="Plus Jakarta Sans Medium"/>
              </a:rPr>
              <a:t>need to leverage existing skills and processes, while continuously modernizing</a:t>
            </a:r>
            <a:endParaRPr>
              <a:solidFill>
                <a:schemeClr val="lt1"/>
              </a:solidFill>
              <a:latin typeface="Plus Jakarta Sans Medium"/>
              <a:ea typeface="Plus Jakarta Sans Medium"/>
              <a:cs typeface="Plus Jakarta Sans Medium"/>
              <a:sym typeface="Plus Jakarta Sans Medium"/>
            </a:endParaRPr>
          </a:p>
        </p:txBody>
      </p:sp>
      <p:cxnSp>
        <p:nvCxnSpPr>
          <p:cNvPr id="14" name="Google Shape;1567;p151">
            <a:extLst>
              <a:ext uri="{FF2B5EF4-FFF2-40B4-BE49-F238E27FC236}">
                <a16:creationId xmlns:a16="http://schemas.microsoft.com/office/drawing/2014/main" id="{EAFF31B3-A42B-62AA-83E8-A80B9CBA86FE}"/>
              </a:ext>
            </a:extLst>
          </p:cNvPr>
          <p:cNvCxnSpPr/>
          <p:nvPr/>
        </p:nvCxnSpPr>
        <p:spPr>
          <a:xfrm>
            <a:off x="445263" y="1556850"/>
            <a:ext cx="4582800" cy="0"/>
          </a:xfrm>
          <a:prstGeom prst="straightConnector1">
            <a:avLst/>
          </a:prstGeom>
          <a:noFill/>
          <a:ln w="9525" cap="flat" cmpd="sng">
            <a:solidFill>
              <a:srgbClr val="9E9E9E"/>
            </a:solidFill>
            <a:prstDash val="solid"/>
            <a:round/>
            <a:headEnd type="none" w="med" len="med"/>
            <a:tailEnd type="none" w="med" len="med"/>
          </a:ln>
        </p:spPr>
      </p:cxnSp>
      <p:sp>
        <p:nvSpPr>
          <p:cNvPr id="15" name="Google Shape;1568;p151">
            <a:extLst>
              <a:ext uri="{FF2B5EF4-FFF2-40B4-BE49-F238E27FC236}">
                <a16:creationId xmlns:a16="http://schemas.microsoft.com/office/drawing/2014/main" id="{08FEA829-C129-58B0-208E-902AEA07BC47}"/>
              </a:ext>
            </a:extLst>
          </p:cNvPr>
          <p:cNvSpPr txBox="1"/>
          <p:nvPr/>
        </p:nvSpPr>
        <p:spPr>
          <a:xfrm>
            <a:off x="448638" y="1132001"/>
            <a:ext cx="4041600" cy="4341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1800" b="1">
                <a:solidFill>
                  <a:schemeClr val="accent4"/>
                </a:solidFill>
                <a:latin typeface="Plus Jakarta Sans"/>
                <a:ea typeface="Plus Jakarta Sans"/>
                <a:cs typeface="Plus Jakarta Sans"/>
                <a:sym typeface="Plus Jakarta Sans"/>
              </a:rPr>
              <a:t>Hybrid</a:t>
            </a:r>
            <a:endParaRPr sz="1800" b="1">
              <a:solidFill>
                <a:schemeClr val="accent4"/>
              </a:solidFill>
              <a:latin typeface="Plus Jakarta Sans"/>
              <a:ea typeface="Plus Jakarta Sans"/>
              <a:cs typeface="Plus Jakarta Sans"/>
              <a:sym typeface="Plus Jakarta Sans"/>
            </a:endParaRPr>
          </a:p>
        </p:txBody>
      </p:sp>
      <p:grpSp>
        <p:nvGrpSpPr>
          <p:cNvPr id="16" name="Google Shape;1569;p151">
            <a:extLst>
              <a:ext uri="{FF2B5EF4-FFF2-40B4-BE49-F238E27FC236}">
                <a16:creationId xmlns:a16="http://schemas.microsoft.com/office/drawing/2014/main" id="{0734B10E-E0D9-DAD3-94EE-826C209B8AE4}"/>
              </a:ext>
            </a:extLst>
          </p:cNvPr>
          <p:cNvGrpSpPr/>
          <p:nvPr/>
        </p:nvGrpSpPr>
        <p:grpSpPr>
          <a:xfrm>
            <a:off x="7042087" y="2006824"/>
            <a:ext cx="576053" cy="3"/>
            <a:chOff x="7553568" y="2480847"/>
            <a:chExt cx="393882" cy="3"/>
          </a:xfrm>
        </p:grpSpPr>
        <p:cxnSp>
          <p:nvCxnSpPr>
            <p:cNvPr id="17" name="Google Shape;1570;p151">
              <a:extLst>
                <a:ext uri="{FF2B5EF4-FFF2-40B4-BE49-F238E27FC236}">
                  <a16:creationId xmlns:a16="http://schemas.microsoft.com/office/drawing/2014/main" id="{6246C4FB-1E55-F64B-3568-D6318F2935CC}"/>
                </a:ext>
              </a:extLst>
            </p:cNvPr>
            <p:cNvCxnSpPr/>
            <p:nvPr/>
          </p:nvCxnSpPr>
          <p:spPr>
            <a:xfrm>
              <a:off x="7597050" y="2480850"/>
              <a:ext cx="350400" cy="0"/>
            </a:xfrm>
            <a:prstGeom prst="straightConnector1">
              <a:avLst/>
            </a:prstGeom>
            <a:noFill/>
            <a:ln w="9525" cap="flat" cmpd="sng">
              <a:solidFill>
                <a:schemeClr val="accent4"/>
              </a:solidFill>
              <a:prstDash val="solid"/>
              <a:round/>
              <a:headEnd type="none" w="med" len="med"/>
              <a:tailEnd type="triangle" w="med" len="med"/>
            </a:ln>
          </p:spPr>
        </p:cxnSp>
        <p:cxnSp>
          <p:nvCxnSpPr>
            <p:cNvPr id="18" name="Google Shape;1571;p151">
              <a:extLst>
                <a:ext uri="{FF2B5EF4-FFF2-40B4-BE49-F238E27FC236}">
                  <a16:creationId xmlns:a16="http://schemas.microsoft.com/office/drawing/2014/main" id="{2D9B725B-F443-BC73-3410-DF875A0AC8B0}"/>
                </a:ext>
              </a:extLst>
            </p:cNvPr>
            <p:cNvCxnSpPr/>
            <p:nvPr/>
          </p:nvCxnSpPr>
          <p:spPr>
            <a:xfrm rot="10800000">
              <a:off x="7553568" y="2480847"/>
              <a:ext cx="156600" cy="0"/>
            </a:xfrm>
            <a:prstGeom prst="straightConnector1">
              <a:avLst/>
            </a:prstGeom>
            <a:noFill/>
            <a:ln w="9525" cap="flat" cmpd="sng">
              <a:solidFill>
                <a:schemeClr val="accent4"/>
              </a:solidFill>
              <a:prstDash val="solid"/>
              <a:round/>
              <a:headEnd type="none" w="med" len="med"/>
              <a:tailEnd type="triangle" w="med" len="med"/>
            </a:ln>
          </p:spPr>
        </p:cxnSp>
      </p:grpSp>
      <p:pic>
        <p:nvPicPr>
          <p:cNvPr id="19" name="Google Shape;1572;p151">
            <a:extLst>
              <a:ext uri="{FF2B5EF4-FFF2-40B4-BE49-F238E27FC236}">
                <a16:creationId xmlns:a16="http://schemas.microsoft.com/office/drawing/2014/main" id="{1BE28035-8AD4-FA9A-F9F1-35F213EB491A}"/>
              </a:ext>
            </a:extLst>
          </p:cNvPr>
          <p:cNvPicPr preferRelativeResize="0"/>
          <p:nvPr/>
        </p:nvPicPr>
        <p:blipFill>
          <a:blip r:embed="rId3">
            <a:alphaModFix/>
          </a:blip>
          <a:stretch>
            <a:fillRect/>
          </a:stretch>
        </p:blipFill>
        <p:spPr>
          <a:xfrm>
            <a:off x="8107599" y="1903219"/>
            <a:ext cx="161925" cy="161925"/>
          </a:xfrm>
          <a:prstGeom prst="rect">
            <a:avLst/>
          </a:prstGeom>
          <a:noFill/>
          <a:ln>
            <a:noFill/>
          </a:ln>
        </p:spPr>
      </p:pic>
      <p:pic>
        <p:nvPicPr>
          <p:cNvPr id="20" name="Google Shape;1573;p151">
            <a:extLst>
              <a:ext uri="{FF2B5EF4-FFF2-40B4-BE49-F238E27FC236}">
                <a16:creationId xmlns:a16="http://schemas.microsoft.com/office/drawing/2014/main" id="{B3509EEE-F686-C115-6039-91245C7CAC7E}"/>
              </a:ext>
            </a:extLst>
          </p:cNvPr>
          <p:cNvPicPr preferRelativeResize="0"/>
          <p:nvPr/>
        </p:nvPicPr>
        <p:blipFill>
          <a:blip r:embed="rId4">
            <a:alphaModFix/>
          </a:blip>
          <a:stretch>
            <a:fillRect/>
          </a:stretch>
        </p:blipFill>
        <p:spPr>
          <a:xfrm>
            <a:off x="7914342" y="1762040"/>
            <a:ext cx="268324" cy="160996"/>
          </a:xfrm>
          <a:prstGeom prst="rect">
            <a:avLst/>
          </a:prstGeom>
          <a:noFill/>
          <a:ln>
            <a:noFill/>
          </a:ln>
        </p:spPr>
      </p:pic>
      <p:sp>
        <p:nvSpPr>
          <p:cNvPr id="21" name="Google Shape;1574;p151">
            <a:extLst>
              <a:ext uri="{FF2B5EF4-FFF2-40B4-BE49-F238E27FC236}">
                <a16:creationId xmlns:a16="http://schemas.microsoft.com/office/drawing/2014/main" id="{FC1567A3-A724-29C4-3A5B-67220F87411E}"/>
              </a:ext>
            </a:extLst>
          </p:cNvPr>
          <p:cNvSpPr/>
          <p:nvPr/>
        </p:nvSpPr>
        <p:spPr>
          <a:xfrm>
            <a:off x="7752596" y="1723619"/>
            <a:ext cx="669512" cy="418052"/>
          </a:xfrm>
          <a:custGeom>
            <a:avLst/>
            <a:gdLst/>
            <a:ahLst/>
            <a:cxnLst/>
            <a:rect l="l" t="t" r="r" b="b"/>
            <a:pathLst>
              <a:path w="541020" h="337820" extrusionOk="0">
                <a:moveTo>
                  <a:pt x="471170" y="152400"/>
                </a:moveTo>
                <a:cubicBezTo>
                  <a:pt x="472440" y="146685"/>
                  <a:pt x="473075" y="140970"/>
                  <a:pt x="473075" y="135255"/>
                </a:cubicBezTo>
                <a:cubicBezTo>
                  <a:pt x="473075" y="83185"/>
                  <a:pt x="430530" y="40640"/>
                  <a:pt x="378460" y="40640"/>
                </a:cubicBezTo>
                <a:cubicBezTo>
                  <a:pt x="355600" y="40640"/>
                  <a:pt x="334645" y="48260"/>
                  <a:pt x="317500" y="62865"/>
                </a:cubicBezTo>
                <a:cubicBezTo>
                  <a:pt x="289560" y="23495"/>
                  <a:pt x="244475" y="0"/>
                  <a:pt x="196215" y="0"/>
                </a:cubicBezTo>
                <a:cubicBezTo>
                  <a:pt x="114300" y="0"/>
                  <a:pt x="47625" y="66675"/>
                  <a:pt x="47625" y="148590"/>
                </a:cubicBezTo>
                <a:cubicBezTo>
                  <a:pt x="47625" y="163195"/>
                  <a:pt x="50165" y="177800"/>
                  <a:pt x="53975" y="191770"/>
                </a:cubicBezTo>
                <a:cubicBezTo>
                  <a:pt x="22225" y="200660"/>
                  <a:pt x="0" y="229870"/>
                  <a:pt x="0" y="263525"/>
                </a:cubicBezTo>
                <a:cubicBezTo>
                  <a:pt x="0" y="304800"/>
                  <a:pt x="33655" y="337820"/>
                  <a:pt x="74295" y="337820"/>
                </a:cubicBezTo>
                <a:lnTo>
                  <a:pt x="446405" y="337820"/>
                </a:lnTo>
                <a:cubicBezTo>
                  <a:pt x="498475" y="337820"/>
                  <a:pt x="541020" y="295275"/>
                  <a:pt x="541020" y="243205"/>
                </a:cubicBezTo>
                <a:cubicBezTo>
                  <a:pt x="540385" y="200660"/>
                  <a:pt x="511810" y="163830"/>
                  <a:pt x="471170" y="152400"/>
                </a:cubicBezTo>
                <a:close/>
                <a:moveTo>
                  <a:pt x="445770" y="324485"/>
                </a:moveTo>
                <a:lnTo>
                  <a:pt x="73660" y="324485"/>
                </a:lnTo>
                <a:cubicBezTo>
                  <a:pt x="40005" y="324485"/>
                  <a:pt x="12700" y="297180"/>
                  <a:pt x="12700" y="263525"/>
                </a:cubicBezTo>
                <a:cubicBezTo>
                  <a:pt x="12700" y="233680"/>
                  <a:pt x="33655" y="208915"/>
                  <a:pt x="62865" y="203835"/>
                </a:cubicBezTo>
                <a:lnTo>
                  <a:pt x="71120" y="202565"/>
                </a:lnTo>
                <a:lnTo>
                  <a:pt x="68580" y="194945"/>
                </a:lnTo>
                <a:cubicBezTo>
                  <a:pt x="62865" y="179705"/>
                  <a:pt x="60325" y="164465"/>
                  <a:pt x="60325" y="148590"/>
                </a:cubicBezTo>
                <a:cubicBezTo>
                  <a:pt x="60325" y="74295"/>
                  <a:pt x="121285" y="13335"/>
                  <a:pt x="195580" y="13335"/>
                </a:cubicBezTo>
                <a:cubicBezTo>
                  <a:pt x="242570" y="13335"/>
                  <a:pt x="285115" y="36830"/>
                  <a:pt x="309880" y="76835"/>
                </a:cubicBezTo>
                <a:lnTo>
                  <a:pt x="314325" y="83820"/>
                </a:lnTo>
                <a:lnTo>
                  <a:pt x="320040" y="77470"/>
                </a:lnTo>
                <a:cubicBezTo>
                  <a:pt x="335280" y="62230"/>
                  <a:pt x="355600" y="53340"/>
                  <a:pt x="377825" y="53340"/>
                </a:cubicBezTo>
                <a:cubicBezTo>
                  <a:pt x="422275" y="53340"/>
                  <a:pt x="459105" y="89535"/>
                  <a:pt x="459105" y="134620"/>
                </a:cubicBezTo>
                <a:cubicBezTo>
                  <a:pt x="459105" y="140970"/>
                  <a:pt x="458470" y="147955"/>
                  <a:pt x="456565" y="154940"/>
                </a:cubicBezTo>
                <a:lnTo>
                  <a:pt x="454660" y="161925"/>
                </a:lnTo>
                <a:lnTo>
                  <a:pt x="461645" y="163195"/>
                </a:lnTo>
                <a:cubicBezTo>
                  <a:pt x="499110" y="170815"/>
                  <a:pt x="527050" y="204470"/>
                  <a:pt x="527050" y="242570"/>
                </a:cubicBezTo>
                <a:cubicBezTo>
                  <a:pt x="527050" y="288290"/>
                  <a:pt x="490220" y="324485"/>
                  <a:pt x="445770" y="324485"/>
                </a:cubicBezTo>
                <a:close/>
              </a:path>
            </a:pathLst>
          </a:custGeom>
          <a:solidFill>
            <a:schemeClr val="lt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pic>
        <p:nvPicPr>
          <p:cNvPr id="22" name="Google Shape;1575;p151">
            <a:extLst>
              <a:ext uri="{FF2B5EF4-FFF2-40B4-BE49-F238E27FC236}">
                <a16:creationId xmlns:a16="http://schemas.microsoft.com/office/drawing/2014/main" id="{AE7A7BE9-3D2A-2B9A-8D0D-9A42E8079CB8}"/>
              </a:ext>
            </a:extLst>
          </p:cNvPr>
          <p:cNvPicPr preferRelativeResize="0"/>
          <p:nvPr/>
        </p:nvPicPr>
        <p:blipFill>
          <a:blip r:embed="rId5">
            <a:alphaModFix/>
          </a:blip>
          <a:stretch>
            <a:fillRect/>
          </a:stretch>
        </p:blipFill>
        <p:spPr>
          <a:xfrm>
            <a:off x="7879012" y="1958442"/>
            <a:ext cx="161925" cy="96766"/>
          </a:xfrm>
          <a:prstGeom prst="rect">
            <a:avLst/>
          </a:prstGeom>
          <a:noFill/>
          <a:ln>
            <a:noFill/>
          </a:ln>
        </p:spPr>
      </p:pic>
      <p:pic>
        <p:nvPicPr>
          <p:cNvPr id="23" name="Google Shape;1576;p151">
            <a:extLst>
              <a:ext uri="{FF2B5EF4-FFF2-40B4-BE49-F238E27FC236}">
                <a16:creationId xmlns:a16="http://schemas.microsoft.com/office/drawing/2014/main" id="{59FD378D-F72B-2A9B-4A12-3C99DF7DA4CC}"/>
              </a:ext>
            </a:extLst>
          </p:cNvPr>
          <p:cNvPicPr preferRelativeResize="0"/>
          <p:nvPr/>
        </p:nvPicPr>
        <p:blipFill rotWithShape="1">
          <a:blip r:embed="rId6">
            <a:alphaModFix/>
          </a:blip>
          <a:srcRect/>
          <a:stretch/>
        </p:blipFill>
        <p:spPr>
          <a:xfrm>
            <a:off x="6458405" y="1723626"/>
            <a:ext cx="521125" cy="521125"/>
          </a:xfrm>
          <a:prstGeom prst="rect">
            <a:avLst/>
          </a:prstGeom>
          <a:noFill/>
          <a:ln>
            <a:noFill/>
          </a:ln>
        </p:spPr>
      </p:pic>
      <p:pic>
        <p:nvPicPr>
          <p:cNvPr id="24" name="Google Shape;1577;p151">
            <a:extLst>
              <a:ext uri="{FF2B5EF4-FFF2-40B4-BE49-F238E27FC236}">
                <a16:creationId xmlns:a16="http://schemas.microsoft.com/office/drawing/2014/main" id="{74A718FD-3230-8EBF-CDCA-FA52E95D1D67}"/>
              </a:ext>
            </a:extLst>
          </p:cNvPr>
          <p:cNvPicPr preferRelativeResize="0"/>
          <p:nvPr/>
        </p:nvPicPr>
        <p:blipFill rotWithShape="1">
          <a:blip r:embed="rId7">
            <a:alphaModFix/>
          </a:blip>
          <a:srcRect/>
          <a:stretch/>
        </p:blipFill>
        <p:spPr>
          <a:xfrm>
            <a:off x="569724" y="2889902"/>
            <a:ext cx="669500" cy="669500"/>
          </a:xfrm>
          <a:prstGeom prst="rect">
            <a:avLst/>
          </a:prstGeom>
          <a:noFill/>
          <a:ln>
            <a:noFill/>
          </a:ln>
        </p:spPr>
      </p:pic>
      <p:pic>
        <p:nvPicPr>
          <p:cNvPr id="25" name="Google Shape;1578;p151">
            <a:extLst>
              <a:ext uri="{FF2B5EF4-FFF2-40B4-BE49-F238E27FC236}">
                <a16:creationId xmlns:a16="http://schemas.microsoft.com/office/drawing/2014/main" id="{CE059CF8-AD9B-67D4-20B7-B1D4777CFB5A}"/>
              </a:ext>
            </a:extLst>
          </p:cNvPr>
          <p:cNvPicPr preferRelativeResize="0"/>
          <p:nvPr/>
        </p:nvPicPr>
        <p:blipFill rotWithShape="1">
          <a:blip r:embed="rId8">
            <a:alphaModFix/>
          </a:blip>
          <a:srcRect/>
          <a:stretch/>
        </p:blipFill>
        <p:spPr>
          <a:xfrm>
            <a:off x="3542363" y="2925226"/>
            <a:ext cx="612900" cy="612900"/>
          </a:xfrm>
          <a:prstGeom prst="rect">
            <a:avLst/>
          </a:prstGeom>
          <a:noFill/>
          <a:ln>
            <a:noFill/>
          </a:ln>
        </p:spPr>
      </p:pic>
      <p:pic>
        <p:nvPicPr>
          <p:cNvPr id="26" name="Google Shape;1579;p151">
            <a:extLst>
              <a:ext uri="{FF2B5EF4-FFF2-40B4-BE49-F238E27FC236}">
                <a16:creationId xmlns:a16="http://schemas.microsoft.com/office/drawing/2014/main" id="{3DE4B176-3DC8-6FDC-6B64-EE18DBDAD5AB}"/>
              </a:ext>
            </a:extLst>
          </p:cNvPr>
          <p:cNvPicPr preferRelativeResize="0"/>
          <p:nvPr/>
        </p:nvPicPr>
        <p:blipFill rotWithShape="1">
          <a:blip r:embed="rId9">
            <a:alphaModFix/>
          </a:blip>
          <a:srcRect/>
          <a:stretch/>
        </p:blipFill>
        <p:spPr>
          <a:xfrm>
            <a:off x="6403450" y="2939250"/>
            <a:ext cx="576075" cy="576075"/>
          </a:xfrm>
          <a:prstGeom prst="rect">
            <a:avLst/>
          </a:prstGeom>
          <a:noFill/>
          <a:ln>
            <a:noFill/>
          </a:ln>
        </p:spPr>
      </p:pic>
    </p:spTree>
    <p:extLst>
      <p:ext uri="{BB962C8B-B14F-4D97-AF65-F5344CB8AC3E}">
        <p14:creationId xmlns:p14="http://schemas.microsoft.com/office/powerpoint/2010/main" val="1750655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583"/>
        <p:cNvGrpSpPr/>
        <p:nvPr/>
      </p:nvGrpSpPr>
      <p:grpSpPr>
        <a:xfrm>
          <a:off x="0" y="0"/>
          <a:ext cx="0" cy="0"/>
          <a:chOff x="0" y="0"/>
          <a:chExt cx="0" cy="0"/>
        </a:xfrm>
      </p:grpSpPr>
      <p:sp>
        <p:nvSpPr>
          <p:cNvPr id="1584" name="Google Shape;1584;p152"/>
          <p:cNvSpPr txBox="1">
            <a:spLocks noGrp="1"/>
          </p:cNvSpPr>
          <p:nvPr>
            <p:ph type="title"/>
          </p:nvPr>
        </p:nvSpPr>
        <p:spPr>
          <a:xfrm>
            <a:off x="533400" y="284253"/>
            <a:ext cx="7620000" cy="612900"/>
          </a:xfrm>
          <a:prstGeom prst="rect">
            <a:avLst/>
          </a:prstGeom>
        </p:spPr>
        <p:txBody>
          <a:bodyPr spcFirstLastPara="1" wrap="square" lIns="91425" tIns="0" rIns="91425" bIns="45700" anchor="t" anchorCtr="0">
            <a:noAutofit/>
          </a:bodyPr>
          <a:lstStyle/>
          <a:p>
            <a:pPr marL="0" lvl="0" indent="0" algn="l" rtl="0">
              <a:spcBef>
                <a:spcPts val="0"/>
              </a:spcBef>
              <a:spcAft>
                <a:spcPts val="0"/>
              </a:spcAft>
              <a:buNone/>
            </a:pPr>
            <a:r>
              <a:rPr lang="en"/>
              <a:t>Hybrid Data Services</a:t>
            </a:r>
            <a:endParaRPr/>
          </a:p>
        </p:txBody>
      </p:sp>
      <p:sp>
        <p:nvSpPr>
          <p:cNvPr id="1585" name="Google Shape;1585;p152"/>
          <p:cNvSpPr txBox="1"/>
          <p:nvPr/>
        </p:nvSpPr>
        <p:spPr>
          <a:xfrm>
            <a:off x="419100" y="685800"/>
            <a:ext cx="8305800" cy="417900"/>
          </a:xfrm>
          <a:prstGeom prst="rect">
            <a:avLst/>
          </a:prstGeom>
          <a:noFill/>
          <a:ln>
            <a:noFill/>
          </a:ln>
        </p:spPr>
        <p:txBody>
          <a:bodyPr spcFirstLastPara="1" wrap="square" lIns="0" tIns="91425" rIns="0" bIns="91425" anchor="t" anchorCtr="0">
            <a:noAutofit/>
          </a:bodyPr>
          <a:lstStyle/>
          <a:p>
            <a:pPr marL="0" lvl="0" indent="0" algn="l" rtl="0">
              <a:lnSpc>
                <a:spcPct val="80000"/>
              </a:lnSpc>
              <a:spcBef>
                <a:spcPts val="0"/>
              </a:spcBef>
              <a:spcAft>
                <a:spcPts val="0"/>
              </a:spcAft>
              <a:buNone/>
            </a:pPr>
            <a:endParaRPr sz="2200">
              <a:solidFill>
                <a:srgbClr val="305868"/>
              </a:solidFill>
              <a:latin typeface="Lato"/>
              <a:ea typeface="Lato"/>
              <a:cs typeface="Lato"/>
              <a:sym typeface="Lato"/>
            </a:endParaRPr>
          </a:p>
        </p:txBody>
      </p:sp>
      <p:sp>
        <p:nvSpPr>
          <p:cNvPr id="1586" name="Google Shape;1586;p152"/>
          <p:cNvSpPr/>
          <p:nvPr/>
        </p:nvSpPr>
        <p:spPr>
          <a:xfrm>
            <a:off x="6035877" y="1457625"/>
            <a:ext cx="1032600" cy="430200"/>
          </a:xfrm>
          <a:prstGeom prst="rect">
            <a:avLst/>
          </a:prstGeom>
          <a:noFill/>
          <a:ln>
            <a:noFill/>
          </a:ln>
        </p:spPr>
        <p:txBody>
          <a:bodyPr spcFirstLastPara="1" wrap="square" lIns="0" tIns="45700" rIns="0" bIns="45700" anchor="b" anchorCtr="0">
            <a:noAutofit/>
          </a:bodyPr>
          <a:lstStyle/>
          <a:p>
            <a:pPr marL="0" marR="0" lvl="0" indent="0" algn="l" rtl="0">
              <a:spcBef>
                <a:spcPts val="0"/>
              </a:spcBef>
              <a:spcAft>
                <a:spcPts val="0"/>
              </a:spcAft>
              <a:buClr>
                <a:srgbClr val="FF8300"/>
              </a:buClr>
              <a:buSzPts val="1200"/>
              <a:buFont typeface="Roboto"/>
              <a:buNone/>
            </a:pPr>
            <a:r>
              <a:rPr lang="en" sz="1200">
                <a:solidFill>
                  <a:schemeClr val="accent1"/>
                </a:solidFill>
                <a:latin typeface="Plus Jakarta Sans SemiBold"/>
                <a:ea typeface="Plus Jakarta Sans SemiBold"/>
                <a:cs typeface="Plus Jakarta Sans SemiBold"/>
                <a:sym typeface="Plus Jakarta Sans SemiBold"/>
              </a:rPr>
              <a:t>Artificial Intelligence</a:t>
            </a:r>
            <a:endParaRPr sz="1200">
              <a:solidFill>
                <a:schemeClr val="accent1"/>
              </a:solidFill>
              <a:latin typeface="Plus Jakarta Sans SemiBold"/>
              <a:ea typeface="Plus Jakarta Sans SemiBold"/>
              <a:cs typeface="Plus Jakarta Sans SemiBold"/>
              <a:sym typeface="Plus Jakarta Sans SemiBold"/>
            </a:endParaRPr>
          </a:p>
        </p:txBody>
      </p:sp>
      <p:sp>
        <p:nvSpPr>
          <p:cNvPr id="1587" name="Google Shape;1587;p152"/>
          <p:cNvSpPr txBox="1"/>
          <p:nvPr/>
        </p:nvSpPr>
        <p:spPr>
          <a:xfrm>
            <a:off x="5563175" y="1864500"/>
            <a:ext cx="1637400" cy="14880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Clr>
                <a:srgbClr val="828282"/>
              </a:buClr>
              <a:buSzPts val="1100"/>
              <a:buFont typeface="Roboto"/>
              <a:buNone/>
            </a:pPr>
            <a:r>
              <a:rPr lang="en" sz="1000">
                <a:solidFill>
                  <a:schemeClr val="lt1"/>
                </a:solidFill>
                <a:latin typeface="Plus Jakarta Sans"/>
                <a:ea typeface="Plus Jakarta Sans"/>
                <a:cs typeface="Plus Jakarta Sans"/>
                <a:sym typeface="Plus Jakarta Sans"/>
              </a:rPr>
              <a:t>Collaborative ML workspaces for data scientists to develop, experiment and deploy models into production with secure, self-service enterprise data access</a:t>
            </a:r>
            <a:endParaRPr sz="1000">
              <a:solidFill>
                <a:schemeClr val="lt1"/>
              </a:solidFill>
              <a:latin typeface="Plus Jakarta Sans"/>
              <a:ea typeface="Plus Jakarta Sans"/>
              <a:cs typeface="Plus Jakarta Sans"/>
              <a:sym typeface="Plus Jakarta Sans"/>
            </a:endParaRPr>
          </a:p>
        </p:txBody>
      </p:sp>
      <p:sp>
        <p:nvSpPr>
          <p:cNvPr id="1588" name="Google Shape;1588;p152"/>
          <p:cNvSpPr txBox="1"/>
          <p:nvPr/>
        </p:nvSpPr>
        <p:spPr>
          <a:xfrm>
            <a:off x="7239775" y="1864500"/>
            <a:ext cx="1637400" cy="1488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828282"/>
              </a:buClr>
              <a:buSzPts val="1100"/>
              <a:buFont typeface="Roboto"/>
              <a:buNone/>
            </a:pPr>
            <a:r>
              <a:rPr lang="en" sz="1000">
                <a:solidFill>
                  <a:schemeClr val="lt1"/>
                </a:solidFill>
                <a:latin typeface="Plus Jakarta Sans"/>
                <a:ea typeface="Plus Jakarta Sans"/>
                <a:cs typeface="Plus Jakarta Sans"/>
                <a:sym typeface="Plus Jakarta Sans"/>
              </a:rPr>
              <a:t>High-performance NoSQL database with unparalleled scale and performance for business critical operational applications</a:t>
            </a:r>
            <a:endParaRPr sz="1000">
              <a:solidFill>
                <a:schemeClr val="lt1"/>
              </a:solidFill>
              <a:latin typeface="Plus Jakarta Sans"/>
              <a:ea typeface="Plus Jakarta Sans"/>
              <a:cs typeface="Plus Jakarta Sans"/>
              <a:sym typeface="Plus Jakarta Sans"/>
            </a:endParaRPr>
          </a:p>
        </p:txBody>
      </p:sp>
      <p:sp>
        <p:nvSpPr>
          <p:cNvPr id="1589" name="Google Shape;1589;p152"/>
          <p:cNvSpPr/>
          <p:nvPr/>
        </p:nvSpPr>
        <p:spPr>
          <a:xfrm>
            <a:off x="1060850" y="1457675"/>
            <a:ext cx="1110000" cy="430200"/>
          </a:xfrm>
          <a:prstGeom prst="rect">
            <a:avLst/>
          </a:prstGeom>
          <a:noFill/>
          <a:ln>
            <a:noFill/>
          </a:ln>
        </p:spPr>
        <p:txBody>
          <a:bodyPr spcFirstLastPara="1" wrap="square" lIns="0" tIns="45700" rIns="0" bIns="45700" anchor="b" anchorCtr="0">
            <a:noAutofit/>
          </a:bodyPr>
          <a:lstStyle/>
          <a:p>
            <a:pPr marL="0" marR="0" lvl="0" indent="0" algn="l" rtl="0">
              <a:spcBef>
                <a:spcPts val="0"/>
              </a:spcBef>
              <a:spcAft>
                <a:spcPts val="0"/>
              </a:spcAft>
              <a:buClr>
                <a:srgbClr val="FF8300"/>
              </a:buClr>
              <a:buSzPts val="1200"/>
              <a:buFont typeface="Roboto"/>
              <a:buNone/>
            </a:pPr>
            <a:r>
              <a:rPr lang="en" sz="1200">
                <a:solidFill>
                  <a:schemeClr val="accent1"/>
                </a:solidFill>
                <a:latin typeface="Plus Jakarta Sans SemiBold"/>
                <a:ea typeface="Plus Jakarta Sans SemiBold"/>
                <a:cs typeface="Plus Jakarta Sans SemiBold"/>
                <a:sym typeface="Plus Jakarta Sans SemiBold"/>
              </a:rPr>
              <a:t>Data</a:t>
            </a:r>
            <a:endParaRPr sz="1200">
              <a:solidFill>
                <a:schemeClr val="accent1"/>
              </a:solidFill>
              <a:latin typeface="Plus Jakarta Sans SemiBold"/>
              <a:ea typeface="Plus Jakarta Sans SemiBold"/>
              <a:cs typeface="Plus Jakarta Sans SemiBold"/>
              <a:sym typeface="Plus Jakarta Sans SemiBold"/>
            </a:endParaRPr>
          </a:p>
          <a:p>
            <a:pPr marL="0" marR="0" lvl="0" indent="0" algn="l" rtl="0">
              <a:spcBef>
                <a:spcPts val="0"/>
              </a:spcBef>
              <a:spcAft>
                <a:spcPts val="0"/>
              </a:spcAft>
              <a:buClr>
                <a:srgbClr val="FF8300"/>
              </a:buClr>
              <a:buSzPts val="1200"/>
              <a:buFont typeface="Roboto"/>
              <a:buNone/>
            </a:pPr>
            <a:r>
              <a:rPr lang="en" sz="1200">
                <a:solidFill>
                  <a:schemeClr val="accent1"/>
                </a:solidFill>
                <a:latin typeface="Plus Jakarta Sans SemiBold"/>
                <a:ea typeface="Plus Jakarta Sans SemiBold"/>
                <a:cs typeface="Plus Jakarta Sans SemiBold"/>
                <a:sym typeface="Plus Jakarta Sans SemiBold"/>
              </a:rPr>
              <a:t>Flow</a:t>
            </a:r>
            <a:endParaRPr sz="1200">
              <a:solidFill>
                <a:schemeClr val="accent1"/>
              </a:solidFill>
              <a:latin typeface="Plus Jakarta Sans SemiBold"/>
              <a:ea typeface="Plus Jakarta Sans SemiBold"/>
              <a:cs typeface="Plus Jakarta Sans SemiBold"/>
              <a:sym typeface="Plus Jakarta Sans SemiBold"/>
            </a:endParaRPr>
          </a:p>
        </p:txBody>
      </p:sp>
      <p:sp>
        <p:nvSpPr>
          <p:cNvPr id="1590" name="Google Shape;1590;p152"/>
          <p:cNvSpPr/>
          <p:nvPr/>
        </p:nvSpPr>
        <p:spPr>
          <a:xfrm>
            <a:off x="7748973" y="1457600"/>
            <a:ext cx="1032600" cy="430200"/>
          </a:xfrm>
          <a:prstGeom prst="rect">
            <a:avLst/>
          </a:prstGeom>
          <a:noFill/>
          <a:ln>
            <a:noFill/>
          </a:ln>
        </p:spPr>
        <p:txBody>
          <a:bodyPr spcFirstLastPara="1" wrap="square" lIns="0" tIns="45700" rIns="0" bIns="45700" anchor="b" anchorCtr="0">
            <a:noAutofit/>
          </a:bodyPr>
          <a:lstStyle/>
          <a:p>
            <a:pPr marL="0" marR="0" lvl="0" indent="0" algn="l" rtl="0">
              <a:spcBef>
                <a:spcPts val="0"/>
              </a:spcBef>
              <a:spcAft>
                <a:spcPts val="0"/>
              </a:spcAft>
              <a:buClr>
                <a:srgbClr val="FF8300"/>
              </a:buClr>
              <a:buSzPts val="1200"/>
              <a:buFont typeface="Roboto"/>
              <a:buNone/>
            </a:pPr>
            <a:r>
              <a:rPr lang="en" sz="1200">
                <a:solidFill>
                  <a:schemeClr val="accent1"/>
                </a:solidFill>
                <a:latin typeface="Plus Jakarta Sans SemiBold"/>
                <a:ea typeface="Plus Jakarta Sans SemiBold"/>
                <a:cs typeface="Plus Jakarta Sans SemiBold"/>
                <a:sym typeface="Plus Jakarta Sans SemiBold"/>
              </a:rPr>
              <a:t>Operational Database</a:t>
            </a:r>
            <a:endParaRPr sz="1200">
              <a:solidFill>
                <a:schemeClr val="accent1"/>
              </a:solidFill>
              <a:latin typeface="Plus Jakarta Sans SemiBold"/>
              <a:ea typeface="Plus Jakarta Sans SemiBold"/>
              <a:cs typeface="Plus Jakarta Sans SemiBold"/>
              <a:sym typeface="Plus Jakarta Sans SemiBold"/>
            </a:endParaRPr>
          </a:p>
        </p:txBody>
      </p:sp>
      <p:sp>
        <p:nvSpPr>
          <p:cNvPr id="1591" name="Google Shape;1591;p152"/>
          <p:cNvSpPr txBox="1"/>
          <p:nvPr/>
        </p:nvSpPr>
        <p:spPr>
          <a:xfrm>
            <a:off x="533400" y="1864500"/>
            <a:ext cx="1637400" cy="14880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Clr>
                <a:srgbClr val="828282"/>
              </a:buClr>
              <a:buSzPts val="1100"/>
              <a:buFont typeface="Roboto"/>
              <a:buNone/>
            </a:pPr>
            <a:r>
              <a:rPr lang="en" sz="1000">
                <a:solidFill>
                  <a:schemeClr val="lt2"/>
                </a:solidFill>
                <a:latin typeface="Plus Jakarta Sans"/>
                <a:ea typeface="Plus Jakarta Sans"/>
                <a:cs typeface="Plus Jakarta Sans"/>
                <a:sym typeface="Plus Jakarta Sans"/>
              </a:rPr>
              <a:t>Scalable, real-time data ingest, curate, and analyze data with an easy no-code approach to developing sophisticated streaming applications</a:t>
            </a:r>
            <a:endParaRPr sz="1000">
              <a:solidFill>
                <a:schemeClr val="lt2"/>
              </a:solidFill>
              <a:latin typeface="Plus Jakarta Sans"/>
              <a:ea typeface="Plus Jakarta Sans"/>
              <a:cs typeface="Plus Jakarta Sans"/>
              <a:sym typeface="Plus Jakarta Sans"/>
            </a:endParaRPr>
          </a:p>
        </p:txBody>
      </p:sp>
      <p:sp>
        <p:nvSpPr>
          <p:cNvPr id="1592" name="Google Shape;1592;p152"/>
          <p:cNvSpPr/>
          <p:nvPr/>
        </p:nvSpPr>
        <p:spPr>
          <a:xfrm>
            <a:off x="2651975" y="1457600"/>
            <a:ext cx="1195500" cy="430200"/>
          </a:xfrm>
          <a:prstGeom prst="rect">
            <a:avLst/>
          </a:prstGeom>
          <a:noFill/>
          <a:ln>
            <a:noFill/>
          </a:ln>
        </p:spPr>
        <p:txBody>
          <a:bodyPr spcFirstLastPara="1" wrap="square" lIns="0" tIns="45700" rIns="0" bIns="45700" anchor="b" anchorCtr="0">
            <a:noAutofit/>
          </a:bodyPr>
          <a:lstStyle/>
          <a:p>
            <a:pPr marL="0" marR="0" lvl="0" indent="0" algn="l" rtl="0">
              <a:spcBef>
                <a:spcPts val="0"/>
              </a:spcBef>
              <a:spcAft>
                <a:spcPts val="0"/>
              </a:spcAft>
              <a:buClr>
                <a:srgbClr val="FF8300"/>
              </a:buClr>
              <a:buSzPts val="1200"/>
              <a:buFont typeface="Roboto"/>
              <a:buNone/>
            </a:pPr>
            <a:r>
              <a:rPr lang="en" sz="1200">
                <a:solidFill>
                  <a:schemeClr val="accent1"/>
                </a:solidFill>
                <a:latin typeface="Plus Jakarta Sans SemiBold"/>
                <a:ea typeface="Plus Jakarta Sans SemiBold"/>
                <a:cs typeface="Plus Jakarta Sans SemiBold"/>
                <a:sym typeface="Plus Jakarta Sans SemiBold"/>
              </a:rPr>
              <a:t>Data Engineering</a:t>
            </a:r>
            <a:endParaRPr sz="1200">
              <a:solidFill>
                <a:schemeClr val="accent1"/>
              </a:solidFill>
              <a:latin typeface="Plus Jakarta Sans SemiBold"/>
              <a:ea typeface="Plus Jakarta Sans SemiBold"/>
              <a:cs typeface="Plus Jakarta Sans SemiBold"/>
              <a:sym typeface="Plus Jakarta Sans SemiBold"/>
            </a:endParaRPr>
          </a:p>
        </p:txBody>
      </p:sp>
      <p:sp>
        <p:nvSpPr>
          <p:cNvPr id="1593" name="Google Shape;1593;p152"/>
          <p:cNvSpPr txBox="1"/>
          <p:nvPr/>
        </p:nvSpPr>
        <p:spPr>
          <a:xfrm>
            <a:off x="2210000" y="1864500"/>
            <a:ext cx="1637400" cy="1488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828282"/>
              </a:buClr>
              <a:buSzPts val="1100"/>
              <a:buFont typeface="Roboto"/>
              <a:buNone/>
            </a:pPr>
            <a:r>
              <a:rPr lang="en" sz="1000">
                <a:solidFill>
                  <a:schemeClr val="lt1"/>
                </a:solidFill>
                <a:latin typeface="Plus Jakarta Sans"/>
                <a:ea typeface="Plus Jakarta Sans"/>
                <a:cs typeface="Plus Jakarta Sans"/>
                <a:sym typeface="Plus Jakarta Sans"/>
              </a:rPr>
              <a:t>Orchestrate, secure, and automate enterprise-grade data pipelines to accelerate time to insight with built-in job scheduling, interactive sessions, and visual troubleshooting.</a:t>
            </a:r>
            <a:endParaRPr sz="1000">
              <a:solidFill>
                <a:schemeClr val="lt1"/>
              </a:solidFill>
              <a:latin typeface="Plus Jakarta Sans"/>
              <a:ea typeface="Plus Jakarta Sans"/>
              <a:cs typeface="Plus Jakarta Sans"/>
              <a:sym typeface="Plus Jakarta Sans"/>
            </a:endParaRPr>
          </a:p>
        </p:txBody>
      </p:sp>
      <p:sp>
        <p:nvSpPr>
          <p:cNvPr id="1594" name="Google Shape;1594;p152"/>
          <p:cNvSpPr/>
          <p:nvPr/>
        </p:nvSpPr>
        <p:spPr>
          <a:xfrm>
            <a:off x="4413975" y="1457625"/>
            <a:ext cx="1110000" cy="430200"/>
          </a:xfrm>
          <a:prstGeom prst="rect">
            <a:avLst/>
          </a:prstGeom>
          <a:noFill/>
          <a:ln>
            <a:noFill/>
          </a:ln>
        </p:spPr>
        <p:txBody>
          <a:bodyPr spcFirstLastPara="1" wrap="square" lIns="0" tIns="45700" rIns="0" bIns="45700" anchor="b" anchorCtr="0">
            <a:noAutofit/>
          </a:bodyPr>
          <a:lstStyle/>
          <a:p>
            <a:pPr marL="0" marR="0" lvl="0" indent="0" algn="l" rtl="0">
              <a:spcBef>
                <a:spcPts val="0"/>
              </a:spcBef>
              <a:spcAft>
                <a:spcPts val="0"/>
              </a:spcAft>
              <a:buClr>
                <a:srgbClr val="FF8300"/>
              </a:buClr>
              <a:buSzPts val="1200"/>
              <a:buFont typeface="Roboto"/>
              <a:buNone/>
            </a:pPr>
            <a:r>
              <a:rPr lang="en" sz="1200">
                <a:solidFill>
                  <a:schemeClr val="accent1"/>
                </a:solidFill>
                <a:latin typeface="Plus Jakarta Sans SemiBold"/>
                <a:ea typeface="Plus Jakarta Sans SemiBold"/>
                <a:cs typeface="Plus Jakarta Sans SemiBold"/>
                <a:sym typeface="Plus Jakarta Sans SemiBold"/>
              </a:rPr>
              <a:t>Data Warehouse</a:t>
            </a:r>
            <a:endParaRPr sz="1200">
              <a:solidFill>
                <a:schemeClr val="accent1"/>
              </a:solidFill>
              <a:latin typeface="Plus Jakarta Sans SemiBold"/>
              <a:ea typeface="Plus Jakarta Sans SemiBold"/>
              <a:cs typeface="Plus Jakarta Sans SemiBold"/>
              <a:sym typeface="Plus Jakarta Sans SemiBold"/>
            </a:endParaRPr>
          </a:p>
        </p:txBody>
      </p:sp>
      <p:sp>
        <p:nvSpPr>
          <p:cNvPr id="1595" name="Google Shape;1595;p152"/>
          <p:cNvSpPr txBox="1"/>
          <p:nvPr/>
        </p:nvSpPr>
        <p:spPr>
          <a:xfrm>
            <a:off x="3886575" y="1864500"/>
            <a:ext cx="1637400" cy="14880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Clr>
                <a:srgbClr val="828282"/>
              </a:buClr>
              <a:buSzPts val="1100"/>
              <a:buFont typeface="Roboto"/>
              <a:buNone/>
            </a:pPr>
            <a:r>
              <a:rPr lang="en" sz="1000">
                <a:solidFill>
                  <a:schemeClr val="lt1"/>
                </a:solidFill>
                <a:latin typeface="Plus Jakarta Sans"/>
                <a:ea typeface="Plus Jakarta Sans"/>
                <a:cs typeface="Plus Jakarta Sans"/>
                <a:sym typeface="Plus Jakarta Sans"/>
              </a:rPr>
              <a:t>Deploy easy-to-use data warehouses with high performance SQL engines for teams of business analysts that need sub-second query response times on petabyte scale data</a:t>
            </a:r>
            <a:endParaRPr sz="1000">
              <a:solidFill>
                <a:schemeClr val="lt1"/>
              </a:solidFill>
              <a:latin typeface="Plus Jakarta Sans"/>
              <a:ea typeface="Plus Jakarta Sans"/>
              <a:cs typeface="Plus Jakarta Sans"/>
              <a:sym typeface="Plus Jakarta Sans"/>
            </a:endParaRPr>
          </a:p>
        </p:txBody>
      </p:sp>
      <p:grpSp>
        <p:nvGrpSpPr>
          <p:cNvPr id="1596" name="Google Shape;1596;p152"/>
          <p:cNvGrpSpPr/>
          <p:nvPr/>
        </p:nvGrpSpPr>
        <p:grpSpPr>
          <a:xfrm>
            <a:off x="625325" y="3522725"/>
            <a:ext cx="1417225" cy="708000"/>
            <a:chOff x="654525" y="3675125"/>
            <a:chExt cx="1417225" cy="708000"/>
          </a:xfrm>
        </p:grpSpPr>
        <p:sp>
          <p:nvSpPr>
            <p:cNvPr id="1597" name="Google Shape;1597;p152"/>
            <p:cNvSpPr/>
            <p:nvPr/>
          </p:nvSpPr>
          <p:spPr>
            <a:xfrm>
              <a:off x="654525" y="3748175"/>
              <a:ext cx="192600" cy="192600"/>
            </a:xfrm>
            <a:prstGeom prst="ellipse">
              <a:avLst/>
            </a:prstGeom>
            <a:noFill/>
            <a:ln w="9525" cap="flat" cmpd="sng">
              <a:solidFill>
                <a:srgbClr val="82828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rgbClr val="305868"/>
                </a:buClr>
                <a:buSzPts val="1200"/>
                <a:buFont typeface="Roboto"/>
                <a:buNone/>
              </a:pPr>
              <a:endParaRPr sz="1200">
                <a:solidFill>
                  <a:schemeClr val="lt1"/>
                </a:solidFill>
                <a:latin typeface="Plus Jakarta Sans"/>
                <a:ea typeface="Plus Jakarta Sans"/>
                <a:cs typeface="Plus Jakarta Sans"/>
                <a:sym typeface="Plus Jakarta Sans"/>
              </a:endParaRPr>
            </a:p>
          </p:txBody>
        </p:sp>
        <p:sp>
          <p:nvSpPr>
            <p:cNvPr id="1598" name="Google Shape;1598;p152"/>
            <p:cNvSpPr txBox="1"/>
            <p:nvPr/>
          </p:nvSpPr>
          <p:spPr>
            <a:xfrm>
              <a:off x="818950" y="3675125"/>
              <a:ext cx="1252800" cy="3387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828282"/>
                </a:buClr>
                <a:buSzPts val="1000"/>
                <a:buFont typeface="Roboto"/>
                <a:buNone/>
              </a:pPr>
              <a:r>
                <a:rPr lang="en" sz="1000">
                  <a:solidFill>
                    <a:schemeClr val="lt1"/>
                  </a:solidFill>
                  <a:latin typeface="Plus Jakarta Sans"/>
                  <a:ea typeface="Plus Jakarta Sans"/>
                  <a:cs typeface="Plus Jakarta Sans"/>
                  <a:sym typeface="Plus Jakarta Sans"/>
                </a:rPr>
                <a:t>Data Center</a:t>
              </a:r>
              <a:endParaRPr sz="1000">
                <a:solidFill>
                  <a:schemeClr val="lt1"/>
                </a:solidFill>
                <a:latin typeface="Plus Jakarta Sans"/>
                <a:ea typeface="Plus Jakarta Sans"/>
                <a:cs typeface="Plus Jakarta Sans"/>
                <a:sym typeface="Plus Jakarta Sans"/>
              </a:endParaRPr>
            </a:p>
          </p:txBody>
        </p:sp>
        <p:sp>
          <p:nvSpPr>
            <p:cNvPr id="1599" name="Google Shape;1599;p152"/>
            <p:cNvSpPr/>
            <p:nvPr/>
          </p:nvSpPr>
          <p:spPr>
            <a:xfrm>
              <a:off x="654525" y="4117475"/>
              <a:ext cx="192600" cy="192600"/>
            </a:xfrm>
            <a:prstGeom prst="ellipse">
              <a:avLst/>
            </a:prstGeom>
            <a:noFill/>
            <a:ln w="9525" cap="flat" cmpd="sng">
              <a:solidFill>
                <a:srgbClr val="82828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rgbClr val="305868"/>
                </a:buClr>
                <a:buSzPts val="1200"/>
                <a:buFont typeface="Roboto"/>
                <a:buNone/>
              </a:pPr>
              <a:endParaRPr sz="1200">
                <a:solidFill>
                  <a:schemeClr val="lt1"/>
                </a:solidFill>
                <a:latin typeface="Plus Jakarta Sans"/>
                <a:ea typeface="Plus Jakarta Sans"/>
                <a:cs typeface="Plus Jakarta Sans"/>
                <a:sym typeface="Plus Jakarta Sans"/>
              </a:endParaRPr>
            </a:p>
          </p:txBody>
        </p:sp>
        <p:sp>
          <p:nvSpPr>
            <p:cNvPr id="1600" name="Google Shape;1600;p152"/>
            <p:cNvSpPr txBox="1"/>
            <p:nvPr/>
          </p:nvSpPr>
          <p:spPr>
            <a:xfrm>
              <a:off x="818950" y="4044425"/>
              <a:ext cx="1252800" cy="338700"/>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rgbClr val="828282"/>
                </a:buClr>
                <a:buSzPts val="1000"/>
                <a:buFont typeface="Roboto"/>
                <a:buNone/>
              </a:pPr>
              <a:r>
                <a:rPr lang="en" sz="1000">
                  <a:solidFill>
                    <a:schemeClr val="lt1"/>
                  </a:solidFill>
                  <a:latin typeface="Plus Jakarta Sans"/>
                  <a:ea typeface="Plus Jakarta Sans"/>
                  <a:cs typeface="Plus Jakarta Sans"/>
                  <a:sym typeface="Plus Jakarta Sans"/>
                </a:rPr>
                <a:t>Cloud</a:t>
              </a:r>
              <a:endParaRPr sz="1000">
                <a:solidFill>
                  <a:schemeClr val="lt1"/>
                </a:solidFill>
                <a:latin typeface="Plus Jakarta Sans"/>
                <a:ea typeface="Plus Jakarta Sans"/>
                <a:cs typeface="Plus Jakarta Sans"/>
                <a:sym typeface="Plus Jakarta Sans"/>
              </a:endParaRPr>
            </a:p>
          </p:txBody>
        </p:sp>
      </p:grpSp>
      <p:sp>
        <p:nvSpPr>
          <p:cNvPr id="1601" name="Google Shape;1601;p152"/>
          <p:cNvSpPr/>
          <p:nvPr/>
        </p:nvSpPr>
        <p:spPr>
          <a:xfrm>
            <a:off x="674958" y="4027227"/>
            <a:ext cx="93334" cy="68297"/>
          </a:xfrm>
          <a:custGeom>
            <a:avLst/>
            <a:gdLst/>
            <a:ahLst/>
            <a:cxnLst/>
            <a:rect l="l" t="t" r="r" b="b"/>
            <a:pathLst>
              <a:path w="93334" h="68297" extrusionOk="0">
                <a:moveTo>
                  <a:pt x="32316" y="68298"/>
                </a:moveTo>
                <a:lnTo>
                  <a:pt x="0" y="35981"/>
                </a:lnTo>
                <a:lnTo>
                  <a:pt x="7279" y="28703"/>
                </a:lnTo>
                <a:lnTo>
                  <a:pt x="32316" y="53688"/>
                </a:lnTo>
                <a:lnTo>
                  <a:pt x="86056" y="0"/>
                </a:lnTo>
                <a:lnTo>
                  <a:pt x="93335" y="7279"/>
                </a:lnTo>
                <a:lnTo>
                  <a:pt x="32316" y="68298"/>
                </a:lnTo>
                <a:close/>
              </a:path>
            </a:pathLst>
          </a:custGeom>
          <a:solidFill>
            <a:srgbClr val="00FF00"/>
          </a:solidFill>
          <a:ln w="9525"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nvGrpSpPr>
          <p:cNvPr id="1602" name="Google Shape;1602;p152"/>
          <p:cNvGrpSpPr/>
          <p:nvPr/>
        </p:nvGrpSpPr>
        <p:grpSpPr>
          <a:xfrm>
            <a:off x="2288875" y="3522725"/>
            <a:ext cx="1417225" cy="708000"/>
            <a:chOff x="654525" y="3675125"/>
            <a:chExt cx="1417225" cy="708000"/>
          </a:xfrm>
        </p:grpSpPr>
        <p:sp>
          <p:nvSpPr>
            <p:cNvPr id="1603" name="Google Shape;1603;p152"/>
            <p:cNvSpPr/>
            <p:nvPr/>
          </p:nvSpPr>
          <p:spPr>
            <a:xfrm>
              <a:off x="654525" y="3748175"/>
              <a:ext cx="192600" cy="192600"/>
            </a:xfrm>
            <a:prstGeom prst="ellipse">
              <a:avLst/>
            </a:prstGeom>
            <a:noFill/>
            <a:ln w="9525" cap="flat" cmpd="sng">
              <a:solidFill>
                <a:srgbClr val="82828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rgbClr val="305868"/>
                </a:buClr>
                <a:buSzPts val="1200"/>
                <a:buFont typeface="Roboto"/>
                <a:buNone/>
              </a:pPr>
              <a:endParaRPr sz="1200">
                <a:solidFill>
                  <a:schemeClr val="lt1"/>
                </a:solidFill>
                <a:latin typeface="Plus Jakarta Sans"/>
                <a:ea typeface="Plus Jakarta Sans"/>
                <a:cs typeface="Plus Jakarta Sans"/>
                <a:sym typeface="Plus Jakarta Sans"/>
              </a:endParaRPr>
            </a:p>
          </p:txBody>
        </p:sp>
        <p:sp>
          <p:nvSpPr>
            <p:cNvPr id="1604" name="Google Shape;1604;p152"/>
            <p:cNvSpPr txBox="1"/>
            <p:nvPr/>
          </p:nvSpPr>
          <p:spPr>
            <a:xfrm>
              <a:off x="818950" y="3675125"/>
              <a:ext cx="1252800" cy="3387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828282"/>
                </a:buClr>
                <a:buSzPts val="1000"/>
                <a:buFont typeface="Roboto"/>
                <a:buNone/>
              </a:pPr>
              <a:r>
                <a:rPr lang="en" sz="1000">
                  <a:solidFill>
                    <a:schemeClr val="lt1"/>
                  </a:solidFill>
                  <a:latin typeface="Plus Jakarta Sans"/>
                  <a:ea typeface="Plus Jakarta Sans"/>
                  <a:cs typeface="Plus Jakarta Sans"/>
                  <a:sym typeface="Plus Jakarta Sans"/>
                </a:rPr>
                <a:t>Data Center</a:t>
              </a:r>
              <a:endParaRPr sz="1000">
                <a:solidFill>
                  <a:schemeClr val="lt1"/>
                </a:solidFill>
                <a:latin typeface="Plus Jakarta Sans"/>
                <a:ea typeface="Plus Jakarta Sans"/>
                <a:cs typeface="Plus Jakarta Sans"/>
                <a:sym typeface="Plus Jakarta Sans"/>
              </a:endParaRPr>
            </a:p>
          </p:txBody>
        </p:sp>
        <p:sp>
          <p:nvSpPr>
            <p:cNvPr id="1605" name="Google Shape;1605;p152"/>
            <p:cNvSpPr/>
            <p:nvPr/>
          </p:nvSpPr>
          <p:spPr>
            <a:xfrm>
              <a:off x="654525" y="4117475"/>
              <a:ext cx="192600" cy="192600"/>
            </a:xfrm>
            <a:prstGeom prst="ellipse">
              <a:avLst/>
            </a:prstGeom>
            <a:noFill/>
            <a:ln w="9525" cap="flat" cmpd="sng">
              <a:solidFill>
                <a:srgbClr val="82828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rgbClr val="305868"/>
                </a:buClr>
                <a:buSzPts val="1200"/>
                <a:buFont typeface="Roboto"/>
                <a:buNone/>
              </a:pPr>
              <a:endParaRPr sz="1200">
                <a:solidFill>
                  <a:schemeClr val="lt1"/>
                </a:solidFill>
                <a:latin typeface="Plus Jakarta Sans"/>
                <a:ea typeface="Plus Jakarta Sans"/>
                <a:cs typeface="Plus Jakarta Sans"/>
                <a:sym typeface="Plus Jakarta Sans"/>
              </a:endParaRPr>
            </a:p>
          </p:txBody>
        </p:sp>
        <p:sp>
          <p:nvSpPr>
            <p:cNvPr id="1606" name="Google Shape;1606;p152"/>
            <p:cNvSpPr txBox="1"/>
            <p:nvPr/>
          </p:nvSpPr>
          <p:spPr>
            <a:xfrm>
              <a:off x="818950" y="4044425"/>
              <a:ext cx="1252800" cy="338700"/>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rgbClr val="828282"/>
                </a:buClr>
                <a:buSzPts val="1000"/>
                <a:buFont typeface="Roboto"/>
                <a:buNone/>
              </a:pPr>
              <a:r>
                <a:rPr lang="en" sz="1000">
                  <a:solidFill>
                    <a:schemeClr val="lt1"/>
                  </a:solidFill>
                  <a:latin typeface="Plus Jakarta Sans"/>
                  <a:ea typeface="Plus Jakarta Sans"/>
                  <a:cs typeface="Plus Jakarta Sans"/>
                  <a:sym typeface="Plus Jakarta Sans"/>
                </a:rPr>
                <a:t>Cloud</a:t>
              </a:r>
              <a:endParaRPr sz="1000">
                <a:solidFill>
                  <a:schemeClr val="lt1"/>
                </a:solidFill>
                <a:latin typeface="Plus Jakarta Sans"/>
                <a:ea typeface="Plus Jakarta Sans"/>
                <a:cs typeface="Plus Jakarta Sans"/>
                <a:sym typeface="Plus Jakarta Sans"/>
              </a:endParaRPr>
            </a:p>
          </p:txBody>
        </p:sp>
      </p:grpSp>
      <p:grpSp>
        <p:nvGrpSpPr>
          <p:cNvPr id="1607" name="Google Shape;1607;p152"/>
          <p:cNvGrpSpPr/>
          <p:nvPr/>
        </p:nvGrpSpPr>
        <p:grpSpPr>
          <a:xfrm>
            <a:off x="3952425" y="3522725"/>
            <a:ext cx="1417225" cy="708000"/>
            <a:chOff x="654525" y="3675125"/>
            <a:chExt cx="1417225" cy="708000"/>
          </a:xfrm>
        </p:grpSpPr>
        <p:sp>
          <p:nvSpPr>
            <p:cNvPr id="1608" name="Google Shape;1608;p152"/>
            <p:cNvSpPr/>
            <p:nvPr/>
          </p:nvSpPr>
          <p:spPr>
            <a:xfrm>
              <a:off x="654525" y="3748175"/>
              <a:ext cx="192600" cy="192600"/>
            </a:xfrm>
            <a:prstGeom prst="ellipse">
              <a:avLst/>
            </a:prstGeom>
            <a:noFill/>
            <a:ln w="9525" cap="flat" cmpd="sng">
              <a:solidFill>
                <a:srgbClr val="82828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rgbClr val="305868"/>
                </a:buClr>
                <a:buSzPts val="1200"/>
                <a:buFont typeface="Roboto"/>
                <a:buNone/>
              </a:pPr>
              <a:endParaRPr sz="1200">
                <a:solidFill>
                  <a:schemeClr val="lt1"/>
                </a:solidFill>
                <a:latin typeface="Plus Jakarta Sans"/>
                <a:ea typeface="Plus Jakarta Sans"/>
                <a:cs typeface="Plus Jakarta Sans"/>
                <a:sym typeface="Plus Jakarta Sans"/>
              </a:endParaRPr>
            </a:p>
          </p:txBody>
        </p:sp>
        <p:sp>
          <p:nvSpPr>
            <p:cNvPr id="1609" name="Google Shape;1609;p152"/>
            <p:cNvSpPr txBox="1"/>
            <p:nvPr/>
          </p:nvSpPr>
          <p:spPr>
            <a:xfrm>
              <a:off x="818950" y="3675125"/>
              <a:ext cx="1252800" cy="3387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828282"/>
                </a:buClr>
                <a:buSzPts val="1000"/>
                <a:buFont typeface="Roboto"/>
                <a:buNone/>
              </a:pPr>
              <a:r>
                <a:rPr lang="en" sz="1000">
                  <a:solidFill>
                    <a:schemeClr val="lt1"/>
                  </a:solidFill>
                  <a:latin typeface="Plus Jakarta Sans"/>
                  <a:ea typeface="Plus Jakarta Sans"/>
                  <a:cs typeface="Plus Jakarta Sans"/>
                  <a:sym typeface="Plus Jakarta Sans"/>
                </a:rPr>
                <a:t>Data Center</a:t>
              </a:r>
              <a:endParaRPr sz="1000">
                <a:solidFill>
                  <a:schemeClr val="lt1"/>
                </a:solidFill>
                <a:latin typeface="Plus Jakarta Sans"/>
                <a:ea typeface="Plus Jakarta Sans"/>
                <a:cs typeface="Plus Jakarta Sans"/>
                <a:sym typeface="Plus Jakarta Sans"/>
              </a:endParaRPr>
            </a:p>
          </p:txBody>
        </p:sp>
        <p:sp>
          <p:nvSpPr>
            <p:cNvPr id="1610" name="Google Shape;1610;p152"/>
            <p:cNvSpPr/>
            <p:nvPr/>
          </p:nvSpPr>
          <p:spPr>
            <a:xfrm>
              <a:off x="654525" y="4117475"/>
              <a:ext cx="192600" cy="192600"/>
            </a:xfrm>
            <a:prstGeom prst="ellipse">
              <a:avLst/>
            </a:prstGeom>
            <a:noFill/>
            <a:ln w="9525" cap="flat" cmpd="sng">
              <a:solidFill>
                <a:srgbClr val="82828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rgbClr val="305868"/>
                </a:buClr>
                <a:buSzPts val="1200"/>
                <a:buFont typeface="Roboto"/>
                <a:buNone/>
              </a:pPr>
              <a:endParaRPr sz="1200">
                <a:solidFill>
                  <a:schemeClr val="lt1"/>
                </a:solidFill>
                <a:latin typeface="Plus Jakarta Sans"/>
                <a:ea typeface="Plus Jakarta Sans"/>
                <a:cs typeface="Plus Jakarta Sans"/>
                <a:sym typeface="Plus Jakarta Sans"/>
              </a:endParaRPr>
            </a:p>
          </p:txBody>
        </p:sp>
        <p:sp>
          <p:nvSpPr>
            <p:cNvPr id="1611" name="Google Shape;1611;p152"/>
            <p:cNvSpPr txBox="1"/>
            <p:nvPr/>
          </p:nvSpPr>
          <p:spPr>
            <a:xfrm>
              <a:off x="818950" y="4044425"/>
              <a:ext cx="1252800" cy="338700"/>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rgbClr val="828282"/>
                </a:buClr>
                <a:buSzPts val="1000"/>
                <a:buFont typeface="Roboto"/>
                <a:buNone/>
              </a:pPr>
              <a:r>
                <a:rPr lang="en" sz="1000">
                  <a:solidFill>
                    <a:schemeClr val="lt1"/>
                  </a:solidFill>
                  <a:latin typeface="Plus Jakarta Sans"/>
                  <a:ea typeface="Plus Jakarta Sans"/>
                  <a:cs typeface="Plus Jakarta Sans"/>
                  <a:sym typeface="Plus Jakarta Sans"/>
                </a:rPr>
                <a:t>Cloud</a:t>
              </a:r>
              <a:endParaRPr sz="1000">
                <a:solidFill>
                  <a:schemeClr val="lt1"/>
                </a:solidFill>
                <a:latin typeface="Plus Jakarta Sans"/>
                <a:ea typeface="Plus Jakarta Sans"/>
                <a:cs typeface="Plus Jakarta Sans"/>
                <a:sym typeface="Plus Jakarta Sans"/>
              </a:endParaRPr>
            </a:p>
          </p:txBody>
        </p:sp>
      </p:grpSp>
      <p:grpSp>
        <p:nvGrpSpPr>
          <p:cNvPr id="1612" name="Google Shape;1612;p152"/>
          <p:cNvGrpSpPr/>
          <p:nvPr/>
        </p:nvGrpSpPr>
        <p:grpSpPr>
          <a:xfrm>
            <a:off x="7350263" y="3522725"/>
            <a:ext cx="1417225" cy="708000"/>
            <a:chOff x="654525" y="3675125"/>
            <a:chExt cx="1417225" cy="708000"/>
          </a:xfrm>
        </p:grpSpPr>
        <p:sp>
          <p:nvSpPr>
            <p:cNvPr id="1613" name="Google Shape;1613;p152"/>
            <p:cNvSpPr/>
            <p:nvPr/>
          </p:nvSpPr>
          <p:spPr>
            <a:xfrm>
              <a:off x="654525" y="3748175"/>
              <a:ext cx="192600" cy="192600"/>
            </a:xfrm>
            <a:prstGeom prst="ellipse">
              <a:avLst/>
            </a:prstGeom>
            <a:noFill/>
            <a:ln w="9525" cap="flat" cmpd="sng">
              <a:solidFill>
                <a:srgbClr val="82828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rgbClr val="305868"/>
                </a:buClr>
                <a:buSzPts val="1200"/>
                <a:buFont typeface="Roboto"/>
                <a:buNone/>
              </a:pPr>
              <a:endParaRPr sz="1200">
                <a:solidFill>
                  <a:schemeClr val="lt1"/>
                </a:solidFill>
                <a:latin typeface="Plus Jakarta Sans"/>
                <a:ea typeface="Plus Jakarta Sans"/>
                <a:cs typeface="Plus Jakarta Sans"/>
                <a:sym typeface="Plus Jakarta Sans"/>
              </a:endParaRPr>
            </a:p>
          </p:txBody>
        </p:sp>
        <p:sp>
          <p:nvSpPr>
            <p:cNvPr id="1614" name="Google Shape;1614;p152"/>
            <p:cNvSpPr txBox="1"/>
            <p:nvPr/>
          </p:nvSpPr>
          <p:spPr>
            <a:xfrm>
              <a:off x="818950" y="3675125"/>
              <a:ext cx="1252800" cy="3387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828282"/>
                </a:buClr>
                <a:buSzPts val="1000"/>
                <a:buFont typeface="Roboto"/>
                <a:buNone/>
              </a:pPr>
              <a:r>
                <a:rPr lang="en" sz="1000">
                  <a:solidFill>
                    <a:schemeClr val="lt1"/>
                  </a:solidFill>
                  <a:latin typeface="Plus Jakarta Sans"/>
                  <a:ea typeface="Plus Jakarta Sans"/>
                  <a:cs typeface="Plus Jakarta Sans"/>
                  <a:sym typeface="Plus Jakarta Sans"/>
                </a:rPr>
                <a:t>Data Center</a:t>
              </a:r>
              <a:endParaRPr sz="1000">
                <a:solidFill>
                  <a:schemeClr val="lt1"/>
                </a:solidFill>
                <a:latin typeface="Plus Jakarta Sans"/>
                <a:ea typeface="Plus Jakarta Sans"/>
                <a:cs typeface="Plus Jakarta Sans"/>
                <a:sym typeface="Plus Jakarta Sans"/>
              </a:endParaRPr>
            </a:p>
          </p:txBody>
        </p:sp>
        <p:sp>
          <p:nvSpPr>
            <p:cNvPr id="1615" name="Google Shape;1615;p152"/>
            <p:cNvSpPr/>
            <p:nvPr/>
          </p:nvSpPr>
          <p:spPr>
            <a:xfrm>
              <a:off x="654525" y="4117475"/>
              <a:ext cx="192600" cy="192600"/>
            </a:xfrm>
            <a:prstGeom prst="ellipse">
              <a:avLst/>
            </a:prstGeom>
            <a:noFill/>
            <a:ln w="9525" cap="flat" cmpd="sng">
              <a:solidFill>
                <a:srgbClr val="82828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rgbClr val="305868"/>
                </a:buClr>
                <a:buSzPts val="1200"/>
                <a:buFont typeface="Roboto"/>
                <a:buNone/>
              </a:pPr>
              <a:endParaRPr sz="1200">
                <a:solidFill>
                  <a:schemeClr val="lt1"/>
                </a:solidFill>
                <a:latin typeface="Plus Jakarta Sans"/>
                <a:ea typeface="Plus Jakarta Sans"/>
                <a:cs typeface="Plus Jakarta Sans"/>
                <a:sym typeface="Plus Jakarta Sans"/>
              </a:endParaRPr>
            </a:p>
          </p:txBody>
        </p:sp>
        <p:sp>
          <p:nvSpPr>
            <p:cNvPr id="1616" name="Google Shape;1616;p152"/>
            <p:cNvSpPr txBox="1"/>
            <p:nvPr/>
          </p:nvSpPr>
          <p:spPr>
            <a:xfrm>
              <a:off x="818950" y="4044425"/>
              <a:ext cx="1252800" cy="338700"/>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rgbClr val="828282"/>
                </a:buClr>
                <a:buSzPts val="1000"/>
                <a:buFont typeface="Roboto"/>
                <a:buNone/>
              </a:pPr>
              <a:r>
                <a:rPr lang="en" sz="1000">
                  <a:solidFill>
                    <a:schemeClr val="lt1"/>
                  </a:solidFill>
                  <a:latin typeface="Plus Jakarta Sans"/>
                  <a:ea typeface="Plus Jakarta Sans"/>
                  <a:cs typeface="Plus Jakarta Sans"/>
                  <a:sym typeface="Plus Jakarta Sans"/>
                </a:rPr>
                <a:t>Cloud</a:t>
              </a:r>
              <a:endParaRPr sz="1000">
                <a:solidFill>
                  <a:schemeClr val="lt1"/>
                </a:solidFill>
                <a:latin typeface="Plus Jakarta Sans"/>
                <a:ea typeface="Plus Jakarta Sans"/>
                <a:cs typeface="Plus Jakarta Sans"/>
                <a:sym typeface="Plus Jakarta Sans"/>
              </a:endParaRPr>
            </a:p>
          </p:txBody>
        </p:sp>
      </p:grpSp>
      <p:sp>
        <p:nvSpPr>
          <p:cNvPr id="1617" name="Google Shape;1617;p152"/>
          <p:cNvSpPr/>
          <p:nvPr/>
        </p:nvSpPr>
        <p:spPr>
          <a:xfrm>
            <a:off x="2346858" y="3655052"/>
            <a:ext cx="93334" cy="68297"/>
          </a:xfrm>
          <a:custGeom>
            <a:avLst/>
            <a:gdLst/>
            <a:ahLst/>
            <a:cxnLst/>
            <a:rect l="l" t="t" r="r" b="b"/>
            <a:pathLst>
              <a:path w="93334" h="68297" extrusionOk="0">
                <a:moveTo>
                  <a:pt x="32316" y="68298"/>
                </a:moveTo>
                <a:lnTo>
                  <a:pt x="0" y="35981"/>
                </a:lnTo>
                <a:lnTo>
                  <a:pt x="7279" y="28703"/>
                </a:lnTo>
                <a:lnTo>
                  <a:pt x="32316" y="53688"/>
                </a:lnTo>
                <a:lnTo>
                  <a:pt x="86056" y="0"/>
                </a:lnTo>
                <a:lnTo>
                  <a:pt x="93335" y="7279"/>
                </a:lnTo>
                <a:lnTo>
                  <a:pt x="32316" y="68298"/>
                </a:lnTo>
                <a:close/>
              </a:path>
            </a:pathLst>
          </a:custGeom>
          <a:solidFill>
            <a:srgbClr val="A4D65D"/>
          </a:solidFill>
          <a:ln w="9525"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618" name="Google Shape;1618;p152"/>
          <p:cNvSpPr/>
          <p:nvPr/>
        </p:nvSpPr>
        <p:spPr>
          <a:xfrm>
            <a:off x="2346858" y="4027227"/>
            <a:ext cx="93334" cy="68297"/>
          </a:xfrm>
          <a:custGeom>
            <a:avLst/>
            <a:gdLst/>
            <a:ahLst/>
            <a:cxnLst/>
            <a:rect l="l" t="t" r="r" b="b"/>
            <a:pathLst>
              <a:path w="93334" h="68297" extrusionOk="0">
                <a:moveTo>
                  <a:pt x="32316" y="68298"/>
                </a:moveTo>
                <a:lnTo>
                  <a:pt x="0" y="35981"/>
                </a:lnTo>
                <a:lnTo>
                  <a:pt x="7279" y="28703"/>
                </a:lnTo>
                <a:lnTo>
                  <a:pt x="32316" y="53688"/>
                </a:lnTo>
                <a:lnTo>
                  <a:pt x="86056" y="0"/>
                </a:lnTo>
                <a:lnTo>
                  <a:pt x="93335" y="7279"/>
                </a:lnTo>
                <a:lnTo>
                  <a:pt x="32316" y="68298"/>
                </a:lnTo>
                <a:close/>
              </a:path>
            </a:pathLst>
          </a:custGeom>
          <a:solidFill>
            <a:srgbClr val="A4D65D"/>
          </a:solidFill>
          <a:ln w="9525"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619" name="Google Shape;1619;p152"/>
          <p:cNvSpPr/>
          <p:nvPr/>
        </p:nvSpPr>
        <p:spPr>
          <a:xfrm>
            <a:off x="3999108" y="3656489"/>
            <a:ext cx="93334" cy="68297"/>
          </a:xfrm>
          <a:custGeom>
            <a:avLst/>
            <a:gdLst/>
            <a:ahLst/>
            <a:cxnLst/>
            <a:rect l="l" t="t" r="r" b="b"/>
            <a:pathLst>
              <a:path w="93334" h="68297" extrusionOk="0">
                <a:moveTo>
                  <a:pt x="32316" y="68298"/>
                </a:moveTo>
                <a:lnTo>
                  <a:pt x="0" y="35981"/>
                </a:lnTo>
                <a:lnTo>
                  <a:pt x="7279" y="28703"/>
                </a:lnTo>
                <a:lnTo>
                  <a:pt x="32316" y="53688"/>
                </a:lnTo>
                <a:lnTo>
                  <a:pt x="86056" y="0"/>
                </a:lnTo>
                <a:lnTo>
                  <a:pt x="93335" y="7279"/>
                </a:lnTo>
                <a:lnTo>
                  <a:pt x="32316" y="68298"/>
                </a:lnTo>
                <a:close/>
              </a:path>
            </a:pathLst>
          </a:custGeom>
          <a:solidFill>
            <a:srgbClr val="A4D65D"/>
          </a:solidFill>
          <a:ln w="9525"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620" name="Google Shape;1620;p152"/>
          <p:cNvSpPr/>
          <p:nvPr/>
        </p:nvSpPr>
        <p:spPr>
          <a:xfrm>
            <a:off x="3999108" y="4028664"/>
            <a:ext cx="93334" cy="68297"/>
          </a:xfrm>
          <a:custGeom>
            <a:avLst/>
            <a:gdLst/>
            <a:ahLst/>
            <a:cxnLst/>
            <a:rect l="l" t="t" r="r" b="b"/>
            <a:pathLst>
              <a:path w="93334" h="68297" extrusionOk="0">
                <a:moveTo>
                  <a:pt x="32316" y="68298"/>
                </a:moveTo>
                <a:lnTo>
                  <a:pt x="0" y="35981"/>
                </a:lnTo>
                <a:lnTo>
                  <a:pt x="7279" y="28703"/>
                </a:lnTo>
                <a:lnTo>
                  <a:pt x="32316" y="53688"/>
                </a:lnTo>
                <a:lnTo>
                  <a:pt x="86056" y="0"/>
                </a:lnTo>
                <a:lnTo>
                  <a:pt x="93335" y="7279"/>
                </a:lnTo>
                <a:lnTo>
                  <a:pt x="32316" y="68298"/>
                </a:lnTo>
                <a:close/>
              </a:path>
            </a:pathLst>
          </a:custGeom>
          <a:solidFill>
            <a:srgbClr val="A4D65D"/>
          </a:solidFill>
          <a:ln w="9525"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621" name="Google Shape;1621;p152"/>
          <p:cNvSpPr/>
          <p:nvPr/>
        </p:nvSpPr>
        <p:spPr>
          <a:xfrm>
            <a:off x="7394233" y="4028664"/>
            <a:ext cx="93334" cy="68297"/>
          </a:xfrm>
          <a:custGeom>
            <a:avLst/>
            <a:gdLst/>
            <a:ahLst/>
            <a:cxnLst/>
            <a:rect l="l" t="t" r="r" b="b"/>
            <a:pathLst>
              <a:path w="93334" h="68297" extrusionOk="0">
                <a:moveTo>
                  <a:pt x="32316" y="68298"/>
                </a:moveTo>
                <a:lnTo>
                  <a:pt x="0" y="35981"/>
                </a:lnTo>
                <a:lnTo>
                  <a:pt x="7279" y="28703"/>
                </a:lnTo>
                <a:lnTo>
                  <a:pt x="32316" y="53688"/>
                </a:lnTo>
                <a:lnTo>
                  <a:pt x="86056" y="0"/>
                </a:lnTo>
                <a:lnTo>
                  <a:pt x="93335" y="7279"/>
                </a:lnTo>
                <a:lnTo>
                  <a:pt x="32316" y="68298"/>
                </a:lnTo>
                <a:close/>
              </a:path>
            </a:pathLst>
          </a:custGeom>
          <a:solidFill>
            <a:srgbClr val="A4D65D"/>
          </a:solidFill>
          <a:ln w="9525"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nvGrpSpPr>
          <p:cNvPr id="1622" name="Google Shape;1622;p152"/>
          <p:cNvGrpSpPr/>
          <p:nvPr/>
        </p:nvGrpSpPr>
        <p:grpSpPr>
          <a:xfrm>
            <a:off x="5651338" y="3522725"/>
            <a:ext cx="1417225" cy="708000"/>
            <a:chOff x="654525" y="3675125"/>
            <a:chExt cx="1417225" cy="708000"/>
          </a:xfrm>
        </p:grpSpPr>
        <p:sp>
          <p:nvSpPr>
            <p:cNvPr id="1623" name="Google Shape;1623;p152"/>
            <p:cNvSpPr/>
            <p:nvPr/>
          </p:nvSpPr>
          <p:spPr>
            <a:xfrm>
              <a:off x="654525" y="3748175"/>
              <a:ext cx="192600" cy="192600"/>
            </a:xfrm>
            <a:prstGeom prst="ellipse">
              <a:avLst/>
            </a:prstGeom>
            <a:noFill/>
            <a:ln w="9525" cap="flat" cmpd="sng">
              <a:solidFill>
                <a:srgbClr val="82828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rgbClr val="305868"/>
                </a:buClr>
                <a:buSzPts val="1200"/>
                <a:buFont typeface="Roboto"/>
                <a:buNone/>
              </a:pPr>
              <a:endParaRPr sz="1200">
                <a:solidFill>
                  <a:schemeClr val="lt1"/>
                </a:solidFill>
                <a:latin typeface="Plus Jakarta Sans"/>
                <a:ea typeface="Plus Jakarta Sans"/>
                <a:cs typeface="Plus Jakarta Sans"/>
                <a:sym typeface="Plus Jakarta Sans"/>
              </a:endParaRPr>
            </a:p>
          </p:txBody>
        </p:sp>
        <p:sp>
          <p:nvSpPr>
            <p:cNvPr id="1624" name="Google Shape;1624;p152"/>
            <p:cNvSpPr txBox="1"/>
            <p:nvPr/>
          </p:nvSpPr>
          <p:spPr>
            <a:xfrm>
              <a:off x="818950" y="3675125"/>
              <a:ext cx="1252800" cy="3387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828282"/>
                </a:buClr>
                <a:buSzPts val="1000"/>
                <a:buFont typeface="Roboto"/>
                <a:buNone/>
              </a:pPr>
              <a:r>
                <a:rPr lang="en" sz="1000">
                  <a:solidFill>
                    <a:schemeClr val="lt1"/>
                  </a:solidFill>
                  <a:latin typeface="Plus Jakarta Sans"/>
                  <a:ea typeface="Plus Jakarta Sans"/>
                  <a:cs typeface="Plus Jakarta Sans"/>
                  <a:sym typeface="Plus Jakarta Sans"/>
                </a:rPr>
                <a:t>Data Center</a:t>
              </a:r>
              <a:endParaRPr sz="1000">
                <a:solidFill>
                  <a:schemeClr val="lt1"/>
                </a:solidFill>
                <a:latin typeface="Plus Jakarta Sans"/>
                <a:ea typeface="Plus Jakarta Sans"/>
                <a:cs typeface="Plus Jakarta Sans"/>
                <a:sym typeface="Plus Jakarta Sans"/>
              </a:endParaRPr>
            </a:p>
          </p:txBody>
        </p:sp>
        <p:sp>
          <p:nvSpPr>
            <p:cNvPr id="1625" name="Google Shape;1625;p152"/>
            <p:cNvSpPr/>
            <p:nvPr/>
          </p:nvSpPr>
          <p:spPr>
            <a:xfrm>
              <a:off x="654525" y="4117475"/>
              <a:ext cx="192600" cy="192600"/>
            </a:xfrm>
            <a:prstGeom prst="ellipse">
              <a:avLst/>
            </a:prstGeom>
            <a:noFill/>
            <a:ln w="9525" cap="flat" cmpd="sng">
              <a:solidFill>
                <a:srgbClr val="82828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rgbClr val="305868"/>
                </a:buClr>
                <a:buSzPts val="1200"/>
                <a:buFont typeface="Roboto"/>
                <a:buNone/>
              </a:pPr>
              <a:endParaRPr sz="1200">
                <a:solidFill>
                  <a:schemeClr val="lt1"/>
                </a:solidFill>
                <a:latin typeface="Plus Jakarta Sans"/>
                <a:ea typeface="Plus Jakarta Sans"/>
                <a:cs typeface="Plus Jakarta Sans"/>
                <a:sym typeface="Plus Jakarta Sans"/>
              </a:endParaRPr>
            </a:p>
          </p:txBody>
        </p:sp>
        <p:sp>
          <p:nvSpPr>
            <p:cNvPr id="1626" name="Google Shape;1626;p152"/>
            <p:cNvSpPr txBox="1"/>
            <p:nvPr/>
          </p:nvSpPr>
          <p:spPr>
            <a:xfrm>
              <a:off x="818950" y="4044425"/>
              <a:ext cx="1252800" cy="338700"/>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rgbClr val="828282"/>
                </a:buClr>
                <a:buSzPts val="1000"/>
                <a:buFont typeface="Roboto"/>
                <a:buNone/>
              </a:pPr>
              <a:r>
                <a:rPr lang="en" sz="1000">
                  <a:solidFill>
                    <a:schemeClr val="lt1"/>
                  </a:solidFill>
                  <a:latin typeface="Plus Jakarta Sans"/>
                  <a:ea typeface="Plus Jakarta Sans"/>
                  <a:cs typeface="Plus Jakarta Sans"/>
                  <a:sym typeface="Plus Jakarta Sans"/>
                </a:rPr>
                <a:t>Cloud</a:t>
              </a:r>
              <a:endParaRPr sz="1000">
                <a:solidFill>
                  <a:schemeClr val="lt1"/>
                </a:solidFill>
                <a:latin typeface="Plus Jakarta Sans"/>
                <a:ea typeface="Plus Jakarta Sans"/>
                <a:cs typeface="Plus Jakarta Sans"/>
                <a:sym typeface="Plus Jakarta Sans"/>
              </a:endParaRPr>
            </a:p>
          </p:txBody>
        </p:sp>
      </p:grpSp>
      <p:sp>
        <p:nvSpPr>
          <p:cNvPr id="1627" name="Google Shape;1627;p152"/>
          <p:cNvSpPr/>
          <p:nvPr/>
        </p:nvSpPr>
        <p:spPr>
          <a:xfrm>
            <a:off x="5698021" y="3656489"/>
            <a:ext cx="93334" cy="68297"/>
          </a:xfrm>
          <a:custGeom>
            <a:avLst/>
            <a:gdLst/>
            <a:ahLst/>
            <a:cxnLst/>
            <a:rect l="l" t="t" r="r" b="b"/>
            <a:pathLst>
              <a:path w="93334" h="68297" extrusionOk="0">
                <a:moveTo>
                  <a:pt x="32316" y="68298"/>
                </a:moveTo>
                <a:lnTo>
                  <a:pt x="0" y="35981"/>
                </a:lnTo>
                <a:lnTo>
                  <a:pt x="7279" y="28703"/>
                </a:lnTo>
                <a:lnTo>
                  <a:pt x="32316" y="53688"/>
                </a:lnTo>
                <a:lnTo>
                  <a:pt x="86056" y="0"/>
                </a:lnTo>
                <a:lnTo>
                  <a:pt x="93335" y="7279"/>
                </a:lnTo>
                <a:lnTo>
                  <a:pt x="32316" y="68298"/>
                </a:lnTo>
                <a:close/>
              </a:path>
            </a:pathLst>
          </a:custGeom>
          <a:solidFill>
            <a:srgbClr val="A4D65D"/>
          </a:solidFill>
          <a:ln w="9525"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628" name="Google Shape;1628;p152"/>
          <p:cNvSpPr/>
          <p:nvPr/>
        </p:nvSpPr>
        <p:spPr>
          <a:xfrm>
            <a:off x="5698021" y="4028664"/>
            <a:ext cx="93334" cy="68297"/>
          </a:xfrm>
          <a:custGeom>
            <a:avLst/>
            <a:gdLst/>
            <a:ahLst/>
            <a:cxnLst/>
            <a:rect l="l" t="t" r="r" b="b"/>
            <a:pathLst>
              <a:path w="93334" h="68297" extrusionOk="0">
                <a:moveTo>
                  <a:pt x="32316" y="68298"/>
                </a:moveTo>
                <a:lnTo>
                  <a:pt x="0" y="35981"/>
                </a:lnTo>
                <a:lnTo>
                  <a:pt x="7279" y="28703"/>
                </a:lnTo>
                <a:lnTo>
                  <a:pt x="32316" y="53688"/>
                </a:lnTo>
                <a:lnTo>
                  <a:pt x="86056" y="0"/>
                </a:lnTo>
                <a:lnTo>
                  <a:pt x="93335" y="7279"/>
                </a:lnTo>
                <a:lnTo>
                  <a:pt x="32316" y="68298"/>
                </a:lnTo>
                <a:close/>
              </a:path>
            </a:pathLst>
          </a:custGeom>
          <a:solidFill>
            <a:srgbClr val="A4D65D"/>
          </a:solidFill>
          <a:ln w="9525"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pic>
        <p:nvPicPr>
          <p:cNvPr id="1629" name="Google Shape;1629;p152"/>
          <p:cNvPicPr preferRelativeResize="0"/>
          <p:nvPr/>
        </p:nvPicPr>
        <p:blipFill rotWithShape="1">
          <a:blip r:embed="rId3">
            <a:alphaModFix/>
          </a:blip>
          <a:srcRect/>
          <a:stretch/>
        </p:blipFill>
        <p:spPr>
          <a:xfrm>
            <a:off x="573715" y="1469016"/>
            <a:ext cx="407525" cy="407521"/>
          </a:xfrm>
          <a:prstGeom prst="rect">
            <a:avLst/>
          </a:prstGeom>
          <a:noFill/>
          <a:ln>
            <a:noFill/>
          </a:ln>
        </p:spPr>
      </p:pic>
      <p:pic>
        <p:nvPicPr>
          <p:cNvPr id="1630" name="Google Shape;1630;p152"/>
          <p:cNvPicPr preferRelativeResize="0"/>
          <p:nvPr/>
        </p:nvPicPr>
        <p:blipFill rotWithShape="1">
          <a:blip r:embed="rId4">
            <a:alphaModFix/>
          </a:blip>
          <a:srcRect/>
          <a:stretch/>
        </p:blipFill>
        <p:spPr>
          <a:xfrm>
            <a:off x="2244444" y="1469016"/>
            <a:ext cx="407525" cy="407521"/>
          </a:xfrm>
          <a:prstGeom prst="rect">
            <a:avLst/>
          </a:prstGeom>
          <a:noFill/>
          <a:ln>
            <a:noFill/>
          </a:ln>
        </p:spPr>
      </p:pic>
      <p:pic>
        <p:nvPicPr>
          <p:cNvPr id="1631" name="Google Shape;1631;p152"/>
          <p:cNvPicPr preferRelativeResize="0"/>
          <p:nvPr/>
        </p:nvPicPr>
        <p:blipFill rotWithShape="1">
          <a:blip r:embed="rId5">
            <a:alphaModFix/>
          </a:blip>
          <a:srcRect/>
          <a:stretch/>
        </p:blipFill>
        <p:spPr>
          <a:xfrm>
            <a:off x="7256650" y="1469016"/>
            <a:ext cx="407525" cy="407521"/>
          </a:xfrm>
          <a:prstGeom prst="rect">
            <a:avLst/>
          </a:prstGeom>
          <a:noFill/>
          <a:ln>
            <a:noFill/>
          </a:ln>
        </p:spPr>
      </p:pic>
      <p:pic>
        <p:nvPicPr>
          <p:cNvPr id="1632" name="Google Shape;1632;p152"/>
          <p:cNvPicPr preferRelativeResize="0"/>
          <p:nvPr/>
        </p:nvPicPr>
        <p:blipFill rotWithShape="1">
          <a:blip r:embed="rId6">
            <a:alphaModFix/>
          </a:blip>
          <a:srcRect/>
          <a:stretch/>
        </p:blipFill>
        <p:spPr>
          <a:xfrm>
            <a:off x="5580714" y="1469016"/>
            <a:ext cx="407525" cy="407521"/>
          </a:xfrm>
          <a:prstGeom prst="rect">
            <a:avLst/>
          </a:prstGeom>
          <a:noFill/>
          <a:ln>
            <a:noFill/>
          </a:ln>
        </p:spPr>
      </p:pic>
      <p:pic>
        <p:nvPicPr>
          <p:cNvPr id="1633" name="Google Shape;1633;p152"/>
          <p:cNvPicPr preferRelativeResize="0"/>
          <p:nvPr/>
        </p:nvPicPr>
        <p:blipFill rotWithShape="1">
          <a:blip r:embed="rId7">
            <a:alphaModFix/>
          </a:blip>
          <a:srcRect/>
          <a:stretch/>
        </p:blipFill>
        <p:spPr>
          <a:xfrm>
            <a:off x="3952424" y="1469016"/>
            <a:ext cx="407525" cy="407521"/>
          </a:xfrm>
          <a:prstGeom prst="rect">
            <a:avLst/>
          </a:prstGeom>
          <a:noFill/>
          <a:ln>
            <a:noFill/>
          </a:ln>
        </p:spPr>
      </p:pic>
      <p:cxnSp>
        <p:nvCxnSpPr>
          <p:cNvPr id="1634" name="Google Shape;1634;p152"/>
          <p:cNvCxnSpPr/>
          <p:nvPr/>
        </p:nvCxnSpPr>
        <p:spPr>
          <a:xfrm>
            <a:off x="2173500" y="1302147"/>
            <a:ext cx="0" cy="3110700"/>
          </a:xfrm>
          <a:prstGeom prst="straightConnector1">
            <a:avLst/>
          </a:prstGeom>
          <a:noFill/>
          <a:ln w="9525" cap="flat" cmpd="sng">
            <a:solidFill>
              <a:schemeClr val="lt1"/>
            </a:solidFill>
            <a:prstDash val="solid"/>
            <a:round/>
            <a:headEnd type="none" w="med" len="med"/>
            <a:tailEnd type="none" w="med" len="med"/>
          </a:ln>
        </p:spPr>
      </p:cxnSp>
      <p:cxnSp>
        <p:nvCxnSpPr>
          <p:cNvPr id="1635" name="Google Shape;1635;p152"/>
          <p:cNvCxnSpPr/>
          <p:nvPr/>
        </p:nvCxnSpPr>
        <p:spPr>
          <a:xfrm>
            <a:off x="3841854" y="1302147"/>
            <a:ext cx="0" cy="3110700"/>
          </a:xfrm>
          <a:prstGeom prst="straightConnector1">
            <a:avLst/>
          </a:prstGeom>
          <a:noFill/>
          <a:ln w="9525" cap="flat" cmpd="sng">
            <a:solidFill>
              <a:schemeClr val="lt1"/>
            </a:solidFill>
            <a:prstDash val="solid"/>
            <a:round/>
            <a:headEnd type="none" w="med" len="med"/>
            <a:tailEnd type="none" w="med" len="med"/>
          </a:ln>
        </p:spPr>
      </p:cxnSp>
      <p:cxnSp>
        <p:nvCxnSpPr>
          <p:cNvPr id="1636" name="Google Shape;1636;p152"/>
          <p:cNvCxnSpPr/>
          <p:nvPr/>
        </p:nvCxnSpPr>
        <p:spPr>
          <a:xfrm>
            <a:off x="5510208" y="1302147"/>
            <a:ext cx="0" cy="3110700"/>
          </a:xfrm>
          <a:prstGeom prst="straightConnector1">
            <a:avLst/>
          </a:prstGeom>
          <a:noFill/>
          <a:ln w="9525" cap="flat" cmpd="sng">
            <a:solidFill>
              <a:schemeClr val="lt1"/>
            </a:solidFill>
            <a:prstDash val="solid"/>
            <a:round/>
            <a:headEnd type="none" w="med" len="med"/>
            <a:tailEnd type="none" w="med" len="med"/>
          </a:ln>
        </p:spPr>
      </p:cxnSp>
      <p:cxnSp>
        <p:nvCxnSpPr>
          <p:cNvPr id="1637" name="Google Shape;1637;p152"/>
          <p:cNvCxnSpPr/>
          <p:nvPr/>
        </p:nvCxnSpPr>
        <p:spPr>
          <a:xfrm>
            <a:off x="7178563" y="1302147"/>
            <a:ext cx="0" cy="3110700"/>
          </a:xfrm>
          <a:prstGeom prst="straightConnector1">
            <a:avLst/>
          </a:prstGeom>
          <a:noFill/>
          <a:ln w="9525" cap="flat" cmpd="sng">
            <a:solidFill>
              <a:schemeClr val="lt1"/>
            </a:solidFill>
            <a:prstDash val="solid"/>
            <a:round/>
            <a:headEnd type="none" w="med" len="med"/>
            <a:tailEnd type="none" w="med" len="med"/>
          </a:ln>
        </p:spPr>
      </p:cxnSp>
      <p:sp>
        <p:nvSpPr>
          <p:cNvPr id="1638" name="Google Shape;1638;p152"/>
          <p:cNvSpPr txBox="1">
            <a:spLocks noGrp="1"/>
          </p:cNvSpPr>
          <p:nvPr>
            <p:ph type="body" idx="1"/>
          </p:nvPr>
        </p:nvSpPr>
        <p:spPr>
          <a:xfrm>
            <a:off x="533400" y="734275"/>
            <a:ext cx="6535200" cy="324000"/>
          </a:xfrm>
          <a:prstGeom prst="rect">
            <a:avLst/>
          </a:prstGeom>
        </p:spPr>
        <p:txBody>
          <a:bodyPr spcFirstLastPara="1" wrap="square" lIns="91425" tIns="45700" rIns="91425" bIns="45700" anchor="t" anchorCtr="0">
            <a:noAutofit/>
          </a:bodyPr>
          <a:lstStyle/>
          <a:p>
            <a:pPr marL="0" lvl="0" indent="0" algn="l" rtl="0">
              <a:spcBef>
                <a:spcPts val="0"/>
              </a:spcBef>
              <a:spcAft>
                <a:spcPts val="400"/>
              </a:spcAft>
              <a:buNone/>
            </a:pPr>
            <a:r>
              <a:rPr lang="en"/>
              <a:t>Data Services Look, Feel, and Act the Same in the Data Center and in the Cloud</a:t>
            </a:r>
            <a:endParaRPr/>
          </a:p>
        </p:txBody>
      </p:sp>
    </p:spTree>
    <p:extLst>
      <p:ext uri="{BB962C8B-B14F-4D97-AF65-F5344CB8AC3E}">
        <p14:creationId xmlns:p14="http://schemas.microsoft.com/office/powerpoint/2010/main" val="8822678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65">
          <a:extLst>
            <a:ext uri="{FF2B5EF4-FFF2-40B4-BE49-F238E27FC236}">
              <a16:creationId xmlns:a16="http://schemas.microsoft.com/office/drawing/2014/main" id="{853082A2-5FF5-8CD3-1B4A-CFB4E77481A2}"/>
            </a:ext>
          </a:extLst>
        </p:cNvPr>
        <p:cNvGrpSpPr/>
        <p:nvPr/>
      </p:nvGrpSpPr>
      <p:grpSpPr>
        <a:xfrm>
          <a:off x="0" y="0"/>
          <a:ext cx="0" cy="0"/>
          <a:chOff x="0" y="0"/>
          <a:chExt cx="0" cy="0"/>
        </a:xfrm>
      </p:grpSpPr>
      <p:sp>
        <p:nvSpPr>
          <p:cNvPr id="366" name="Google Shape;366;p52">
            <a:extLst>
              <a:ext uri="{FF2B5EF4-FFF2-40B4-BE49-F238E27FC236}">
                <a16:creationId xmlns:a16="http://schemas.microsoft.com/office/drawing/2014/main" id="{26124E32-9E22-3666-1893-786686B9DF41}"/>
              </a:ext>
            </a:extLst>
          </p:cNvPr>
          <p:cNvSpPr txBox="1">
            <a:spLocks noGrp="1"/>
          </p:cNvSpPr>
          <p:nvPr>
            <p:ph type="title"/>
          </p:nvPr>
        </p:nvSpPr>
        <p:spPr>
          <a:xfrm>
            <a:off x="609600" y="1908100"/>
            <a:ext cx="5862600" cy="612900"/>
          </a:xfrm>
          <a:prstGeom prst="rect">
            <a:avLst/>
          </a:prstGeom>
        </p:spPr>
        <p:txBody>
          <a:bodyPr spcFirstLastPara="1" wrap="square" lIns="0" tIns="45700" rIns="91425" bIns="45700" anchor="b" anchorCtr="0">
            <a:noAutofit/>
          </a:bodyPr>
          <a:lstStyle/>
          <a:p>
            <a:pPr marL="0" lvl="0" indent="0" algn="l" rtl="0">
              <a:spcBef>
                <a:spcPts val="0"/>
              </a:spcBef>
              <a:spcAft>
                <a:spcPts val="0"/>
              </a:spcAft>
              <a:buNone/>
            </a:pPr>
            <a:r>
              <a:rPr lang="en" sz="2800" b="1" dirty="0"/>
              <a:t>INNOVATION | </a:t>
            </a:r>
            <a:br>
              <a:rPr lang="en" sz="2800" b="1" dirty="0"/>
            </a:br>
            <a:r>
              <a:rPr lang="en" sz="2800" b="1" dirty="0"/>
              <a:t>OPEN DATA LAKEHOUSE</a:t>
            </a:r>
            <a:endParaRPr sz="2800" b="1" dirty="0"/>
          </a:p>
        </p:txBody>
      </p:sp>
      <p:sp>
        <p:nvSpPr>
          <p:cNvPr id="367" name="Google Shape;367;p52">
            <a:extLst>
              <a:ext uri="{FF2B5EF4-FFF2-40B4-BE49-F238E27FC236}">
                <a16:creationId xmlns:a16="http://schemas.microsoft.com/office/drawing/2014/main" id="{0FB92A76-137F-6B08-BBA6-D101CF4CE3E0}"/>
              </a:ext>
            </a:extLst>
          </p:cNvPr>
          <p:cNvSpPr txBox="1">
            <a:spLocks noGrp="1"/>
          </p:cNvSpPr>
          <p:nvPr>
            <p:ph type="body" idx="2"/>
          </p:nvPr>
        </p:nvSpPr>
        <p:spPr>
          <a:xfrm>
            <a:off x="609600" y="2604200"/>
            <a:ext cx="5862600" cy="570000"/>
          </a:xfrm>
          <a:prstGeom prst="rect">
            <a:avLst/>
          </a:prstGeom>
        </p:spPr>
        <p:txBody>
          <a:bodyPr spcFirstLastPara="1" wrap="square" lIns="0" tIns="45700" rIns="91425" bIns="45700" anchor="t" anchorCtr="0">
            <a:noAutofit/>
          </a:bodyPr>
          <a:lstStyle/>
          <a:p>
            <a:pPr marL="0" lvl="0" indent="0">
              <a:spcAft>
                <a:spcPts val="200"/>
              </a:spcAft>
            </a:pPr>
            <a:r>
              <a:rPr lang="en-US" b="1" dirty="0">
                <a:solidFill>
                  <a:schemeClr val="accent1"/>
                </a:solidFill>
              </a:rPr>
              <a:t>Make smart decisions with a flexible platform that processes any data, anywhere, for actionable analytics and trusted AI.</a:t>
            </a:r>
            <a:endParaRPr b="1" i="1" dirty="0">
              <a:solidFill>
                <a:schemeClr val="accent1"/>
              </a:solidFill>
            </a:endParaRPr>
          </a:p>
        </p:txBody>
      </p:sp>
    </p:spTree>
    <p:extLst>
      <p:ext uri="{BB962C8B-B14F-4D97-AF65-F5344CB8AC3E}">
        <p14:creationId xmlns:p14="http://schemas.microsoft.com/office/powerpoint/2010/main" val="881708775"/>
      </p:ext>
    </p:extLst>
  </p:cSld>
  <p:clrMapOvr>
    <a:masterClrMapping/>
  </p:clrMapOvr>
  <p:transition spd="slow">
    <p:push/>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01">
          <a:extLst>
            <a:ext uri="{FF2B5EF4-FFF2-40B4-BE49-F238E27FC236}">
              <a16:creationId xmlns:a16="http://schemas.microsoft.com/office/drawing/2014/main" id="{6740CC97-27F1-2555-ACEF-52C794A89003}"/>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C07D18A4-A1C4-46CE-BF55-78282BDDC94C}"/>
              </a:ext>
            </a:extLst>
          </p:cNvPr>
          <p:cNvSpPr txBox="1"/>
          <p:nvPr/>
        </p:nvSpPr>
        <p:spPr>
          <a:xfrm>
            <a:off x="797754" y="1556467"/>
            <a:ext cx="7548491" cy="923330"/>
          </a:xfrm>
          <a:prstGeom prst="rect">
            <a:avLst/>
          </a:prstGeom>
          <a:noFill/>
        </p:spPr>
        <p:txBody>
          <a:bodyPr wrap="square">
            <a:spAutoFit/>
          </a:bodyPr>
          <a:lstStyle/>
          <a:p>
            <a:pPr algn="ctr">
              <a:lnSpc>
                <a:spcPct val="90000"/>
              </a:lnSpc>
              <a:buSzPts val="3400"/>
            </a:pPr>
            <a:r>
              <a:rPr lang="en-US" sz="2000" dirty="0">
                <a:solidFill>
                  <a:schemeClr val="bg1"/>
                </a:solidFill>
                <a:latin typeface="Plus Jakarta Sans" panose="020B0604020202020204" charset="0"/>
                <a:ea typeface="Roboto Light"/>
                <a:cs typeface="Plus Jakarta Sans" panose="020B0604020202020204" charset="0"/>
                <a:sym typeface="Roboto Light"/>
              </a:rPr>
              <a:t>A </a:t>
            </a:r>
            <a:r>
              <a:rPr lang="en-US" sz="2000" b="1" dirty="0">
                <a:solidFill>
                  <a:schemeClr val="accent1"/>
                </a:solidFill>
                <a:latin typeface="Plus Jakarta Sans" panose="020B0604020202020204" charset="0"/>
                <a:ea typeface="Roboto Light"/>
                <a:cs typeface="Plus Jakarta Sans" panose="020B0604020202020204" charset="0"/>
                <a:sym typeface="Roboto Light"/>
              </a:rPr>
              <a:t>Data Lakehouse </a:t>
            </a:r>
            <a:r>
              <a:rPr lang="en-US" sz="2000" dirty="0">
                <a:solidFill>
                  <a:schemeClr val="accent2"/>
                </a:solidFill>
                <a:latin typeface="Plus Jakarta Sans" panose="020B0604020202020204" charset="0"/>
                <a:ea typeface="Roboto Light"/>
                <a:cs typeface="Plus Jakarta Sans" panose="020B0604020202020204" charset="0"/>
                <a:sym typeface="Roboto Light"/>
              </a:rPr>
              <a:t>integrates</a:t>
            </a:r>
            <a:r>
              <a:rPr lang="en-US" sz="2000" dirty="0">
                <a:solidFill>
                  <a:schemeClr val="bg1"/>
                </a:solidFill>
                <a:latin typeface="Plus Jakarta Sans" panose="020B0604020202020204" charset="0"/>
                <a:ea typeface="Roboto Light"/>
                <a:cs typeface="Plus Jakarta Sans" panose="020B0604020202020204" charset="0"/>
                <a:sym typeface="Roboto Light"/>
              </a:rPr>
              <a:t> and </a:t>
            </a:r>
            <a:r>
              <a:rPr lang="en-US" sz="2000" dirty="0">
                <a:solidFill>
                  <a:schemeClr val="accent2"/>
                </a:solidFill>
                <a:latin typeface="Plus Jakarta Sans" panose="020B0604020202020204" charset="0"/>
                <a:ea typeface="Roboto Light"/>
                <a:cs typeface="Plus Jakarta Sans" panose="020B0604020202020204" charset="0"/>
                <a:sym typeface="Roboto Light"/>
              </a:rPr>
              <a:t>unifies</a:t>
            </a:r>
            <a:r>
              <a:rPr lang="en-US" sz="2000" dirty="0">
                <a:solidFill>
                  <a:schemeClr val="bg1"/>
                </a:solidFill>
                <a:latin typeface="Plus Jakarta Sans" panose="020B0604020202020204" charset="0"/>
                <a:ea typeface="Roboto Light"/>
                <a:cs typeface="Plus Jakarta Sans" panose="020B0604020202020204" charset="0"/>
                <a:sym typeface="Roboto Light"/>
              </a:rPr>
              <a:t> the capabilities of a Data Warehouse and Data Lake, aiming to support AI, BI, ML and Data Engineering on a </a:t>
            </a:r>
            <a:r>
              <a:rPr lang="en-US" sz="2000" dirty="0">
                <a:solidFill>
                  <a:schemeClr val="accent2"/>
                </a:solidFill>
                <a:latin typeface="Plus Jakarta Sans" panose="020B0604020202020204" charset="0"/>
                <a:ea typeface="Roboto Light"/>
                <a:cs typeface="Plus Jakarta Sans" panose="020B0604020202020204" charset="0"/>
                <a:sym typeface="Roboto Light"/>
              </a:rPr>
              <a:t>single platform</a:t>
            </a:r>
            <a:r>
              <a:rPr lang="en-US" sz="2000" dirty="0">
                <a:solidFill>
                  <a:schemeClr val="bg1"/>
                </a:solidFill>
                <a:latin typeface="Plus Jakarta Sans" panose="020B0604020202020204" charset="0"/>
                <a:ea typeface="Roboto Light"/>
                <a:cs typeface="Plus Jakarta Sans" panose="020B0604020202020204" charset="0"/>
                <a:sym typeface="Roboto Light"/>
              </a:rPr>
              <a:t>.</a:t>
            </a:r>
          </a:p>
        </p:txBody>
      </p:sp>
      <p:sp>
        <p:nvSpPr>
          <p:cNvPr id="18" name="TextBox 17">
            <a:extLst>
              <a:ext uri="{FF2B5EF4-FFF2-40B4-BE49-F238E27FC236}">
                <a16:creationId xmlns:a16="http://schemas.microsoft.com/office/drawing/2014/main" id="{8DDEE654-3516-9C07-DA0E-280DF4862566}"/>
              </a:ext>
            </a:extLst>
          </p:cNvPr>
          <p:cNvSpPr txBox="1"/>
          <p:nvPr/>
        </p:nvSpPr>
        <p:spPr>
          <a:xfrm>
            <a:off x="2313218" y="3243326"/>
            <a:ext cx="4517564" cy="415498"/>
          </a:xfrm>
          <a:prstGeom prst="rect">
            <a:avLst/>
          </a:prstGeom>
          <a:noFill/>
        </p:spPr>
        <p:txBody>
          <a:bodyPr wrap="square">
            <a:spAutoFit/>
          </a:bodyPr>
          <a:lstStyle/>
          <a:p>
            <a:r>
              <a:rPr lang="en-US" sz="1050" dirty="0">
                <a:solidFill>
                  <a:schemeClr val="bg1"/>
                </a:solidFill>
                <a:latin typeface="Plus Jakarta Sans" panose="020B0604020202020204" charset="0"/>
                <a:cs typeface="Plus Jakarta Sans" panose="020B0604020202020204" charset="0"/>
              </a:rPr>
              <a:t>Gartner’s Perspective</a:t>
            </a:r>
          </a:p>
          <a:p>
            <a:r>
              <a:rPr lang="en-US" sz="1050" dirty="0">
                <a:solidFill>
                  <a:schemeClr val="bg1"/>
                </a:solidFill>
                <a:latin typeface="Plus Jakarta Sans" panose="020B0604020202020204" charset="0"/>
                <a:cs typeface="Plus Jakarta Sans" panose="020B0604020202020204" charset="0"/>
              </a:rPr>
              <a:t>Exploring Lakehouse architecture &amp; use case, Jan 2022</a:t>
            </a:r>
          </a:p>
        </p:txBody>
      </p:sp>
    </p:spTree>
    <p:extLst>
      <p:ext uri="{BB962C8B-B14F-4D97-AF65-F5344CB8AC3E}">
        <p14:creationId xmlns:p14="http://schemas.microsoft.com/office/powerpoint/2010/main" val="26378770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01">
          <a:extLst>
            <a:ext uri="{FF2B5EF4-FFF2-40B4-BE49-F238E27FC236}">
              <a16:creationId xmlns:a16="http://schemas.microsoft.com/office/drawing/2014/main" id="{06154DCA-7EB3-3280-9886-7FF02A2F0A11}"/>
            </a:ext>
          </a:extLst>
        </p:cNvPr>
        <p:cNvGrpSpPr/>
        <p:nvPr/>
      </p:nvGrpSpPr>
      <p:grpSpPr>
        <a:xfrm>
          <a:off x="0" y="0"/>
          <a:ext cx="0" cy="0"/>
          <a:chOff x="0" y="0"/>
          <a:chExt cx="0" cy="0"/>
        </a:xfrm>
      </p:grpSpPr>
      <p:sp>
        <p:nvSpPr>
          <p:cNvPr id="7" name="Google Shape;1562;p151">
            <a:extLst>
              <a:ext uri="{FF2B5EF4-FFF2-40B4-BE49-F238E27FC236}">
                <a16:creationId xmlns:a16="http://schemas.microsoft.com/office/drawing/2014/main" id="{260B36C7-CAA6-6606-ADF2-21D79B7F1AEA}"/>
              </a:ext>
            </a:extLst>
          </p:cNvPr>
          <p:cNvSpPr txBox="1">
            <a:spLocks noGrp="1"/>
          </p:cNvSpPr>
          <p:nvPr>
            <p:ph type="title"/>
          </p:nvPr>
        </p:nvSpPr>
        <p:spPr>
          <a:xfrm>
            <a:off x="533400" y="284253"/>
            <a:ext cx="7620000" cy="612900"/>
          </a:xfrm>
          <a:prstGeom prst="rect">
            <a:avLst/>
          </a:prstGeom>
        </p:spPr>
        <p:txBody>
          <a:bodyPr spcFirstLastPara="1" wrap="square" lIns="91425" tIns="0" rIns="91425" bIns="45700" anchor="t" anchorCtr="0">
            <a:noAutofit/>
          </a:bodyPr>
          <a:lstStyle/>
          <a:p>
            <a:pPr lvl="0"/>
            <a:r>
              <a:rPr lang="en-US" dirty="0"/>
              <a:t>Data lake flexibility &amp; data warehouse performance in a single platform.</a:t>
            </a:r>
            <a:endParaRPr dirty="0"/>
          </a:p>
        </p:txBody>
      </p:sp>
      <p:pic>
        <p:nvPicPr>
          <p:cNvPr id="3074" name="Picture 2" descr="Cloudera Platform diagra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60532" y="1212464"/>
            <a:ext cx="5024151" cy="2719626"/>
          </a:xfrm>
          <a:prstGeom prst="rect">
            <a:avLst/>
          </a:prstGeom>
          <a:noFill/>
          <a:extLst>
            <a:ext uri="{909E8E84-426E-40DD-AFC4-6F175D3DCCD1}">
              <a14:hiddenFill xmlns:a14="http://schemas.microsoft.com/office/drawing/2010/main">
                <a:solidFill>
                  <a:srgbClr val="FFFFFF"/>
                </a:solidFill>
              </a14:hiddenFill>
            </a:ext>
          </a:extLst>
        </p:spPr>
      </p:pic>
      <p:sp>
        <p:nvSpPr>
          <p:cNvPr id="27" name="Google Shape;1563;p151">
            <a:extLst>
              <a:ext uri="{FF2B5EF4-FFF2-40B4-BE49-F238E27FC236}">
                <a16:creationId xmlns:a16="http://schemas.microsoft.com/office/drawing/2014/main" id="{43C0E493-3675-6579-4583-11B6D90053B4}"/>
              </a:ext>
            </a:extLst>
          </p:cNvPr>
          <p:cNvSpPr txBox="1">
            <a:spLocks/>
          </p:cNvSpPr>
          <p:nvPr/>
        </p:nvSpPr>
        <p:spPr>
          <a:xfrm>
            <a:off x="533400" y="1343413"/>
            <a:ext cx="2866434" cy="2862282"/>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chemeClr val="lt1"/>
              </a:buClr>
              <a:buSzPts val="1800"/>
              <a:buFont typeface="Plus Jakarta Sans"/>
              <a:buNone/>
              <a:defRPr sz="1400" b="0" i="0" u="none" strike="noStrike" cap="none">
                <a:solidFill>
                  <a:schemeClr val="lt1"/>
                </a:solidFill>
                <a:latin typeface="Plus Jakarta Sans"/>
                <a:ea typeface="Plus Jakarta Sans"/>
                <a:cs typeface="Plus Jakarta Sans"/>
                <a:sym typeface="Plus Jakarta Sans"/>
              </a:defRPr>
            </a:lvl1pPr>
            <a:lvl2pPr marL="914400" marR="0" lvl="1" indent="-228600" algn="l" rtl="0">
              <a:lnSpc>
                <a:spcPct val="78888"/>
              </a:lnSpc>
              <a:spcBef>
                <a:spcPts val="400"/>
              </a:spcBef>
              <a:spcAft>
                <a:spcPts val="0"/>
              </a:spcAft>
              <a:buClr>
                <a:schemeClr val="lt1"/>
              </a:buClr>
              <a:buSzPts val="2160"/>
              <a:buFont typeface="Plus Jakarta Sans"/>
              <a:buNone/>
              <a:defRPr sz="1200" b="0" i="0" u="none" strike="noStrike" cap="none">
                <a:solidFill>
                  <a:schemeClr val="lt1"/>
                </a:solidFill>
                <a:latin typeface="Plus Jakarta Sans"/>
                <a:ea typeface="Plus Jakarta Sans"/>
                <a:cs typeface="Plus Jakarta Sans"/>
                <a:sym typeface="Plus Jakarta Sans"/>
              </a:defRPr>
            </a:lvl2pPr>
            <a:lvl3pPr marL="1371600" marR="0" lvl="2" indent="-365760" algn="l" rtl="0">
              <a:lnSpc>
                <a:spcPct val="100000"/>
              </a:lnSpc>
              <a:spcBef>
                <a:spcPts val="360"/>
              </a:spcBef>
              <a:spcAft>
                <a:spcPts val="0"/>
              </a:spcAft>
              <a:buClr>
                <a:schemeClr val="lt1"/>
              </a:buClr>
              <a:buSzPts val="2160"/>
              <a:buFont typeface="Arial"/>
              <a:buChar char="•"/>
              <a:defRPr sz="1000" b="0" i="0" u="none" strike="noStrike" cap="none">
                <a:solidFill>
                  <a:schemeClr val="lt1"/>
                </a:solidFill>
                <a:latin typeface="Plus Jakarta Sans"/>
                <a:ea typeface="Plus Jakarta Sans"/>
                <a:cs typeface="Plus Jakarta Sans"/>
                <a:sym typeface="Plus Jakarta Sans"/>
              </a:defRPr>
            </a:lvl3pPr>
            <a:lvl4pPr marL="1828800" marR="0" lvl="3" indent="-342900" algn="l" rtl="0">
              <a:lnSpc>
                <a:spcPct val="100000"/>
              </a:lnSpc>
              <a:spcBef>
                <a:spcPts val="360"/>
              </a:spcBef>
              <a:spcAft>
                <a:spcPts val="0"/>
              </a:spcAft>
              <a:buClr>
                <a:schemeClr val="lt1"/>
              </a:buClr>
              <a:buSzPts val="1800"/>
              <a:buFont typeface="Arial"/>
              <a:buChar char="–"/>
              <a:defRPr sz="1000" b="0" i="0" u="none" strike="noStrike" cap="none">
                <a:solidFill>
                  <a:schemeClr val="lt1"/>
                </a:solidFill>
                <a:latin typeface="Plus Jakarta Sans"/>
                <a:ea typeface="Plus Jakarta Sans"/>
                <a:cs typeface="Plus Jakarta Sans"/>
                <a:sym typeface="Plus Jakarta Sans"/>
              </a:defRPr>
            </a:lvl4pPr>
            <a:lvl5pPr marL="2286000" marR="0" lvl="4" indent="-342900" algn="l" rtl="0">
              <a:lnSpc>
                <a:spcPct val="100000"/>
              </a:lnSpc>
              <a:spcBef>
                <a:spcPts val="360"/>
              </a:spcBef>
              <a:spcAft>
                <a:spcPts val="0"/>
              </a:spcAft>
              <a:buClr>
                <a:schemeClr val="lt1"/>
              </a:buClr>
              <a:buSzPts val="1800"/>
              <a:buFont typeface="Arial"/>
              <a:buChar char="»"/>
              <a:defRPr sz="1000" b="0" i="0" u="none" strike="noStrike" cap="none">
                <a:solidFill>
                  <a:schemeClr val="lt1"/>
                </a:solidFill>
                <a:latin typeface="Plus Jakarta Sans"/>
                <a:ea typeface="Plus Jakarta Sans"/>
                <a:cs typeface="Plus Jakarta Sans"/>
                <a:sym typeface="Plus Jakarta Sans"/>
              </a:defRPr>
            </a:lvl5pPr>
            <a:lvl6pPr marL="2743200" marR="0" lvl="5" indent="-342900" algn="l" rtl="0">
              <a:lnSpc>
                <a:spcPct val="100000"/>
              </a:lnSpc>
              <a:spcBef>
                <a:spcPts val="360"/>
              </a:spcBef>
              <a:spcAft>
                <a:spcPts val="0"/>
              </a:spcAft>
              <a:buClr>
                <a:schemeClr val="lt1"/>
              </a:buClr>
              <a:buSzPts val="1800"/>
              <a:buFont typeface="Arial"/>
              <a:buChar char="•"/>
              <a:defRPr sz="2000" b="0" i="0" u="none" strike="noStrike" cap="none">
                <a:solidFill>
                  <a:schemeClr val="lt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lt1"/>
              </a:buClr>
              <a:buSzPts val="1800"/>
              <a:buFont typeface="Arial"/>
              <a:buChar char="•"/>
              <a:defRPr sz="2000" b="0" i="0" u="none" strike="noStrike" cap="none">
                <a:solidFill>
                  <a:schemeClr val="lt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lt1"/>
              </a:buClr>
              <a:buSzPts val="1800"/>
              <a:buFont typeface="Arial"/>
              <a:buChar char="•"/>
              <a:defRPr sz="2000" b="0" i="0" u="none" strike="noStrike" cap="none">
                <a:solidFill>
                  <a:schemeClr val="lt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lt1"/>
              </a:buClr>
              <a:buSzPts val="1800"/>
              <a:buFont typeface="Arial"/>
              <a:buChar char="•"/>
              <a:defRPr sz="2000" b="0" i="0" u="none" strike="noStrike" cap="none">
                <a:solidFill>
                  <a:schemeClr val="lt1"/>
                </a:solidFill>
                <a:latin typeface="Calibri"/>
                <a:ea typeface="Calibri"/>
                <a:cs typeface="Calibri"/>
                <a:sym typeface="Calibri"/>
              </a:defRPr>
            </a:lvl9pPr>
          </a:lstStyle>
          <a:p>
            <a:pPr marL="0" indent="0"/>
            <a:r>
              <a:rPr lang="en-US" sz="1200" dirty="0"/>
              <a:t>Open data </a:t>
            </a:r>
            <a:r>
              <a:rPr lang="en-US" sz="1200" dirty="0" err="1">
                <a:solidFill>
                  <a:schemeClr val="accent1"/>
                </a:solidFill>
              </a:rPr>
              <a:t>lakehouse</a:t>
            </a:r>
            <a:r>
              <a:rPr lang="en-US" sz="1200" dirty="0">
                <a:solidFill>
                  <a:schemeClr val="accent1"/>
                </a:solidFill>
              </a:rPr>
              <a:t> </a:t>
            </a:r>
            <a:r>
              <a:rPr lang="en-US" sz="1200" dirty="0"/>
              <a:t>helps organizations run quick analytics on all data - structured and unstructured at massive scale. It eliminates data silos and allows data teams to collaborate on the same data with the tools of their choice on any public cloud and private cloud.</a:t>
            </a:r>
          </a:p>
          <a:p>
            <a:pPr marL="0" indent="0"/>
            <a:endParaRPr lang="en-US" sz="1200" dirty="0"/>
          </a:p>
          <a:p>
            <a:pPr marL="0" indent="0"/>
            <a:r>
              <a:rPr lang="en-US" sz="1200" dirty="0"/>
              <a:t>This modern data architecture delivers data reliability with ease of data management. Run BI, AI, ML, streaming analytics on the same data without moving or locking your data ever.</a:t>
            </a:r>
          </a:p>
        </p:txBody>
      </p:sp>
    </p:spTree>
    <p:extLst>
      <p:ext uri="{BB962C8B-B14F-4D97-AF65-F5344CB8AC3E}">
        <p14:creationId xmlns:p14="http://schemas.microsoft.com/office/powerpoint/2010/main" val="17735473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01">
          <a:extLst>
            <a:ext uri="{FF2B5EF4-FFF2-40B4-BE49-F238E27FC236}">
              <a16:creationId xmlns:a16="http://schemas.microsoft.com/office/drawing/2014/main" id="{06154DCA-7EB3-3280-9886-7FF02A2F0A11}"/>
            </a:ext>
          </a:extLst>
        </p:cNvPr>
        <p:cNvGrpSpPr/>
        <p:nvPr/>
      </p:nvGrpSpPr>
      <p:grpSpPr>
        <a:xfrm>
          <a:off x="0" y="0"/>
          <a:ext cx="0" cy="0"/>
          <a:chOff x="0" y="0"/>
          <a:chExt cx="0" cy="0"/>
        </a:xfrm>
      </p:grpSpPr>
      <p:sp>
        <p:nvSpPr>
          <p:cNvPr id="7" name="Google Shape;1562;p151">
            <a:extLst>
              <a:ext uri="{FF2B5EF4-FFF2-40B4-BE49-F238E27FC236}">
                <a16:creationId xmlns:a16="http://schemas.microsoft.com/office/drawing/2014/main" id="{260B36C7-CAA6-6606-ADF2-21D79B7F1AEA}"/>
              </a:ext>
            </a:extLst>
          </p:cNvPr>
          <p:cNvSpPr txBox="1">
            <a:spLocks noGrp="1"/>
          </p:cNvSpPr>
          <p:nvPr>
            <p:ph type="title"/>
          </p:nvPr>
        </p:nvSpPr>
        <p:spPr>
          <a:xfrm>
            <a:off x="691055" y="681544"/>
            <a:ext cx="7620000" cy="612900"/>
          </a:xfrm>
          <a:prstGeom prst="rect">
            <a:avLst/>
          </a:prstGeom>
        </p:spPr>
        <p:txBody>
          <a:bodyPr spcFirstLastPara="1" wrap="square" lIns="91425" tIns="0" rIns="91425" bIns="45700" anchor="t" anchorCtr="0">
            <a:noAutofit/>
          </a:bodyPr>
          <a:lstStyle/>
          <a:p>
            <a:pPr lvl="0" algn="ctr"/>
            <a:r>
              <a:rPr lang="en-US" dirty="0"/>
              <a:t>Cloudera delivers the world's only open data </a:t>
            </a:r>
            <a:r>
              <a:rPr lang="en-US" dirty="0" err="1"/>
              <a:t>lakehouse</a:t>
            </a:r>
            <a:r>
              <a:rPr lang="en-US" dirty="0"/>
              <a:t> providing the following benefits:</a:t>
            </a:r>
            <a:endParaRPr dirty="0"/>
          </a:p>
        </p:txBody>
      </p:sp>
      <p:sp>
        <p:nvSpPr>
          <p:cNvPr id="27" name="Google Shape;1563;p151">
            <a:extLst>
              <a:ext uri="{FF2B5EF4-FFF2-40B4-BE49-F238E27FC236}">
                <a16:creationId xmlns:a16="http://schemas.microsoft.com/office/drawing/2014/main" id="{43C0E493-3675-6579-4583-11B6D90053B4}"/>
              </a:ext>
            </a:extLst>
          </p:cNvPr>
          <p:cNvSpPr txBox="1">
            <a:spLocks/>
          </p:cNvSpPr>
          <p:nvPr/>
        </p:nvSpPr>
        <p:spPr>
          <a:xfrm>
            <a:off x="318994" y="2535283"/>
            <a:ext cx="2140427" cy="1546537"/>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chemeClr val="lt1"/>
              </a:buClr>
              <a:buSzPts val="1800"/>
              <a:buFont typeface="Plus Jakarta Sans"/>
              <a:buNone/>
              <a:defRPr sz="1400" b="0" i="0" u="none" strike="noStrike" cap="none">
                <a:solidFill>
                  <a:schemeClr val="lt1"/>
                </a:solidFill>
                <a:latin typeface="Plus Jakarta Sans"/>
                <a:ea typeface="Plus Jakarta Sans"/>
                <a:cs typeface="Plus Jakarta Sans"/>
                <a:sym typeface="Plus Jakarta Sans"/>
              </a:defRPr>
            </a:lvl1pPr>
            <a:lvl2pPr marL="914400" marR="0" lvl="1" indent="-228600" algn="l" rtl="0">
              <a:lnSpc>
                <a:spcPct val="78888"/>
              </a:lnSpc>
              <a:spcBef>
                <a:spcPts val="400"/>
              </a:spcBef>
              <a:spcAft>
                <a:spcPts val="0"/>
              </a:spcAft>
              <a:buClr>
                <a:schemeClr val="lt1"/>
              </a:buClr>
              <a:buSzPts val="2160"/>
              <a:buFont typeface="Plus Jakarta Sans"/>
              <a:buNone/>
              <a:defRPr sz="1200" b="0" i="0" u="none" strike="noStrike" cap="none">
                <a:solidFill>
                  <a:schemeClr val="lt1"/>
                </a:solidFill>
                <a:latin typeface="Plus Jakarta Sans"/>
                <a:ea typeface="Plus Jakarta Sans"/>
                <a:cs typeface="Plus Jakarta Sans"/>
                <a:sym typeface="Plus Jakarta Sans"/>
              </a:defRPr>
            </a:lvl2pPr>
            <a:lvl3pPr marL="1371600" marR="0" lvl="2" indent="-365760" algn="l" rtl="0">
              <a:lnSpc>
                <a:spcPct val="100000"/>
              </a:lnSpc>
              <a:spcBef>
                <a:spcPts val="360"/>
              </a:spcBef>
              <a:spcAft>
                <a:spcPts val="0"/>
              </a:spcAft>
              <a:buClr>
                <a:schemeClr val="lt1"/>
              </a:buClr>
              <a:buSzPts val="2160"/>
              <a:buFont typeface="Arial"/>
              <a:buChar char="•"/>
              <a:defRPr sz="1000" b="0" i="0" u="none" strike="noStrike" cap="none">
                <a:solidFill>
                  <a:schemeClr val="lt1"/>
                </a:solidFill>
                <a:latin typeface="Plus Jakarta Sans"/>
                <a:ea typeface="Plus Jakarta Sans"/>
                <a:cs typeface="Plus Jakarta Sans"/>
                <a:sym typeface="Plus Jakarta Sans"/>
              </a:defRPr>
            </a:lvl3pPr>
            <a:lvl4pPr marL="1828800" marR="0" lvl="3" indent="-342900" algn="l" rtl="0">
              <a:lnSpc>
                <a:spcPct val="100000"/>
              </a:lnSpc>
              <a:spcBef>
                <a:spcPts val="360"/>
              </a:spcBef>
              <a:spcAft>
                <a:spcPts val="0"/>
              </a:spcAft>
              <a:buClr>
                <a:schemeClr val="lt1"/>
              </a:buClr>
              <a:buSzPts val="1800"/>
              <a:buFont typeface="Arial"/>
              <a:buChar char="–"/>
              <a:defRPr sz="1000" b="0" i="0" u="none" strike="noStrike" cap="none">
                <a:solidFill>
                  <a:schemeClr val="lt1"/>
                </a:solidFill>
                <a:latin typeface="Plus Jakarta Sans"/>
                <a:ea typeface="Plus Jakarta Sans"/>
                <a:cs typeface="Plus Jakarta Sans"/>
                <a:sym typeface="Plus Jakarta Sans"/>
              </a:defRPr>
            </a:lvl4pPr>
            <a:lvl5pPr marL="2286000" marR="0" lvl="4" indent="-342900" algn="l" rtl="0">
              <a:lnSpc>
                <a:spcPct val="100000"/>
              </a:lnSpc>
              <a:spcBef>
                <a:spcPts val="360"/>
              </a:spcBef>
              <a:spcAft>
                <a:spcPts val="0"/>
              </a:spcAft>
              <a:buClr>
                <a:schemeClr val="lt1"/>
              </a:buClr>
              <a:buSzPts val="1800"/>
              <a:buFont typeface="Arial"/>
              <a:buChar char="»"/>
              <a:defRPr sz="1000" b="0" i="0" u="none" strike="noStrike" cap="none">
                <a:solidFill>
                  <a:schemeClr val="lt1"/>
                </a:solidFill>
                <a:latin typeface="Plus Jakarta Sans"/>
                <a:ea typeface="Plus Jakarta Sans"/>
                <a:cs typeface="Plus Jakarta Sans"/>
                <a:sym typeface="Plus Jakarta Sans"/>
              </a:defRPr>
            </a:lvl5pPr>
            <a:lvl6pPr marL="2743200" marR="0" lvl="5" indent="-342900" algn="l" rtl="0">
              <a:lnSpc>
                <a:spcPct val="100000"/>
              </a:lnSpc>
              <a:spcBef>
                <a:spcPts val="360"/>
              </a:spcBef>
              <a:spcAft>
                <a:spcPts val="0"/>
              </a:spcAft>
              <a:buClr>
                <a:schemeClr val="lt1"/>
              </a:buClr>
              <a:buSzPts val="1800"/>
              <a:buFont typeface="Arial"/>
              <a:buChar char="•"/>
              <a:defRPr sz="2000" b="0" i="0" u="none" strike="noStrike" cap="none">
                <a:solidFill>
                  <a:schemeClr val="lt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lt1"/>
              </a:buClr>
              <a:buSzPts val="1800"/>
              <a:buFont typeface="Arial"/>
              <a:buChar char="•"/>
              <a:defRPr sz="2000" b="0" i="0" u="none" strike="noStrike" cap="none">
                <a:solidFill>
                  <a:schemeClr val="lt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lt1"/>
              </a:buClr>
              <a:buSzPts val="1800"/>
              <a:buFont typeface="Arial"/>
              <a:buChar char="•"/>
              <a:defRPr sz="2000" b="0" i="0" u="none" strike="noStrike" cap="none">
                <a:solidFill>
                  <a:schemeClr val="lt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lt1"/>
              </a:buClr>
              <a:buSzPts val="1800"/>
              <a:buFont typeface="Arial"/>
              <a:buChar char="•"/>
              <a:defRPr sz="2000" b="0" i="0" u="none" strike="noStrike" cap="none">
                <a:solidFill>
                  <a:schemeClr val="lt1"/>
                </a:solidFill>
                <a:latin typeface="Calibri"/>
                <a:ea typeface="Calibri"/>
                <a:cs typeface="Calibri"/>
                <a:sym typeface="Calibri"/>
              </a:defRPr>
            </a:lvl9pPr>
          </a:lstStyle>
          <a:p>
            <a:pPr marL="0" indent="0"/>
            <a:r>
              <a:rPr lang="en-US" sz="1050" dirty="0"/>
              <a:t>Cloudera’s data </a:t>
            </a:r>
            <a:r>
              <a:rPr lang="en-US" sz="1050" dirty="0" err="1"/>
              <a:t>lakehouse</a:t>
            </a:r>
            <a:r>
              <a:rPr lang="en-US" sz="1050" dirty="0"/>
              <a:t> powered by </a:t>
            </a:r>
            <a:r>
              <a:rPr lang="en-US" sz="1050" b="1" dirty="0">
                <a:solidFill>
                  <a:schemeClr val="accent1"/>
                </a:solidFill>
              </a:rPr>
              <a:t>Apache Iceberg</a:t>
            </a:r>
            <a:r>
              <a:rPr lang="en-US" sz="1050" dirty="0"/>
              <a:t> is 100% open—open source, open standards based, with wide community adoption. It can store multiple data formats and enables multiple engines to work on the same data.</a:t>
            </a:r>
          </a:p>
        </p:txBody>
      </p:sp>
      <p:cxnSp>
        <p:nvCxnSpPr>
          <p:cNvPr id="5" name="Google Shape;1567;p151">
            <a:extLst>
              <a:ext uri="{FF2B5EF4-FFF2-40B4-BE49-F238E27FC236}">
                <a16:creationId xmlns:a16="http://schemas.microsoft.com/office/drawing/2014/main" id="{EAFF31B3-A42B-62AA-83E8-A80B9CBA86FE}"/>
              </a:ext>
            </a:extLst>
          </p:cNvPr>
          <p:cNvCxnSpPr/>
          <p:nvPr/>
        </p:nvCxnSpPr>
        <p:spPr>
          <a:xfrm>
            <a:off x="439192" y="2004591"/>
            <a:ext cx="384765" cy="0"/>
          </a:xfrm>
          <a:prstGeom prst="straightConnector1">
            <a:avLst/>
          </a:prstGeom>
          <a:noFill/>
          <a:ln w="28575" cap="flat" cmpd="sng">
            <a:solidFill>
              <a:schemeClr val="accent1"/>
            </a:solidFill>
            <a:prstDash val="solid"/>
            <a:round/>
            <a:headEnd type="none" w="med" len="med"/>
            <a:tailEnd type="none" w="med" len="med"/>
          </a:ln>
        </p:spPr>
      </p:cxnSp>
      <p:sp>
        <p:nvSpPr>
          <p:cNvPr id="8" name="Google Shape;1563;p151">
            <a:extLst>
              <a:ext uri="{FF2B5EF4-FFF2-40B4-BE49-F238E27FC236}">
                <a16:creationId xmlns:a16="http://schemas.microsoft.com/office/drawing/2014/main" id="{43C0E493-3675-6579-4583-11B6D90053B4}"/>
              </a:ext>
            </a:extLst>
          </p:cNvPr>
          <p:cNvSpPr txBox="1">
            <a:spLocks/>
          </p:cNvSpPr>
          <p:nvPr/>
        </p:nvSpPr>
        <p:spPr>
          <a:xfrm>
            <a:off x="318994" y="2170793"/>
            <a:ext cx="2121513" cy="307736"/>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chemeClr val="lt1"/>
              </a:buClr>
              <a:buSzPts val="1800"/>
              <a:buFont typeface="Plus Jakarta Sans"/>
              <a:buNone/>
              <a:defRPr sz="1400" b="0" i="0" u="none" strike="noStrike" cap="none">
                <a:solidFill>
                  <a:schemeClr val="lt1"/>
                </a:solidFill>
                <a:latin typeface="Plus Jakarta Sans"/>
                <a:ea typeface="Plus Jakarta Sans"/>
                <a:cs typeface="Plus Jakarta Sans"/>
                <a:sym typeface="Plus Jakarta Sans"/>
              </a:defRPr>
            </a:lvl1pPr>
            <a:lvl2pPr marL="914400" marR="0" lvl="1" indent="-228600" algn="l" rtl="0">
              <a:lnSpc>
                <a:spcPct val="78888"/>
              </a:lnSpc>
              <a:spcBef>
                <a:spcPts val="400"/>
              </a:spcBef>
              <a:spcAft>
                <a:spcPts val="0"/>
              </a:spcAft>
              <a:buClr>
                <a:schemeClr val="lt1"/>
              </a:buClr>
              <a:buSzPts val="2160"/>
              <a:buFont typeface="Plus Jakarta Sans"/>
              <a:buNone/>
              <a:defRPr sz="1200" b="0" i="0" u="none" strike="noStrike" cap="none">
                <a:solidFill>
                  <a:schemeClr val="lt1"/>
                </a:solidFill>
                <a:latin typeface="Plus Jakarta Sans"/>
                <a:ea typeface="Plus Jakarta Sans"/>
                <a:cs typeface="Plus Jakarta Sans"/>
                <a:sym typeface="Plus Jakarta Sans"/>
              </a:defRPr>
            </a:lvl2pPr>
            <a:lvl3pPr marL="1371600" marR="0" lvl="2" indent="-365760" algn="l" rtl="0">
              <a:lnSpc>
                <a:spcPct val="100000"/>
              </a:lnSpc>
              <a:spcBef>
                <a:spcPts val="360"/>
              </a:spcBef>
              <a:spcAft>
                <a:spcPts val="0"/>
              </a:spcAft>
              <a:buClr>
                <a:schemeClr val="lt1"/>
              </a:buClr>
              <a:buSzPts val="2160"/>
              <a:buFont typeface="Arial"/>
              <a:buChar char="•"/>
              <a:defRPr sz="1000" b="0" i="0" u="none" strike="noStrike" cap="none">
                <a:solidFill>
                  <a:schemeClr val="lt1"/>
                </a:solidFill>
                <a:latin typeface="Plus Jakarta Sans"/>
                <a:ea typeface="Plus Jakarta Sans"/>
                <a:cs typeface="Plus Jakarta Sans"/>
                <a:sym typeface="Plus Jakarta Sans"/>
              </a:defRPr>
            </a:lvl3pPr>
            <a:lvl4pPr marL="1828800" marR="0" lvl="3" indent="-342900" algn="l" rtl="0">
              <a:lnSpc>
                <a:spcPct val="100000"/>
              </a:lnSpc>
              <a:spcBef>
                <a:spcPts val="360"/>
              </a:spcBef>
              <a:spcAft>
                <a:spcPts val="0"/>
              </a:spcAft>
              <a:buClr>
                <a:schemeClr val="lt1"/>
              </a:buClr>
              <a:buSzPts val="1800"/>
              <a:buFont typeface="Arial"/>
              <a:buChar char="–"/>
              <a:defRPr sz="1000" b="0" i="0" u="none" strike="noStrike" cap="none">
                <a:solidFill>
                  <a:schemeClr val="lt1"/>
                </a:solidFill>
                <a:latin typeface="Plus Jakarta Sans"/>
                <a:ea typeface="Plus Jakarta Sans"/>
                <a:cs typeface="Plus Jakarta Sans"/>
                <a:sym typeface="Plus Jakarta Sans"/>
              </a:defRPr>
            </a:lvl4pPr>
            <a:lvl5pPr marL="2286000" marR="0" lvl="4" indent="-342900" algn="l" rtl="0">
              <a:lnSpc>
                <a:spcPct val="100000"/>
              </a:lnSpc>
              <a:spcBef>
                <a:spcPts val="360"/>
              </a:spcBef>
              <a:spcAft>
                <a:spcPts val="0"/>
              </a:spcAft>
              <a:buClr>
                <a:schemeClr val="lt1"/>
              </a:buClr>
              <a:buSzPts val="1800"/>
              <a:buFont typeface="Arial"/>
              <a:buChar char="»"/>
              <a:defRPr sz="1000" b="0" i="0" u="none" strike="noStrike" cap="none">
                <a:solidFill>
                  <a:schemeClr val="lt1"/>
                </a:solidFill>
                <a:latin typeface="Plus Jakarta Sans"/>
                <a:ea typeface="Plus Jakarta Sans"/>
                <a:cs typeface="Plus Jakarta Sans"/>
                <a:sym typeface="Plus Jakarta Sans"/>
              </a:defRPr>
            </a:lvl5pPr>
            <a:lvl6pPr marL="2743200" marR="0" lvl="5" indent="-342900" algn="l" rtl="0">
              <a:lnSpc>
                <a:spcPct val="100000"/>
              </a:lnSpc>
              <a:spcBef>
                <a:spcPts val="360"/>
              </a:spcBef>
              <a:spcAft>
                <a:spcPts val="0"/>
              </a:spcAft>
              <a:buClr>
                <a:schemeClr val="lt1"/>
              </a:buClr>
              <a:buSzPts val="1800"/>
              <a:buFont typeface="Arial"/>
              <a:buChar char="•"/>
              <a:defRPr sz="2000" b="0" i="0" u="none" strike="noStrike" cap="none">
                <a:solidFill>
                  <a:schemeClr val="lt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lt1"/>
              </a:buClr>
              <a:buSzPts val="1800"/>
              <a:buFont typeface="Arial"/>
              <a:buChar char="•"/>
              <a:defRPr sz="2000" b="0" i="0" u="none" strike="noStrike" cap="none">
                <a:solidFill>
                  <a:schemeClr val="lt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lt1"/>
              </a:buClr>
              <a:buSzPts val="1800"/>
              <a:buFont typeface="Arial"/>
              <a:buChar char="•"/>
              <a:defRPr sz="2000" b="0" i="0" u="none" strike="noStrike" cap="none">
                <a:solidFill>
                  <a:schemeClr val="lt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lt1"/>
              </a:buClr>
              <a:buSzPts val="1800"/>
              <a:buFont typeface="Arial"/>
              <a:buChar char="•"/>
              <a:defRPr sz="2000" b="0" i="0" u="none" strike="noStrike" cap="none">
                <a:solidFill>
                  <a:schemeClr val="lt1"/>
                </a:solidFill>
                <a:latin typeface="Calibri"/>
                <a:ea typeface="Calibri"/>
                <a:cs typeface="Calibri"/>
                <a:sym typeface="Calibri"/>
              </a:defRPr>
            </a:lvl9pPr>
          </a:lstStyle>
          <a:p>
            <a:pPr marL="0" indent="0"/>
            <a:r>
              <a:rPr lang="en-US" b="1" dirty="0">
                <a:latin typeface="Plus Jakarta Sans Medium" panose="020B0604020202020204" charset="0"/>
                <a:cs typeface="Plus Jakarta Sans Medium" panose="020B0604020202020204" charset="0"/>
              </a:rPr>
              <a:t>OPEN ARCHITECTURE</a:t>
            </a:r>
          </a:p>
        </p:txBody>
      </p:sp>
      <p:sp>
        <p:nvSpPr>
          <p:cNvPr id="21" name="Google Shape;1563;p151">
            <a:extLst>
              <a:ext uri="{FF2B5EF4-FFF2-40B4-BE49-F238E27FC236}">
                <a16:creationId xmlns:a16="http://schemas.microsoft.com/office/drawing/2014/main" id="{43C0E493-3675-6579-4583-11B6D90053B4}"/>
              </a:ext>
            </a:extLst>
          </p:cNvPr>
          <p:cNvSpPr txBox="1">
            <a:spLocks/>
          </p:cNvSpPr>
          <p:nvPr/>
        </p:nvSpPr>
        <p:spPr>
          <a:xfrm>
            <a:off x="2470459" y="2535283"/>
            <a:ext cx="2121513" cy="1708120"/>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chemeClr val="lt1"/>
              </a:buClr>
              <a:buSzPts val="1800"/>
              <a:buFont typeface="Plus Jakarta Sans"/>
              <a:buNone/>
              <a:defRPr sz="1400" b="0" i="0" u="none" strike="noStrike" cap="none">
                <a:solidFill>
                  <a:schemeClr val="lt1"/>
                </a:solidFill>
                <a:latin typeface="Plus Jakarta Sans"/>
                <a:ea typeface="Plus Jakarta Sans"/>
                <a:cs typeface="Plus Jakarta Sans"/>
                <a:sym typeface="Plus Jakarta Sans"/>
              </a:defRPr>
            </a:lvl1pPr>
            <a:lvl2pPr marL="914400" marR="0" lvl="1" indent="-228600" algn="l" rtl="0">
              <a:lnSpc>
                <a:spcPct val="78888"/>
              </a:lnSpc>
              <a:spcBef>
                <a:spcPts val="400"/>
              </a:spcBef>
              <a:spcAft>
                <a:spcPts val="0"/>
              </a:spcAft>
              <a:buClr>
                <a:schemeClr val="lt1"/>
              </a:buClr>
              <a:buSzPts val="2160"/>
              <a:buFont typeface="Plus Jakarta Sans"/>
              <a:buNone/>
              <a:defRPr sz="1200" b="0" i="0" u="none" strike="noStrike" cap="none">
                <a:solidFill>
                  <a:schemeClr val="lt1"/>
                </a:solidFill>
                <a:latin typeface="Plus Jakarta Sans"/>
                <a:ea typeface="Plus Jakarta Sans"/>
                <a:cs typeface="Plus Jakarta Sans"/>
                <a:sym typeface="Plus Jakarta Sans"/>
              </a:defRPr>
            </a:lvl2pPr>
            <a:lvl3pPr marL="1371600" marR="0" lvl="2" indent="-365760" algn="l" rtl="0">
              <a:lnSpc>
                <a:spcPct val="100000"/>
              </a:lnSpc>
              <a:spcBef>
                <a:spcPts val="360"/>
              </a:spcBef>
              <a:spcAft>
                <a:spcPts val="0"/>
              </a:spcAft>
              <a:buClr>
                <a:schemeClr val="lt1"/>
              </a:buClr>
              <a:buSzPts val="2160"/>
              <a:buFont typeface="Arial"/>
              <a:buChar char="•"/>
              <a:defRPr sz="1000" b="0" i="0" u="none" strike="noStrike" cap="none">
                <a:solidFill>
                  <a:schemeClr val="lt1"/>
                </a:solidFill>
                <a:latin typeface="Plus Jakarta Sans"/>
                <a:ea typeface="Plus Jakarta Sans"/>
                <a:cs typeface="Plus Jakarta Sans"/>
                <a:sym typeface="Plus Jakarta Sans"/>
              </a:defRPr>
            </a:lvl3pPr>
            <a:lvl4pPr marL="1828800" marR="0" lvl="3" indent="-342900" algn="l" rtl="0">
              <a:lnSpc>
                <a:spcPct val="100000"/>
              </a:lnSpc>
              <a:spcBef>
                <a:spcPts val="360"/>
              </a:spcBef>
              <a:spcAft>
                <a:spcPts val="0"/>
              </a:spcAft>
              <a:buClr>
                <a:schemeClr val="lt1"/>
              </a:buClr>
              <a:buSzPts val="1800"/>
              <a:buFont typeface="Arial"/>
              <a:buChar char="–"/>
              <a:defRPr sz="1000" b="0" i="0" u="none" strike="noStrike" cap="none">
                <a:solidFill>
                  <a:schemeClr val="lt1"/>
                </a:solidFill>
                <a:latin typeface="Plus Jakarta Sans"/>
                <a:ea typeface="Plus Jakarta Sans"/>
                <a:cs typeface="Plus Jakarta Sans"/>
                <a:sym typeface="Plus Jakarta Sans"/>
              </a:defRPr>
            </a:lvl4pPr>
            <a:lvl5pPr marL="2286000" marR="0" lvl="4" indent="-342900" algn="l" rtl="0">
              <a:lnSpc>
                <a:spcPct val="100000"/>
              </a:lnSpc>
              <a:spcBef>
                <a:spcPts val="360"/>
              </a:spcBef>
              <a:spcAft>
                <a:spcPts val="0"/>
              </a:spcAft>
              <a:buClr>
                <a:schemeClr val="lt1"/>
              </a:buClr>
              <a:buSzPts val="1800"/>
              <a:buFont typeface="Arial"/>
              <a:buChar char="»"/>
              <a:defRPr sz="1000" b="0" i="0" u="none" strike="noStrike" cap="none">
                <a:solidFill>
                  <a:schemeClr val="lt1"/>
                </a:solidFill>
                <a:latin typeface="Plus Jakarta Sans"/>
                <a:ea typeface="Plus Jakarta Sans"/>
                <a:cs typeface="Plus Jakarta Sans"/>
                <a:sym typeface="Plus Jakarta Sans"/>
              </a:defRPr>
            </a:lvl5pPr>
            <a:lvl6pPr marL="2743200" marR="0" lvl="5" indent="-342900" algn="l" rtl="0">
              <a:lnSpc>
                <a:spcPct val="100000"/>
              </a:lnSpc>
              <a:spcBef>
                <a:spcPts val="360"/>
              </a:spcBef>
              <a:spcAft>
                <a:spcPts val="0"/>
              </a:spcAft>
              <a:buClr>
                <a:schemeClr val="lt1"/>
              </a:buClr>
              <a:buSzPts val="1800"/>
              <a:buFont typeface="Arial"/>
              <a:buChar char="•"/>
              <a:defRPr sz="2000" b="0" i="0" u="none" strike="noStrike" cap="none">
                <a:solidFill>
                  <a:schemeClr val="lt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lt1"/>
              </a:buClr>
              <a:buSzPts val="1800"/>
              <a:buFont typeface="Arial"/>
              <a:buChar char="•"/>
              <a:defRPr sz="2000" b="0" i="0" u="none" strike="noStrike" cap="none">
                <a:solidFill>
                  <a:schemeClr val="lt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lt1"/>
              </a:buClr>
              <a:buSzPts val="1800"/>
              <a:buFont typeface="Arial"/>
              <a:buChar char="•"/>
              <a:defRPr sz="2000" b="0" i="0" u="none" strike="noStrike" cap="none">
                <a:solidFill>
                  <a:schemeClr val="lt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lt1"/>
              </a:buClr>
              <a:buSzPts val="1800"/>
              <a:buFont typeface="Arial"/>
              <a:buChar char="•"/>
              <a:defRPr sz="2000" b="0" i="0" u="none" strike="noStrike" cap="none">
                <a:solidFill>
                  <a:schemeClr val="lt1"/>
                </a:solidFill>
                <a:latin typeface="Calibri"/>
                <a:ea typeface="Calibri"/>
                <a:cs typeface="Calibri"/>
                <a:sym typeface="Calibri"/>
              </a:defRPr>
            </a:lvl9pPr>
          </a:lstStyle>
          <a:p>
            <a:pPr marL="0" indent="0"/>
            <a:r>
              <a:rPr lang="en-US" sz="1050" dirty="0"/>
              <a:t>By integrating Iceberg right into the Shared Data Experience (SDX), Cloudera offers the easiest path to deploying a </a:t>
            </a:r>
            <a:r>
              <a:rPr lang="en-US" sz="1050" dirty="0" err="1"/>
              <a:t>lakehouse</a:t>
            </a:r>
            <a:r>
              <a:rPr lang="en-US" sz="1050" dirty="0"/>
              <a:t>. Additional capabilities like schema evolution, hidden partition, and more simplify data management for large data sets.</a:t>
            </a:r>
          </a:p>
        </p:txBody>
      </p:sp>
      <p:cxnSp>
        <p:nvCxnSpPr>
          <p:cNvPr id="22" name="Google Shape;1567;p151">
            <a:extLst>
              <a:ext uri="{FF2B5EF4-FFF2-40B4-BE49-F238E27FC236}">
                <a16:creationId xmlns:a16="http://schemas.microsoft.com/office/drawing/2014/main" id="{EAFF31B3-A42B-62AA-83E8-A80B9CBA86FE}"/>
              </a:ext>
            </a:extLst>
          </p:cNvPr>
          <p:cNvCxnSpPr/>
          <p:nvPr/>
        </p:nvCxnSpPr>
        <p:spPr>
          <a:xfrm>
            <a:off x="2590657" y="2004591"/>
            <a:ext cx="384765" cy="0"/>
          </a:xfrm>
          <a:prstGeom prst="straightConnector1">
            <a:avLst/>
          </a:prstGeom>
          <a:noFill/>
          <a:ln w="28575" cap="flat" cmpd="sng">
            <a:solidFill>
              <a:schemeClr val="accent1"/>
            </a:solidFill>
            <a:prstDash val="solid"/>
            <a:round/>
            <a:headEnd type="none" w="med" len="med"/>
            <a:tailEnd type="none" w="med" len="med"/>
          </a:ln>
        </p:spPr>
      </p:cxnSp>
      <p:sp>
        <p:nvSpPr>
          <p:cNvPr id="23" name="Google Shape;1563;p151">
            <a:extLst>
              <a:ext uri="{FF2B5EF4-FFF2-40B4-BE49-F238E27FC236}">
                <a16:creationId xmlns:a16="http://schemas.microsoft.com/office/drawing/2014/main" id="{43C0E493-3675-6579-4583-11B6D90053B4}"/>
              </a:ext>
            </a:extLst>
          </p:cNvPr>
          <p:cNvSpPr txBox="1">
            <a:spLocks/>
          </p:cNvSpPr>
          <p:nvPr/>
        </p:nvSpPr>
        <p:spPr>
          <a:xfrm>
            <a:off x="2470459" y="2170793"/>
            <a:ext cx="2121513" cy="307736"/>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chemeClr val="lt1"/>
              </a:buClr>
              <a:buSzPts val="1800"/>
              <a:buFont typeface="Plus Jakarta Sans"/>
              <a:buNone/>
              <a:defRPr sz="1400" b="0" i="0" u="none" strike="noStrike" cap="none">
                <a:solidFill>
                  <a:schemeClr val="lt1"/>
                </a:solidFill>
                <a:latin typeface="Plus Jakarta Sans"/>
                <a:ea typeface="Plus Jakarta Sans"/>
                <a:cs typeface="Plus Jakarta Sans"/>
                <a:sym typeface="Plus Jakarta Sans"/>
              </a:defRPr>
            </a:lvl1pPr>
            <a:lvl2pPr marL="914400" marR="0" lvl="1" indent="-228600" algn="l" rtl="0">
              <a:lnSpc>
                <a:spcPct val="78888"/>
              </a:lnSpc>
              <a:spcBef>
                <a:spcPts val="400"/>
              </a:spcBef>
              <a:spcAft>
                <a:spcPts val="0"/>
              </a:spcAft>
              <a:buClr>
                <a:schemeClr val="lt1"/>
              </a:buClr>
              <a:buSzPts val="2160"/>
              <a:buFont typeface="Plus Jakarta Sans"/>
              <a:buNone/>
              <a:defRPr sz="1200" b="0" i="0" u="none" strike="noStrike" cap="none">
                <a:solidFill>
                  <a:schemeClr val="lt1"/>
                </a:solidFill>
                <a:latin typeface="Plus Jakarta Sans"/>
                <a:ea typeface="Plus Jakarta Sans"/>
                <a:cs typeface="Plus Jakarta Sans"/>
                <a:sym typeface="Plus Jakarta Sans"/>
              </a:defRPr>
            </a:lvl2pPr>
            <a:lvl3pPr marL="1371600" marR="0" lvl="2" indent="-365760" algn="l" rtl="0">
              <a:lnSpc>
                <a:spcPct val="100000"/>
              </a:lnSpc>
              <a:spcBef>
                <a:spcPts val="360"/>
              </a:spcBef>
              <a:spcAft>
                <a:spcPts val="0"/>
              </a:spcAft>
              <a:buClr>
                <a:schemeClr val="lt1"/>
              </a:buClr>
              <a:buSzPts val="2160"/>
              <a:buFont typeface="Arial"/>
              <a:buChar char="•"/>
              <a:defRPr sz="1000" b="0" i="0" u="none" strike="noStrike" cap="none">
                <a:solidFill>
                  <a:schemeClr val="lt1"/>
                </a:solidFill>
                <a:latin typeface="Plus Jakarta Sans"/>
                <a:ea typeface="Plus Jakarta Sans"/>
                <a:cs typeface="Plus Jakarta Sans"/>
                <a:sym typeface="Plus Jakarta Sans"/>
              </a:defRPr>
            </a:lvl3pPr>
            <a:lvl4pPr marL="1828800" marR="0" lvl="3" indent="-342900" algn="l" rtl="0">
              <a:lnSpc>
                <a:spcPct val="100000"/>
              </a:lnSpc>
              <a:spcBef>
                <a:spcPts val="360"/>
              </a:spcBef>
              <a:spcAft>
                <a:spcPts val="0"/>
              </a:spcAft>
              <a:buClr>
                <a:schemeClr val="lt1"/>
              </a:buClr>
              <a:buSzPts val="1800"/>
              <a:buFont typeface="Arial"/>
              <a:buChar char="–"/>
              <a:defRPr sz="1000" b="0" i="0" u="none" strike="noStrike" cap="none">
                <a:solidFill>
                  <a:schemeClr val="lt1"/>
                </a:solidFill>
                <a:latin typeface="Plus Jakarta Sans"/>
                <a:ea typeface="Plus Jakarta Sans"/>
                <a:cs typeface="Plus Jakarta Sans"/>
                <a:sym typeface="Plus Jakarta Sans"/>
              </a:defRPr>
            </a:lvl4pPr>
            <a:lvl5pPr marL="2286000" marR="0" lvl="4" indent="-342900" algn="l" rtl="0">
              <a:lnSpc>
                <a:spcPct val="100000"/>
              </a:lnSpc>
              <a:spcBef>
                <a:spcPts val="360"/>
              </a:spcBef>
              <a:spcAft>
                <a:spcPts val="0"/>
              </a:spcAft>
              <a:buClr>
                <a:schemeClr val="lt1"/>
              </a:buClr>
              <a:buSzPts val="1800"/>
              <a:buFont typeface="Arial"/>
              <a:buChar char="»"/>
              <a:defRPr sz="1000" b="0" i="0" u="none" strike="noStrike" cap="none">
                <a:solidFill>
                  <a:schemeClr val="lt1"/>
                </a:solidFill>
                <a:latin typeface="Plus Jakarta Sans"/>
                <a:ea typeface="Plus Jakarta Sans"/>
                <a:cs typeface="Plus Jakarta Sans"/>
                <a:sym typeface="Plus Jakarta Sans"/>
              </a:defRPr>
            </a:lvl5pPr>
            <a:lvl6pPr marL="2743200" marR="0" lvl="5" indent="-342900" algn="l" rtl="0">
              <a:lnSpc>
                <a:spcPct val="100000"/>
              </a:lnSpc>
              <a:spcBef>
                <a:spcPts val="360"/>
              </a:spcBef>
              <a:spcAft>
                <a:spcPts val="0"/>
              </a:spcAft>
              <a:buClr>
                <a:schemeClr val="lt1"/>
              </a:buClr>
              <a:buSzPts val="1800"/>
              <a:buFont typeface="Arial"/>
              <a:buChar char="•"/>
              <a:defRPr sz="2000" b="0" i="0" u="none" strike="noStrike" cap="none">
                <a:solidFill>
                  <a:schemeClr val="lt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lt1"/>
              </a:buClr>
              <a:buSzPts val="1800"/>
              <a:buFont typeface="Arial"/>
              <a:buChar char="•"/>
              <a:defRPr sz="2000" b="0" i="0" u="none" strike="noStrike" cap="none">
                <a:solidFill>
                  <a:schemeClr val="lt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lt1"/>
              </a:buClr>
              <a:buSzPts val="1800"/>
              <a:buFont typeface="Arial"/>
              <a:buChar char="•"/>
              <a:defRPr sz="2000" b="0" i="0" u="none" strike="noStrike" cap="none">
                <a:solidFill>
                  <a:schemeClr val="lt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lt1"/>
              </a:buClr>
              <a:buSzPts val="1800"/>
              <a:buFont typeface="Arial"/>
              <a:buChar char="•"/>
              <a:defRPr sz="2000" b="0" i="0" u="none" strike="noStrike" cap="none">
                <a:solidFill>
                  <a:schemeClr val="lt1"/>
                </a:solidFill>
                <a:latin typeface="Calibri"/>
                <a:ea typeface="Calibri"/>
                <a:cs typeface="Calibri"/>
                <a:sym typeface="Calibri"/>
              </a:defRPr>
            </a:lvl9pPr>
          </a:lstStyle>
          <a:p>
            <a:pPr marL="0" indent="0"/>
            <a:r>
              <a:rPr lang="en-US" b="1" dirty="0">
                <a:latin typeface="Plus Jakarta Sans Medium" panose="020B0604020202020204" charset="0"/>
                <a:cs typeface="Plus Jakarta Sans Medium" panose="020B0604020202020204" charset="0"/>
              </a:rPr>
              <a:t>EASE OF ADOPTION</a:t>
            </a:r>
          </a:p>
        </p:txBody>
      </p:sp>
      <p:sp>
        <p:nvSpPr>
          <p:cNvPr id="28" name="Google Shape;1563;p151">
            <a:extLst>
              <a:ext uri="{FF2B5EF4-FFF2-40B4-BE49-F238E27FC236}">
                <a16:creationId xmlns:a16="http://schemas.microsoft.com/office/drawing/2014/main" id="{43C0E493-3675-6579-4583-11B6D90053B4}"/>
              </a:ext>
            </a:extLst>
          </p:cNvPr>
          <p:cNvSpPr txBox="1">
            <a:spLocks/>
          </p:cNvSpPr>
          <p:nvPr/>
        </p:nvSpPr>
        <p:spPr>
          <a:xfrm>
            <a:off x="4591972" y="2539260"/>
            <a:ext cx="2121513" cy="1384954"/>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chemeClr val="lt1"/>
              </a:buClr>
              <a:buSzPts val="1800"/>
              <a:buFont typeface="Plus Jakarta Sans"/>
              <a:buNone/>
              <a:defRPr sz="1400" b="0" i="0" u="none" strike="noStrike" cap="none">
                <a:solidFill>
                  <a:schemeClr val="lt1"/>
                </a:solidFill>
                <a:latin typeface="Plus Jakarta Sans"/>
                <a:ea typeface="Plus Jakarta Sans"/>
                <a:cs typeface="Plus Jakarta Sans"/>
                <a:sym typeface="Plus Jakarta Sans"/>
              </a:defRPr>
            </a:lvl1pPr>
            <a:lvl2pPr marL="914400" marR="0" lvl="1" indent="-228600" algn="l" rtl="0">
              <a:lnSpc>
                <a:spcPct val="78888"/>
              </a:lnSpc>
              <a:spcBef>
                <a:spcPts val="400"/>
              </a:spcBef>
              <a:spcAft>
                <a:spcPts val="0"/>
              </a:spcAft>
              <a:buClr>
                <a:schemeClr val="lt1"/>
              </a:buClr>
              <a:buSzPts val="2160"/>
              <a:buFont typeface="Plus Jakarta Sans"/>
              <a:buNone/>
              <a:defRPr sz="1200" b="0" i="0" u="none" strike="noStrike" cap="none">
                <a:solidFill>
                  <a:schemeClr val="lt1"/>
                </a:solidFill>
                <a:latin typeface="Plus Jakarta Sans"/>
                <a:ea typeface="Plus Jakarta Sans"/>
                <a:cs typeface="Plus Jakarta Sans"/>
                <a:sym typeface="Plus Jakarta Sans"/>
              </a:defRPr>
            </a:lvl2pPr>
            <a:lvl3pPr marL="1371600" marR="0" lvl="2" indent="-365760" algn="l" rtl="0">
              <a:lnSpc>
                <a:spcPct val="100000"/>
              </a:lnSpc>
              <a:spcBef>
                <a:spcPts val="360"/>
              </a:spcBef>
              <a:spcAft>
                <a:spcPts val="0"/>
              </a:spcAft>
              <a:buClr>
                <a:schemeClr val="lt1"/>
              </a:buClr>
              <a:buSzPts val="2160"/>
              <a:buFont typeface="Arial"/>
              <a:buChar char="•"/>
              <a:defRPr sz="1000" b="0" i="0" u="none" strike="noStrike" cap="none">
                <a:solidFill>
                  <a:schemeClr val="lt1"/>
                </a:solidFill>
                <a:latin typeface="Plus Jakarta Sans"/>
                <a:ea typeface="Plus Jakarta Sans"/>
                <a:cs typeface="Plus Jakarta Sans"/>
                <a:sym typeface="Plus Jakarta Sans"/>
              </a:defRPr>
            </a:lvl3pPr>
            <a:lvl4pPr marL="1828800" marR="0" lvl="3" indent="-342900" algn="l" rtl="0">
              <a:lnSpc>
                <a:spcPct val="100000"/>
              </a:lnSpc>
              <a:spcBef>
                <a:spcPts val="360"/>
              </a:spcBef>
              <a:spcAft>
                <a:spcPts val="0"/>
              </a:spcAft>
              <a:buClr>
                <a:schemeClr val="lt1"/>
              </a:buClr>
              <a:buSzPts val="1800"/>
              <a:buFont typeface="Arial"/>
              <a:buChar char="–"/>
              <a:defRPr sz="1000" b="0" i="0" u="none" strike="noStrike" cap="none">
                <a:solidFill>
                  <a:schemeClr val="lt1"/>
                </a:solidFill>
                <a:latin typeface="Plus Jakarta Sans"/>
                <a:ea typeface="Plus Jakarta Sans"/>
                <a:cs typeface="Plus Jakarta Sans"/>
                <a:sym typeface="Plus Jakarta Sans"/>
              </a:defRPr>
            </a:lvl4pPr>
            <a:lvl5pPr marL="2286000" marR="0" lvl="4" indent="-342900" algn="l" rtl="0">
              <a:lnSpc>
                <a:spcPct val="100000"/>
              </a:lnSpc>
              <a:spcBef>
                <a:spcPts val="360"/>
              </a:spcBef>
              <a:spcAft>
                <a:spcPts val="0"/>
              </a:spcAft>
              <a:buClr>
                <a:schemeClr val="lt1"/>
              </a:buClr>
              <a:buSzPts val="1800"/>
              <a:buFont typeface="Arial"/>
              <a:buChar char="»"/>
              <a:defRPr sz="1000" b="0" i="0" u="none" strike="noStrike" cap="none">
                <a:solidFill>
                  <a:schemeClr val="lt1"/>
                </a:solidFill>
                <a:latin typeface="Plus Jakarta Sans"/>
                <a:ea typeface="Plus Jakarta Sans"/>
                <a:cs typeface="Plus Jakarta Sans"/>
                <a:sym typeface="Plus Jakarta Sans"/>
              </a:defRPr>
            </a:lvl5pPr>
            <a:lvl6pPr marL="2743200" marR="0" lvl="5" indent="-342900" algn="l" rtl="0">
              <a:lnSpc>
                <a:spcPct val="100000"/>
              </a:lnSpc>
              <a:spcBef>
                <a:spcPts val="360"/>
              </a:spcBef>
              <a:spcAft>
                <a:spcPts val="0"/>
              </a:spcAft>
              <a:buClr>
                <a:schemeClr val="lt1"/>
              </a:buClr>
              <a:buSzPts val="1800"/>
              <a:buFont typeface="Arial"/>
              <a:buChar char="•"/>
              <a:defRPr sz="2000" b="0" i="0" u="none" strike="noStrike" cap="none">
                <a:solidFill>
                  <a:schemeClr val="lt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lt1"/>
              </a:buClr>
              <a:buSzPts val="1800"/>
              <a:buFont typeface="Arial"/>
              <a:buChar char="•"/>
              <a:defRPr sz="2000" b="0" i="0" u="none" strike="noStrike" cap="none">
                <a:solidFill>
                  <a:schemeClr val="lt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lt1"/>
              </a:buClr>
              <a:buSzPts val="1800"/>
              <a:buFont typeface="Arial"/>
              <a:buChar char="•"/>
              <a:defRPr sz="2000" b="0" i="0" u="none" strike="noStrike" cap="none">
                <a:solidFill>
                  <a:schemeClr val="lt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lt1"/>
              </a:buClr>
              <a:buSzPts val="1800"/>
              <a:buFont typeface="Arial"/>
              <a:buChar char="•"/>
              <a:defRPr sz="2000" b="0" i="0" u="none" strike="noStrike" cap="none">
                <a:solidFill>
                  <a:schemeClr val="lt1"/>
                </a:solidFill>
                <a:latin typeface="Calibri"/>
                <a:ea typeface="Calibri"/>
                <a:cs typeface="Calibri"/>
                <a:sym typeface="Calibri"/>
              </a:defRPr>
            </a:lvl9pPr>
          </a:lstStyle>
          <a:p>
            <a:pPr marL="0" indent="0"/>
            <a:r>
              <a:rPr lang="en-US" sz="1050" dirty="0"/>
              <a:t>Build a data </a:t>
            </a:r>
            <a:r>
              <a:rPr lang="en-US" sz="1050" dirty="0" err="1"/>
              <a:t>lakehouse</a:t>
            </a:r>
            <a:r>
              <a:rPr lang="en-US" sz="1050" dirty="0"/>
              <a:t> anywhere, on any public cloud or in your own data center. Build once and run anywhere without any headaches. Cloudera offers the same data services with full portability on all clouds.</a:t>
            </a:r>
          </a:p>
        </p:txBody>
      </p:sp>
      <p:cxnSp>
        <p:nvCxnSpPr>
          <p:cNvPr id="29" name="Google Shape;1567;p151">
            <a:extLst>
              <a:ext uri="{FF2B5EF4-FFF2-40B4-BE49-F238E27FC236}">
                <a16:creationId xmlns:a16="http://schemas.microsoft.com/office/drawing/2014/main" id="{EAFF31B3-A42B-62AA-83E8-A80B9CBA86FE}"/>
              </a:ext>
            </a:extLst>
          </p:cNvPr>
          <p:cNvCxnSpPr/>
          <p:nvPr/>
        </p:nvCxnSpPr>
        <p:spPr>
          <a:xfrm>
            <a:off x="4712170" y="2008568"/>
            <a:ext cx="384765" cy="0"/>
          </a:xfrm>
          <a:prstGeom prst="straightConnector1">
            <a:avLst/>
          </a:prstGeom>
          <a:noFill/>
          <a:ln w="28575" cap="flat" cmpd="sng">
            <a:solidFill>
              <a:schemeClr val="accent1"/>
            </a:solidFill>
            <a:prstDash val="solid"/>
            <a:round/>
            <a:headEnd type="none" w="med" len="med"/>
            <a:tailEnd type="none" w="med" len="med"/>
          </a:ln>
        </p:spPr>
      </p:cxnSp>
      <p:sp>
        <p:nvSpPr>
          <p:cNvPr id="30" name="Google Shape;1563;p151">
            <a:extLst>
              <a:ext uri="{FF2B5EF4-FFF2-40B4-BE49-F238E27FC236}">
                <a16:creationId xmlns:a16="http://schemas.microsoft.com/office/drawing/2014/main" id="{43C0E493-3675-6579-4583-11B6D90053B4}"/>
              </a:ext>
            </a:extLst>
          </p:cNvPr>
          <p:cNvSpPr txBox="1">
            <a:spLocks/>
          </p:cNvSpPr>
          <p:nvPr/>
        </p:nvSpPr>
        <p:spPr>
          <a:xfrm>
            <a:off x="4591972" y="2174770"/>
            <a:ext cx="2121513" cy="307736"/>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chemeClr val="lt1"/>
              </a:buClr>
              <a:buSzPts val="1800"/>
              <a:buFont typeface="Plus Jakarta Sans"/>
              <a:buNone/>
              <a:defRPr sz="1400" b="0" i="0" u="none" strike="noStrike" cap="none">
                <a:solidFill>
                  <a:schemeClr val="lt1"/>
                </a:solidFill>
                <a:latin typeface="Plus Jakarta Sans"/>
                <a:ea typeface="Plus Jakarta Sans"/>
                <a:cs typeface="Plus Jakarta Sans"/>
                <a:sym typeface="Plus Jakarta Sans"/>
              </a:defRPr>
            </a:lvl1pPr>
            <a:lvl2pPr marL="914400" marR="0" lvl="1" indent="-228600" algn="l" rtl="0">
              <a:lnSpc>
                <a:spcPct val="78888"/>
              </a:lnSpc>
              <a:spcBef>
                <a:spcPts val="400"/>
              </a:spcBef>
              <a:spcAft>
                <a:spcPts val="0"/>
              </a:spcAft>
              <a:buClr>
                <a:schemeClr val="lt1"/>
              </a:buClr>
              <a:buSzPts val="2160"/>
              <a:buFont typeface="Plus Jakarta Sans"/>
              <a:buNone/>
              <a:defRPr sz="1200" b="0" i="0" u="none" strike="noStrike" cap="none">
                <a:solidFill>
                  <a:schemeClr val="lt1"/>
                </a:solidFill>
                <a:latin typeface="Plus Jakarta Sans"/>
                <a:ea typeface="Plus Jakarta Sans"/>
                <a:cs typeface="Plus Jakarta Sans"/>
                <a:sym typeface="Plus Jakarta Sans"/>
              </a:defRPr>
            </a:lvl2pPr>
            <a:lvl3pPr marL="1371600" marR="0" lvl="2" indent="-365760" algn="l" rtl="0">
              <a:lnSpc>
                <a:spcPct val="100000"/>
              </a:lnSpc>
              <a:spcBef>
                <a:spcPts val="360"/>
              </a:spcBef>
              <a:spcAft>
                <a:spcPts val="0"/>
              </a:spcAft>
              <a:buClr>
                <a:schemeClr val="lt1"/>
              </a:buClr>
              <a:buSzPts val="2160"/>
              <a:buFont typeface="Arial"/>
              <a:buChar char="•"/>
              <a:defRPr sz="1000" b="0" i="0" u="none" strike="noStrike" cap="none">
                <a:solidFill>
                  <a:schemeClr val="lt1"/>
                </a:solidFill>
                <a:latin typeface="Plus Jakarta Sans"/>
                <a:ea typeface="Plus Jakarta Sans"/>
                <a:cs typeface="Plus Jakarta Sans"/>
                <a:sym typeface="Plus Jakarta Sans"/>
              </a:defRPr>
            </a:lvl3pPr>
            <a:lvl4pPr marL="1828800" marR="0" lvl="3" indent="-342900" algn="l" rtl="0">
              <a:lnSpc>
                <a:spcPct val="100000"/>
              </a:lnSpc>
              <a:spcBef>
                <a:spcPts val="360"/>
              </a:spcBef>
              <a:spcAft>
                <a:spcPts val="0"/>
              </a:spcAft>
              <a:buClr>
                <a:schemeClr val="lt1"/>
              </a:buClr>
              <a:buSzPts val="1800"/>
              <a:buFont typeface="Arial"/>
              <a:buChar char="–"/>
              <a:defRPr sz="1000" b="0" i="0" u="none" strike="noStrike" cap="none">
                <a:solidFill>
                  <a:schemeClr val="lt1"/>
                </a:solidFill>
                <a:latin typeface="Plus Jakarta Sans"/>
                <a:ea typeface="Plus Jakarta Sans"/>
                <a:cs typeface="Plus Jakarta Sans"/>
                <a:sym typeface="Plus Jakarta Sans"/>
              </a:defRPr>
            </a:lvl4pPr>
            <a:lvl5pPr marL="2286000" marR="0" lvl="4" indent="-342900" algn="l" rtl="0">
              <a:lnSpc>
                <a:spcPct val="100000"/>
              </a:lnSpc>
              <a:spcBef>
                <a:spcPts val="360"/>
              </a:spcBef>
              <a:spcAft>
                <a:spcPts val="0"/>
              </a:spcAft>
              <a:buClr>
                <a:schemeClr val="lt1"/>
              </a:buClr>
              <a:buSzPts val="1800"/>
              <a:buFont typeface="Arial"/>
              <a:buChar char="»"/>
              <a:defRPr sz="1000" b="0" i="0" u="none" strike="noStrike" cap="none">
                <a:solidFill>
                  <a:schemeClr val="lt1"/>
                </a:solidFill>
                <a:latin typeface="Plus Jakarta Sans"/>
                <a:ea typeface="Plus Jakarta Sans"/>
                <a:cs typeface="Plus Jakarta Sans"/>
                <a:sym typeface="Plus Jakarta Sans"/>
              </a:defRPr>
            </a:lvl5pPr>
            <a:lvl6pPr marL="2743200" marR="0" lvl="5" indent="-342900" algn="l" rtl="0">
              <a:lnSpc>
                <a:spcPct val="100000"/>
              </a:lnSpc>
              <a:spcBef>
                <a:spcPts val="360"/>
              </a:spcBef>
              <a:spcAft>
                <a:spcPts val="0"/>
              </a:spcAft>
              <a:buClr>
                <a:schemeClr val="lt1"/>
              </a:buClr>
              <a:buSzPts val="1800"/>
              <a:buFont typeface="Arial"/>
              <a:buChar char="•"/>
              <a:defRPr sz="2000" b="0" i="0" u="none" strike="noStrike" cap="none">
                <a:solidFill>
                  <a:schemeClr val="lt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lt1"/>
              </a:buClr>
              <a:buSzPts val="1800"/>
              <a:buFont typeface="Arial"/>
              <a:buChar char="•"/>
              <a:defRPr sz="2000" b="0" i="0" u="none" strike="noStrike" cap="none">
                <a:solidFill>
                  <a:schemeClr val="lt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lt1"/>
              </a:buClr>
              <a:buSzPts val="1800"/>
              <a:buFont typeface="Arial"/>
              <a:buChar char="•"/>
              <a:defRPr sz="2000" b="0" i="0" u="none" strike="noStrike" cap="none">
                <a:solidFill>
                  <a:schemeClr val="lt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lt1"/>
              </a:buClr>
              <a:buSzPts val="1800"/>
              <a:buFont typeface="Arial"/>
              <a:buChar char="•"/>
              <a:defRPr sz="2000" b="0" i="0" u="none" strike="noStrike" cap="none">
                <a:solidFill>
                  <a:schemeClr val="lt1"/>
                </a:solidFill>
                <a:latin typeface="Calibri"/>
                <a:ea typeface="Calibri"/>
                <a:cs typeface="Calibri"/>
                <a:sym typeface="Calibri"/>
              </a:defRPr>
            </a:lvl9pPr>
          </a:lstStyle>
          <a:p>
            <a:pPr marL="0" indent="0"/>
            <a:r>
              <a:rPr lang="en-US" b="1" dirty="0">
                <a:latin typeface="Plus Jakarta Sans Medium" panose="020B0604020202020204" charset="0"/>
                <a:cs typeface="Plus Jakarta Sans Medium" panose="020B0604020202020204" charset="0"/>
              </a:rPr>
              <a:t>MULTI-CLOUD</a:t>
            </a:r>
          </a:p>
        </p:txBody>
      </p:sp>
      <p:sp>
        <p:nvSpPr>
          <p:cNvPr id="31" name="Google Shape;1563;p151">
            <a:extLst>
              <a:ext uri="{FF2B5EF4-FFF2-40B4-BE49-F238E27FC236}">
                <a16:creationId xmlns:a16="http://schemas.microsoft.com/office/drawing/2014/main" id="{43C0E493-3675-6579-4583-11B6D90053B4}"/>
              </a:ext>
            </a:extLst>
          </p:cNvPr>
          <p:cNvSpPr txBox="1">
            <a:spLocks/>
          </p:cNvSpPr>
          <p:nvPr/>
        </p:nvSpPr>
        <p:spPr>
          <a:xfrm>
            <a:off x="6762355" y="2535283"/>
            <a:ext cx="2121513" cy="1546537"/>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chemeClr val="lt1"/>
              </a:buClr>
              <a:buSzPts val="1800"/>
              <a:buFont typeface="Plus Jakarta Sans"/>
              <a:buNone/>
              <a:defRPr sz="1400" b="0" i="0" u="none" strike="noStrike" cap="none">
                <a:solidFill>
                  <a:schemeClr val="lt1"/>
                </a:solidFill>
                <a:latin typeface="Plus Jakarta Sans"/>
                <a:ea typeface="Plus Jakarta Sans"/>
                <a:cs typeface="Plus Jakarta Sans"/>
                <a:sym typeface="Plus Jakarta Sans"/>
              </a:defRPr>
            </a:lvl1pPr>
            <a:lvl2pPr marL="914400" marR="0" lvl="1" indent="-228600" algn="l" rtl="0">
              <a:lnSpc>
                <a:spcPct val="78888"/>
              </a:lnSpc>
              <a:spcBef>
                <a:spcPts val="400"/>
              </a:spcBef>
              <a:spcAft>
                <a:spcPts val="0"/>
              </a:spcAft>
              <a:buClr>
                <a:schemeClr val="lt1"/>
              </a:buClr>
              <a:buSzPts val="2160"/>
              <a:buFont typeface="Plus Jakarta Sans"/>
              <a:buNone/>
              <a:defRPr sz="1200" b="0" i="0" u="none" strike="noStrike" cap="none">
                <a:solidFill>
                  <a:schemeClr val="lt1"/>
                </a:solidFill>
                <a:latin typeface="Plus Jakarta Sans"/>
                <a:ea typeface="Plus Jakarta Sans"/>
                <a:cs typeface="Plus Jakarta Sans"/>
                <a:sym typeface="Plus Jakarta Sans"/>
              </a:defRPr>
            </a:lvl2pPr>
            <a:lvl3pPr marL="1371600" marR="0" lvl="2" indent="-365760" algn="l" rtl="0">
              <a:lnSpc>
                <a:spcPct val="100000"/>
              </a:lnSpc>
              <a:spcBef>
                <a:spcPts val="360"/>
              </a:spcBef>
              <a:spcAft>
                <a:spcPts val="0"/>
              </a:spcAft>
              <a:buClr>
                <a:schemeClr val="lt1"/>
              </a:buClr>
              <a:buSzPts val="2160"/>
              <a:buFont typeface="Arial"/>
              <a:buChar char="•"/>
              <a:defRPr sz="1000" b="0" i="0" u="none" strike="noStrike" cap="none">
                <a:solidFill>
                  <a:schemeClr val="lt1"/>
                </a:solidFill>
                <a:latin typeface="Plus Jakarta Sans"/>
                <a:ea typeface="Plus Jakarta Sans"/>
                <a:cs typeface="Plus Jakarta Sans"/>
                <a:sym typeface="Plus Jakarta Sans"/>
              </a:defRPr>
            </a:lvl3pPr>
            <a:lvl4pPr marL="1828800" marR="0" lvl="3" indent="-342900" algn="l" rtl="0">
              <a:lnSpc>
                <a:spcPct val="100000"/>
              </a:lnSpc>
              <a:spcBef>
                <a:spcPts val="360"/>
              </a:spcBef>
              <a:spcAft>
                <a:spcPts val="0"/>
              </a:spcAft>
              <a:buClr>
                <a:schemeClr val="lt1"/>
              </a:buClr>
              <a:buSzPts val="1800"/>
              <a:buFont typeface="Arial"/>
              <a:buChar char="–"/>
              <a:defRPr sz="1000" b="0" i="0" u="none" strike="noStrike" cap="none">
                <a:solidFill>
                  <a:schemeClr val="lt1"/>
                </a:solidFill>
                <a:latin typeface="Plus Jakarta Sans"/>
                <a:ea typeface="Plus Jakarta Sans"/>
                <a:cs typeface="Plus Jakarta Sans"/>
                <a:sym typeface="Plus Jakarta Sans"/>
              </a:defRPr>
            </a:lvl4pPr>
            <a:lvl5pPr marL="2286000" marR="0" lvl="4" indent="-342900" algn="l" rtl="0">
              <a:lnSpc>
                <a:spcPct val="100000"/>
              </a:lnSpc>
              <a:spcBef>
                <a:spcPts val="360"/>
              </a:spcBef>
              <a:spcAft>
                <a:spcPts val="0"/>
              </a:spcAft>
              <a:buClr>
                <a:schemeClr val="lt1"/>
              </a:buClr>
              <a:buSzPts val="1800"/>
              <a:buFont typeface="Arial"/>
              <a:buChar char="»"/>
              <a:defRPr sz="1000" b="0" i="0" u="none" strike="noStrike" cap="none">
                <a:solidFill>
                  <a:schemeClr val="lt1"/>
                </a:solidFill>
                <a:latin typeface="Plus Jakarta Sans"/>
                <a:ea typeface="Plus Jakarta Sans"/>
                <a:cs typeface="Plus Jakarta Sans"/>
                <a:sym typeface="Plus Jakarta Sans"/>
              </a:defRPr>
            </a:lvl5pPr>
            <a:lvl6pPr marL="2743200" marR="0" lvl="5" indent="-342900" algn="l" rtl="0">
              <a:lnSpc>
                <a:spcPct val="100000"/>
              </a:lnSpc>
              <a:spcBef>
                <a:spcPts val="360"/>
              </a:spcBef>
              <a:spcAft>
                <a:spcPts val="0"/>
              </a:spcAft>
              <a:buClr>
                <a:schemeClr val="lt1"/>
              </a:buClr>
              <a:buSzPts val="1800"/>
              <a:buFont typeface="Arial"/>
              <a:buChar char="•"/>
              <a:defRPr sz="2000" b="0" i="0" u="none" strike="noStrike" cap="none">
                <a:solidFill>
                  <a:schemeClr val="lt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lt1"/>
              </a:buClr>
              <a:buSzPts val="1800"/>
              <a:buFont typeface="Arial"/>
              <a:buChar char="•"/>
              <a:defRPr sz="2000" b="0" i="0" u="none" strike="noStrike" cap="none">
                <a:solidFill>
                  <a:schemeClr val="lt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lt1"/>
              </a:buClr>
              <a:buSzPts val="1800"/>
              <a:buFont typeface="Arial"/>
              <a:buChar char="•"/>
              <a:defRPr sz="2000" b="0" i="0" u="none" strike="noStrike" cap="none">
                <a:solidFill>
                  <a:schemeClr val="lt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lt1"/>
              </a:buClr>
              <a:buSzPts val="1800"/>
              <a:buFont typeface="Arial"/>
              <a:buChar char="•"/>
              <a:defRPr sz="2000" b="0" i="0" u="none" strike="noStrike" cap="none">
                <a:solidFill>
                  <a:schemeClr val="lt1"/>
                </a:solidFill>
                <a:latin typeface="Calibri"/>
                <a:ea typeface="Calibri"/>
                <a:cs typeface="Calibri"/>
                <a:sym typeface="Calibri"/>
              </a:defRPr>
            </a:lvl9pPr>
          </a:lstStyle>
          <a:p>
            <a:pPr marL="0" indent="0"/>
            <a:r>
              <a:rPr lang="en-US" sz="1050" dirty="0"/>
              <a:t>The Iceberg tables in Cloudera integrate within </a:t>
            </a:r>
            <a:r>
              <a:rPr lang="en-US" sz="1050" b="1" dirty="0">
                <a:solidFill>
                  <a:schemeClr val="accent1"/>
                </a:solidFill>
              </a:rPr>
              <a:t>SDX</a:t>
            </a:r>
            <a:r>
              <a:rPr lang="en-US" sz="1050" dirty="0"/>
              <a:t>, allowing for unified security, fine-grained policies, governance, lineage, and metadata management across multiple clouds, so you can focus on analyzing your data while we take care of the rest.</a:t>
            </a:r>
          </a:p>
        </p:txBody>
      </p:sp>
      <p:cxnSp>
        <p:nvCxnSpPr>
          <p:cNvPr id="32" name="Google Shape;1567;p151">
            <a:extLst>
              <a:ext uri="{FF2B5EF4-FFF2-40B4-BE49-F238E27FC236}">
                <a16:creationId xmlns:a16="http://schemas.microsoft.com/office/drawing/2014/main" id="{EAFF31B3-A42B-62AA-83E8-A80B9CBA86FE}"/>
              </a:ext>
            </a:extLst>
          </p:cNvPr>
          <p:cNvCxnSpPr/>
          <p:nvPr/>
        </p:nvCxnSpPr>
        <p:spPr>
          <a:xfrm>
            <a:off x="6882553" y="2004591"/>
            <a:ext cx="384765" cy="0"/>
          </a:xfrm>
          <a:prstGeom prst="straightConnector1">
            <a:avLst/>
          </a:prstGeom>
          <a:noFill/>
          <a:ln w="28575" cap="flat" cmpd="sng">
            <a:solidFill>
              <a:schemeClr val="accent1"/>
            </a:solidFill>
            <a:prstDash val="solid"/>
            <a:round/>
            <a:headEnd type="none" w="med" len="med"/>
            <a:tailEnd type="none" w="med" len="med"/>
          </a:ln>
        </p:spPr>
      </p:cxnSp>
      <p:sp>
        <p:nvSpPr>
          <p:cNvPr id="33" name="Google Shape;1563;p151">
            <a:extLst>
              <a:ext uri="{FF2B5EF4-FFF2-40B4-BE49-F238E27FC236}">
                <a16:creationId xmlns:a16="http://schemas.microsoft.com/office/drawing/2014/main" id="{43C0E493-3675-6579-4583-11B6D90053B4}"/>
              </a:ext>
            </a:extLst>
          </p:cNvPr>
          <p:cNvSpPr txBox="1">
            <a:spLocks/>
          </p:cNvSpPr>
          <p:nvPr/>
        </p:nvSpPr>
        <p:spPr>
          <a:xfrm>
            <a:off x="6762355" y="2170793"/>
            <a:ext cx="2121513" cy="307736"/>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chemeClr val="lt1"/>
              </a:buClr>
              <a:buSzPts val="1800"/>
              <a:buFont typeface="Plus Jakarta Sans"/>
              <a:buNone/>
              <a:defRPr sz="1400" b="0" i="0" u="none" strike="noStrike" cap="none">
                <a:solidFill>
                  <a:schemeClr val="lt1"/>
                </a:solidFill>
                <a:latin typeface="Plus Jakarta Sans"/>
                <a:ea typeface="Plus Jakarta Sans"/>
                <a:cs typeface="Plus Jakarta Sans"/>
                <a:sym typeface="Plus Jakarta Sans"/>
              </a:defRPr>
            </a:lvl1pPr>
            <a:lvl2pPr marL="914400" marR="0" lvl="1" indent="-228600" algn="l" rtl="0">
              <a:lnSpc>
                <a:spcPct val="78888"/>
              </a:lnSpc>
              <a:spcBef>
                <a:spcPts val="400"/>
              </a:spcBef>
              <a:spcAft>
                <a:spcPts val="0"/>
              </a:spcAft>
              <a:buClr>
                <a:schemeClr val="lt1"/>
              </a:buClr>
              <a:buSzPts val="2160"/>
              <a:buFont typeface="Plus Jakarta Sans"/>
              <a:buNone/>
              <a:defRPr sz="1200" b="0" i="0" u="none" strike="noStrike" cap="none">
                <a:solidFill>
                  <a:schemeClr val="lt1"/>
                </a:solidFill>
                <a:latin typeface="Plus Jakarta Sans"/>
                <a:ea typeface="Plus Jakarta Sans"/>
                <a:cs typeface="Plus Jakarta Sans"/>
                <a:sym typeface="Plus Jakarta Sans"/>
              </a:defRPr>
            </a:lvl2pPr>
            <a:lvl3pPr marL="1371600" marR="0" lvl="2" indent="-365760" algn="l" rtl="0">
              <a:lnSpc>
                <a:spcPct val="100000"/>
              </a:lnSpc>
              <a:spcBef>
                <a:spcPts val="360"/>
              </a:spcBef>
              <a:spcAft>
                <a:spcPts val="0"/>
              </a:spcAft>
              <a:buClr>
                <a:schemeClr val="lt1"/>
              </a:buClr>
              <a:buSzPts val="2160"/>
              <a:buFont typeface="Arial"/>
              <a:buChar char="•"/>
              <a:defRPr sz="1000" b="0" i="0" u="none" strike="noStrike" cap="none">
                <a:solidFill>
                  <a:schemeClr val="lt1"/>
                </a:solidFill>
                <a:latin typeface="Plus Jakarta Sans"/>
                <a:ea typeface="Plus Jakarta Sans"/>
                <a:cs typeface="Plus Jakarta Sans"/>
                <a:sym typeface="Plus Jakarta Sans"/>
              </a:defRPr>
            </a:lvl3pPr>
            <a:lvl4pPr marL="1828800" marR="0" lvl="3" indent="-342900" algn="l" rtl="0">
              <a:lnSpc>
                <a:spcPct val="100000"/>
              </a:lnSpc>
              <a:spcBef>
                <a:spcPts val="360"/>
              </a:spcBef>
              <a:spcAft>
                <a:spcPts val="0"/>
              </a:spcAft>
              <a:buClr>
                <a:schemeClr val="lt1"/>
              </a:buClr>
              <a:buSzPts val="1800"/>
              <a:buFont typeface="Arial"/>
              <a:buChar char="–"/>
              <a:defRPr sz="1000" b="0" i="0" u="none" strike="noStrike" cap="none">
                <a:solidFill>
                  <a:schemeClr val="lt1"/>
                </a:solidFill>
                <a:latin typeface="Plus Jakarta Sans"/>
                <a:ea typeface="Plus Jakarta Sans"/>
                <a:cs typeface="Plus Jakarta Sans"/>
                <a:sym typeface="Plus Jakarta Sans"/>
              </a:defRPr>
            </a:lvl4pPr>
            <a:lvl5pPr marL="2286000" marR="0" lvl="4" indent="-342900" algn="l" rtl="0">
              <a:lnSpc>
                <a:spcPct val="100000"/>
              </a:lnSpc>
              <a:spcBef>
                <a:spcPts val="360"/>
              </a:spcBef>
              <a:spcAft>
                <a:spcPts val="0"/>
              </a:spcAft>
              <a:buClr>
                <a:schemeClr val="lt1"/>
              </a:buClr>
              <a:buSzPts val="1800"/>
              <a:buFont typeface="Arial"/>
              <a:buChar char="»"/>
              <a:defRPr sz="1000" b="0" i="0" u="none" strike="noStrike" cap="none">
                <a:solidFill>
                  <a:schemeClr val="lt1"/>
                </a:solidFill>
                <a:latin typeface="Plus Jakarta Sans"/>
                <a:ea typeface="Plus Jakarta Sans"/>
                <a:cs typeface="Plus Jakarta Sans"/>
                <a:sym typeface="Plus Jakarta Sans"/>
              </a:defRPr>
            </a:lvl5pPr>
            <a:lvl6pPr marL="2743200" marR="0" lvl="5" indent="-342900" algn="l" rtl="0">
              <a:lnSpc>
                <a:spcPct val="100000"/>
              </a:lnSpc>
              <a:spcBef>
                <a:spcPts val="360"/>
              </a:spcBef>
              <a:spcAft>
                <a:spcPts val="0"/>
              </a:spcAft>
              <a:buClr>
                <a:schemeClr val="lt1"/>
              </a:buClr>
              <a:buSzPts val="1800"/>
              <a:buFont typeface="Arial"/>
              <a:buChar char="•"/>
              <a:defRPr sz="2000" b="0" i="0" u="none" strike="noStrike" cap="none">
                <a:solidFill>
                  <a:schemeClr val="lt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lt1"/>
              </a:buClr>
              <a:buSzPts val="1800"/>
              <a:buFont typeface="Arial"/>
              <a:buChar char="•"/>
              <a:defRPr sz="2000" b="0" i="0" u="none" strike="noStrike" cap="none">
                <a:solidFill>
                  <a:schemeClr val="lt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lt1"/>
              </a:buClr>
              <a:buSzPts val="1800"/>
              <a:buFont typeface="Arial"/>
              <a:buChar char="•"/>
              <a:defRPr sz="2000" b="0" i="0" u="none" strike="noStrike" cap="none">
                <a:solidFill>
                  <a:schemeClr val="lt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lt1"/>
              </a:buClr>
              <a:buSzPts val="1800"/>
              <a:buFont typeface="Arial"/>
              <a:buChar char="•"/>
              <a:defRPr sz="2000" b="0" i="0" u="none" strike="noStrike" cap="none">
                <a:solidFill>
                  <a:schemeClr val="lt1"/>
                </a:solidFill>
                <a:latin typeface="Calibri"/>
                <a:ea typeface="Calibri"/>
                <a:cs typeface="Calibri"/>
                <a:sym typeface="Calibri"/>
              </a:defRPr>
            </a:lvl9pPr>
          </a:lstStyle>
          <a:p>
            <a:pPr marL="0" indent="0"/>
            <a:r>
              <a:rPr lang="en-US" b="1" dirty="0">
                <a:latin typeface="Plus Jakarta Sans Medium" panose="020B0604020202020204" charset="0"/>
                <a:cs typeface="Plus Jakarta Sans Medium" panose="020B0604020202020204" charset="0"/>
              </a:rPr>
              <a:t>SECURE &amp; GOVERNED</a:t>
            </a:r>
          </a:p>
        </p:txBody>
      </p:sp>
    </p:spTree>
    <p:extLst>
      <p:ext uri="{BB962C8B-B14F-4D97-AF65-F5344CB8AC3E}">
        <p14:creationId xmlns:p14="http://schemas.microsoft.com/office/powerpoint/2010/main" val="9691445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01">
          <a:extLst>
            <a:ext uri="{FF2B5EF4-FFF2-40B4-BE49-F238E27FC236}">
              <a16:creationId xmlns:a16="http://schemas.microsoft.com/office/drawing/2014/main" id="{06154DCA-7EB3-3280-9886-7FF02A2F0A11}"/>
            </a:ext>
          </a:extLst>
        </p:cNvPr>
        <p:cNvGrpSpPr/>
        <p:nvPr/>
      </p:nvGrpSpPr>
      <p:grpSpPr>
        <a:xfrm>
          <a:off x="0" y="0"/>
          <a:ext cx="0" cy="0"/>
          <a:chOff x="0" y="0"/>
          <a:chExt cx="0" cy="0"/>
        </a:xfrm>
      </p:grpSpPr>
      <p:sp>
        <p:nvSpPr>
          <p:cNvPr id="7" name="Google Shape;1562;p151">
            <a:extLst>
              <a:ext uri="{FF2B5EF4-FFF2-40B4-BE49-F238E27FC236}">
                <a16:creationId xmlns:a16="http://schemas.microsoft.com/office/drawing/2014/main" id="{260B36C7-CAA6-6606-ADF2-21D79B7F1AEA}"/>
              </a:ext>
            </a:extLst>
          </p:cNvPr>
          <p:cNvSpPr txBox="1">
            <a:spLocks noGrp="1"/>
          </p:cNvSpPr>
          <p:nvPr>
            <p:ph type="title"/>
          </p:nvPr>
        </p:nvSpPr>
        <p:spPr>
          <a:xfrm>
            <a:off x="533400" y="284253"/>
            <a:ext cx="7620000" cy="612900"/>
          </a:xfrm>
          <a:prstGeom prst="rect">
            <a:avLst/>
          </a:prstGeom>
        </p:spPr>
        <p:txBody>
          <a:bodyPr spcFirstLastPara="1" wrap="square" lIns="91425" tIns="0" rIns="91425" bIns="45700" anchor="t" anchorCtr="0">
            <a:noAutofit/>
          </a:bodyPr>
          <a:lstStyle/>
          <a:p>
            <a:pPr lvl="0"/>
            <a:r>
              <a:rPr lang="en-US" b="1" dirty="0"/>
              <a:t>APACHE ICEBERG</a:t>
            </a:r>
            <a:endParaRPr b="1" dirty="0"/>
          </a:p>
        </p:txBody>
      </p:sp>
      <p:sp>
        <p:nvSpPr>
          <p:cNvPr id="27" name="Google Shape;1563;p151">
            <a:extLst>
              <a:ext uri="{FF2B5EF4-FFF2-40B4-BE49-F238E27FC236}">
                <a16:creationId xmlns:a16="http://schemas.microsoft.com/office/drawing/2014/main" id="{43C0E493-3675-6579-4583-11B6D90053B4}"/>
              </a:ext>
            </a:extLst>
          </p:cNvPr>
          <p:cNvSpPr txBox="1">
            <a:spLocks/>
          </p:cNvSpPr>
          <p:nvPr/>
        </p:nvSpPr>
        <p:spPr>
          <a:xfrm>
            <a:off x="506661" y="1109036"/>
            <a:ext cx="5381823" cy="3046948"/>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chemeClr val="lt1"/>
              </a:buClr>
              <a:buSzPts val="1800"/>
              <a:buFont typeface="Plus Jakarta Sans"/>
              <a:buNone/>
              <a:defRPr sz="1400" b="0" i="0" u="none" strike="noStrike" cap="none">
                <a:solidFill>
                  <a:schemeClr val="lt1"/>
                </a:solidFill>
                <a:latin typeface="Plus Jakarta Sans"/>
                <a:ea typeface="Plus Jakarta Sans"/>
                <a:cs typeface="Plus Jakarta Sans"/>
                <a:sym typeface="Plus Jakarta Sans"/>
              </a:defRPr>
            </a:lvl1pPr>
            <a:lvl2pPr marL="914400" marR="0" lvl="1" indent="-228600" algn="l" rtl="0">
              <a:lnSpc>
                <a:spcPct val="78888"/>
              </a:lnSpc>
              <a:spcBef>
                <a:spcPts val="400"/>
              </a:spcBef>
              <a:spcAft>
                <a:spcPts val="0"/>
              </a:spcAft>
              <a:buClr>
                <a:schemeClr val="lt1"/>
              </a:buClr>
              <a:buSzPts val="2160"/>
              <a:buFont typeface="Plus Jakarta Sans"/>
              <a:buNone/>
              <a:defRPr sz="1200" b="0" i="0" u="none" strike="noStrike" cap="none">
                <a:solidFill>
                  <a:schemeClr val="lt1"/>
                </a:solidFill>
                <a:latin typeface="Plus Jakarta Sans"/>
                <a:ea typeface="Plus Jakarta Sans"/>
                <a:cs typeface="Plus Jakarta Sans"/>
                <a:sym typeface="Plus Jakarta Sans"/>
              </a:defRPr>
            </a:lvl2pPr>
            <a:lvl3pPr marL="1371600" marR="0" lvl="2" indent="-365760" algn="l" rtl="0">
              <a:lnSpc>
                <a:spcPct val="100000"/>
              </a:lnSpc>
              <a:spcBef>
                <a:spcPts val="360"/>
              </a:spcBef>
              <a:spcAft>
                <a:spcPts val="0"/>
              </a:spcAft>
              <a:buClr>
                <a:schemeClr val="lt1"/>
              </a:buClr>
              <a:buSzPts val="2160"/>
              <a:buFont typeface="Arial"/>
              <a:buChar char="•"/>
              <a:defRPr sz="1000" b="0" i="0" u="none" strike="noStrike" cap="none">
                <a:solidFill>
                  <a:schemeClr val="lt1"/>
                </a:solidFill>
                <a:latin typeface="Plus Jakarta Sans"/>
                <a:ea typeface="Plus Jakarta Sans"/>
                <a:cs typeface="Plus Jakarta Sans"/>
                <a:sym typeface="Plus Jakarta Sans"/>
              </a:defRPr>
            </a:lvl3pPr>
            <a:lvl4pPr marL="1828800" marR="0" lvl="3" indent="-342900" algn="l" rtl="0">
              <a:lnSpc>
                <a:spcPct val="100000"/>
              </a:lnSpc>
              <a:spcBef>
                <a:spcPts val="360"/>
              </a:spcBef>
              <a:spcAft>
                <a:spcPts val="0"/>
              </a:spcAft>
              <a:buClr>
                <a:schemeClr val="lt1"/>
              </a:buClr>
              <a:buSzPts val="1800"/>
              <a:buFont typeface="Arial"/>
              <a:buChar char="–"/>
              <a:defRPr sz="1000" b="0" i="0" u="none" strike="noStrike" cap="none">
                <a:solidFill>
                  <a:schemeClr val="lt1"/>
                </a:solidFill>
                <a:latin typeface="Plus Jakarta Sans"/>
                <a:ea typeface="Plus Jakarta Sans"/>
                <a:cs typeface="Plus Jakarta Sans"/>
                <a:sym typeface="Plus Jakarta Sans"/>
              </a:defRPr>
            </a:lvl4pPr>
            <a:lvl5pPr marL="2286000" marR="0" lvl="4" indent="-342900" algn="l" rtl="0">
              <a:lnSpc>
                <a:spcPct val="100000"/>
              </a:lnSpc>
              <a:spcBef>
                <a:spcPts val="360"/>
              </a:spcBef>
              <a:spcAft>
                <a:spcPts val="0"/>
              </a:spcAft>
              <a:buClr>
                <a:schemeClr val="lt1"/>
              </a:buClr>
              <a:buSzPts val="1800"/>
              <a:buFont typeface="Arial"/>
              <a:buChar char="»"/>
              <a:defRPr sz="1000" b="0" i="0" u="none" strike="noStrike" cap="none">
                <a:solidFill>
                  <a:schemeClr val="lt1"/>
                </a:solidFill>
                <a:latin typeface="Plus Jakarta Sans"/>
                <a:ea typeface="Plus Jakarta Sans"/>
                <a:cs typeface="Plus Jakarta Sans"/>
                <a:sym typeface="Plus Jakarta Sans"/>
              </a:defRPr>
            </a:lvl5pPr>
            <a:lvl6pPr marL="2743200" marR="0" lvl="5" indent="-342900" algn="l" rtl="0">
              <a:lnSpc>
                <a:spcPct val="100000"/>
              </a:lnSpc>
              <a:spcBef>
                <a:spcPts val="360"/>
              </a:spcBef>
              <a:spcAft>
                <a:spcPts val="0"/>
              </a:spcAft>
              <a:buClr>
                <a:schemeClr val="lt1"/>
              </a:buClr>
              <a:buSzPts val="1800"/>
              <a:buFont typeface="Arial"/>
              <a:buChar char="•"/>
              <a:defRPr sz="2000" b="0" i="0" u="none" strike="noStrike" cap="none">
                <a:solidFill>
                  <a:schemeClr val="lt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lt1"/>
              </a:buClr>
              <a:buSzPts val="1800"/>
              <a:buFont typeface="Arial"/>
              <a:buChar char="•"/>
              <a:defRPr sz="2000" b="0" i="0" u="none" strike="noStrike" cap="none">
                <a:solidFill>
                  <a:schemeClr val="lt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lt1"/>
              </a:buClr>
              <a:buSzPts val="1800"/>
              <a:buFont typeface="Arial"/>
              <a:buChar char="•"/>
              <a:defRPr sz="2000" b="0" i="0" u="none" strike="noStrike" cap="none">
                <a:solidFill>
                  <a:schemeClr val="lt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lt1"/>
              </a:buClr>
              <a:buSzPts val="1800"/>
              <a:buFont typeface="Arial"/>
              <a:buChar char="•"/>
              <a:defRPr sz="2000" b="0" i="0" u="none" strike="noStrike" cap="none">
                <a:solidFill>
                  <a:schemeClr val="lt1"/>
                </a:solidFill>
                <a:latin typeface="Calibri"/>
                <a:ea typeface="Calibri"/>
                <a:cs typeface="Calibri"/>
                <a:sym typeface="Calibri"/>
              </a:defRPr>
            </a:lvl9pPr>
          </a:lstStyle>
          <a:p>
            <a:pPr marL="0" indent="0"/>
            <a:r>
              <a:rPr lang="en-US" sz="1600" dirty="0"/>
              <a:t>Donated by Netflix to the Apache Foundation in 2018</a:t>
            </a:r>
          </a:p>
          <a:p>
            <a:pPr marL="0" indent="0"/>
            <a:endParaRPr lang="en-US" sz="1600" dirty="0"/>
          </a:p>
          <a:p>
            <a:pPr marL="0" indent="0"/>
            <a:r>
              <a:rPr lang="en-US" sz="1600" b="1" dirty="0"/>
              <a:t>Flexibility</a:t>
            </a:r>
          </a:p>
          <a:p>
            <a:pPr marL="0" indent="0"/>
            <a:r>
              <a:rPr lang="en-US" sz="1600" dirty="0"/>
              <a:t>- Hidden partitioning</a:t>
            </a:r>
          </a:p>
          <a:p>
            <a:pPr marL="0" indent="0"/>
            <a:r>
              <a:rPr lang="en-US" sz="1600" dirty="0"/>
              <a:t>- Full schema evolution</a:t>
            </a:r>
          </a:p>
          <a:p>
            <a:pPr marL="0" indent="0"/>
            <a:endParaRPr lang="en-US" sz="1600" dirty="0"/>
          </a:p>
          <a:p>
            <a:pPr marL="0" indent="0"/>
            <a:r>
              <a:rPr lang="en-US" sz="1600" b="1" dirty="0"/>
              <a:t>Data Warehouse Operations</a:t>
            </a:r>
          </a:p>
          <a:p>
            <a:pPr marL="0" indent="0"/>
            <a:r>
              <a:rPr lang="en-US" sz="1600" dirty="0"/>
              <a:t>- ACID Transactions</a:t>
            </a:r>
          </a:p>
          <a:p>
            <a:pPr marL="0" indent="0"/>
            <a:r>
              <a:rPr lang="en-US" sz="1600" dirty="0"/>
              <a:t>- Time travel and rollback</a:t>
            </a:r>
          </a:p>
          <a:p>
            <a:pPr marL="0" indent="0"/>
            <a:endParaRPr lang="en-US" sz="1600" dirty="0"/>
          </a:p>
          <a:p>
            <a:pPr marL="0" indent="0"/>
            <a:r>
              <a:rPr lang="en-US" sz="1600" b="1" dirty="0"/>
              <a:t>Supports best in class SQL performance</a:t>
            </a:r>
          </a:p>
          <a:p>
            <a:pPr marL="0" indent="0"/>
            <a:r>
              <a:rPr lang="en-US" sz="1600" dirty="0"/>
              <a:t>- High performance at Petabyte scale</a:t>
            </a:r>
          </a:p>
        </p:txBody>
      </p:sp>
      <p:sp>
        <p:nvSpPr>
          <p:cNvPr id="5" name="Google Shape;1563;p151">
            <a:extLst>
              <a:ext uri="{FF2B5EF4-FFF2-40B4-BE49-F238E27FC236}">
                <a16:creationId xmlns:a16="http://schemas.microsoft.com/office/drawing/2014/main" id="{43C0E493-3675-6579-4583-11B6D90053B4}"/>
              </a:ext>
            </a:extLst>
          </p:cNvPr>
          <p:cNvSpPr txBox="1">
            <a:spLocks/>
          </p:cNvSpPr>
          <p:nvPr/>
        </p:nvSpPr>
        <p:spPr>
          <a:xfrm>
            <a:off x="533400" y="648090"/>
            <a:ext cx="6903457" cy="276959"/>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chemeClr val="lt1"/>
              </a:buClr>
              <a:buSzPts val="1800"/>
              <a:buFont typeface="Plus Jakarta Sans"/>
              <a:buNone/>
              <a:defRPr sz="1400" b="0" i="0" u="none" strike="noStrike" cap="none">
                <a:solidFill>
                  <a:schemeClr val="lt1"/>
                </a:solidFill>
                <a:latin typeface="Plus Jakarta Sans"/>
                <a:ea typeface="Plus Jakarta Sans"/>
                <a:cs typeface="Plus Jakarta Sans"/>
                <a:sym typeface="Plus Jakarta Sans"/>
              </a:defRPr>
            </a:lvl1pPr>
            <a:lvl2pPr marL="914400" marR="0" lvl="1" indent="-228600" algn="l" rtl="0">
              <a:lnSpc>
                <a:spcPct val="78888"/>
              </a:lnSpc>
              <a:spcBef>
                <a:spcPts val="400"/>
              </a:spcBef>
              <a:spcAft>
                <a:spcPts val="0"/>
              </a:spcAft>
              <a:buClr>
                <a:schemeClr val="lt1"/>
              </a:buClr>
              <a:buSzPts val="2160"/>
              <a:buFont typeface="Plus Jakarta Sans"/>
              <a:buNone/>
              <a:defRPr sz="1200" b="0" i="0" u="none" strike="noStrike" cap="none">
                <a:solidFill>
                  <a:schemeClr val="lt1"/>
                </a:solidFill>
                <a:latin typeface="Plus Jakarta Sans"/>
                <a:ea typeface="Plus Jakarta Sans"/>
                <a:cs typeface="Plus Jakarta Sans"/>
                <a:sym typeface="Plus Jakarta Sans"/>
              </a:defRPr>
            </a:lvl2pPr>
            <a:lvl3pPr marL="1371600" marR="0" lvl="2" indent="-365760" algn="l" rtl="0">
              <a:lnSpc>
                <a:spcPct val="100000"/>
              </a:lnSpc>
              <a:spcBef>
                <a:spcPts val="360"/>
              </a:spcBef>
              <a:spcAft>
                <a:spcPts val="0"/>
              </a:spcAft>
              <a:buClr>
                <a:schemeClr val="lt1"/>
              </a:buClr>
              <a:buSzPts val="2160"/>
              <a:buFont typeface="Arial"/>
              <a:buChar char="•"/>
              <a:defRPr sz="1000" b="0" i="0" u="none" strike="noStrike" cap="none">
                <a:solidFill>
                  <a:schemeClr val="lt1"/>
                </a:solidFill>
                <a:latin typeface="Plus Jakarta Sans"/>
                <a:ea typeface="Plus Jakarta Sans"/>
                <a:cs typeface="Plus Jakarta Sans"/>
                <a:sym typeface="Plus Jakarta Sans"/>
              </a:defRPr>
            </a:lvl3pPr>
            <a:lvl4pPr marL="1828800" marR="0" lvl="3" indent="-342900" algn="l" rtl="0">
              <a:lnSpc>
                <a:spcPct val="100000"/>
              </a:lnSpc>
              <a:spcBef>
                <a:spcPts val="360"/>
              </a:spcBef>
              <a:spcAft>
                <a:spcPts val="0"/>
              </a:spcAft>
              <a:buClr>
                <a:schemeClr val="lt1"/>
              </a:buClr>
              <a:buSzPts val="1800"/>
              <a:buFont typeface="Arial"/>
              <a:buChar char="–"/>
              <a:defRPr sz="1000" b="0" i="0" u="none" strike="noStrike" cap="none">
                <a:solidFill>
                  <a:schemeClr val="lt1"/>
                </a:solidFill>
                <a:latin typeface="Plus Jakarta Sans"/>
                <a:ea typeface="Plus Jakarta Sans"/>
                <a:cs typeface="Plus Jakarta Sans"/>
                <a:sym typeface="Plus Jakarta Sans"/>
              </a:defRPr>
            </a:lvl4pPr>
            <a:lvl5pPr marL="2286000" marR="0" lvl="4" indent="-342900" algn="l" rtl="0">
              <a:lnSpc>
                <a:spcPct val="100000"/>
              </a:lnSpc>
              <a:spcBef>
                <a:spcPts val="360"/>
              </a:spcBef>
              <a:spcAft>
                <a:spcPts val="0"/>
              </a:spcAft>
              <a:buClr>
                <a:schemeClr val="lt1"/>
              </a:buClr>
              <a:buSzPts val="1800"/>
              <a:buFont typeface="Arial"/>
              <a:buChar char="»"/>
              <a:defRPr sz="1000" b="0" i="0" u="none" strike="noStrike" cap="none">
                <a:solidFill>
                  <a:schemeClr val="lt1"/>
                </a:solidFill>
                <a:latin typeface="Plus Jakarta Sans"/>
                <a:ea typeface="Plus Jakarta Sans"/>
                <a:cs typeface="Plus Jakarta Sans"/>
                <a:sym typeface="Plus Jakarta Sans"/>
              </a:defRPr>
            </a:lvl5pPr>
            <a:lvl6pPr marL="2743200" marR="0" lvl="5" indent="-342900" algn="l" rtl="0">
              <a:lnSpc>
                <a:spcPct val="100000"/>
              </a:lnSpc>
              <a:spcBef>
                <a:spcPts val="360"/>
              </a:spcBef>
              <a:spcAft>
                <a:spcPts val="0"/>
              </a:spcAft>
              <a:buClr>
                <a:schemeClr val="lt1"/>
              </a:buClr>
              <a:buSzPts val="1800"/>
              <a:buFont typeface="Arial"/>
              <a:buChar char="•"/>
              <a:defRPr sz="2000" b="0" i="0" u="none" strike="noStrike" cap="none">
                <a:solidFill>
                  <a:schemeClr val="lt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lt1"/>
              </a:buClr>
              <a:buSzPts val="1800"/>
              <a:buFont typeface="Arial"/>
              <a:buChar char="•"/>
              <a:defRPr sz="2000" b="0" i="0" u="none" strike="noStrike" cap="none">
                <a:solidFill>
                  <a:schemeClr val="lt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lt1"/>
              </a:buClr>
              <a:buSzPts val="1800"/>
              <a:buFont typeface="Arial"/>
              <a:buChar char="•"/>
              <a:defRPr sz="2000" b="0" i="0" u="none" strike="noStrike" cap="none">
                <a:solidFill>
                  <a:schemeClr val="lt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lt1"/>
              </a:buClr>
              <a:buSzPts val="1800"/>
              <a:buFont typeface="Arial"/>
              <a:buChar char="•"/>
              <a:defRPr sz="2000" b="0" i="0" u="none" strike="noStrike" cap="none">
                <a:solidFill>
                  <a:schemeClr val="lt1"/>
                </a:solidFill>
                <a:latin typeface="Calibri"/>
                <a:ea typeface="Calibri"/>
                <a:cs typeface="Calibri"/>
                <a:sym typeface="Calibri"/>
              </a:defRPr>
            </a:lvl9pPr>
          </a:lstStyle>
          <a:p>
            <a:pPr marL="0" indent="0"/>
            <a:r>
              <a:rPr lang="en-US" sz="1200" dirty="0">
                <a:solidFill>
                  <a:schemeClr val="accent2"/>
                </a:solidFill>
                <a:latin typeface="Plus Jakarta Sans Medium" panose="020B0604020202020204" charset="0"/>
                <a:cs typeface="Plus Jakarta Sans Medium" panose="020B0604020202020204" charset="0"/>
              </a:rPr>
              <a:t>A Flexible, Performant &amp; Scalable Table Format</a:t>
            </a:r>
          </a:p>
        </p:txBody>
      </p:sp>
      <p:pic>
        <p:nvPicPr>
          <p:cNvPr id="8" name="Google Shape;1012;p124"/>
          <p:cNvPicPr preferRelativeResize="0"/>
          <p:nvPr/>
        </p:nvPicPr>
        <p:blipFill>
          <a:blip r:embed="rId3">
            <a:alphaModFix/>
          </a:blip>
          <a:stretch>
            <a:fillRect/>
          </a:stretch>
        </p:blipFill>
        <p:spPr>
          <a:xfrm>
            <a:off x="5406042" y="1343413"/>
            <a:ext cx="2081075" cy="2081075"/>
          </a:xfrm>
          <a:prstGeom prst="rect">
            <a:avLst/>
          </a:prstGeom>
          <a:noFill/>
          <a:ln>
            <a:noFill/>
          </a:ln>
        </p:spPr>
      </p:pic>
      <p:pic>
        <p:nvPicPr>
          <p:cNvPr id="9" name="Google Shape;1014;p124"/>
          <p:cNvPicPr preferRelativeResize="0"/>
          <p:nvPr/>
        </p:nvPicPr>
        <p:blipFill>
          <a:blip r:embed="rId4">
            <a:alphaModFix/>
          </a:blip>
          <a:stretch>
            <a:fillRect/>
          </a:stretch>
        </p:blipFill>
        <p:spPr>
          <a:xfrm>
            <a:off x="6824042" y="3671386"/>
            <a:ext cx="1069022" cy="601325"/>
          </a:xfrm>
          <a:prstGeom prst="rect">
            <a:avLst/>
          </a:prstGeom>
          <a:noFill/>
          <a:ln>
            <a:noFill/>
          </a:ln>
          <a:effectLst>
            <a:outerShdw blurRad="57150" dist="19050" dir="5400000" algn="bl" rotWithShape="0">
              <a:srgbClr val="000000">
                <a:alpha val="50000"/>
              </a:srgbClr>
            </a:outerShdw>
          </a:effectLst>
        </p:spPr>
      </p:pic>
      <p:pic>
        <p:nvPicPr>
          <p:cNvPr id="10" name="Google Shape;1015;p124"/>
          <p:cNvPicPr preferRelativeResize="0"/>
          <p:nvPr/>
        </p:nvPicPr>
        <p:blipFill>
          <a:blip r:embed="rId5">
            <a:alphaModFix/>
          </a:blip>
          <a:stretch>
            <a:fillRect/>
          </a:stretch>
        </p:blipFill>
        <p:spPr>
          <a:xfrm>
            <a:off x="7135691" y="3149912"/>
            <a:ext cx="1137527" cy="214951"/>
          </a:xfrm>
          <a:prstGeom prst="rect">
            <a:avLst/>
          </a:prstGeom>
          <a:noFill/>
          <a:ln>
            <a:noFill/>
          </a:ln>
          <a:effectLst>
            <a:outerShdw blurRad="57150" dist="19050" dir="5400000" algn="bl" rotWithShape="0">
              <a:srgbClr val="000000">
                <a:alpha val="50000"/>
              </a:srgbClr>
            </a:outerShdw>
          </a:effectLst>
        </p:spPr>
      </p:pic>
      <p:pic>
        <p:nvPicPr>
          <p:cNvPr id="11" name="Google Shape;1016;p124"/>
          <p:cNvPicPr preferRelativeResize="0"/>
          <p:nvPr/>
        </p:nvPicPr>
        <p:blipFill>
          <a:blip r:embed="rId6">
            <a:alphaModFix/>
          </a:blip>
          <a:stretch>
            <a:fillRect/>
          </a:stretch>
        </p:blipFill>
        <p:spPr>
          <a:xfrm>
            <a:off x="7169945" y="1012101"/>
            <a:ext cx="1069025" cy="601310"/>
          </a:xfrm>
          <a:prstGeom prst="rect">
            <a:avLst/>
          </a:prstGeom>
          <a:noFill/>
          <a:ln>
            <a:noFill/>
          </a:ln>
          <a:effectLst>
            <a:outerShdw blurRad="57150" dist="19050" dir="5400000" algn="bl" rotWithShape="0">
              <a:srgbClr val="000000">
                <a:alpha val="50000"/>
              </a:srgbClr>
            </a:outerShdw>
          </a:effectLst>
        </p:spPr>
      </p:pic>
      <p:pic>
        <p:nvPicPr>
          <p:cNvPr id="12" name="Google Shape;1017;p124"/>
          <p:cNvPicPr preferRelativeResize="0"/>
          <p:nvPr/>
        </p:nvPicPr>
        <p:blipFill>
          <a:blip r:embed="rId7">
            <a:alphaModFix/>
          </a:blip>
          <a:stretch>
            <a:fillRect/>
          </a:stretch>
        </p:blipFill>
        <p:spPr>
          <a:xfrm>
            <a:off x="7487105" y="2354707"/>
            <a:ext cx="730649" cy="730632"/>
          </a:xfrm>
          <a:prstGeom prst="rect">
            <a:avLst/>
          </a:prstGeom>
          <a:noFill/>
          <a:ln>
            <a:noFill/>
          </a:ln>
          <a:effectLst>
            <a:outerShdw blurRad="57150" dist="19050" dir="5400000" algn="bl" rotWithShape="0">
              <a:srgbClr val="000000">
                <a:alpha val="50000"/>
              </a:srgbClr>
            </a:outerShdw>
          </a:effectLst>
        </p:spPr>
      </p:pic>
      <p:pic>
        <p:nvPicPr>
          <p:cNvPr id="13" name="Google Shape;1018;p124"/>
          <p:cNvPicPr preferRelativeResize="0"/>
          <p:nvPr/>
        </p:nvPicPr>
        <p:blipFill>
          <a:blip r:embed="rId8">
            <a:alphaModFix/>
          </a:blip>
          <a:stretch>
            <a:fillRect/>
          </a:stretch>
        </p:blipFill>
        <p:spPr>
          <a:xfrm>
            <a:off x="5458191" y="3853235"/>
            <a:ext cx="1069025" cy="302749"/>
          </a:xfrm>
          <a:prstGeom prst="rect">
            <a:avLst/>
          </a:prstGeom>
          <a:noFill/>
          <a:ln>
            <a:noFill/>
          </a:ln>
          <a:effectLst>
            <a:outerShdw blurRad="57150" dist="19050" dir="5400000" algn="bl" rotWithShape="0">
              <a:srgbClr val="000000">
                <a:alpha val="50000"/>
              </a:srgbClr>
            </a:outerShdw>
          </a:effectLst>
        </p:spPr>
      </p:pic>
      <p:pic>
        <p:nvPicPr>
          <p:cNvPr id="14" name="Google Shape;1019;p124"/>
          <p:cNvPicPr preferRelativeResize="0"/>
          <p:nvPr/>
        </p:nvPicPr>
        <p:blipFill>
          <a:blip r:embed="rId9">
            <a:alphaModFix/>
          </a:blip>
          <a:stretch>
            <a:fillRect/>
          </a:stretch>
        </p:blipFill>
        <p:spPr>
          <a:xfrm>
            <a:off x="5805754" y="3424486"/>
            <a:ext cx="1281654" cy="156450"/>
          </a:xfrm>
          <a:prstGeom prst="rect">
            <a:avLst/>
          </a:prstGeom>
          <a:noFill/>
          <a:ln>
            <a:noFill/>
          </a:ln>
          <a:effectLst>
            <a:outerShdw blurRad="57150" dist="19050" dir="5400000" algn="bl" rotWithShape="0">
              <a:srgbClr val="000000">
                <a:alpha val="50000"/>
              </a:srgbClr>
            </a:outerShdw>
          </a:effectLst>
        </p:spPr>
      </p:pic>
      <p:pic>
        <p:nvPicPr>
          <p:cNvPr id="15" name="Google Shape;1020;p124"/>
          <p:cNvPicPr preferRelativeResize="0"/>
          <p:nvPr/>
        </p:nvPicPr>
        <p:blipFill>
          <a:blip r:embed="rId10">
            <a:alphaModFix/>
          </a:blip>
          <a:stretch>
            <a:fillRect/>
          </a:stretch>
        </p:blipFill>
        <p:spPr>
          <a:xfrm>
            <a:off x="7487116" y="1559498"/>
            <a:ext cx="730647" cy="730647"/>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386845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65">
          <a:extLst>
            <a:ext uri="{FF2B5EF4-FFF2-40B4-BE49-F238E27FC236}">
              <a16:creationId xmlns:a16="http://schemas.microsoft.com/office/drawing/2014/main" id="{A3D06733-C44F-C0A6-FB5A-69F401CDABC1}"/>
            </a:ext>
          </a:extLst>
        </p:cNvPr>
        <p:cNvGrpSpPr/>
        <p:nvPr/>
      </p:nvGrpSpPr>
      <p:grpSpPr>
        <a:xfrm>
          <a:off x="0" y="0"/>
          <a:ext cx="0" cy="0"/>
          <a:chOff x="0" y="0"/>
          <a:chExt cx="0" cy="0"/>
        </a:xfrm>
      </p:grpSpPr>
      <p:sp>
        <p:nvSpPr>
          <p:cNvPr id="366" name="Google Shape;366;p52">
            <a:extLst>
              <a:ext uri="{FF2B5EF4-FFF2-40B4-BE49-F238E27FC236}">
                <a16:creationId xmlns:a16="http://schemas.microsoft.com/office/drawing/2014/main" id="{FF69C14D-0F92-6F34-6E70-96174C1782DD}"/>
              </a:ext>
            </a:extLst>
          </p:cNvPr>
          <p:cNvSpPr txBox="1">
            <a:spLocks noGrp="1"/>
          </p:cNvSpPr>
          <p:nvPr>
            <p:ph type="title"/>
          </p:nvPr>
        </p:nvSpPr>
        <p:spPr>
          <a:xfrm>
            <a:off x="609600" y="1908100"/>
            <a:ext cx="5862600" cy="612900"/>
          </a:xfrm>
          <a:prstGeom prst="rect">
            <a:avLst/>
          </a:prstGeom>
        </p:spPr>
        <p:txBody>
          <a:bodyPr spcFirstLastPara="1" wrap="square" lIns="0" tIns="45700" rIns="91425" bIns="45700" anchor="b" anchorCtr="0">
            <a:noAutofit/>
          </a:bodyPr>
          <a:lstStyle/>
          <a:p>
            <a:pPr marL="0" lvl="0" indent="0" algn="l" rtl="0">
              <a:spcBef>
                <a:spcPts val="0"/>
              </a:spcBef>
              <a:spcAft>
                <a:spcPts val="0"/>
              </a:spcAft>
              <a:buNone/>
            </a:pPr>
            <a:r>
              <a:rPr lang="en" sz="2800" b="1" dirty="0"/>
              <a:t>INNOVATION | DATA IN MOTION</a:t>
            </a:r>
            <a:endParaRPr sz="2800" b="1" dirty="0"/>
          </a:p>
        </p:txBody>
      </p:sp>
      <p:sp>
        <p:nvSpPr>
          <p:cNvPr id="367" name="Google Shape;367;p52">
            <a:extLst>
              <a:ext uri="{FF2B5EF4-FFF2-40B4-BE49-F238E27FC236}">
                <a16:creationId xmlns:a16="http://schemas.microsoft.com/office/drawing/2014/main" id="{C7A23473-15BE-53CC-CB42-122D164BCF75}"/>
              </a:ext>
            </a:extLst>
          </p:cNvPr>
          <p:cNvSpPr txBox="1">
            <a:spLocks noGrp="1"/>
          </p:cNvSpPr>
          <p:nvPr>
            <p:ph type="body" idx="2"/>
          </p:nvPr>
        </p:nvSpPr>
        <p:spPr>
          <a:xfrm>
            <a:off x="609600" y="2604200"/>
            <a:ext cx="5862600" cy="570000"/>
          </a:xfrm>
          <a:prstGeom prst="rect">
            <a:avLst/>
          </a:prstGeom>
        </p:spPr>
        <p:txBody>
          <a:bodyPr spcFirstLastPara="1" wrap="square" lIns="0" tIns="45700" rIns="91425" bIns="45700" anchor="t" anchorCtr="0">
            <a:noAutofit/>
          </a:bodyPr>
          <a:lstStyle/>
          <a:p>
            <a:pPr marL="0" lvl="0" indent="0" algn="l" rtl="0">
              <a:spcBef>
                <a:spcPts val="0"/>
              </a:spcBef>
              <a:spcAft>
                <a:spcPts val="200"/>
              </a:spcAft>
              <a:buNone/>
            </a:pPr>
            <a:r>
              <a:rPr lang="en-US" b="1" dirty="0">
                <a:solidFill>
                  <a:schemeClr val="accent1"/>
                </a:solidFill>
              </a:rPr>
              <a:t>Unlocking real-time intelligence</a:t>
            </a:r>
            <a:endParaRPr b="1" i="1" dirty="0">
              <a:solidFill>
                <a:schemeClr val="accent1"/>
              </a:solidFill>
            </a:endParaRPr>
          </a:p>
        </p:txBody>
      </p:sp>
    </p:spTree>
    <p:extLst>
      <p:ext uri="{BB962C8B-B14F-4D97-AF65-F5344CB8AC3E}">
        <p14:creationId xmlns:p14="http://schemas.microsoft.com/office/powerpoint/2010/main" val="1419664763"/>
      </p:ext>
    </p:extLst>
  </p:cSld>
  <p:clrMapOvr>
    <a:masterClrMapping/>
  </p:clrMapOvr>
  <p:transition spd="slow">
    <p:push/>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01">
          <a:extLst>
            <a:ext uri="{FF2B5EF4-FFF2-40B4-BE49-F238E27FC236}">
              <a16:creationId xmlns:a16="http://schemas.microsoft.com/office/drawing/2014/main" id="{116FE32C-2407-72A9-1A55-42A4A914D4B4}"/>
            </a:ext>
          </a:extLst>
        </p:cNvPr>
        <p:cNvGrpSpPr/>
        <p:nvPr/>
      </p:nvGrpSpPr>
      <p:grpSpPr>
        <a:xfrm>
          <a:off x="0" y="0"/>
          <a:ext cx="0" cy="0"/>
          <a:chOff x="0" y="0"/>
          <a:chExt cx="0" cy="0"/>
        </a:xfrm>
      </p:grpSpPr>
      <p:sp>
        <p:nvSpPr>
          <p:cNvPr id="1654" name="Google Shape;1654;p154"/>
          <p:cNvSpPr/>
          <p:nvPr/>
        </p:nvSpPr>
        <p:spPr>
          <a:xfrm>
            <a:off x="4663442" y="1237407"/>
            <a:ext cx="3909000" cy="2329500"/>
          </a:xfrm>
          <a:prstGeom prst="roundRect">
            <a:avLst>
              <a:gd name="adj" fmla="val 5517"/>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050"/>
              <a:buFont typeface="Arial"/>
              <a:buNone/>
            </a:pPr>
            <a:endParaRPr sz="1050" b="1" i="0" u="none" strike="noStrike" cap="none">
              <a:solidFill>
                <a:srgbClr val="305868"/>
              </a:solidFill>
              <a:latin typeface="Roboto"/>
              <a:ea typeface="Roboto"/>
              <a:cs typeface="Roboto"/>
              <a:sym typeface="Roboto"/>
            </a:endParaRPr>
          </a:p>
        </p:txBody>
      </p:sp>
      <p:sp>
        <p:nvSpPr>
          <p:cNvPr id="1655" name="Google Shape;1655;p154"/>
          <p:cNvSpPr/>
          <p:nvPr/>
        </p:nvSpPr>
        <p:spPr>
          <a:xfrm>
            <a:off x="5817307" y="1953589"/>
            <a:ext cx="1601400" cy="941700"/>
          </a:xfrm>
          <a:prstGeom prst="roundRect">
            <a:avLst>
              <a:gd name="adj" fmla="val 0"/>
            </a:avLst>
          </a:pr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1200">
                <a:solidFill>
                  <a:schemeClr val="dk1"/>
                </a:solidFill>
                <a:latin typeface="Plus Jakarta Sans SemiBold"/>
                <a:ea typeface="Plus Jakarta Sans SemiBold"/>
                <a:cs typeface="Plus Jakarta Sans SemiBold"/>
                <a:sym typeface="Plus Jakarta Sans SemiBold"/>
              </a:rPr>
              <a:t>Date in Motion </a:t>
            </a:r>
            <a:br>
              <a:rPr lang="en" sz="1200">
                <a:solidFill>
                  <a:schemeClr val="dk1"/>
                </a:solidFill>
                <a:latin typeface="Plus Jakarta Sans SemiBold"/>
                <a:ea typeface="Plus Jakarta Sans SemiBold"/>
                <a:cs typeface="Plus Jakarta Sans SemiBold"/>
                <a:sym typeface="Plus Jakarta Sans SemiBold"/>
              </a:rPr>
            </a:br>
            <a:r>
              <a:rPr lang="en" sz="1200">
                <a:solidFill>
                  <a:schemeClr val="dk1"/>
                </a:solidFill>
                <a:latin typeface="Plus Jakarta Sans SemiBold"/>
                <a:ea typeface="Plus Jakarta Sans SemiBold"/>
                <a:cs typeface="Plus Jakarta Sans SemiBold"/>
                <a:sym typeface="Plus Jakarta Sans SemiBold"/>
              </a:rPr>
              <a:t>Architecture</a:t>
            </a:r>
            <a:endParaRPr sz="1200" i="0" u="none" strike="noStrike" cap="none">
              <a:solidFill>
                <a:schemeClr val="dk1"/>
              </a:solidFill>
              <a:latin typeface="Plus Jakarta Sans SemiBold"/>
              <a:ea typeface="Plus Jakarta Sans SemiBold"/>
              <a:cs typeface="Plus Jakarta Sans SemiBold"/>
              <a:sym typeface="Plus Jakarta Sans SemiBold"/>
            </a:endParaRPr>
          </a:p>
        </p:txBody>
      </p:sp>
      <p:sp>
        <p:nvSpPr>
          <p:cNvPr id="1656" name="Google Shape;1656;p154"/>
          <p:cNvSpPr txBox="1"/>
          <p:nvPr/>
        </p:nvSpPr>
        <p:spPr>
          <a:xfrm>
            <a:off x="545950" y="784000"/>
            <a:ext cx="3909000" cy="431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 sz="1600" i="0" u="none" strike="noStrike" cap="none">
                <a:solidFill>
                  <a:schemeClr val="accent1"/>
                </a:solidFill>
                <a:latin typeface="Plus Jakarta Sans SemiBold"/>
                <a:ea typeface="Plus Jakarta Sans SemiBold"/>
                <a:cs typeface="Plus Jakarta Sans SemiBold"/>
                <a:sym typeface="Plus Jakarta Sans SemiBold"/>
              </a:rPr>
              <a:t> Rogue or “Spaghetti” Pipelines</a:t>
            </a:r>
            <a:endParaRPr sz="1600" i="0" u="none" strike="noStrike" cap="none">
              <a:solidFill>
                <a:schemeClr val="accent1"/>
              </a:solidFill>
              <a:latin typeface="Plus Jakarta Sans SemiBold"/>
              <a:ea typeface="Plus Jakarta Sans SemiBold"/>
              <a:cs typeface="Plus Jakarta Sans SemiBold"/>
              <a:sym typeface="Plus Jakarta Sans SemiBold"/>
            </a:endParaRPr>
          </a:p>
        </p:txBody>
      </p:sp>
      <p:sp>
        <p:nvSpPr>
          <p:cNvPr id="1657" name="Google Shape;1657;p154"/>
          <p:cNvSpPr txBox="1"/>
          <p:nvPr/>
        </p:nvSpPr>
        <p:spPr>
          <a:xfrm>
            <a:off x="4663500" y="784000"/>
            <a:ext cx="3909000" cy="431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 sz="1600" i="0" u="none" strike="noStrike" cap="none">
                <a:solidFill>
                  <a:schemeClr val="accent1"/>
                </a:solidFill>
                <a:latin typeface="Plus Jakarta Sans SemiBold"/>
                <a:ea typeface="Plus Jakarta Sans SemiBold"/>
                <a:cs typeface="Plus Jakarta Sans SemiBold"/>
                <a:sym typeface="Plus Jakarta Sans SemiBold"/>
              </a:rPr>
              <a:t>Scalable D</a:t>
            </a:r>
            <a:r>
              <a:rPr lang="en" sz="1600">
                <a:solidFill>
                  <a:schemeClr val="accent1"/>
                </a:solidFill>
                <a:latin typeface="Plus Jakarta Sans SemiBold"/>
                <a:ea typeface="Plus Jakarta Sans SemiBold"/>
                <a:cs typeface="Plus Jakarta Sans SemiBold"/>
                <a:sym typeface="Plus Jakarta Sans SemiBold"/>
              </a:rPr>
              <a:t>ate in Motion</a:t>
            </a:r>
            <a:r>
              <a:rPr lang="en" sz="1600" i="0" u="none" strike="noStrike" cap="none">
                <a:solidFill>
                  <a:schemeClr val="accent1"/>
                </a:solidFill>
                <a:latin typeface="Plus Jakarta Sans SemiBold"/>
                <a:ea typeface="Plus Jakarta Sans SemiBold"/>
                <a:cs typeface="Plus Jakarta Sans SemiBold"/>
                <a:sym typeface="Plus Jakarta Sans SemiBold"/>
              </a:rPr>
              <a:t> Architecture</a:t>
            </a:r>
            <a:endParaRPr sz="1600" i="0" u="none" strike="noStrike" cap="none">
              <a:solidFill>
                <a:schemeClr val="accent1"/>
              </a:solidFill>
              <a:latin typeface="Plus Jakarta Sans SemiBold"/>
              <a:ea typeface="Plus Jakarta Sans SemiBold"/>
              <a:cs typeface="Plus Jakarta Sans SemiBold"/>
              <a:sym typeface="Plus Jakarta Sans SemiBold"/>
            </a:endParaRPr>
          </a:p>
        </p:txBody>
      </p:sp>
      <p:sp>
        <p:nvSpPr>
          <p:cNvPr id="1658" name="Google Shape;1658;p154"/>
          <p:cNvSpPr txBox="1"/>
          <p:nvPr/>
        </p:nvSpPr>
        <p:spPr>
          <a:xfrm>
            <a:off x="545950" y="3589200"/>
            <a:ext cx="3909000" cy="877200"/>
          </a:xfrm>
          <a:prstGeom prst="rect">
            <a:avLst/>
          </a:prstGeom>
          <a:noFill/>
          <a:ln>
            <a:noFill/>
          </a:ln>
        </p:spPr>
        <p:txBody>
          <a:bodyPr spcFirstLastPara="1" wrap="square" lIns="0" tIns="91425" rIns="91425" bIns="91425" anchor="t" anchorCtr="0">
            <a:spAutoFit/>
          </a:bodyPr>
          <a:lstStyle/>
          <a:p>
            <a:pPr marL="164592" marR="0" lvl="0" indent="-176022" algn="l" rtl="0">
              <a:lnSpc>
                <a:spcPct val="100000"/>
              </a:lnSpc>
              <a:spcBef>
                <a:spcPts val="0"/>
              </a:spcBef>
              <a:spcAft>
                <a:spcPts val="0"/>
              </a:spcAft>
              <a:buClr>
                <a:schemeClr val="lt1"/>
              </a:buClr>
              <a:buSzPts val="900"/>
              <a:buFont typeface="Plus Jakarta Sans"/>
              <a:buChar char="•"/>
            </a:pPr>
            <a:r>
              <a:rPr lang="en" sz="900" i="0" u="none" strike="noStrike" cap="none">
                <a:solidFill>
                  <a:schemeClr val="lt1"/>
                </a:solidFill>
                <a:latin typeface="Plus Jakarta Sans"/>
                <a:ea typeface="Plus Jakarta Sans"/>
                <a:cs typeface="Plus Jakarta Sans"/>
                <a:sym typeface="Plus Jakarta Sans"/>
              </a:rPr>
              <a:t>Slow to insight</a:t>
            </a:r>
            <a:endParaRPr sz="900" i="0" u="none" strike="noStrike" cap="none">
              <a:solidFill>
                <a:schemeClr val="lt1"/>
              </a:solidFill>
              <a:latin typeface="Plus Jakarta Sans"/>
              <a:ea typeface="Plus Jakarta Sans"/>
              <a:cs typeface="Plus Jakarta Sans"/>
              <a:sym typeface="Plus Jakarta Sans"/>
            </a:endParaRPr>
          </a:p>
          <a:p>
            <a:pPr marL="164592" marR="0" lvl="0" indent="-176022" algn="l" rtl="0">
              <a:lnSpc>
                <a:spcPct val="100000"/>
              </a:lnSpc>
              <a:spcBef>
                <a:spcPts val="0"/>
              </a:spcBef>
              <a:spcAft>
                <a:spcPts val="0"/>
              </a:spcAft>
              <a:buClr>
                <a:schemeClr val="lt1"/>
              </a:buClr>
              <a:buSzPts val="900"/>
              <a:buFont typeface="Plus Jakarta Sans"/>
              <a:buChar char="•"/>
            </a:pPr>
            <a:r>
              <a:rPr lang="en" sz="900" i="0" u="none" strike="noStrike" cap="none">
                <a:solidFill>
                  <a:schemeClr val="lt1"/>
                </a:solidFill>
                <a:latin typeface="Plus Jakarta Sans"/>
                <a:ea typeface="Plus Jakarta Sans"/>
                <a:cs typeface="Plus Jakarta Sans"/>
                <a:sym typeface="Plus Jakarta Sans"/>
              </a:rPr>
              <a:t>Duplication of data, transformation and movement logic</a:t>
            </a:r>
            <a:endParaRPr sz="900" i="0" u="none" strike="noStrike" cap="none">
              <a:solidFill>
                <a:schemeClr val="lt1"/>
              </a:solidFill>
              <a:latin typeface="Plus Jakarta Sans"/>
              <a:ea typeface="Plus Jakarta Sans"/>
              <a:cs typeface="Plus Jakarta Sans"/>
              <a:sym typeface="Plus Jakarta Sans"/>
            </a:endParaRPr>
          </a:p>
          <a:p>
            <a:pPr marL="164592" marR="0" lvl="0" indent="-176022" algn="l" rtl="0">
              <a:lnSpc>
                <a:spcPct val="100000"/>
              </a:lnSpc>
              <a:spcBef>
                <a:spcPts val="0"/>
              </a:spcBef>
              <a:spcAft>
                <a:spcPts val="0"/>
              </a:spcAft>
              <a:buClr>
                <a:schemeClr val="lt1"/>
              </a:buClr>
              <a:buSzPts val="900"/>
              <a:buFont typeface="Plus Jakarta Sans"/>
              <a:buChar char="•"/>
            </a:pPr>
            <a:r>
              <a:rPr lang="en" sz="900" i="0" u="none" strike="noStrike" cap="none">
                <a:solidFill>
                  <a:schemeClr val="lt1"/>
                </a:solidFill>
                <a:latin typeface="Plus Jakarta Sans"/>
                <a:ea typeface="Plus Jakarta Sans"/>
                <a:cs typeface="Plus Jakarta Sans"/>
                <a:sym typeface="Plus Jakarta Sans"/>
              </a:rPr>
              <a:t>Lack of security and governance standards</a:t>
            </a:r>
            <a:endParaRPr sz="900" i="0" u="none" strike="noStrike" cap="none">
              <a:solidFill>
                <a:schemeClr val="lt1"/>
              </a:solidFill>
              <a:latin typeface="Plus Jakarta Sans"/>
              <a:ea typeface="Plus Jakarta Sans"/>
              <a:cs typeface="Plus Jakarta Sans"/>
              <a:sym typeface="Plus Jakarta Sans"/>
            </a:endParaRPr>
          </a:p>
          <a:p>
            <a:pPr marL="164592" marR="0" lvl="0" indent="-176022" algn="l" rtl="0">
              <a:lnSpc>
                <a:spcPct val="100000"/>
              </a:lnSpc>
              <a:spcBef>
                <a:spcPts val="0"/>
              </a:spcBef>
              <a:spcAft>
                <a:spcPts val="0"/>
              </a:spcAft>
              <a:buClr>
                <a:schemeClr val="lt1"/>
              </a:buClr>
              <a:buSzPts val="900"/>
              <a:buFont typeface="Plus Jakarta Sans"/>
              <a:buChar char="•"/>
            </a:pPr>
            <a:r>
              <a:rPr lang="en" sz="900">
                <a:solidFill>
                  <a:schemeClr val="lt1"/>
                </a:solidFill>
                <a:latin typeface="Plus Jakarta Sans"/>
                <a:ea typeface="Plus Jakarta Sans"/>
                <a:cs typeface="Plus Jakarta Sans"/>
                <a:sym typeface="Plus Jakarta Sans"/>
              </a:rPr>
              <a:t>V</a:t>
            </a:r>
            <a:r>
              <a:rPr lang="en" sz="900" i="0" u="none" strike="noStrike" cap="none">
                <a:solidFill>
                  <a:schemeClr val="lt1"/>
                </a:solidFill>
                <a:latin typeface="Plus Jakarta Sans"/>
                <a:ea typeface="Plus Jakarta Sans"/>
                <a:cs typeface="Plus Jakarta Sans"/>
                <a:sym typeface="Plus Jakarta Sans"/>
              </a:rPr>
              <a:t>endor/Data lock in</a:t>
            </a:r>
            <a:endParaRPr sz="900" i="0" u="none" strike="noStrike" cap="none">
              <a:solidFill>
                <a:schemeClr val="lt1"/>
              </a:solidFill>
              <a:latin typeface="Plus Jakarta Sans"/>
              <a:ea typeface="Plus Jakarta Sans"/>
              <a:cs typeface="Plus Jakarta Sans"/>
              <a:sym typeface="Plus Jakarta Sans"/>
            </a:endParaRPr>
          </a:p>
          <a:p>
            <a:pPr marL="164592" marR="0" lvl="0" indent="-176022" algn="l" rtl="0">
              <a:lnSpc>
                <a:spcPct val="100000"/>
              </a:lnSpc>
              <a:spcBef>
                <a:spcPts val="0"/>
              </a:spcBef>
              <a:spcAft>
                <a:spcPts val="0"/>
              </a:spcAft>
              <a:buClr>
                <a:schemeClr val="lt1"/>
              </a:buClr>
              <a:buSzPts val="900"/>
              <a:buFont typeface="Plus Jakarta Sans"/>
              <a:buChar char="•"/>
            </a:pPr>
            <a:r>
              <a:rPr lang="en" sz="900" i="0" u="none" strike="noStrike" cap="none">
                <a:solidFill>
                  <a:schemeClr val="lt1"/>
                </a:solidFill>
                <a:latin typeface="Plus Jakarta Sans"/>
                <a:ea typeface="Plus Jakarta Sans"/>
                <a:cs typeface="Plus Jakarta Sans"/>
                <a:sym typeface="Plus Jakarta Sans"/>
              </a:rPr>
              <a:t>Difficult to make changes</a:t>
            </a:r>
            <a:endParaRPr sz="900" i="0" u="none" strike="noStrike" cap="none">
              <a:solidFill>
                <a:schemeClr val="lt1"/>
              </a:solidFill>
              <a:latin typeface="Plus Jakarta Sans"/>
              <a:ea typeface="Plus Jakarta Sans"/>
              <a:cs typeface="Plus Jakarta Sans"/>
              <a:sym typeface="Plus Jakarta Sans"/>
            </a:endParaRPr>
          </a:p>
        </p:txBody>
      </p:sp>
      <p:sp>
        <p:nvSpPr>
          <p:cNvPr id="1659" name="Google Shape;1659;p154"/>
          <p:cNvSpPr txBox="1"/>
          <p:nvPr/>
        </p:nvSpPr>
        <p:spPr>
          <a:xfrm>
            <a:off x="4663450" y="3589200"/>
            <a:ext cx="4006200" cy="877200"/>
          </a:xfrm>
          <a:prstGeom prst="rect">
            <a:avLst/>
          </a:prstGeom>
          <a:noFill/>
          <a:ln>
            <a:noFill/>
          </a:ln>
        </p:spPr>
        <p:txBody>
          <a:bodyPr spcFirstLastPara="1" wrap="square" lIns="0" tIns="91425" rIns="91425" bIns="91425" anchor="t" anchorCtr="0">
            <a:spAutoFit/>
          </a:bodyPr>
          <a:lstStyle/>
          <a:p>
            <a:pPr marL="164592" marR="0" lvl="0" indent="-176022" algn="l" rtl="0">
              <a:lnSpc>
                <a:spcPct val="100000"/>
              </a:lnSpc>
              <a:spcBef>
                <a:spcPts val="0"/>
              </a:spcBef>
              <a:spcAft>
                <a:spcPts val="0"/>
              </a:spcAft>
              <a:buClr>
                <a:schemeClr val="lt2"/>
              </a:buClr>
              <a:buSzPts val="900"/>
              <a:buFont typeface="Plus Jakarta Sans"/>
              <a:buChar char="•"/>
            </a:pPr>
            <a:r>
              <a:rPr lang="en" sz="900" i="0" u="none" strike="noStrike" cap="none">
                <a:solidFill>
                  <a:schemeClr val="lt2"/>
                </a:solidFill>
                <a:latin typeface="Plus Jakarta Sans"/>
                <a:ea typeface="Plus Jakarta Sans"/>
                <a:cs typeface="Plus Jakarta Sans"/>
                <a:sym typeface="Plus Jakarta Sans"/>
              </a:rPr>
              <a:t>Speed to insight</a:t>
            </a:r>
            <a:endParaRPr>
              <a:solidFill>
                <a:schemeClr val="lt2"/>
              </a:solidFill>
              <a:latin typeface="Plus Jakarta Sans"/>
              <a:ea typeface="Plus Jakarta Sans"/>
              <a:cs typeface="Plus Jakarta Sans"/>
              <a:sym typeface="Plus Jakarta Sans"/>
            </a:endParaRPr>
          </a:p>
          <a:p>
            <a:pPr marL="164592" marR="0" lvl="0" indent="-176022" algn="l" rtl="0">
              <a:lnSpc>
                <a:spcPct val="100000"/>
              </a:lnSpc>
              <a:spcBef>
                <a:spcPts val="0"/>
              </a:spcBef>
              <a:spcAft>
                <a:spcPts val="0"/>
              </a:spcAft>
              <a:buClr>
                <a:schemeClr val="lt2"/>
              </a:buClr>
              <a:buSzPts val="900"/>
              <a:buFont typeface="Plus Jakarta Sans"/>
              <a:buChar char="•"/>
            </a:pPr>
            <a:r>
              <a:rPr lang="en" sz="900" i="0" u="none" strike="noStrike" cap="none">
                <a:solidFill>
                  <a:schemeClr val="lt2"/>
                </a:solidFill>
                <a:latin typeface="Plus Jakarta Sans"/>
                <a:ea typeface="Plus Jakarta Sans"/>
                <a:cs typeface="Plus Jakarta Sans"/>
                <a:sym typeface="Plus Jakarta Sans"/>
              </a:rPr>
              <a:t>Efficient </a:t>
            </a:r>
            <a:r>
              <a:rPr lang="en" sz="900" b="1" i="0" u="none" strike="noStrike" cap="none">
                <a:solidFill>
                  <a:schemeClr val="lt2"/>
                </a:solidFill>
                <a:latin typeface="Plus Jakarta Sans"/>
                <a:ea typeface="Plus Jakarta Sans"/>
                <a:cs typeface="Plus Jakarta Sans"/>
                <a:sym typeface="Plus Jakarta Sans"/>
              </a:rPr>
              <a:t>capture, processing, and distribution of any data</a:t>
            </a:r>
            <a:r>
              <a:rPr lang="en" sz="900" b="1">
                <a:solidFill>
                  <a:schemeClr val="lt2"/>
                </a:solidFill>
                <a:latin typeface="Plus Jakarta Sans"/>
                <a:ea typeface="Plus Jakarta Sans"/>
                <a:cs typeface="Plus Jakarta Sans"/>
                <a:sym typeface="Plus Jakarta Sans"/>
              </a:rPr>
              <a:t> anywhere</a:t>
            </a:r>
            <a:endParaRPr>
              <a:solidFill>
                <a:schemeClr val="lt2"/>
              </a:solidFill>
              <a:latin typeface="Plus Jakarta Sans"/>
              <a:ea typeface="Plus Jakarta Sans"/>
              <a:cs typeface="Plus Jakarta Sans"/>
              <a:sym typeface="Plus Jakarta Sans"/>
            </a:endParaRPr>
          </a:p>
          <a:p>
            <a:pPr marL="164592" marR="0" lvl="0" indent="-176022" algn="l" rtl="0">
              <a:lnSpc>
                <a:spcPct val="100000"/>
              </a:lnSpc>
              <a:spcBef>
                <a:spcPts val="0"/>
              </a:spcBef>
              <a:spcAft>
                <a:spcPts val="0"/>
              </a:spcAft>
              <a:buClr>
                <a:schemeClr val="lt2"/>
              </a:buClr>
              <a:buSzPts val="900"/>
              <a:buFont typeface="Plus Jakarta Sans"/>
              <a:buChar char="•"/>
            </a:pPr>
            <a:r>
              <a:rPr lang="en" sz="900" i="0" u="none" strike="noStrike" cap="none">
                <a:solidFill>
                  <a:schemeClr val="lt2"/>
                </a:solidFill>
                <a:latin typeface="Plus Jakarta Sans"/>
                <a:ea typeface="Plus Jakarta Sans"/>
                <a:cs typeface="Plus Jakarta Sans"/>
                <a:sym typeface="Plus Jakarta Sans"/>
              </a:rPr>
              <a:t>Integrated security and governance, full data provenance</a:t>
            </a:r>
            <a:endParaRPr>
              <a:solidFill>
                <a:schemeClr val="lt2"/>
              </a:solidFill>
              <a:latin typeface="Plus Jakarta Sans"/>
              <a:ea typeface="Plus Jakarta Sans"/>
              <a:cs typeface="Plus Jakarta Sans"/>
              <a:sym typeface="Plus Jakarta Sans"/>
            </a:endParaRPr>
          </a:p>
          <a:p>
            <a:pPr marL="164592" marR="0" lvl="0" indent="-176022" algn="l" rtl="0">
              <a:lnSpc>
                <a:spcPct val="100000"/>
              </a:lnSpc>
              <a:spcBef>
                <a:spcPts val="0"/>
              </a:spcBef>
              <a:spcAft>
                <a:spcPts val="0"/>
              </a:spcAft>
              <a:buClr>
                <a:schemeClr val="lt2"/>
              </a:buClr>
              <a:buSzPts val="900"/>
              <a:buFont typeface="Plus Jakarta Sans"/>
              <a:buChar char="•"/>
            </a:pPr>
            <a:r>
              <a:rPr lang="en" sz="900" i="0" u="none" strike="noStrike" cap="none">
                <a:solidFill>
                  <a:schemeClr val="lt2"/>
                </a:solidFill>
                <a:latin typeface="Plus Jakarta Sans"/>
                <a:ea typeface="Plus Jakarta Sans"/>
                <a:cs typeface="Plus Jakarta Sans"/>
                <a:sym typeface="Plus Jakarta Sans"/>
              </a:rPr>
              <a:t>Open architecture, maximum flexibility</a:t>
            </a:r>
            <a:endParaRPr>
              <a:solidFill>
                <a:schemeClr val="lt2"/>
              </a:solidFill>
              <a:latin typeface="Plus Jakarta Sans"/>
              <a:ea typeface="Plus Jakarta Sans"/>
              <a:cs typeface="Plus Jakarta Sans"/>
              <a:sym typeface="Plus Jakarta Sans"/>
            </a:endParaRPr>
          </a:p>
          <a:p>
            <a:pPr marL="164592" marR="0" lvl="0" indent="-176022" algn="l" rtl="0">
              <a:lnSpc>
                <a:spcPct val="100000"/>
              </a:lnSpc>
              <a:spcBef>
                <a:spcPts val="0"/>
              </a:spcBef>
              <a:spcAft>
                <a:spcPts val="0"/>
              </a:spcAft>
              <a:buClr>
                <a:schemeClr val="lt2"/>
              </a:buClr>
              <a:buSzPts val="900"/>
              <a:buFont typeface="Plus Jakarta Sans"/>
              <a:buChar char="•"/>
            </a:pPr>
            <a:r>
              <a:rPr lang="en" sz="900" i="0" u="none" strike="noStrike" cap="none">
                <a:solidFill>
                  <a:schemeClr val="lt2"/>
                </a:solidFill>
                <a:latin typeface="Plus Jakarta Sans"/>
                <a:ea typeface="Plus Jakarta Sans"/>
                <a:cs typeface="Plus Jakarta Sans"/>
                <a:sym typeface="Plus Jakarta Sans"/>
              </a:rPr>
              <a:t>Easy to modify as needs change</a:t>
            </a:r>
            <a:endParaRPr>
              <a:solidFill>
                <a:schemeClr val="lt2"/>
              </a:solidFill>
              <a:latin typeface="Plus Jakarta Sans"/>
              <a:ea typeface="Plus Jakarta Sans"/>
              <a:cs typeface="Plus Jakarta Sans"/>
              <a:sym typeface="Plus Jakarta Sans"/>
            </a:endParaRPr>
          </a:p>
        </p:txBody>
      </p:sp>
      <p:cxnSp>
        <p:nvCxnSpPr>
          <p:cNvPr id="1660" name="Google Shape;1660;p154"/>
          <p:cNvCxnSpPr/>
          <p:nvPr/>
        </p:nvCxnSpPr>
        <p:spPr>
          <a:xfrm rot="10800000" flipH="1">
            <a:off x="7418640" y="1801337"/>
            <a:ext cx="486300" cy="401100"/>
          </a:xfrm>
          <a:prstGeom prst="bentConnector3">
            <a:avLst>
              <a:gd name="adj1" fmla="val 50015"/>
            </a:avLst>
          </a:prstGeom>
          <a:noFill/>
          <a:ln w="9525" cap="flat" cmpd="sng">
            <a:solidFill>
              <a:schemeClr val="accent1"/>
            </a:solidFill>
            <a:prstDash val="solid"/>
            <a:round/>
            <a:headEnd type="none" w="sm" len="sm"/>
            <a:tailEnd type="triangle" w="med" len="med"/>
          </a:ln>
        </p:spPr>
      </p:cxnSp>
      <p:cxnSp>
        <p:nvCxnSpPr>
          <p:cNvPr id="1661" name="Google Shape;1661;p154"/>
          <p:cNvCxnSpPr>
            <a:stCxn id="1655" idx="3"/>
          </p:cNvCxnSpPr>
          <p:nvPr/>
        </p:nvCxnSpPr>
        <p:spPr>
          <a:xfrm rot="10800000" flipH="1">
            <a:off x="7418707" y="2378539"/>
            <a:ext cx="455400" cy="45900"/>
          </a:xfrm>
          <a:prstGeom prst="bentConnector3">
            <a:avLst>
              <a:gd name="adj1" fmla="val 50001"/>
            </a:avLst>
          </a:prstGeom>
          <a:noFill/>
          <a:ln w="9525" cap="flat" cmpd="sng">
            <a:solidFill>
              <a:schemeClr val="accent1"/>
            </a:solidFill>
            <a:prstDash val="solid"/>
            <a:round/>
            <a:headEnd type="none" w="sm" len="sm"/>
            <a:tailEnd type="triangle" w="med" len="med"/>
          </a:ln>
        </p:spPr>
      </p:cxnSp>
      <p:cxnSp>
        <p:nvCxnSpPr>
          <p:cNvPr id="1662" name="Google Shape;1662;p154"/>
          <p:cNvCxnSpPr/>
          <p:nvPr/>
        </p:nvCxnSpPr>
        <p:spPr>
          <a:xfrm>
            <a:off x="7435309" y="2677398"/>
            <a:ext cx="462000" cy="229800"/>
          </a:xfrm>
          <a:prstGeom prst="bentConnector3">
            <a:avLst>
              <a:gd name="adj1" fmla="val 50005"/>
            </a:avLst>
          </a:prstGeom>
          <a:noFill/>
          <a:ln w="9525" cap="flat" cmpd="sng">
            <a:solidFill>
              <a:schemeClr val="accent1"/>
            </a:solidFill>
            <a:prstDash val="solid"/>
            <a:round/>
            <a:headEnd type="none" w="sm" len="sm"/>
            <a:tailEnd type="triangle" w="med" len="med"/>
          </a:ln>
        </p:spPr>
      </p:cxnSp>
      <p:sp>
        <p:nvSpPr>
          <p:cNvPr id="1663" name="Google Shape;1663;p154"/>
          <p:cNvSpPr txBox="1"/>
          <p:nvPr/>
        </p:nvSpPr>
        <p:spPr>
          <a:xfrm>
            <a:off x="5627291" y="1699507"/>
            <a:ext cx="405900" cy="924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600"/>
              <a:buFont typeface="Arial"/>
              <a:buNone/>
            </a:pPr>
            <a:r>
              <a:rPr lang="en" sz="600">
                <a:solidFill>
                  <a:schemeClr val="dk1"/>
                </a:solidFill>
                <a:latin typeface="Plus Jakarta Sans"/>
                <a:ea typeface="Plus Jakarta Sans"/>
                <a:cs typeface="Plus Jakarta Sans"/>
                <a:sym typeface="Plus Jakarta Sans"/>
              </a:rPr>
              <a:t>Cloud DW</a:t>
            </a:r>
            <a:endParaRPr sz="600" i="0" u="none" strike="noStrike" cap="none">
              <a:solidFill>
                <a:schemeClr val="dk1"/>
              </a:solidFill>
              <a:latin typeface="Plus Jakarta Sans"/>
              <a:ea typeface="Plus Jakarta Sans"/>
              <a:cs typeface="Plus Jakarta Sans"/>
              <a:sym typeface="Plus Jakarta Sans"/>
            </a:endParaRPr>
          </a:p>
        </p:txBody>
      </p:sp>
      <p:sp>
        <p:nvSpPr>
          <p:cNvPr id="1664" name="Google Shape;1664;p154"/>
          <p:cNvSpPr txBox="1"/>
          <p:nvPr/>
        </p:nvSpPr>
        <p:spPr>
          <a:xfrm>
            <a:off x="5442791" y="3328057"/>
            <a:ext cx="774900" cy="1848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600"/>
              <a:buFont typeface="Arial"/>
              <a:buNone/>
            </a:pPr>
            <a:r>
              <a:rPr lang="en" sz="600">
                <a:solidFill>
                  <a:schemeClr val="dk1"/>
                </a:solidFill>
                <a:latin typeface="Plus Jakarta Sans"/>
                <a:ea typeface="Plus Jakarta Sans"/>
                <a:cs typeface="Plus Jakarta Sans"/>
                <a:sym typeface="Plus Jakarta Sans"/>
              </a:rPr>
              <a:t>Edge</a:t>
            </a:r>
            <a:br>
              <a:rPr lang="en" sz="600">
                <a:solidFill>
                  <a:schemeClr val="dk1"/>
                </a:solidFill>
                <a:latin typeface="Plus Jakarta Sans"/>
                <a:ea typeface="Plus Jakarta Sans"/>
                <a:cs typeface="Plus Jakarta Sans"/>
                <a:sym typeface="Plus Jakarta Sans"/>
              </a:rPr>
            </a:br>
            <a:r>
              <a:rPr lang="en" sz="600">
                <a:solidFill>
                  <a:schemeClr val="dk1"/>
                </a:solidFill>
                <a:latin typeface="Plus Jakarta Sans"/>
                <a:ea typeface="Plus Jakarta Sans"/>
                <a:cs typeface="Plus Jakarta Sans"/>
                <a:sym typeface="Plus Jakarta Sans"/>
              </a:rPr>
              <a:t>Devices</a:t>
            </a:r>
            <a:endParaRPr sz="600" i="0" u="none" strike="noStrike" cap="none">
              <a:solidFill>
                <a:schemeClr val="dk1"/>
              </a:solidFill>
              <a:latin typeface="Plus Jakarta Sans"/>
              <a:ea typeface="Plus Jakarta Sans"/>
              <a:cs typeface="Plus Jakarta Sans"/>
              <a:sym typeface="Plus Jakarta Sans"/>
            </a:endParaRPr>
          </a:p>
        </p:txBody>
      </p:sp>
      <p:sp>
        <p:nvSpPr>
          <p:cNvPr id="1665" name="Google Shape;1665;p154"/>
          <p:cNvSpPr txBox="1"/>
          <p:nvPr/>
        </p:nvSpPr>
        <p:spPr>
          <a:xfrm>
            <a:off x="4679303" y="3328057"/>
            <a:ext cx="774900" cy="1848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600"/>
              <a:buFont typeface="Arial"/>
              <a:buNone/>
            </a:pPr>
            <a:r>
              <a:rPr lang="en" sz="600">
                <a:solidFill>
                  <a:schemeClr val="dk1"/>
                </a:solidFill>
                <a:latin typeface="Plus Jakarta Sans"/>
                <a:ea typeface="Plus Jakarta Sans"/>
                <a:cs typeface="Plus Jakarta Sans"/>
                <a:sym typeface="Plus Jakarta Sans"/>
              </a:rPr>
              <a:t>Data Center</a:t>
            </a:r>
            <a:br>
              <a:rPr lang="en" sz="600">
                <a:solidFill>
                  <a:schemeClr val="dk1"/>
                </a:solidFill>
                <a:latin typeface="Plus Jakarta Sans"/>
                <a:ea typeface="Plus Jakarta Sans"/>
                <a:cs typeface="Plus Jakarta Sans"/>
                <a:sym typeface="Plus Jakarta Sans"/>
              </a:rPr>
            </a:br>
            <a:r>
              <a:rPr lang="en" sz="600">
                <a:solidFill>
                  <a:schemeClr val="dk1"/>
                </a:solidFill>
                <a:latin typeface="Plus Jakarta Sans"/>
                <a:ea typeface="Plus Jakarta Sans"/>
                <a:cs typeface="Plus Jakarta Sans"/>
                <a:sym typeface="Plus Jakarta Sans"/>
              </a:rPr>
              <a:t>On Prem</a:t>
            </a:r>
            <a:endParaRPr sz="600" i="0" u="none" strike="noStrike" cap="none">
              <a:solidFill>
                <a:schemeClr val="dk1"/>
              </a:solidFill>
              <a:latin typeface="Plus Jakarta Sans"/>
              <a:ea typeface="Plus Jakarta Sans"/>
              <a:cs typeface="Plus Jakarta Sans"/>
              <a:sym typeface="Plus Jakarta Sans"/>
            </a:endParaRPr>
          </a:p>
        </p:txBody>
      </p:sp>
      <p:sp>
        <p:nvSpPr>
          <p:cNvPr id="1666" name="Google Shape;1666;p154"/>
          <p:cNvSpPr txBox="1"/>
          <p:nvPr/>
        </p:nvSpPr>
        <p:spPr>
          <a:xfrm>
            <a:off x="7751334" y="2600579"/>
            <a:ext cx="774900" cy="924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600"/>
              <a:buFont typeface="Arial"/>
              <a:buNone/>
            </a:pPr>
            <a:r>
              <a:rPr lang="en" sz="600">
                <a:solidFill>
                  <a:schemeClr val="dk1"/>
                </a:solidFill>
                <a:latin typeface="Plus Jakarta Sans"/>
                <a:ea typeface="Plus Jakarta Sans"/>
                <a:cs typeface="Plus Jakarta Sans"/>
                <a:sym typeface="Plus Jakarta Sans"/>
              </a:rPr>
              <a:t>Lakehouse</a:t>
            </a:r>
            <a:endParaRPr sz="600" i="0" u="none" strike="noStrike" cap="none">
              <a:solidFill>
                <a:schemeClr val="dk1"/>
              </a:solidFill>
              <a:latin typeface="Plus Jakarta Sans"/>
              <a:ea typeface="Plus Jakarta Sans"/>
              <a:cs typeface="Plus Jakarta Sans"/>
              <a:sym typeface="Plus Jakarta Sans"/>
            </a:endParaRPr>
          </a:p>
        </p:txBody>
      </p:sp>
      <p:sp>
        <p:nvSpPr>
          <p:cNvPr id="1667" name="Google Shape;1667;p154"/>
          <p:cNvSpPr txBox="1"/>
          <p:nvPr/>
        </p:nvSpPr>
        <p:spPr>
          <a:xfrm>
            <a:off x="4679303" y="2229346"/>
            <a:ext cx="774900" cy="1848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600"/>
              <a:buFont typeface="Arial"/>
              <a:buNone/>
            </a:pPr>
            <a:r>
              <a:rPr lang="en" sz="600">
                <a:solidFill>
                  <a:schemeClr val="dk1"/>
                </a:solidFill>
                <a:latin typeface="Plus Jakarta Sans"/>
                <a:ea typeface="Plus Jakarta Sans"/>
                <a:cs typeface="Plus Jakarta Sans"/>
                <a:sym typeface="Plus Jakarta Sans"/>
              </a:rPr>
              <a:t>Change </a:t>
            </a:r>
            <a:br>
              <a:rPr lang="en" sz="600">
                <a:solidFill>
                  <a:schemeClr val="dk1"/>
                </a:solidFill>
                <a:latin typeface="Plus Jakarta Sans"/>
                <a:ea typeface="Plus Jakarta Sans"/>
                <a:cs typeface="Plus Jakarta Sans"/>
                <a:sym typeface="Plus Jakarta Sans"/>
              </a:rPr>
            </a:br>
            <a:r>
              <a:rPr lang="en" sz="600">
                <a:solidFill>
                  <a:schemeClr val="dk1"/>
                </a:solidFill>
                <a:latin typeface="Plus Jakarta Sans"/>
                <a:ea typeface="Plus Jakarta Sans"/>
                <a:cs typeface="Plus Jakarta Sans"/>
                <a:sym typeface="Plus Jakarta Sans"/>
              </a:rPr>
              <a:t>Data Capture</a:t>
            </a:r>
            <a:endParaRPr sz="600" i="0" u="none" strike="noStrike" cap="none">
              <a:solidFill>
                <a:schemeClr val="dk1"/>
              </a:solidFill>
              <a:latin typeface="Plus Jakarta Sans"/>
              <a:ea typeface="Plus Jakarta Sans"/>
              <a:cs typeface="Plus Jakarta Sans"/>
              <a:sym typeface="Plus Jakarta Sans"/>
            </a:endParaRPr>
          </a:p>
        </p:txBody>
      </p:sp>
      <p:sp>
        <p:nvSpPr>
          <p:cNvPr id="1668" name="Google Shape;1668;p154"/>
          <p:cNvSpPr txBox="1"/>
          <p:nvPr/>
        </p:nvSpPr>
        <p:spPr>
          <a:xfrm>
            <a:off x="4679303" y="2797482"/>
            <a:ext cx="774900" cy="924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600"/>
              <a:buFont typeface="Arial"/>
              <a:buNone/>
            </a:pPr>
            <a:r>
              <a:rPr lang="en" sz="600">
                <a:solidFill>
                  <a:schemeClr val="dk1"/>
                </a:solidFill>
                <a:latin typeface="Plus Jakarta Sans"/>
                <a:ea typeface="Plus Jakarta Sans"/>
                <a:cs typeface="Plus Jakarta Sans"/>
                <a:sym typeface="Plus Jakarta Sans"/>
              </a:rPr>
              <a:t>System Logs</a:t>
            </a:r>
            <a:endParaRPr sz="600" i="0" u="none" strike="noStrike" cap="none">
              <a:solidFill>
                <a:schemeClr val="dk1"/>
              </a:solidFill>
              <a:latin typeface="Plus Jakarta Sans"/>
              <a:ea typeface="Plus Jakarta Sans"/>
              <a:cs typeface="Plus Jakarta Sans"/>
              <a:sym typeface="Plus Jakarta Sans"/>
            </a:endParaRPr>
          </a:p>
        </p:txBody>
      </p:sp>
      <p:sp>
        <p:nvSpPr>
          <p:cNvPr id="1669" name="Google Shape;1669;p154"/>
          <p:cNvSpPr txBox="1"/>
          <p:nvPr/>
        </p:nvSpPr>
        <p:spPr>
          <a:xfrm>
            <a:off x="4679303" y="1699507"/>
            <a:ext cx="774900" cy="924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600"/>
              <a:buFont typeface="Arial"/>
              <a:buNone/>
            </a:pPr>
            <a:r>
              <a:rPr lang="en" sz="600">
                <a:solidFill>
                  <a:schemeClr val="dk1"/>
                </a:solidFill>
                <a:latin typeface="Plus Jakarta Sans"/>
                <a:ea typeface="Plus Jakarta Sans"/>
                <a:cs typeface="Plus Jakarta Sans"/>
                <a:sym typeface="Plus Jakarta Sans"/>
              </a:rPr>
              <a:t>Application</a:t>
            </a:r>
            <a:endParaRPr sz="600" i="0" u="none" strike="noStrike" cap="none">
              <a:solidFill>
                <a:schemeClr val="dk1"/>
              </a:solidFill>
              <a:latin typeface="Plus Jakarta Sans"/>
              <a:ea typeface="Plus Jakarta Sans"/>
              <a:cs typeface="Plus Jakarta Sans"/>
              <a:sym typeface="Plus Jakarta Sans"/>
            </a:endParaRPr>
          </a:p>
        </p:txBody>
      </p:sp>
      <p:sp>
        <p:nvSpPr>
          <p:cNvPr id="1670" name="Google Shape;1670;p154"/>
          <p:cNvSpPr txBox="1"/>
          <p:nvPr/>
        </p:nvSpPr>
        <p:spPr>
          <a:xfrm>
            <a:off x="7086233" y="1699507"/>
            <a:ext cx="405900" cy="1848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600"/>
              <a:buFont typeface="Arial"/>
              <a:buNone/>
            </a:pPr>
            <a:r>
              <a:rPr lang="en" sz="600">
                <a:solidFill>
                  <a:schemeClr val="dk1"/>
                </a:solidFill>
                <a:latin typeface="Plus Jakarta Sans"/>
                <a:ea typeface="Plus Jakarta Sans"/>
                <a:cs typeface="Plus Jakarta Sans"/>
                <a:sym typeface="Plus Jakarta Sans"/>
              </a:rPr>
              <a:t>Cloud Storage</a:t>
            </a:r>
            <a:endParaRPr sz="600" i="0" u="none" strike="noStrike" cap="none">
              <a:solidFill>
                <a:schemeClr val="dk1"/>
              </a:solidFill>
              <a:latin typeface="Plus Jakarta Sans"/>
              <a:ea typeface="Plus Jakarta Sans"/>
              <a:cs typeface="Plus Jakarta Sans"/>
              <a:sym typeface="Plus Jakarta Sans"/>
            </a:endParaRPr>
          </a:p>
        </p:txBody>
      </p:sp>
      <p:sp>
        <p:nvSpPr>
          <p:cNvPr id="1671" name="Google Shape;1671;p154"/>
          <p:cNvSpPr txBox="1"/>
          <p:nvPr/>
        </p:nvSpPr>
        <p:spPr>
          <a:xfrm>
            <a:off x="7751334" y="1995492"/>
            <a:ext cx="774900" cy="1848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600"/>
              <a:buFont typeface="Arial"/>
              <a:buNone/>
            </a:pPr>
            <a:r>
              <a:rPr lang="en" sz="600">
                <a:solidFill>
                  <a:schemeClr val="dk1"/>
                </a:solidFill>
                <a:latin typeface="Plus Jakarta Sans"/>
                <a:ea typeface="Plus Jakarta Sans"/>
                <a:cs typeface="Plus Jakarta Sans"/>
                <a:sym typeface="Plus Jakarta Sans"/>
              </a:rPr>
              <a:t>Streaming Applications</a:t>
            </a:r>
            <a:endParaRPr sz="600" i="0" u="none" strike="noStrike" cap="none">
              <a:solidFill>
                <a:schemeClr val="dk1"/>
              </a:solidFill>
              <a:latin typeface="Plus Jakarta Sans"/>
              <a:ea typeface="Plus Jakarta Sans"/>
              <a:cs typeface="Plus Jakarta Sans"/>
              <a:sym typeface="Plus Jakarta Sans"/>
            </a:endParaRPr>
          </a:p>
        </p:txBody>
      </p:sp>
      <p:sp>
        <p:nvSpPr>
          <p:cNvPr id="1672" name="Google Shape;1672;p154"/>
          <p:cNvSpPr txBox="1"/>
          <p:nvPr/>
        </p:nvSpPr>
        <p:spPr>
          <a:xfrm>
            <a:off x="7751334" y="3205654"/>
            <a:ext cx="774900" cy="924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600"/>
              <a:buFont typeface="Arial"/>
              <a:buNone/>
            </a:pPr>
            <a:r>
              <a:rPr lang="en" sz="600">
                <a:solidFill>
                  <a:schemeClr val="dk1"/>
                </a:solidFill>
                <a:latin typeface="Plus Jakarta Sans"/>
                <a:ea typeface="Plus Jakarta Sans"/>
                <a:cs typeface="Plus Jakarta Sans"/>
                <a:sym typeface="Plus Jakarta Sans"/>
              </a:rPr>
              <a:t>ML/Data Science</a:t>
            </a:r>
            <a:endParaRPr sz="600" i="0" u="none" strike="noStrike" cap="none">
              <a:solidFill>
                <a:schemeClr val="dk1"/>
              </a:solidFill>
              <a:latin typeface="Plus Jakarta Sans"/>
              <a:ea typeface="Plus Jakarta Sans"/>
              <a:cs typeface="Plus Jakarta Sans"/>
              <a:sym typeface="Plus Jakarta Sans"/>
            </a:endParaRPr>
          </a:p>
        </p:txBody>
      </p:sp>
      <p:sp>
        <p:nvSpPr>
          <p:cNvPr id="1673" name="Google Shape;1673;p154"/>
          <p:cNvSpPr txBox="1"/>
          <p:nvPr/>
        </p:nvSpPr>
        <p:spPr>
          <a:xfrm>
            <a:off x="6901733" y="3328057"/>
            <a:ext cx="774900" cy="924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600"/>
              <a:buFont typeface="Arial"/>
              <a:buNone/>
            </a:pPr>
            <a:r>
              <a:rPr lang="en" sz="600">
                <a:solidFill>
                  <a:schemeClr val="dk1"/>
                </a:solidFill>
                <a:latin typeface="Plus Jakarta Sans"/>
                <a:ea typeface="Plus Jakarta Sans"/>
                <a:cs typeface="Plus Jakarta Sans"/>
                <a:sym typeface="Plus Jakarta Sans"/>
              </a:rPr>
              <a:t>Data Viz</a:t>
            </a:r>
            <a:endParaRPr sz="600" i="0" u="none" strike="noStrike" cap="none">
              <a:solidFill>
                <a:schemeClr val="dk1"/>
              </a:solidFill>
              <a:latin typeface="Plus Jakarta Sans"/>
              <a:ea typeface="Plus Jakarta Sans"/>
              <a:cs typeface="Plus Jakarta Sans"/>
              <a:sym typeface="Plus Jakarta Sans"/>
            </a:endParaRPr>
          </a:p>
        </p:txBody>
      </p:sp>
      <p:cxnSp>
        <p:nvCxnSpPr>
          <p:cNvPr id="1674" name="Google Shape;1674;p154"/>
          <p:cNvCxnSpPr/>
          <p:nvPr/>
        </p:nvCxnSpPr>
        <p:spPr>
          <a:xfrm rot="16200000" flipH="1">
            <a:off x="6016850" y="1608986"/>
            <a:ext cx="409200" cy="300000"/>
          </a:xfrm>
          <a:prstGeom prst="bentConnector3">
            <a:avLst>
              <a:gd name="adj1" fmla="val 0"/>
            </a:avLst>
          </a:prstGeom>
          <a:noFill/>
          <a:ln w="9525" cap="flat" cmpd="sng">
            <a:solidFill>
              <a:schemeClr val="accent2"/>
            </a:solidFill>
            <a:prstDash val="solid"/>
            <a:round/>
            <a:headEnd type="none" w="sm" len="sm"/>
            <a:tailEnd type="triangle" w="med" len="med"/>
          </a:ln>
        </p:spPr>
      </p:cxnSp>
      <p:cxnSp>
        <p:nvCxnSpPr>
          <p:cNvPr id="1675" name="Google Shape;1675;p154"/>
          <p:cNvCxnSpPr/>
          <p:nvPr/>
        </p:nvCxnSpPr>
        <p:spPr>
          <a:xfrm>
            <a:off x="5348250" y="1745325"/>
            <a:ext cx="465300" cy="442500"/>
          </a:xfrm>
          <a:prstGeom prst="bentConnector3">
            <a:avLst>
              <a:gd name="adj1" fmla="val 34591"/>
            </a:avLst>
          </a:prstGeom>
          <a:noFill/>
          <a:ln w="9525" cap="flat" cmpd="sng">
            <a:solidFill>
              <a:schemeClr val="accent2"/>
            </a:solidFill>
            <a:prstDash val="solid"/>
            <a:round/>
            <a:headEnd type="none" w="sm" len="sm"/>
            <a:tailEnd type="triangle" w="med" len="med"/>
          </a:ln>
        </p:spPr>
      </p:cxnSp>
      <p:cxnSp>
        <p:nvCxnSpPr>
          <p:cNvPr id="1676" name="Google Shape;1676;p154"/>
          <p:cNvCxnSpPr/>
          <p:nvPr/>
        </p:nvCxnSpPr>
        <p:spPr>
          <a:xfrm rot="10800000" flipH="1">
            <a:off x="5260050" y="2711275"/>
            <a:ext cx="557100" cy="407700"/>
          </a:xfrm>
          <a:prstGeom prst="bentConnector3">
            <a:avLst>
              <a:gd name="adj1" fmla="val 44723"/>
            </a:avLst>
          </a:prstGeom>
          <a:noFill/>
          <a:ln w="9525" cap="flat" cmpd="sng">
            <a:solidFill>
              <a:schemeClr val="accent2"/>
            </a:solidFill>
            <a:prstDash val="solid"/>
            <a:round/>
            <a:headEnd type="none" w="sm" len="sm"/>
            <a:tailEnd type="triangle" w="med" len="med"/>
          </a:ln>
        </p:spPr>
      </p:cxnSp>
      <p:cxnSp>
        <p:nvCxnSpPr>
          <p:cNvPr id="1677" name="Google Shape;1677;p154"/>
          <p:cNvCxnSpPr/>
          <p:nvPr/>
        </p:nvCxnSpPr>
        <p:spPr>
          <a:xfrm rot="10800000" flipH="1">
            <a:off x="5240200" y="2424300"/>
            <a:ext cx="577200" cy="211800"/>
          </a:xfrm>
          <a:prstGeom prst="bentConnector3">
            <a:avLst>
              <a:gd name="adj1" fmla="val 46604"/>
            </a:avLst>
          </a:prstGeom>
          <a:noFill/>
          <a:ln w="9525" cap="flat" cmpd="sng">
            <a:solidFill>
              <a:schemeClr val="accent2"/>
            </a:solidFill>
            <a:prstDash val="solid"/>
            <a:round/>
            <a:headEnd type="none" w="sm" len="sm"/>
            <a:tailEnd type="triangle" w="med" len="med"/>
          </a:ln>
        </p:spPr>
      </p:cxnSp>
      <p:cxnSp>
        <p:nvCxnSpPr>
          <p:cNvPr id="1678" name="Google Shape;1678;p154"/>
          <p:cNvCxnSpPr/>
          <p:nvPr/>
        </p:nvCxnSpPr>
        <p:spPr>
          <a:xfrm rot="16200000">
            <a:off x="6040575" y="2905225"/>
            <a:ext cx="337200" cy="324000"/>
          </a:xfrm>
          <a:prstGeom prst="bentConnector3">
            <a:avLst>
              <a:gd name="adj1" fmla="val 0"/>
            </a:avLst>
          </a:prstGeom>
          <a:noFill/>
          <a:ln w="9525" cap="flat" cmpd="sng">
            <a:solidFill>
              <a:schemeClr val="accent2"/>
            </a:solidFill>
            <a:prstDash val="solid"/>
            <a:round/>
            <a:headEnd type="none" w="sm" len="sm"/>
            <a:tailEnd type="triangle" w="med" len="med"/>
          </a:ln>
        </p:spPr>
      </p:cxnSp>
      <p:cxnSp>
        <p:nvCxnSpPr>
          <p:cNvPr id="1679" name="Google Shape;1679;p154"/>
          <p:cNvCxnSpPr>
            <a:stCxn id="1655" idx="0"/>
          </p:cNvCxnSpPr>
          <p:nvPr/>
        </p:nvCxnSpPr>
        <p:spPr>
          <a:xfrm rot="16200000">
            <a:off x="6657757" y="1510339"/>
            <a:ext cx="403500" cy="483000"/>
          </a:xfrm>
          <a:prstGeom prst="bentConnector2">
            <a:avLst/>
          </a:prstGeom>
          <a:noFill/>
          <a:ln w="9525" cap="flat" cmpd="sng">
            <a:solidFill>
              <a:schemeClr val="accent1"/>
            </a:solidFill>
            <a:prstDash val="solid"/>
            <a:round/>
            <a:headEnd type="none" w="sm" len="sm"/>
            <a:tailEnd type="triangle" w="med" len="med"/>
          </a:ln>
        </p:spPr>
      </p:cxnSp>
      <p:cxnSp>
        <p:nvCxnSpPr>
          <p:cNvPr id="1680" name="Google Shape;1680;p154"/>
          <p:cNvCxnSpPr>
            <a:stCxn id="1655" idx="2"/>
          </p:cNvCxnSpPr>
          <p:nvPr/>
        </p:nvCxnSpPr>
        <p:spPr>
          <a:xfrm rot="16200000" flipH="1">
            <a:off x="6657607" y="2855689"/>
            <a:ext cx="360300" cy="439500"/>
          </a:xfrm>
          <a:prstGeom prst="bentConnector2">
            <a:avLst/>
          </a:prstGeom>
          <a:noFill/>
          <a:ln w="9525" cap="flat" cmpd="sng">
            <a:solidFill>
              <a:schemeClr val="accent1"/>
            </a:solidFill>
            <a:prstDash val="solid"/>
            <a:round/>
            <a:headEnd type="none" w="sm" len="sm"/>
            <a:tailEnd type="triangle" w="med" len="med"/>
          </a:ln>
        </p:spPr>
      </p:cxnSp>
      <p:sp>
        <p:nvSpPr>
          <p:cNvPr id="1681" name="Google Shape;1681;p154"/>
          <p:cNvSpPr/>
          <p:nvPr/>
        </p:nvSpPr>
        <p:spPr>
          <a:xfrm>
            <a:off x="545940" y="1236757"/>
            <a:ext cx="3909000" cy="2329500"/>
          </a:xfrm>
          <a:prstGeom prst="roundRect">
            <a:avLst>
              <a:gd name="adj" fmla="val 5228"/>
            </a:avLst>
          </a:prstGeom>
          <a:solidFill>
            <a:srgbClr val="F3F3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rgbClr val="305868"/>
              </a:solidFill>
              <a:latin typeface="Roboto"/>
              <a:ea typeface="Roboto"/>
              <a:cs typeface="Roboto"/>
              <a:sym typeface="Roboto"/>
            </a:endParaRPr>
          </a:p>
        </p:txBody>
      </p:sp>
      <p:sp>
        <p:nvSpPr>
          <p:cNvPr id="1682" name="Google Shape;1682;p154"/>
          <p:cNvSpPr/>
          <p:nvPr/>
        </p:nvSpPr>
        <p:spPr>
          <a:xfrm>
            <a:off x="1129575" y="1547575"/>
            <a:ext cx="405893" cy="632733"/>
          </a:xfrm>
          <a:custGeom>
            <a:avLst/>
            <a:gdLst/>
            <a:ahLst/>
            <a:cxnLst/>
            <a:rect l="l" t="t" r="r" b="b"/>
            <a:pathLst>
              <a:path w="17454" h="25211" extrusionOk="0">
                <a:moveTo>
                  <a:pt x="0" y="0"/>
                </a:moveTo>
                <a:cubicBezTo>
                  <a:pt x="4654" y="0"/>
                  <a:pt x="9377" y="4141"/>
                  <a:pt x="11107" y="8462"/>
                </a:cubicBezTo>
                <a:cubicBezTo>
                  <a:pt x="13327" y="14005"/>
                  <a:pt x="12115" y="22538"/>
                  <a:pt x="17454" y="25211"/>
                </a:cubicBezTo>
              </a:path>
            </a:pathLst>
          </a:custGeom>
          <a:noFill/>
          <a:ln w="9525" cap="flat" cmpd="sng">
            <a:solidFill>
              <a:schemeClr val="dk2"/>
            </a:solidFill>
            <a:prstDash val="solid"/>
            <a:round/>
            <a:headEnd type="none" w="med" len="med"/>
            <a:tailEnd type="triangle" w="med" len="med"/>
          </a:ln>
        </p:spPr>
        <p:txBody>
          <a:bodyPr/>
          <a:lstStyle/>
          <a:p>
            <a:endParaRPr lang="x-none"/>
          </a:p>
        </p:txBody>
      </p:sp>
      <p:sp>
        <p:nvSpPr>
          <p:cNvPr id="1683" name="Google Shape;1683;p154"/>
          <p:cNvSpPr/>
          <p:nvPr/>
        </p:nvSpPr>
        <p:spPr>
          <a:xfrm>
            <a:off x="698725" y="1312101"/>
            <a:ext cx="276603" cy="248699"/>
          </a:xfrm>
          <a:custGeom>
            <a:avLst/>
            <a:gdLst/>
            <a:ahLst/>
            <a:cxnLst/>
            <a:rect l="l" t="t" r="r" b="b"/>
            <a:pathLst>
              <a:path w="11450" h="11089" extrusionOk="0">
                <a:moveTo>
                  <a:pt x="11450" y="4742"/>
                </a:moveTo>
                <a:cubicBezTo>
                  <a:pt x="11450" y="1097"/>
                  <a:pt x="4103" y="-1374"/>
                  <a:pt x="1225" y="864"/>
                </a:cubicBezTo>
                <a:cubicBezTo>
                  <a:pt x="-1606" y="3066"/>
                  <a:pt x="988" y="11089"/>
                  <a:pt x="4574" y="11089"/>
                </a:cubicBezTo>
              </a:path>
            </a:pathLst>
          </a:custGeom>
          <a:noFill/>
          <a:ln w="9525" cap="flat" cmpd="sng">
            <a:solidFill>
              <a:schemeClr val="dk2"/>
            </a:solidFill>
            <a:prstDash val="solid"/>
            <a:round/>
            <a:headEnd type="none" w="med" len="med"/>
            <a:tailEnd type="triangle" w="med" len="med"/>
          </a:ln>
        </p:spPr>
        <p:txBody>
          <a:bodyPr/>
          <a:lstStyle/>
          <a:p>
            <a:endParaRPr lang="x-none"/>
          </a:p>
        </p:txBody>
      </p:sp>
      <p:sp>
        <p:nvSpPr>
          <p:cNvPr id="1684" name="Google Shape;1684;p154"/>
          <p:cNvSpPr/>
          <p:nvPr/>
        </p:nvSpPr>
        <p:spPr>
          <a:xfrm>
            <a:off x="970925" y="1741500"/>
            <a:ext cx="233800" cy="907950"/>
          </a:xfrm>
          <a:custGeom>
            <a:avLst/>
            <a:gdLst/>
            <a:ahLst/>
            <a:cxnLst/>
            <a:rect l="l" t="t" r="r" b="b"/>
            <a:pathLst>
              <a:path w="9352" h="36318" extrusionOk="0">
                <a:moveTo>
                  <a:pt x="0" y="0"/>
                </a:moveTo>
                <a:cubicBezTo>
                  <a:pt x="1286" y="6445"/>
                  <a:pt x="7877" y="11010"/>
                  <a:pt x="9167" y="17454"/>
                </a:cubicBezTo>
                <a:cubicBezTo>
                  <a:pt x="10415" y="23688"/>
                  <a:pt x="3509" y="30628"/>
                  <a:pt x="6346" y="36318"/>
                </a:cubicBezTo>
              </a:path>
            </a:pathLst>
          </a:custGeom>
          <a:noFill/>
          <a:ln w="9525" cap="flat" cmpd="sng">
            <a:solidFill>
              <a:schemeClr val="dk2"/>
            </a:solidFill>
            <a:prstDash val="solid"/>
            <a:round/>
            <a:headEnd type="none" w="med" len="med"/>
            <a:tailEnd type="triangle" w="med" len="med"/>
          </a:ln>
        </p:spPr>
        <p:txBody>
          <a:bodyPr/>
          <a:lstStyle/>
          <a:p>
            <a:endParaRPr lang="x-none"/>
          </a:p>
        </p:txBody>
      </p:sp>
      <p:sp>
        <p:nvSpPr>
          <p:cNvPr id="1685" name="Google Shape;1685;p154"/>
          <p:cNvSpPr/>
          <p:nvPr/>
        </p:nvSpPr>
        <p:spPr>
          <a:xfrm>
            <a:off x="670894" y="1697425"/>
            <a:ext cx="1080125" cy="568575"/>
          </a:xfrm>
          <a:custGeom>
            <a:avLst/>
            <a:gdLst/>
            <a:ahLst/>
            <a:cxnLst/>
            <a:rect l="l" t="t" r="r" b="b"/>
            <a:pathLst>
              <a:path w="43205" h="22743" extrusionOk="0">
                <a:moveTo>
                  <a:pt x="5654" y="22743"/>
                </a:moveTo>
                <a:cubicBezTo>
                  <a:pt x="1892" y="22743"/>
                  <a:pt x="-722" y="16520"/>
                  <a:pt x="189" y="12870"/>
                </a:cubicBezTo>
                <a:cubicBezTo>
                  <a:pt x="829" y="10304"/>
                  <a:pt x="4026" y="8946"/>
                  <a:pt x="6535" y="8110"/>
                </a:cubicBezTo>
                <a:cubicBezTo>
                  <a:pt x="18412" y="4153"/>
                  <a:pt x="37613" y="11200"/>
                  <a:pt x="43205" y="0"/>
                </a:cubicBezTo>
              </a:path>
            </a:pathLst>
          </a:custGeom>
          <a:noFill/>
          <a:ln w="9525" cap="flat" cmpd="sng">
            <a:solidFill>
              <a:schemeClr val="dk2"/>
            </a:solidFill>
            <a:prstDash val="solid"/>
            <a:round/>
            <a:headEnd type="none" w="med" len="med"/>
            <a:tailEnd type="triangle" w="med" len="med"/>
          </a:ln>
        </p:spPr>
        <p:txBody>
          <a:bodyPr/>
          <a:lstStyle/>
          <a:p>
            <a:endParaRPr lang="x-none"/>
          </a:p>
        </p:txBody>
      </p:sp>
      <p:sp>
        <p:nvSpPr>
          <p:cNvPr id="1686" name="Google Shape;1686;p154"/>
          <p:cNvSpPr/>
          <p:nvPr/>
        </p:nvSpPr>
        <p:spPr>
          <a:xfrm>
            <a:off x="1076700" y="2264475"/>
            <a:ext cx="1084225" cy="533004"/>
          </a:xfrm>
          <a:custGeom>
            <a:avLst/>
            <a:gdLst/>
            <a:ahLst/>
            <a:cxnLst/>
            <a:rect l="l" t="t" r="r" b="b"/>
            <a:pathLst>
              <a:path w="43369" h="20159" extrusionOk="0">
                <a:moveTo>
                  <a:pt x="0" y="766"/>
                </a:moveTo>
                <a:cubicBezTo>
                  <a:pt x="6067" y="-2272"/>
                  <a:pt x="13213" y="4991"/>
                  <a:pt x="18511" y="9228"/>
                </a:cubicBezTo>
                <a:cubicBezTo>
                  <a:pt x="25580" y="14882"/>
                  <a:pt x="34317" y="20159"/>
                  <a:pt x="43369" y="20159"/>
                </a:cubicBezTo>
              </a:path>
            </a:pathLst>
          </a:custGeom>
          <a:noFill/>
          <a:ln w="9525" cap="flat" cmpd="sng">
            <a:solidFill>
              <a:schemeClr val="dk2"/>
            </a:solidFill>
            <a:prstDash val="solid"/>
            <a:round/>
            <a:headEnd type="none" w="med" len="med"/>
            <a:tailEnd type="triangle" w="med" len="med"/>
          </a:ln>
        </p:spPr>
        <p:txBody>
          <a:bodyPr/>
          <a:lstStyle/>
          <a:p>
            <a:endParaRPr lang="x-none"/>
          </a:p>
        </p:txBody>
      </p:sp>
      <p:sp>
        <p:nvSpPr>
          <p:cNvPr id="1687" name="Google Shape;1687;p154"/>
          <p:cNvSpPr/>
          <p:nvPr/>
        </p:nvSpPr>
        <p:spPr>
          <a:xfrm>
            <a:off x="2161500" y="2014775"/>
            <a:ext cx="467325" cy="259446"/>
          </a:xfrm>
          <a:custGeom>
            <a:avLst/>
            <a:gdLst/>
            <a:ahLst/>
            <a:cxnLst/>
            <a:rect l="l" t="t" r="r" b="b"/>
            <a:pathLst>
              <a:path w="18693" h="9635" extrusionOk="0">
                <a:moveTo>
                  <a:pt x="17078" y="881"/>
                </a:moveTo>
                <a:cubicBezTo>
                  <a:pt x="18774" y="1220"/>
                  <a:pt x="19182" y="4771"/>
                  <a:pt x="17959" y="5994"/>
                </a:cubicBezTo>
                <a:cubicBezTo>
                  <a:pt x="15053" y="8900"/>
                  <a:pt x="10235" y="9930"/>
                  <a:pt x="6147" y="9520"/>
                </a:cubicBezTo>
                <a:cubicBezTo>
                  <a:pt x="3747" y="9279"/>
                  <a:pt x="846" y="7775"/>
                  <a:pt x="153" y="5465"/>
                </a:cubicBezTo>
                <a:cubicBezTo>
                  <a:pt x="-444" y="3475"/>
                  <a:pt x="1291" y="928"/>
                  <a:pt x="3150" y="0"/>
                </a:cubicBezTo>
              </a:path>
            </a:pathLst>
          </a:custGeom>
          <a:noFill/>
          <a:ln w="9525" cap="flat" cmpd="sng">
            <a:solidFill>
              <a:schemeClr val="dk2"/>
            </a:solidFill>
            <a:prstDash val="solid"/>
            <a:round/>
            <a:headEnd type="triangle" w="med" len="med"/>
            <a:tailEnd type="triangle" w="med" len="med"/>
          </a:ln>
        </p:spPr>
        <p:txBody>
          <a:bodyPr/>
          <a:lstStyle/>
          <a:p>
            <a:endParaRPr lang="x-none"/>
          </a:p>
        </p:txBody>
      </p:sp>
      <p:sp>
        <p:nvSpPr>
          <p:cNvPr id="1688" name="Google Shape;1688;p154"/>
          <p:cNvSpPr/>
          <p:nvPr/>
        </p:nvSpPr>
        <p:spPr>
          <a:xfrm>
            <a:off x="2447400" y="2199875"/>
            <a:ext cx="489250" cy="480425"/>
          </a:xfrm>
          <a:custGeom>
            <a:avLst/>
            <a:gdLst/>
            <a:ahLst/>
            <a:cxnLst/>
            <a:rect l="l" t="t" r="r" b="b"/>
            <a:pathLst>
              <a:path w="19570" h="19217" extrusionOk="0">
                <a:moveTo>
                  <a:pt x="0" y="0"/>
                </a:moveTo>
                <a:cubicBezTo>
                  <a:pt x="620" y="4942"/>
                  <a:pt x="1415" y="10582"/>
                  <a:pt x="4937" y="14104"/>
                </a:cubicBezTo>
                <a:cubicBezTo>
                  <a:pt x="8591" y="17758"/>
                  <a:pt x="14403" y="19217"/>
                  <a:pt x="19570" y="19217"/>
                </a:cubicBezTo>
              </a:path>
            </a:pathLst>
          </a:custGeom>
          <a:noFill/>
          <a:ln w="9525" cap="flat" cmpd="sng">
            <a:solidFill>
              <a:schemeClr val="dk2"/>
            </a:solidFill>
            <a:prstDash val="solid"/>
            <a:round/>
            <a:headEnd type="none" w="med" len="med"/>
            <a:tailEnd type="triangle" w="med" len="med"/>
          </a:ln>
        </p:spPr>
        <p:txBody>
          <a:bodyPr/>
          <a:lstStyle/>
          <a:p>
            <a:endParaRPr lang="x-none"/>
          </a:p>
        </p:txBody>
      </p:sp>
      <p:sp>
        <p:nvSpPr>
          <p:cNvPr id="1689" name="Google Shape;1689;p154"/>
          <p:cNvSpPr/>
          <p:nvPr/>
        </p:nvSpPr>
        <p:spPr>
          <a:xfrm>
            <a:off x="1460710" y="2177850"/>
            <a:ext cx="430950" cy="1062200"/>
          </a:xfrm>
          <a:custGeom>
            <a:avLst/>
            <a:gdLst/>
            <a:ahLst/>
            <a:cxnLst/>
            <a:rect l="l" t="t" r="r" b="b"/>
            <a:pathLst>
              <a:path w="17238" h="42488" extrusionOk="0">
                <a:moveTo>
                  <a:pt x="14610" y="0"/>
                </a:moveTo>
                <a:cubicBezTo>
                  <a:pt x="23786" y="4575"/>
                  <a:pt x="6147" y="18683"/>
                  <a:pt x="1564" y="27855"/>
                </a:cubicBezTo>
                <a:cubicBezTo>
                  <a:pt x="-643" y="32271"/>
                  <a:pt x="-984" y="41516"/>
                  <a:pt x="3856" y="42488"/>
                </a:cubicBezTo>
              </a:path>
            </a:pathLst>
          </a:custGeom>
          <a:noFill/>
          <a:ln w="9525" cap="flat" cmpd="sng">
            <a:solidFill>
              <a:schemeClr val="dk2"/>
            </a:solidFill>
            <a:prstDash val="solid"/>
            <a:round/>
            <a:headEnd type="none" w="med" len="med"/>
            <a:tailEnd type="triangle" w="med" len="med"/>
          </a:ln>
        </p:spPr>
        <p:txBody>
          <a:bodyPr/>
          <a:lstStyle/>
          <a:p>
            <a:endParaRPr lang="x-none"/>
          </a:p>
        </p:txBody>
      </p:sp>
      <p:sp>
        <p:nvSpPr>
          <p:cNvPr id="1690" name="Google Shape;1690;p154"/>
          <p:cNvSpPr/>
          <p:nvPr/>
        </p:nvSpPr>
        <p:spPr>
          <a:xfrm>
            <a:off x="1585206" y="2349725"/>
            <a:ext cx="449625" cy="925575"/>
          </a:xfrm>
          <a:custGeom>
            <a:avLst/>
            <a:gdLst/>
            <a:ahLst/>
            <a:cxnLst/>
            <a:rect l="l" t="t" r="r" b="b"/>
            <a:pathLst>
              <a:path w="17985" h="37023" extrusionOk="0">
                <a:moveTo>
                  <a:pt x="13333" y="37023"/>
                </a:moveTo>
                <a:cubicBezTo>
                  <a:pt x="16249" y="36439"/>
                  <a:pt x="18756" y="32061"/>
                  <a:pt x="17740" y="29266"/>
                </a:cubicBezTo>
                <a:cubicBezTo>
                  <a:pt x="13986" y="18941"/>
                  <a:pt x="-7246" y="4919"/>
                  <a:pt x="2578" y="0"/>
                </a:cubicBezTo>
              </a:path>
            </a:pathLst>
          </a:custGeom>
          <a:noFill/>
          <a:ln w="9525" cap="flat" cmpd="sng">
            <a:solidFill>
              <a:schemeClr val="dk2"/>
            </a:solidFill>
            <a:prstDash val="solid"/>
            <a:round/>
            <a:headEnd type="none" w="med" len="med"/>
            <a:tailEnd type="triangle" w="med" len="med"/>
          </a:ln>
        </p:spPr>
        <p:txBody>
          <a:bodyPr/>
          <a:lstStyle/>
          <a:p>
            <a:endParaRPr lang="x-none"/>
          </a:p>
        </p:txBody>
      </p:sp>
      <p:sp>
        <p:nvSpPr>
          <p:cNvPr id="1691" name="Google Shape;1691;p154"/>
          <p:cNvSpPr/>
          <p:nvPr/>
        </p:nvSpPr>
        <p:spPr>
          <a:xfrm>
            <a:off x="1120775" y="2869825"/>
            <a:ext cx="238361" cy="312925"/>
          </a:xfrm>
          <a:custGeom>
            <a:avLst/>
            <a:gdLst/>
            <a:ahLst/>
            <a:cxnLst/>
            <a:rect l="l" t="t" r="r" b="b"/>
            <a:pathLst>
              <a:path w="13927" h="12517" extrusionOk="0">
                <a:moveTo>
                  <a:pt x="0" y="12517"/>
                </a:moveTo>
                <a:cubicBezTo>
                  <a:pt x="6242" y="12517"/>
                  <a:pt x="13927" y="6242"/>
                  <a:pt x="13927" y="0"/>
                </a:cubicBezTo>
              </a:path>
            </a:pathLst>
          </a:custGeom>
          <a:noFill/>
          <a:ln w="9525" cap="flat" cmpd="sng">
            <a:solidFill>
              <a:schemeClr val="dk2"/>
            </a:solidFill>
            <a:prstDash val="solid"/>
            <a:round/>
            <a:headEnd type="none" w="med" len="med"/>
            <a:tailEnd type="triangle" w="med" len="med"/>
          </a:ln>
        </p:spPr>
        <p:txBody>
          <a:bodyPr/>
          <a:lstStyle/>
          <a:p>
            <a:endParaRPr lang="x-none"/>
          </a:p>
        </p:txBody>
      </p:sp>
      <p:sp>
        <p:nvSpPr>
          <p:cNvPr id="1692" name="Google Shape;1692;p154"/>
          <p:cNvSpPr/>
          <p:nvPr/>
        </p:nvSpPr>
        <p:spPr>
          <a:xfrm rot="20922887">
            <a:off x="719038" y="2820150"/>
            <a:ext cx="495718" cy="333674"/>
          </a:xfrm>
          <a:custGeom>
            <a:avLst/>
            <a:gdLst/>
            <a:ahLst/>
            <a:cxnLst/>
            <a:rect l="l" t="t" r="r" b="b"/>
            <a:pathLst>
              <a:path w="19828" h="19041" extrusionOk="0">
                <a:moveTo>
                  <a:pt x="19828" y="0"/>
                </a:moveTo>
                <a:cubicBezTo>
                  <a:pt x="13968" y="0"/>
                  <a:pt x="7049" y="618"/>
                  <a:pt x="2904" y="4760"/>
                </a:cubicBezTo>
                <a:cubicBezTo>
                  <a:pt x="-464" y="8126"/>
                  <a:pt x="-1258" y="16183"/>
                  <a:pt x="2551" y="19041"/>
                </a:cubicBezTo>
              </a:path>
            </a:pathLst>
          </a:custGeom>
          <a:noFill/>
          <a:ln w="9525" cap="flat" cmpd="sng">
            <a:solidFill>
              <a:schemeClr val="dk2"/>
            </a:solidFill>
            <a:prstDash val="solid"/>
            <a:round/>
            <a:headEnd type="none" w="med" len="med"/>
            <a:tailEnd type="triangle" w="med" len="med"/>
          </a:ln>
        </p:spPr>
        <p:txBody>
          <a:bodyPr/>
          <a:lstStyle/>
          <a:p>
            <a:endParaRPr lang="x-none"/>
          </a:p>
        </p:txBody>
      </p:sp>
      <p:sp>
        <p:nvSpPr>
          <p:cNvPr id="1693" name="Google Shape;1693;p154"/>
          <p:cNvSpPr/>
          <p:nvPr/>
        </p:nvSpPr>
        <p:spPr>
          <a:xfrm>
            <a:off x="1896475" y="1560800"/>
            <a:ext cx="511275" cy="277675"/>
          </a:xfrm>
          <a:custGeom>
            <a:avLst/>
            <a:gdLst/>
            <a:ahLst/>
            <a:cxnLst/>
            <a:rect l="l" t="t" r="r" b="b"/>
            <a:pathLst>
              <a:path w="20451" h="11107" extrusionOk="0">
                <a:moveTo>
                  <a:pt x="0" y="0"/>
                </a:moveTo>
                <a:cubicBezTo>
                  <a:pt x="7757" y="0"/>
                  <a:pt x="17569" y="3905"/>
                  <a:pt x="20451" y="11107"/>
                </a:cubicBezTo>
              </a:path>
            </a:pathLst>
          </a:custGeom>
          <a:noFill/>
          <a:ln w="9525" cap="flat" cmpd="sng">
            <a:solidFill>
              <a:schemeClr val="dk2"/>
            </a:solidFill>
            <a:prstDash val="solid"/>
            <a:round/>
            <a:headEnd type="none" w="med" len="med"/>
            <a:tailEnd type="triangle" w="med" len="med"/>
          </a:ln>
        </p:spPr>
        <p:txBody>
          <a:bodyPr/>
          <a:lstStyle/>
          <a:p>
            <a:endParaRPr lang="x-none"/>
          </a:p>
        </p:txBody>
      </p:sp>
      <p:sp>
        <p:nvSpPr>
          <p:cNvPr id="1694" name="Google Shape;1694;p154"/>
          <p:cNvSpPr/>
          <p:nvPr/>
        </p:nvSpPr>
        <p:spPr>
          <a:xfrm>
            <a:off x="1892075" y="1385424"/>
            <a:ext cx="1004900" cy="245900"/>
          </a:xfrm>
          <a:custGeom>
            <a:avLst/>
            <a:gdLst/>
            <a:ahLst/>
            <a:cxnLst/>
            <a:rect l="l" t="t" r="r" b="b"/>
            <a:pathLst>
              <a:path w="40196" h="9836" extrusionOk="0">
                <a:moveTo>
                  <a:pt x="0" y="3136"/>
                </a:moveTo>
                <a:cubicBezTo>
                  <a:pt x="12154" y="-2930"/>
                  <a:pt x="30591" y="231"/>
                  <a:pt x="40196" y="9836"/>
                </a:cubicBezTo>
              </a:path>
            </a:pathLst>
          </a:custGeom>
          <a:noFill/>
          <a:ln w="9525" cap="flat" cmpd="sng">
            <a:solidFill>
              <a:schemeClr val="dk2"/>
            </a:solidFill>
            <a:prstDash val="solid"/>
            <a:round/>
            <a:headEnd type="none" w="med" len="med"/>
            <a:tailEnd type="triangle" w="med" len="med"/>
          </a:ln>
        </p:spPr>
        <p:txBody>
          <a:bodyPr/>
          <a:lstStyle/>
          <a:p>
            <a:endParaRPr lang="x-none"/>
          </a:p>
        </p:txBody>
      </p:sp>
      <p:sp>
        <p:nvSpPr>
          <p:cNvPr id="1695" name="Google Shape;1695;p154"/>
          <p:cNvSpPr/>
          <p:nvPr/>
        </p:nvSpPr>
        <p:spPr>
          <a:xfrm>
            <a:off x="1129575" y="1631325"/>
            <a:ext cx="1146450" cy="1018056"/>
          </a:xfrm>
          <a:custGeom>
            <a:avLst/>
            <a:gdLst/>
            <a:ahLst/>
            <a:cxnLst/>
            <a:rect l="l" t="t" r="r" b="b"/>
            <a:pathLst>
              <a:path w="43193" h="36317" extrusionOk="0">
                <a:moveTo>
                  <a:pt x="0" y="0"/>
                </a:moveTo>
                <a:cubicBezTo>
                  <a:pt x="2566" y="7712"/>
                  <a:pt x="14063" y="8176"/>
                  <a:pt x="21332" y="11812"/>
                </a:cubicBezTo>
                <a:cubicBezTo>
                  <a:pt x="31122" y="16709"/>
                  <a:pt x="41049" y="25583"/>
                  <a:pt x="43193" y="36317"/>
                </a:cubicBezTo>
              </a:path>
            </a:pathLst>
          </a:custGeom>
          <a:noFill/>
          <a:ln w="9525" cap="flat" cmpd="sng">
            <a:solidFill>
              <a:schemeClr val="dk2"/>
            </a:solidFill>
            <a:prstDash val="solid"/>
            <a:round/>
            <a:headEnd type="triangle" w="med" len="med"/>
            <a:tailEnd type="triangle" w="med" len="med"/>
          </a:ln>
        </p:spPr>
        <p:txBody>
          <a:bodyPr/>
          <a:lstStyle/>
          <a:p>
            <a:endParaRPr lang="x-none"/>
          </a:p>
        </p:txBody>
      </p:sp>
      <p:sp>
        <p:nvSpPr>
          <p:cNvPr id="1696" name="Google Shape;1696;p154"/>
          <p:cNvSpPr/>
          <p:nvPr/>
        </p:nvSpPr>
        <p:spPr>
          <a:xfrm>
            <a:off x="3616767" y="2393392"/>
            <a:ext cx="443775" cy="346275"/>
          </a:xfrm>
          <a:custGeom>
            <a:avLst/>
            <a:gdLst/>
            <a:ahLst/>
            <a:cxnLst/>
            <a:rect l="l" t="t" r="r" b="b"/>
            <a:pathLst>
              <a:path w="17751" h="13851" extrusionOk="0">
                <a:moveTo>
                  <a:pt x="9465" y="494"/>
                </a:moveTo>
                <a:cubicBezTo>
                  <a:pt x="5719" y="-2313"/>
                  <a:pt x="-2223" y="7730"/>
                  <a:pt x="650" y="11425"/>
                </a:cubicBezTo>
                <a:cubicBezTo>
                  <a:pt x="4223" y="16020"/>
                  <a:pt x="16605" y="13605"/>
                  <a:pt x="17751" y="7899"/>
                </a:cubicBezTo>
              </a:path>
            </a:pathLst>
          </a:custGeom>
          <a:noFill/>
          <a:ln w="9525" cap="flat" cmpd="sng">
            <a:solidFill>
              <a:schemeClr val="dk2"/>
            </a:solidFill>
            <a:prstDash val="solid"/>
            <a:round/>
            <a:headEnd type="triangle" w="med" len="med"/>
            <a:tailEnd type="triangle" w="med" len="med"/>
          </a:ln>
        </p:spPr>
        <p:txBody>
          <a:bodyPr/>
          <a:lstStyle/>
          <a:p>
            <a:endParaRPr lang="x-none"/>
          </a:p>
        </p:txBody>
      </p:sp>
      <p:sp>
        <p:nvSpPr>
          <p:cNvPr id="1697" name="Google Shape;1697;p154"/>
          <p:cNvSpPr/>
          <p:nvPr/>
        </p:nvSpPr>
        <p:spPr>
          <a:xfrm>
            <a:off x="3271600" y="1622500"/>
            <a:ext cx="669950" cy="669925"/>
          </a:xfrm>
          <a:custGeom>
            <a:avLst/>
            <a:gdLst/>
            <a:ahLst/>
            <a:cxnLst/>
            <a:rect l="l" t="t" r="r" b="b"/>
            <a:pathLst>
              <a:path w="26798" h="26797" extrusionOk="0">
                <a:moveTo>
                  <a:pt x="26798" y="26797"/>
                </a:moveTo>
                <a:cubicBezTo>
                  <a:pt x="23730" y="14543"/>
                  <a:pt x="12632" y="0"/>
                  <a:pt x="0" y="0"/>
                </a:cubicBezTo>
              </a:path>
            </a:pathLst>
          </a:custGeom>
          <a:noFill/>
          <a:ln w="9525" cap="flat" cmpd="sng">
            <a:solidFill>
              <a:schemeClr val="dk2"/>
            </a:solidFill>
            <a:prstDash val="solid"/>
            <a:round/>
            <a:headEnd type="none" w="med" len="med"/>
            <a:tailEnd type="triangle" w="med" len="med"/>
          </a:ln>
        </p:spPr>
        <p:txBody>
          <a:bodyPr/>
          <a:lstStyle/>
          <a:p>
            <a:endParaRPr lang="x-none"/>
          </a:p>
        </p:txBody>
      </p:sp>
      <p:sp>
        <p:nvSpPr>
          <p:cNvPr id="1698" name="Google Shape;1698;p154"/>
          <p:cNvSpPr/>
          <p:nvPr/>
        </p:nvSpPr>
        <p:spPr>
          <a:xfrm>
            <a:off x="3244175" y="2266000"/>
            <a:ext cx="299994" cy="709529"/>
          </a:xfrm>
          <a:custGeom>
            <a:avLst/>
            <a:gdLst/>
            <a:ahLst/>
            <a:cxnLst/>
            <a:rect l="l" t="t" r="r" b="b"/>
            <a:pathLst>
              <a:path w="11798" h="28384" extrusionOk="0">
                <a:moveTo>
                  <a:pt x="11106" y="0"/>
                </a:moveTo>
                <a:cubicBezTo>
                  <a:pt x="14885" y="9431"/>
                  <a:pt x="1988" y="18421"/>
                  <a:pt x="0" y="28384"/>
                </a:cubicBezTo>
              </a:path>
            </a:pathLst>
          </a:custGeom>
          <a:noFill/>
          <a:ln w="9525" cap="flat" cmpd="sng">
            <a:solidFill>
              <a:schemeClr val="dk2"/>
            </a:solidFill>
            <a:prstDash val="solid"/>
            <a:round/>
            <a:headEnd type="none" w="med" len="med"/>
            <a:tailEnd type="triangle" w="med" len="med"/>
          </a:ln>
        </p:spPr>
        <p:txBody>
          <a:bodyPr/>
          <a:lstStyle/>
          <a:p>
            <a:endParaRPr lang="x-none"/>
          </a:p>
        </p:txBody>
      </p:sp>
      <p:sp>
        <p:nvSpPr>
          <p:cNvPr id="1699" name="Google Shape;1699;p154"/>
          <p:cNvSpPr/>
          <p:nvPr/>
        </p:nvSpPr>
        <p:spPr>
          <a:xfrm>
            <a:off x="2359250" y="3019673"/>
            <a:ext cx="780125" cy="371475"/>
          </a:xfrm>
          <a:custGeom>
            <a:avLst/>
            <a:gdLst/>
            <a:ahLst/>
            <a:cxnLst/>
            <a:rect l="l" t="t" r="r" b="b"/>
            <a:pathLst>
              <a:path w="31205" h="14859" extrusionOk="0">
                <a:moveTo>
                  <a:pt x="31205" y="13398"/>
                </a:moveTo>
                <a:cubicBezTo>
                  <a:pt x="20801" y="17858"/>
                  <a:pt x="0" y="11320"/>
                  <a:pt x="0" y="0"/>
                </a:cubicBezTo>
              </a:path>
            </a:pathLst>
          </a:custGeom>
          <a:noFill/>
          <a:ln w="9525" cap="flat" cmpd="sng">
            <a:solidFill>
              <a:schemeClr val="dk2"/>
            </a:solidFill>
            <a:prstDash val="solid"/>
            <a:round/>
            <a:headEnd type="none" w="med" len="med"/>
            <a:tailEnd type="triangle" w="med" len="med"/>
          </a:ln>
        </p:spPr>
        <p:txBody>
          <a:bodyPr/>
          <a:lstStyle/>
          <a:p>
            <a:endParaRPr lang="x-none"/>
          </a:p>
        </p:txBody>
      </p:sp>
      <p:sp>
        <p:nvSpPr>
          <p:cNvPr id="1700" name="Google Shape;1700;p154"/>
          <p:cNvSpPr/>
          <p:nvPr/>
        </p:nvSpPr>
        <p:spPr>
          <a:xfrm>
            <a:off x="2660949" y="2363447"/>
            <a:ext cx="465200" cy="801675"/>
          </a:xfrm>
          <a:custGeom>
            <a:avLst/>
            <a:gdLst/>
            <a:ahLst/>
            <a:cxnLst/>
            <a:rect l="l" t="t" r="r" b="b"/>
            <a:pathLst>
              <a:path w="18608" h="32067" extrusionOk="0">
                <a:moveTo>
                  <a:pt x="12438" y="32067"/>
                </a:moveTo>
                <a:cubicBezTo>
                  <a:pt x="5038" y="30421"/>
                  <a:pt x="-1316" y="20263"/>
                  <a:pt x="273" y="12850"/>
                </a:cubicBezTo>
                <a:cubicBezTo>
                  <a:pt x="1304" y="8037"/>
                  <a:pt x="3812" y="2337"/>
                  <a:pt x="8383" y="509"/>
                </a:cubicBezTo>
                <a:cubicBezTo>
                  <a:pt x="11604" y="-779"/>
                  <a:pt x="15632" y="665"/>
                  <a:pt x="18608" y="2448"/>
                </a:cubicBezTo>
              </a:path>
            </a:pathLst>
          </a:custGeom>
          <a:noFill/>
          <a:ln w="9525" cap="flat" cmpd="sng">
            <a:solidFill>
              <a:schemeClr val="dk2"/>
            </a:solidFill>
            <a:prstDash val="solid"/>
            <a:round/>
            <a:headEnd type="triangle" w="med" len="med"/>
            <a:tailEnd type="none" w="med" len="med"/>
          </a:ln>
        </p:spPr>
        <p:txBody>
          <a:bodyPr/>
          <a:lstStyle/>
          <a:p>
            <a:endParaRPr lang="x-none"/>
          </a:p>
        </p:txBody>
      </p:sp>
      <p:sp>
        <p:nvSpPr>
          <p:cNvPr id="1701" name="Google Shape;1701;p154"/>
          <p:cNvSpPr/>
          <p:nvPr/>
        </p:nvSpPr>
        <p:spPr>
          <a:xfrm>
            <a:off x="3081218" y="1825250"/>
            <a:ext cx="422175" cy="1335450"/>
          </a:xfrm>
          <a:custGeom>
            <a:avLst/>
            <a:gdLst/>
            <a:ahLst/>
            <a:cxnLst/>
            <a:rect l="l" t="t" r="r" b="b"/>
            <a:pathLst>
              <a:path w="16887" h="53418" extrusionOk="0">
                <a:moveTo>
                  <a:pt x="387" y="0"/>
                </a:moveTo>
                <a:cubicBezTo>
                  <a:pt x="-406" y="5557"/>
                  <a:pt x="63" y="11537"/>
                  <a:pt x="2150" y="16748"/>
                </a:cubicBezTo>
                <a:cubicBezTo>
                  <a:pt x="4776" y="23306"/>
                  <a:pt x="11506" y="27531"/>
                  <a:pt x="14667" y="33849"/>
                </a:cubicBezTo>
                <a:cubicBezTo>
                  <a:pt x="17597" y="39706"/>
                  <a:pt x="18143" y="49487"/>
                  <a:pt x="12904" y="53418"/>
                </a:cubicBezTo>
              </a:path>
            </a:pathLst>
          </a:custGeom>
          <a:noFill/>
          <a:ln w="9525" cap="flat" cmpd="sng">
            <a:solidFill>
              <a:schemeClr val="dk2"/>
            </a:solidFill>
            <a:prstDash val="solid"/>
            <a:round/>
            <a:headEnd type="none" w="med" len="med"/>
            <a:tailEnd type="triangle" w="med" len="med"/>
          </a:ln>
        </p:spPr>
        <p:txBody>
          <a:bodyPr/>
          <a:lstStyle/>
          <a:p>
            <a:endParaRPr lang="x-none"/>
          </a:p>
        </p:txBody>
      </p:sp>
      <p:sp>
        <p:nvSpPr>
          <p:cNvPr id="1702" name="Google Shape;1702;p154"/>
          <p:cNvSpPr/>
          <p:nvPr/>
        </p:nvSpPr>
        <p:spPr>
          <a:xfrm>
            <a:off x="2465050" y="1750325"/>
            <a:ext cx="515675" cy="855050"/>
          </a:xfrm>
          <a:custGeom>
            <a:avLst/>
            <a:gdLst/>
            <a:ahLst/>
            <a:cxnLst/>
            <a:rect l="l" t="t" r="r" b="b"/>
            <a:pathLst>
              <a:path w="20627" h="34202" extrusionOk="0">
                <a:moveTo>
                  <a:pt x="20627" y="0"/>
                </a:moveTo>
                <a:cubicBezTo>
                  <a:pt x="20627" y="13314"/>
                  <a:pt x="0" y="20888"/>
                  <a:pt x="0" y="34202"/>
                </a:cubicBezTo>
              </a:path>
            </a:pathLst>
          </a:custGeom>
          <a:noFill/>
          <a:ln w="9525" cap="flat" cmpd="sng">
            <a:solidFill>
              <a:schemeClr val="dk2"/>
            </a:solidFill>
            <a:prstDash val="solid"/>
            <a:round/>
            <a:headEnd type="triangle" w="med" len="med"/>
            <a:tailEnd type="triangle" w="med" len="med"/>
          </a:ln>
        </p:spPr>
        <p:txBody>
          <a:bodyPr/>
          <a:lstStyle/>
          <a:p>
            <a:endParaRPr lang="x-none"/>
          </a:p>
        </p:txBody>
      </p:sp>
      <p:sp>
        <p:nvSpPr>
          <p:cNvPr id="1703" name="Google Shape;1703;p154"/>
          <p:cNvSpPr/>
          <p:nvPr/>
        </p:nvSpPr>
        <p:spPr>
          <a:xfrm>
            <a:off x="3676599" y="2596550"/>
            <a:ext cx="379525" cy="743375"/>
          </a:xfrm>
          <a:custGeom>
            <a:avLst/>
            <a:gdLst/>
            <a:ahLst/>
            <a:cxnLst/>
            <a:rect l="l" t="t" r="r" b="b"/>
            <a:pathLst>
              <a:path w="15181" h="29735" extrusionOk="0">
                <a:moveTo>
                  <a:pt x="15181" y="28737"/>
                </a:moveTo>
                <a:cubicBezTo>
                  <a:pt x="10646" y="31975"/>
                  <a:pt x="1370" y="26462"/>
                  <a:pt x="372" y="20980"/>
                </a:cubicBezTo>
                <a:cubicBezTo>
                  <a:pt x="-963" y="13645"/>
                  <a:pt x="1462" y="3338"/>
                  <a:pt x="8129" y="0"/>
                </a:cubicBezTo>
              </a:path>
            </a:pathLst>
          </a:custGeom>
          <a:noFill/>
          <a:ln w="9525" cap="flat" cmpd="sng">
            <a:solidFill>
              <a:schemeClr val="dk2"/>
            </a:solidFill>
            <a:prstDash val="solid"/>
            <a:round/>
            <a:headEnd type="none" w="med" len="med"/>
            <a:tailEnd type="triangle" w="med" len="med"/>
          </a:ln>
        </p:spPr>
        <p:txBody>
          <a:bodyPr/>
          <a:lstStyle/>
          <a:p>
            <a:endParaRPr lang="x-none"/>
          </a:p>
        </p:txBody>
      </p:sp>
      <p:sp>
        <p:nvSpPr>
          <p:cNvPr id="1704" name="Google Shape;1704;p154"/>
          <p:cNvSpPr/>
          <p:nvPr/>
        </p:nvSpPr>
        <p:spPr>
          <a:xfrm>
            <a:off x="3350950" y="2888126"/>
            <a:ext cx="923025" cy="409205"/>
          </a:xfrm>
          <a:custGeom>
            <a:avLst/>
            <a:gdLst/>
            <a:ahLst/>
            <a:cxnLst/>
            <a:rect l="l" t="t" r="r" b="b"/>
            <a:pathLst>
              <a:path w="36921" h="18840" extrusionOk="0">
                <a:moveTo>
                  <a:pt x="35083" y="11612"/>
                </a:moveTo>
                <a:cubicBezTo>
                  <a:pt x="36607" y="10088"/>
                  <a:pt x="37553" y="7031"/>
                  <a:pt x="36317" y="5265"/>
                </a:cubicBezTo>
                <a:cubicBezTo>
                  <a:pt x="33344" y="1017"/>
                  <a:pt x="26474" y="-985"/>
                  <a:pt x="21508" y="505"/>
                </a:cubicBezTo>
                <a:cubicBezTo>
                  <a:pt x="12485" y="3213"/>
                  <a:pt x="8748" y="15345"/>
                  <a:pt x="0" y="18840"/>
                </a:cubicBezTo>
              </a:path>
            </a:pathLst>
          </a:custGeom>
          <a:noFill/>
          <a:ln w="9525" cap="flat" cmpd="sng">
            <a:solidFill>
              <a:schemeClr val="dk2"/>
            </a:solidFill>
            <a:prstDash val="solid"/>
            <a:round/>
            <a:headEnd type="none" w="med" len="med"/>
            <a:tailEnd type="triangle" w="med" len="med"/>
          </a:ln>
        </p:spPr>
        <p:txBody>
          <a:bodyPr/>
          <a:lstStyle/>
          <a:p>
            <a:endParaRPr lang="x-none"/>
          </a:p>
        </p:txBody>
      </p:sp>
      <p:sp>
        <p:nvSpPr>
          <p:cNvPr id="1705" name="Google Shape;1705;p154"/>
          <p:cNvSpPr/>
          <p:nvPr/>
        </p:nvSpPr>
        <p:spPr>
          <a:xfrm>
            <a:off x="3493248" y="1513256"/>
            <a:ext cx="532025" cy="338925"/>
          </a:xfrm>
          <a:custGeom>
            <a:avLst/>
            <a:gdLst/>
            <a:ahLst/>
            <a:cxnLst/>
            <a:rect l="l" t="t" r="r" b="b"/>
            <a:pathLst>
              <a:path w="21281" h="13557" extrusionOk="0">
                <a:moveTo>
                  <a:pt x="125" y="13557"/>
                </a:moveTo>
                <a:cubicBezTo>
                  <a:pt x="-1457" y="5637"/>
                  <a:pt x="15570" y="-3966"/>
                  <a:pt x="21281" y="1745"/>
                </a:cubicBezTo>
              </a:path>
            </a:pathLst>
          </a:custGeom>
          <a:noFill/>
          <a:ln w="9525" cap="flat" cmpd="sng">
            <a:solidFill>
              <a:schemeClr val="dk2"/>
            </a:solidFill>
            <a:prstDash val="solid"/>
            <a:round/>
            <a:headEnd type="none" w="med" len="med"/>
            <a:tailEnd type="triangle" w="med" len="med"/>
          </a:ln>
        </p:spPr>
        <p:txBody>
          <a:bodyPr/>
          <a:lstStyle/>
          <a:p>
            <a:endParaRPr lang="x-none"/>
          </a:p>
        </p:txBody>
      </p:sp>
      <p:sp>
        <p:nvSpPr>
          <p:cNvPr id="1706" name="Google Shape;1706;p154"/>
          <p:cNvSpPr/>
          <p:nvPr/>
        </p:nvSpPr>
        <p:spPr>
          <a:xfrm rot="21028916">
            <a:off x="2516334" y="2844719"/>
            <a:ext cx="609896" cy="96271"/>
          </a:xfrm>
          <a:custGeom>
            <a:avLst/>
            <a:gdLst/>
            <a:ahLst/>
            <a:cxnLst/>
            <a:rect l="l" t="t" r="r" b="b"/>
            <a:pathLst>
              <a:path w="22214" h="3851" extrusionOk="0">
                <a:moveTo>
                  <a:pt x="22214" y="706"/>
                </a:moveTo>
                <a:cubicBezTo>
                  <a:pt x="16521" y="5447"/>
                  <a:pt x="5926" y="4446"/>
                  <a:pt x="0" y="0"/>
                </a:cubicBezTo>
              </a:path>
            </a:pathLst>
          </a:custGeom>
          <a:noFill/>
          <a:ln w="9525" cap="flat" cmpd="sng">
            <a:solidFill>
              <a:schemeClr val="dk2"/>
            </a:solidFill>
            <a:prstDash val="solid"/>
            <a:round/>
            <a:headEnd type="none" w="med" len="med"/>
            <a:tailEnd type="triangle" w="med" len="med"/>
          </a:ln>
        </p:spPr>
        <p:txBody>
          <a:bodyPr/>
          <a:lstStyle/>
          <a:p>
            <a:endParaRPr lang="x-none"/>
          </a:p>
        </p:txBody>
      </p:sp>
      <p:sp>
        <p:nvSpPr>
          <p:cNvPr id="1707" name="Google Shape;1707;p154"/>
          <p:cNvSpPr/>
          <p:nvPr/>
        </p:nvSpPr>
        <p:spPr>
          <a:xfrm>
            <a:off x="3655050" y="1900675"/>
            <a:ext cx="374625" cy="198325"/>
          </a:xfrm>
          <a:custGeom>
            <a:avLst/>
            <a:gdLst/>
            <a:ahLst/>
            <a:cxnLst/>
            <a:rect l="l" t="t" r="r" b="b"/>
            <a:pathLst>
              <a:path w="14985" h="7933" extrusionOk="0">
                <a:moveTo>
                  <a:pt x="14985" y="0"/>
                </a:moveTo>
                <a:cubicBezTo>
                  <a:pt x="12888" y="5248"/>
                  <a:pt x="5652" y="7933"/>
                  <a:pt x="0" y="7933"/>
                </a:cubicBezTo>
              </a:path>
            </a:pathLst>
          </a:custGeom>
          <a:noFill/>
          <a:ln w="9525" cap="flat" cmpd="sng">
            <a:solidFill>
              <a:schemeClr val="dk2"/>
            </a:solidFill>
            <a:prstDash val="solid"/>
            <a:round/>
            <a:headEnd type="none" w="med" len="med"/>
            <a:tailEnd type="triangle" w="med" len="med"/>
          </a:ln>
        </p:spPr>
        <p:txBody>
          <a:bodyPr/>
          <a:lstStyle/>
          <a:p>
            <a:endParaRPr lang="x-none"/>
          </a:p>
        </p:txBody>
      </p:sp>
      <p:sp>
        <p:nvSpPr>
          <p:cNvPr id="1708" name="Google Shape;1708;p154"/>
          <p:cNvSpPr/>
          <p:nvPr/>
        </p:nvSpPr>
        <p:spPr>
          <a:xfrm>
            <a:off x="3212752" y="1457450"/>
            <a:ext cx="276602" cy="632717"/>
          </a:xfrm>
          <a:custGeom>
            <a:avLst/>
            <a:gdLst/>
            <a:ahLst/>
            <a:cxnLst/>
            <a:rect l="l" t="t" r="r" b="b"/>
            <a:pathLst>
              <a:path w="14581" h="26529" extrusionOk="0">
                <a:moveTo>
                  <a:pt x="0" y="614"/>
                </a:moveTo>
                <a:cubicBezTo>
                  <a:pt x="4864" y="-1333"/>
                  <a:pt x="15836" y="1729"/>
                  <a:pt x="14457" y="6784"/>
                </a:cubicBezTo>
                <a:cubicBezTo>
                  <a:pt x="12560" y="13738"/>
                  <a:pt x="-807" y="23309"/>
                  <a:pt x="5642" y="26529"/>
                </a:cubicBezTo>
              </a:path>
            </a:pathLst>
          </a:custGeom>
          <a:noFill/>
          <a:ln w="9525" cap="flat" cmpd="sng">
            <a:solidFill>
              <a:schemeClr val="dk2"/>
            </a:solidFill>
            <a:prstDash val="solid"/>
            <a:round/>
            <a:headEnd type="none" w="med" len="med"/>
            <a:tailEnd type="triangle" w="med" len="med"/>
          </a:ln>
        </p:spPr>
        <p:txBody>
          <a:bodyPr/>
          <a:lstStyle/>
          <a:p>
            <a:endParaRPr lang="x-none"/>
          </a:p>
        </p:txBody>
      </p:sp>
      <p:sp>
        <p:nvSpPr>
          <p:cNvPr id="1709" name="Google Shape;1709;p154"/>
          <p:cNvSpPr txBox="1">
            <a:spLocks noGrp="1"/>
          </p:cNvSpPr>
          <p:nvPr>
            <p:ph type="title"/>
          </p:nvPr>
        </p:nvSpPr>
        <p:spPr>
          <a:xfrm>
            <a:off x="530352" y="284253"/>
            <a:ext cx="7620000" cy="612900"/>
          </a:xfrm>
          <a:prstGeom prst="rect">
            <a:avLst/>
          </a:prstGeom>
        </p:spPr>
        <p:txBody>
          <a:bodyPr spcFirstLastPara="1" wrap="square" lIns="91425" tIns="0" rIns="91425" bIns="45700" anchor="t" anchorCtr="0">
            <a:noAutofit/>
          </a:bodyPr>
          <a:lstStyle/>
          <a:p>
            <a:pPr marL="0" lvl="0" indent="0" algn="l" rtl="0">
              <a:spcBef>
                <a:spcPts val="0"/>
              </a:spcBef>
              <a:spcAft>
                <a:spcPts val="0"/>
              </a:spcAft>
              <a:buNone/>
            </a:pPr>
            <a:r>
              <a:rPr lang="en" b="1" dirty="0"/>
              <a:t>Why Do We Need a Data in Motion Architecture?</a:t>
            </a:r>
            <a:endParaRPr b="1" dirty="0"/>
          </a:p>
        </p:txBody>
      </p:sp>
      <p:pic>
        <p:nvPicPr>
          <p:cNvPr id="1710" name="Google Shape;1710;p154"/>
          <p:cNvPicPr preferRelativeResize="0"/>
          <p:nvPr/>
        </p:nvPicPr>
        <p:blipFill rotWithShape="1">
          <a:blip r:embed="rId3">
            <a:alphaModFix/>
          </a:blip>
          <a:srcRect/>
          <a:stretch/>
        </p:blipFill>
        <p:spPr>
          <a:xfrm>
            <a:off x="7938283" y="1644924"/>
            <a:ext cx="363780" cy="363777"/>
          </a:xfrm>
          <a:prstGeom prst="rect">
            <a:avLst/>
          </a:prstGeom>
          <a:noFill/>
          <a:ln>
            <a:noFill/>
          </a:ln>
        </p:spPr>
      </p:pic>
      <p:pic>
        <p:nvPicPr>
          <p:cNvPr id="1711" name="Google Shape;1711;p154"/>
          <p:cNvPicPr preferRelativeResize="0"/>
          <p:nvPr/>
        </p:nvPicPr>
        <p:blipFill rotWithShape="1">
          <a:blip r:embed="rId4">
            <a:alphaModFix/>
          </a:blip>
          <a:srcRect/>
          <a:stretch/>
        </p:blipFill>
        <p:spPr>
          <a:xfrm>
            <a:off x="4888541" y="1850640"/>
            <a:ext cx="363780" cy="363777"/>
          </a:xfrm>
          <a:prstGeom prst="rect">
            <a:avLst/>
          </a:prstGeom>
          <a:noFill/>
          <a:ln>
            <a:noFill/>
          </a:ln>
        </p:spPr>
      </p:pic>
      <p:pic>
        <p:nvPicPr>
          <p:cNvPr id="1712" name="Google Shape;1712;p154"/>
          <p:cNvPicPr preferRelativeResize="0"/>
          <p:nvPr/>
        </p:nvPicPr>
        <p:blipFill rotWithShape="1">
          <a:blip r:embed="rId5">
            <a:alphaModFix/>
          </a:blip>
          <a:srcRect/>
          <a:stretch/>
        </p:blipFill>
        <p:spPr>
          <a:xfrm>
            <a:off x="4858857" y="2438121"/>
            <a:ext cx="363780" cy="363777"/>
          </a:xfrm>
          <a:prstGeom prst="rect">
            <a:avLst/>
          </a:prstGeom>
          <a:noFill/>
          <a:ln>
            <a:noFill/>
          </a:ln>
        </p:spPr>
      </p:pic>
      <p:pic>
        <p:nvPicPr>
          <p:cNvPr id="1713" name="Google Shape;1713;p154"/>
          <p:cNvPicPr preferRelativeResize="0"/>
          <p:nvPr/>
        </p:nvPicPr>
        <p:blipFill rotWithShape="1">
          <a:blip r:embed="rId6">
            <a:alphaModFix/>
          </a:blip>
          <a:srcRect/>
          <a:stretch/>
        </p:blipFill>
        <p:spPr>
          <a:xfrm>
            <a:off x="7950671" y="2220252"/>
            <a:ext cx="363780" cy="363777"/>
          </a:xfrm>
          <a:prstGeom prst="rect">
            <a:avLst/>
          </a:prstGeom>
          <a:noFill/>
          <a:ln>
            <a:noFill/>
          </a:ln>
        </p:spPr>
      </p:pic>
      <p:pic>
        <p:nvPicPr>
          <p:cNvPr id="1714" name="Google Shape;1714;p154"/>
          <p:cNvPicPr preferRelativeResize="0"/>
          <p:nvPr/>
        </p:nvPicPr>
        <p:blipFill rotWithShape="1">
          <a:blip r:embed="rId7">
            <a:alphaModFix/>
          </a:blip>
          <a:srcRect/>
          <a:stretch/>
        </p:blipFill>
        <p:spPr>
          <a:xfrm>
            <a:off x="7917175" y="2800259"/>
            <a:ext cx="363780" cy="363777"/>
          </a:xfrm>
          <a:prstGeom prst="rect">
            <a:avLst/>
          </a:prstGeom>
          <a:noFill/>
          <a:ln>
            <a:noFill/>
          </a:ln>
        </p:spPr>
      </p:pic>
      <p:pic>
        <p:nvPicPr>
          <p:cNvPr id="1715" name="Google Shape;1715;p154"/>
          <p:cNvPicPr preferRelativeResize="0"/>
          <p:nvPr/>
        </p:nvPicPr>
        <p:blipFill rotWithShape="1">
          <a:blip r:embed="rId8">
            <a:alphaModFix/>
          </a:blip>
          <a:srcRect/>
          <a:stretch/>
        </p:blipFill>
        <p:spPr>
          <a:xfrm>
            <a:off x="7107286" y="1326323"/>
            <a:ext cx="363780" cy="363777"/>
          </a:xfrm>
          <a:prstGeom prst="rect">
            <a:avLst/>
          </a:prstGeom>
          <a:noFill/>
          <a:ln>
            <a:noFill/>
          </a:ln>
        </p:spPr>
      </p:pic>
      <p:pic>
        <p:nvPicPr>
          <p:cNvPr id="1716" name="Google Shape;1716;p154"/>
          <p:cNvPicPr preferRelativeResize="0"/>
          <p:nvPr/>
        </p:nvPicPr>
        <p:blipFill rotWithShape="1">
          <a:blip r:embed="rId9">
            <a:alphaModFix/>
          </a:blip>
          <a:srcRect/>
          <a:stretch/>
        </p:blipFill>
        <p:spPr>
          <a:xfrm>
            <a:off x="7100915" y="2986494"/>
            <a:ext cx="363780" cy="363777"/>
          </a:xfrm>
          <a:prstGeom prst="rect">
            <a:avLst/>
          </a:prstGeom>
          <a:noFill/>
          <a:ln>
            <a:noFill/>
          </a:ln>
        </p:spPr>
      </p:pic>
      <p:pic>
        <p:nvPicPr>
          <p:cNvPr id="1717" name="Google Shape;1717;p154"/>
          <p:cNvPicPr preferRelativeResize="0"/>
          <p:nvPr/>
        </p:nvPicPr>
        <p:blipFill rotWithShape="1">
          <a:blip r:embed="rId10">
            <a:alphaModFix/>
          </a:blip>
          <a:srcRect/>
          <a:stretch/>
        </p:blipFill>
        <p:spPr>
          <a:xfrm>
            <a:off x="5634247" y="3038462"/>
            <a:ext cx="363780" cy="363777"/>
          </a:xfrm>
          <a:prstGeom prst="rect">
            <a:avLst/>
          </a:prstGeom>
          <a:noFill/>
          <a:ln>
            <a:noFill/>
          </a:ln>
        </p:spPr>
      </p:pic>
      <p:pic>
        <p:nvPicPr>
          <p:cNvPr id="1718" name="Google Shape;1718;p154"/>
          <p:cNvPicPr preferRelativeResize="0"/>
          <p:nvPr/>
        </p:nvPicPr>
        <p:blipFill rotWithShape="1">
          <a:blip r:embed="rId11">
            <a:alphaModFix/>
          </a:blip>
          <a:srcRect/>
          <a:stretch/>
        </p:blipFill>
        <p:spPr>
          <a:xfrm>
            <a:off x="4890054" y="1364462"/>
            <a:ext cx="363780" cy="363777"/>
          </a:xfrm>
          <a:prstGeom prst="rect">
            <a:avLst/>
          </a:prstGeom>
          <a:noFill/>
          <a:ln>
            <a:noFill/>
          </a:ln>
        </p:spPr>
      </p:pic>
      <p:pic>
        <p:nvPicPr>
          <p:cNvPr id="1719" name="Google Shape;1719;p154"/>
          <p:cNvPicPr preferRelativeResize="0"/>
          <p:nvPr/>
        </p:nvPicPr>
        <p:blipFill rotWithShape="1">
          <a:blip r:embed="rId12">
            <a:alphaModFix/>
          </a:blip>
          <a:srcRect/>
          <a:stretch/>
        </p:blipFill>
        <p:spPr>
          <a:xfrm>
            <a:off x="4891657" y="2938018"/>
            <a:ext cx="363780" cy="363777"/>
          </a:xfrm>
          <a:prstGeom prst="rect">
            <a:avLst/>
          </a:prstGeom>
          <a:noFill/>
          <a:ln>
            <a:noFill/>
          </a:ln>
        </p:spPr>
      </p:pic>
      <p:pic>
        <p:nvPicPr>
          <p:cNvPr id="1720" name="Google Shape;1720;p154"/>
          <p:cNvPicPr preferRelativeResize="0"/>
          <p:nvPr/>
        </p:nvPicPr>
        <p:blipFill rotWithShape="1">
          <a:blip r:embed="rId8">
            <a:alphaModFix/>
          </a:blip>
          <a:srcRect/>
          <a:stretch/>
        </p:blipFill>
        <p:spPr>
          <a:xfrm>
            <a:off x="5653343" y="1326323"/>
            <a:ext cx="363780" cy="363777"/>
          </a:xfrm>
          <a:prstGeom prst="rect">
            <a:avLst/>
          </a:prstGeom>
          <a:noFill/>
          <a:ln>
            <a:noFill/>
          </a:ln>
        </p:spPr>
      </p:pic>
      <p:pic>
        <p:nvPicPr>
          <p:cNvPr id="1721" name="Google Shape;1721;p154"/>
          <p:cNvPicPr preferRelativeResize="0"/>
          <p:nvPr/>
        </p:nvPicPr>
        <p:blipFill rotWithShape="1">
          <a:blip r:embed="rId11">
            <a:alphaModFix/>
          </a:blip>
          <a:srcRect/>
          <a:stretch/>
        </p:blipFill>
        <p:spPr>
          <a:xfrm>
            <a:off x="777929" y="1441275"/>
            <a:ext cx="363780" cy="363777"/>
          </a:xfrm>
          <a:prstGeom prst="rect">
            <a:avLst/>
          </a:prstGeom>
          <a:noFill/>
          <a:ln>
            <a:noFill/>
          </a:ln>
        </p:spPr>
      </p:pic>
      <p:pic>
        <p:nvPicPr>
          <p:cNvPr id="1722" name="Google Shape;1722;p154"/>
          <p:cNvPicPr preferRelativeResize="0"/>
          <p:nvPr/>
        </p:nvPicPr>
        <p:blipFill rotWithShape="1">
          <a:blip r:embed="rId8">
            <a:alphaModFix/>
          </a:blip>
          <a:srcRect/>
          <a:stretch/>
        </p:blipFill>
        <p:spPr>
          <a:xfrm>
            <a:off x="1498118" y="1355611"/>
            <a:ext cx="363780" cy="363777"/>
          </a:xfrm>
          <a:prstGeom prst="rect">
            <a:avLst/>
          </a:prstGeom>
          <a:noFill/>
          <a:ln>
            <a:noFill/>
          </a:ln>
        </p:spPr>
      </p:pic>
      <p:pic>
        <p:nvPicPr>
          <p:cNvPr id="1723" name="Google Shape;1723;p154"/>
          <p:cNvPicPr preferRelativeResize="0"/>
          <p:nvPr/>
        </p:nvPicPr>
        <p:blipFill rotWithShape="1">
          <a:blip r:embed="rId7">
            <a:alphaModFix/>
          </a:blip>
          <a:srcRect/>
          <a:stretch/>
        </p:blipFill>
        <p:spPr>
          <a:xfrm>
            <a:off x="3907954" y="2993507"/>
            <a:ext cx="363780" cy="363777"/>
          </a:xfrm>
          <a:prstGeom prst="rect">
            <a:avLst/>
          </a:prstGeom>
          <a:noFill/>
          <a:ln>
            <a:noFill/>
          </a:ln>
        </p:spPr>
      </p:pic>
      <p:pic>
        <p:nvPicPr>
          <p:cNvPr id="1724" name="Google Shape;1724;p154"/>
          <p:cNvPicPr preferRelativeResize="0"/>
          <p:nvPr/>
        </p:nvPicPr>
        <p:blipFill rotWithShape="1">
          <a:blip r:embed="rId3">
            <a:alphaModFix/>
          </a:blip>
          <a:srcRect/>
          <a:stretch/>
        </p:blipFill>
        <p:spPr>
          <a:xfrm>
            <a:off x="3890585" y="1554013"/>
            <a:ext cx="363780" cy="363777"/>
          </a:xfrm>
          <a:prstGeom prst="rect">
            <a:avLst/>
          </a:prstGeom>
          <a:noFill/>
          <a:ln>
            <a:noFill/>
          </a:ln>
        </p:spPr>
      </p:pic>
      <p:pic>
        <p:nvPicPr>
          <p:cNvPr id="1725" name="Google Shape;1725;p154"/>
          <p:cNvPicPr preferRelativeResize="0"/>
          <p:nvPr/>
        </p:nvPicPr>
        <p:blipFill rotWithShape="1">
          <a:blip r:embed="rId6">
            <a:alphaModFix/>
          </a:blip>
          <a:srcRect/>
          <a:stretch/>
        </p:blipFill>
        <p:spPr>
          <a:xfrm>
            <a:off x="3910973" y="2187786"/>
            <a:ext cx="363780" cy="363777"/>
          </a:xfrm>
          <a:prstGeom prst="rect">
            <a:avLst/>
          </a:prstGeom>
          <a:noFill/>
          <a:ln>
            <a:noFill/>
          </a:ln>
        </p:spPr>
      </p:pic>
      <p:pic>
        <p:nvPicPr>
          <p:cNvPr id="1726" name="Google Shape;1726;p154"/>
          <p:cNvPicPr preferRelativeResize="0"/>
          <p:nvPr/>
        </p:nvPicPr>
        <p:blipFill rotWithShape="1">
          <a:blip r:embed="rId9">
            <a:alphaModFix/>
          </a:blip>
          <a:srcRect/>
          <a:stretch/>
        </p:blipFill>
        <p:spPr>
          <a:xfrm>
            <a:off x="3004791" y="3012905"/>
            <a:ext cx="363780" cy="363777"/>
          </a:xfrm>
          <a:prstGeom prst="rect">
            <a:avLst/>
          </a:prstGeom>
          <a:noFill/>
          <a:ln>
            <a:noFill/>
          </a:ln>
        </p:spPr>
      </p:pic>
      <p:pic>
        <p:nvPicPr>
          <p:cNvPr id="1727" name="Google Shape;1727;p154"/>
          <p:cNvPicPr preferRelativeResize="0"/>
          <p:nvPr/>
        </p:nvPicPr>
        <p:blipFill rotWithShape="1">
          <a:blip r:embed="rId10">
            <a:alphaModFix/>
          </a:blip>
          <a:srcRect/>
          <a:stretch/>
        </p:blipFill>
        <p:spPr>
          <a:xfrm>
            <a:off x="1542834" y="3038462"/>
            <a:ext cx="363780" cy="363777"/>
          </a:xfrm>
          <a:prstGeom prst="rect">
            <a:avLst/>
          </a:prstGeom>
          <a:noFill/>
          <a:ln>
            <a:noFill/>
          </a:ln>
        </p:spPr>
      </p:pic>
      <p:pic>
        <p:nvPicPr>
          <p:cNvPr id="1728" name="Google Shape;1728;p154"/>
          <p:cNvPicPr preferRelativeResize="0"/>
          <p:nvPr/>
        </p:nvPicPr>
        <p:blipFill rotWithShape="1">
          <a:blip r:embed="rId12">
            <a:alphaModFix/>
          </a:blip>
          <a:srcRect/>
          <a:stretch/>
        </p:blipFill>
        <p:spPr>
          <a:xfrm>
            <a:off x="789120" y="3032081"/>
            <a:ext cx="363780" cy="363777"/>
          </a:xfrm>
          <a:prstGeom prst="rect">
            <a:avLst/>
          </a:prstGeom>
          <a:noFill/>
          <a:ln>
            <a:noFill/>
          </a:ln>
        </p:spPr>
      </p:pic>
      <p:pic>
        <p:nvPicPr>
          <p:cNvPr id="1729" name="Google Shape;1729;p154"/>
          <p:cNvPicPr preferRelativeResize="0"/>
          <p:nvPr/>
        </p:nvPicPr>
        <p:blipFill rotWithShape="1">
          <a:blip r:embed="rId4">
            <a:alphaModFix/>
          </a:blip>
          <a:srcRect/>
          <a:stretch/>
        </p:blipFill>
        <p:spPr>
          <a:xfrm>
            <a:off x="760686" y="2083174"/>
            <a:ext cx="363780" cy="363777"/>
          </a:xfrm>
          <a:prstGeom prst="rect">
            <a:avLst/>
          </a:prstGeom>
          <a:noFill/>
          <a:ln>
            <a:noFill/>
          </a:ln>
        </p:spPr>
      </p:pic>
      <p:pic>
        <p:nvPicPr>
          <p:cNvPr id="1730" name="Google Shape;1730;p154"/>
          <p:cNvPicPr preferRelativeResize="0"/>
          <p:nvPr/>
        </p:nvPicPr>
        <p:blipFill rotWithShape="1">
          <a:blip r:embed="rId5">
            <a:alphaModFix/>
          </a:blip>
          <a:srcRect/>
          <a:stretch/>
        </p:blipFill>
        <p:spPr>
          <a:xfrm>
            <a:off x="1490283" y="2011434"/>
            <a:ext cx="363780" cy="363777"/>
          </a:xfrm>
          <a:prstGeom prst="rect">
            <a:avLst/>
          </a:prstGeom>
          <a:noFill/>
          <a:ln>
            <a:noFill/>
          </a:ln>
        </p:spPr>
      </p:pic>
      <p:pic>
        <p:nvPicPr>
          <p:cNvPr id="1731" name="Google Shape;1731;p154"/>
          <p:cNvPicPr preferRelativeResize="0"/>
          <p:nvPr/>
        </p:nvPicPr>
        <p:blipFill rotWithShape="1">
          <a:blip r:embed="rId13">
            <a:alphaModFix/>
          </a:blip>
          <a:srcRect/>
          <a:stretch/>
        </p:blipFill>
        <p:spPr>
          <a:xfrm>
            <a:off x="2895297" y="1384017"/>
            <a:ext cx="379525" cy="379525"/>
          </a:xfrm>
          <a:prstGeom prst="rect">
            <a:avLst/>
          </a:prstGeom>
          <a:noFill/>
          <a:ln>
            <a:noFill/>
          </a:ln>
        </p:spPr>
      </p:pic>
      <p:pic>
        <p:nvPicPr>
          <p:cNvPr id="1732" name="Google Shape;1732;p154"/>
          <p:cNvPicPr preferRelativeResize="0"/>
          <p:nvPr/>
        </p:nvPicPr>
        <p:blipFill rotWithShape="1">
          <a:blip r:embed="rId14">
            <a:alphaModFix/>
          </a:blip>
          <a:srcRect/>
          <a:stretch/>
        </p:blipFill>
        <p:spPr>
          <a:xfrm>
            <a:off x="3277984" y="1922077"/>
            <a:ext cx="379525" cy="379525"/>
          </a:xfrm>
          <a:prstGeom prst="rect">
            <a:avLst/>
          </a:prstGeom>
          <a:noFill/>
          <a:ln>
            <a:noFill/>
          </a:ln>
        </p:spPr>
      </p:pic>
      <p:pic>
        <p:nvPicPr>
          <p:cNvPr id="1733" name="Google Shape;1733;p154"/>
          <p:cNvPicPr preferRelativeResize="0"/>
          <p:nvPr/>
        </p:nvPicPr>
        <p:blipFill rotWithShape="1">
          <a:blip r:embed="rId15">
            <a:alphaModFix/>
          </a:blip>
          <a:srcRect/>
          <a:stretch/>
        </p:blipFill>
        <p:spPr>
          <a:xfrm>
            <a:off x="1124825" y="2524750"/>
            <a:ext cx="379525" cy="379551"/>
          </a:xfrm>
          <a:prstGeom prst="rect">
            <a:avLst/>
          </a:prstGeom>
          <a:noFill/>
          <a:ln>
            <a:noFill/>
          </a:ln>
        </p:spPr>
      </p:pic>
      <p:pic>
        <p:nvPicPr>
          <p:cNvPr id="1734" name="Google Shape;1734;p154"/>
          <p:cNvPicPr preferRelativeResize="0"/>
          <p:nvPr/>
        </p:nvPicPr>
        <p:blipFill rotWithShape="1">
          <a:blip r:embed="rId16">
            <a:alphaModFix/>
          </a:blip>
          <a:srcRect/>
          <a:stretch/>
        </p:blipFill>
        <p:spPr>
          <a:xfrm>
            <a:off x="2226096" y="1831281"/>
            <a:ext cx="363775" cy="363775"/>
          </a:xfrm>
          <a:prstGeom prst="rect">
            <a:avLst/>
          </a:prstGeom>
          <a:noFill/>
          <a:ln>
            <a:noFill/>
          </a:ln>
        </p:spPr>
      </p:pic>
      <p:pic>
        <p:nvPicPr>
          <p:cNvPr id="1735" name="Google Shape;1735;p154"/>
          <p:cNvPicPr preferRelativeResize="0"/>
          <p:nvPr/>
        </p:nvPicPr>
        <p:blipFill rotWithShape="1">
          <a:blip r:embed="rId17">
            <a:alphaModFix/>
          </a:blip>
          <a:srcRect/>
          <a:stretch/>
        </p:blipFill>
        <p:spPr>
          <a:xfrm>
            <a:off x="2132495" y="2661798"/>
            <a:ext cx="363775" cy="363775"/>
          </a:xfrm>
          <a:prstGeom prst="rect">
            <a:avLst/>
          </a:prstGeom>
          <a:noFill/>
          <a:ln>
            <a:noFill/>
          </a:ln>
        </p:spPr>
      </p:pic>
      <p:pic>
        <p:nvPicPr>
          <p:cNvPr id="1736" name="Google Shape;1736;p154"/>
          <p:cNvPicPr preferRelativeResize="0"/>
          <p:nvPr/>
        </p:nvPicPr>
        <p:blipFill rotWithShape="1">
          <a:blip r:embed="rId18">
            <a:alphaModFix/>
          </a:blip>
          <a:srcRect/>
          <a:stretch/>
        </p:blipFill>
        <p:spPr>
          <a:xfrm>
            <a:off x="2921398" y="2513771"/>
            <a:ext cx="306878" cy="306878"/>
          </a:xfrm>
          <a:prstGeom prst="rect">
            <a:avLst/>
          </a:prstGeom>
          <a:noFill/>
          <a:ln>
            <a:noFill/>
          </a:ln>
        </p:spPr>
      </p:pic>
    </p:spTree>
    <p:extLst>
      <p:ext uri="{BB962C8B-B14F-4D97-AF65-F5344CB8AC3E}">
        <p14:creationId xmlns:p14="http://schemas.microsoft.com/office/powerpoint/2010/main" val="7290526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01">
          <a:extLst>
            <a:ext uri="{FF2B5EF4-FFF2-40B4-BE49-F238E27FC236}">
              <a16:creationId xmlns:a16="http://schemas.microsoft.com/office/drawing/2014/main" id="{23744622-E2DA-9821-C64B-B55E8D542224}"/>
            </a:ext>
          </a:extLst>
        </p:cNvPr>
        <p:cNvGrpSpPr/>
        <p:nvPr/>
      </p:nvGrpSpPr>
      <p:grpSpPr>
        <a:xfrm>
          <a:off x="0" y="0"/>
          <a:ext cx="0" cy="0"/>
          <a:chOff x="0" y="0"/>
          <a:chExt cx="0" cy="0"/>
        </a:xfrm>
      </p:grpSpPr>
      <p:sp>
        <p:nvSpPr>
          <p:cNvPr id="2" name="Google Shape;1741;p155">
            <a:extLst>
              <a:ext uri="{FF2B5EF4-FFF2-40B4-BE49-F238E27FC236}">
                <a16:creationId xmlns:a16="http://schemas.microsoft.com/office/drawing/2014/main" id="{00B7FE0D-9606-A265-D9E7-EEC41FB75853}"/>
              </a:ext>
            </a:extLst>
          </p:cNvPr>
          <p:cNvSpPr/>
          <p:nvPr/>
        </p:nvSpPr>
        <p:spPr>
          <a:xfrm>
            <a:off x="4632612" y="888175"/>
            <a:ext cx="4013100" cy="3616500"/>
          </a:xfrm>
          <a:prstGeom prst="roundRect">
            <a:avLst>
              <a:gd name="adj" fmla="val 5275"/>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lus Jakarta Sans"/>
              <a:ea typeface="Plus Jakarta Sans"/>
              <a:cs typeface="Plus Jakarta Sans"/>
              <a:sym typeface="Plus Jakarta Sans"/>
            </a:endParaRPr>
          </a:p>
        </p:txBody>
      </p:sp>
      <p:sp>
        <p:nvSpPr>
          <p:cNvPr id="3" name="Google Shape;1742;p155">
            <a:extLst>
              <a:ext uri="{FF2B5EF4-FFF2-40B4-BE49-F238E27FC236}">
                <a16:creationId xmlns:a16="http://schemas.microsoft.com/office/drawing/2014/main" id="{D7945B5F-01A5-3D26-6DE5-21263EB75FB2}"/>
              </a:ext>
            </a:extLst>
          </p:cNvPr>
          <p:cNvSpPr/>
          <p:nvPr/>
        </p:nvSpPr>
        <p:spPr>
          <a:xfrm>
            <a:off x="4787112" y="1304925"/>
            <a:ext cx="3704100" cy="3061500"/>
          </a:xfrm>
          <a:prstGeom prst="roundRect">
            <a:avLst>
              <a:gd name="adj" fmla="val 4671"/>
            </a:avLst>
          </a:prstGeom>
          <a:solidFill>
            <a:srgbClr val="CEDBE4">
              <a:alpha val="35000"/>
            </a:srgbClr>
          </a:solidFill>
          <a:ln>
            <a:noFill/>
          </a:ln>
        </p:spPr>
        <p:txBody>
          <a:bodyPr spcFirstLastPara="1" wrap="square" lIns="91425" tIns="91425" rIns="91425" bIns="91425" anchor="t" anchorCtr="0">
            <a:noAutofit/>
          </a:bodyPr>
          <a:lstStyle/>
          <a:p>
            <a:pPr marL="0" lvl="0" indent="0" algn="ctr" rtl="0">
              <a:spcBef>
                <a:spcPts val="0"/>
              </a:spcBef>
              <a:spcAft>
                <a:spcPts val="0"/>
              </a:spcAft>
              <a:buNone/>
            </a:pPr>
            <a:endParaRPr sz="900" b="1">
              <a:solidFill>
                <a:srgbClr val="646464"/>
              </a:solidFill>
              <a:latin typeface="Plus Jakarta Sans"/>
              <a:ea typeface="Plus Jakarta Sans"/>
              <a:cs typeface="Plus Jakarta Sans"/>
              <a:sym typeface="Plus Jakarta Sans"/>
            </a:endParaRPr>
          </a:p>
        </p:txBody>
      </p:sp>
      <p:sp>
        <p:nvSpPr>
          <p:cNvPr id="4" name="Google Shape;1743;p155">
            <a:extLst>
              <a:ext uri="{FF2B5EF4-FFF2-40B4-BE49-F238E27FC236}">
                <a16:creationId xmlns:a16="http://schemas.microsoft.com/office/drawing/2014/main" id="{418F0693-3389-3D30-AED5-90F9D8382CDA}"/>
              </a:ext>
            </a:extLst>
          </p:cNvPr>
          <p:cNvSpPr/>
          <p:nvPr/>
        </p:nvSpPr>
        <p:spPr>
          <a:xfrm>
            <a:off x="498288" y="888175"/>
            <a:ext cx="4013100" cy="3616500"/>
          </a:xfrm>
          <a:prstGeom prst="roundRect">
            <a:avLst>
              <a:gd name="adj" fmla="val 5275"/>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lus Jakarta Sans"/>
              <a:ea typeface="Plus Jakarta Sans"/>
              <a:cs typeface="Plus Jakarta Sans"/>
              <a:sym typeface="Plus Jakarta Sans"/>
            </a:endParaRPr>
          </a:p>
        </p:txBody>
      </p:sp>
      <p:sp>
        <p:nvSpPr>
          <p:cNvPr id="5" name="Google Shape;1744;p155">
            <a:extLst>
              <a:ext uri="{FF2B5EF4-FFF2-40B4-BE49-F238E27FC236}">
                <a16:creationId xmlns:a16="http://schemas.microsoft.com/office/drawing/2014/main" id="{4509E3B6-D524-F0EE-75CB-33BDDAE2779C}"/>
              </a:ext>
            </a:extLst>
          </p:cNvPr>
          <p:cNvSpPr/>
          <p:nvPr/>
        </p:nvSpPr>
        <p:spPr>
          <a:xfrm>
            <a:off x="652788" y="1304925"/>
            <a:ext cx="3704100" cy="3061500"/>
          </a:xfrm>
          <a:prstGeom prst="roundRect">
            <a:avLst>
              <a:gd name="adj" fmla="val 4671"/>
            </a:avLst>
          </a:prstGeom>
          <a:solidFill>
            <a:srgbClr val="CEDBE4">
              <a:alpha val="35000"/>
            </a:srgbClr>
          </a:solidFill>
          <a:ln>
            <a:noFill/>
          </a:ln>
        </p:spPr>
        <p:txBody>
          <a:bodyPr spcFirstLastPara="1" wrap="square" lIns="91425" tIns="91425" rIns="91425" bIns="91425" anchor="t" anchorCtr="0">
            <a:noAutofit/>
          </a:bodyPr>
          <a:lstStyle/>
          <a:p>
            <a:pPr marL="0" lvl="0" indent="0" algn="ctr" rtl="0">
              <a:spcBef>
                <a:spcPts val="0"/>
              </a:spcBef>
              <a:spcAft>
                <a:spcPts val="0"/>
              </a:spcAft>
              <a:buNone/>
            </a:pPr>
            <a:endParaRPr sz="900" b="1">
              <a:solidFill>
                <a:srgbClr val="646464"/>
              </a:solidFill>
              <a:latin typeface="Plus Jakarta Sans"/>
              <a:ea typeface="Plus Jakarta Sans"/>
              <a:cs typeface="Plus Jakarta Sans"/>
              <a:sym typeface="Plus Jakarta Sans"/>
            </a:endParaRPr>
          </a:p>
        </p:txBody>
      </p:sp>
      <p:sp>
        <p:nvSpPr>
          <p:cNvPr id="6" name="Google Shape;1745;p155">
            <a:extLst>
              <a:ext uri="{FF2B5EF4-FFF2-40B4-BE49-F238E27FC236}">
                <a16:creationId xmlns:a16="http://schemas.microsoft.com/office/drawing/2014/main" id="{ECEC4DBA-865B-4FF6-7378-0BDFB87CA5B7}"/>
              </a:ext>
            </a:extLst>
          </p:cNvPr>
          <p:cNvSpPr txBox="1"/>
          <p:nvPr/>
        </p:nvSpPr>
        <p:spPr>
          <a:xfrm>
            <a:off x="814388" y="2466000"/>
            <a:ext cx="657900" cy="548700"/>
          </a:xfrm>
          <a:prstGeom prst="rect">
            <a:avLst/>
          </a:prstGeom>
          <a:noFill/>
          <a:ln>
            <a:noFill/>
          </a:ln>
        </p:spPr>
        <p:txBody>
          <a:bodyPr spcFirstLastPara="1" wrap="square" lIns="0" tIns="91425" rIns="0" bIns="91425"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 sz="1100">
                <a:solidFill>
                  <a:schemeClr val="dk1"/>
                </a:solidFill>
                <a:latin typeface="Plus Jakarta Sans Medium"/>
                <a:ea typeface="Plus Jakarta Sans Medium"/>
                <a:cs typeface="Plus Jakarta Sans Medium"/>
                <a:sym typeface="Plus Jakarta Sans Medium"/>
              </a:rPr>
              <a:t>Edge</a:t>
            </a:r>
            <a:br>
              <a:rPr lang="en" sz="1100">
                <a:solidFill>
                  <a:schemeClr val="dk1"/>
                </a:solidFill>
                <a:latin typeface="Plus Jakarta Sans Medium"/>
                <a:ea typeface="Plus Jakarta Sans Medium"/>
                <a:cs typeface="Plus Jakarta Sans Medium"/>
                <a:sym typeface="Plus Jakarta Sans Medium"/>
              </a:rPr>
            </a:br>
            <a:r>
              <a:rPr lang="en" sz="1100">
                <a:solidFill>
                  <a:schemeClr val="dk1"/>
                </a:solidFill>
                <a:latin typeface="Plus Jakarta Sans Medium"/>
                <a:ea typeface="Plus Jakarta Sans Medium"/>
                <a:cs typeface="Plus Jakarta Sans Medium"/>
                <a:sym typeface="Plus Jakarta Sans Medium"/>
              </a:rPr>
              <a:t>Devices</a:t>
            </a:r>
            <a:endParaRPr sz="1100" i="0" u="none" strike="noStrike" cap="none">
              <a:solidFill>
                <a:schemeClr val="dk1"/>
              </a:solidFill>
              <a:latin typeface="Plus Jakarta Sans Medium"/>
              <a:ea typeface="Plus Jakarta Sans Medium"/>
              <a:cs typeface="Plus Jakarta Sans Medium"/>
              <a:sym typeface="Plus Jakarta Sans Medium"/>
            </a:endParaRPr>
          </a:p>
        </p:txBody>
      </p:sp>
      <p:sp>
        <p:nvSpPr>
          <p:cNvPr id="7" name="Google Shape;1746;p155">
            <a:extLst>
              <a:ext uri="{FF2B5EF4-FFF2-40B4-BE49-F238E27FC236}">
                <a16:creationId xmlns:a16="http://schemas.microsoft.com/office/drawing/2014/main" id="{61B00006-E49B-D540-CF00-D08AF2897CAD}"/>
              </a:ext>
            </a:extLst>
          </p:cNvPr>
          <p:cNvSpPr txBox="1">
            <a:spLocks noGrp="1"/>
          </p:cNvSpPr>
          <p:nvPr>
            <p:ph type="title"/>
          </p:nvPr>
        </p:nvSpPr>
        <p:spPr>
          <a:xfrm>
            <a:off x="530352" y="284253"/>
            <a:ext cx="7620000" cy="612900"/>
          </a:xfrm>
          <a:prstGeom prst="rect">
            <a:avLst/>
          </a:prstGeom>
        </p:spPr>
        <p:txBody>
          <a:bodyPr spcFirstLastPara="1" wrap="square" lIns="91425" tIns="0" rIns="91425" bIns="45700" anchor="t" anchorCtr="0">
            <a:noAutofit/>
          </a:bodyPr>
          <a:lstStyle/>
          <a:p>
            <a:pPr marL="0" lvl="0" indent="0" algn="l" rtl="0">
              <a:spcBef>
                <a:spcPts val="0"/>
              </a:spcBef>
              <a:spcAft>
                <a:spcPts val="0"/>
              </a:spcAft>
              <a:buNone/>
            </a:pPr>
            <a:r>
              <a:rPr lang="en" b="1" dirty="0"/>
              <a:t>Streaming Data Pipelines with Cloudera</a:t>
            </a:r>
            <a:endParaRPr b="1" dirty="0"/>
          </a:p>
        </p:txBody>
      </p:sp>
      <p:sp>
        <p:nvSpPr>
          <p:cNvPr id="8" name="Google Shape;1747;p155">
            <a:extLst>
              <a:ext uri="{FF2B5EF4-FFF2-40B4-BE49-F238E27FC236}">
                <a16:creationId xmlns:a16="http://schemas.microsoft.com/office/drawing/2014/main" id="{0464C7DC-6E18-FA09-2A8F-FBB9A2DD65FB}"/>
              </a:ext>
            </a:extLst>
          </p:cNvPr>
          <p:cNvSpPr txBox="1"/>
          <p:nvPr/>
        </p:nvSpPr>
        <p:spPr>
          <a:xfrm>
            <a:off x="1380413" y="1847775"/>
            <a:ext cx="914400" cy="523200"/>
          </a:xfrm>
          <a:prstGeom prst="rect">
            <a:avLst/>
          </a:prstGeom>
          <a:noFill/>
          <a:ln>
            <a:noFill/>
          </a:ln>
        </p:spPr>
        <p:txBody>
          <a:bodyPr spcFirstLastPara="1" wrap="square" lIns="0" tIns="91425" rIns="0" bIns="91425" anchor="t" anchorCtr="0">
            <a:spAutoFit/>
          </a:bodyPr>
          <a:lstStyle/>
          <a:p>
            <a:pPr marL="0" marR="0" lvl="0" indent="0" algn="l" rtl="0">
              <a:lnSpc>
                <a:spcPct val="100000"/>
              </a:lnSpc>
              <a:spcBef>
                <a:spcPts val="0"/>
              </a:spcBef>
              <a:spcAft>
                <a:spcPts val="0"/>
              </a:spcAft>
              <a:buClr>
                <a:srgbClr val="000000"/>
              </a:buClr>
              <a:buSzPts val="600"/>
              <a:buFont typeface="Arial"/>
              <a:buNone/>
            </a:pPr>
            <a:r>
              <a:rPr lang="en" sz="1100" i="0" u="none" strike="noStrike" cap="none">
                <a:solidFill>
                  <a:schemeClr val="dk1"/>
                </a:solidFill>
                <a:latin typeface="Plus Jakarta Sans Medium"/>
                <a:ea typeface="Plus Jakarta Sans Medium"/>
                <a:cs typeface="Plus Jakarta Sans Medium"/>
                <a:sym typeface="Plus Jakarta Sans Medium"/>
              </a:rPr>
              <a:t>Cloud</a:t>
            </a:r>
            <a:r>
              <a:rPr lang="en" sz="1100">
                <a:solidFill>
                  <a:schemeClr val="dk1"/>
                </a:solidFill>
                <a:latin typeface="Plus Jakarta Sans Medium"/>
                <a:ea typeface="Plus Jakarta Sans Medium"/>
                <a:cs typeface="Plus Jakarta Sans Medium"/>
                <a:sym typeface="Plus Jakarta Sans Medium"/>
              </a:rPr>
              <a:t> </a:t>
            </a:r>
            <a:r>
              <a:rPr lang="en" sz="1100" i="0" u="none" strike="noStrike" cap="none">
                <a:solidFill>
                  <a:schemeClr val="dk1"/>
                </a:solidFill>
                <a:latin typeface="Plus Jakarta Sans Medium"/>
                <a:ea typeface="Plus Jakarta Sans Medium"/>
                <a:cs typeface="Plus Jakarta Sans Medium"/>
                <a:sym typeface="Plus Jakarta Sans Medium"/>
              </a:rPr>
              <a:t>DB SaaS Tools</a:t>
            </a:r>
            <a:endParaRPr sz="1100" i="0" u="none" strike="noStrike" cap="none">
              <a:solidFill>
                <a:schemeClr val="dk1"/>
              </a:solidFill>
              <a:latin typeface="Plus Jakarta Sans Medium"/>
              <a:ea typeface="Plus Jakarta Sans Medium"/>
              <a:cs typeface="Plus Jakarta Sans Medium"/>
              <a:sym typeface="Plus Jakarta Sans Medium"/>
            </a:endParaRPr>
          </a:p>
        </p:txBody>
      </p:sp>
      <p:sp>
        <p:nvSpPr>
          <p:cNvPr id="9" name="Google Shape;1748;p155">
            <a:extLst>
              <a:ext uri="{FF2B5EF4-FFF2-40B4-BE49-F238E27FC236}">
                <a16:creationId xmlns:a16="http://schemas.microsoft.com/office/drawing/2014/main" id="{0443C161-EA99-C746-7A4B-D5CDB02E3295}"/>
              </a:ext>
            </a:extLst>
          </p:cNvPr>
          <p:cNvSpPr txBox="1"/>
          <p:nvPr/>
        </p:nvSpPr>
        <p:spPr>
          <a:xfrm>
            <a:off x="1380413" y="3758550"/>
            <a:ext cx="914400" cy="523200"/>
          </a:xfrm>
          <a:prstGeom prst="rect">
            <a:avLst/>
          </a:prstGeom>
          <a:noFill/>
          <a:ln>
            <a:noFill/>
          </a:ln>
        </p:spPr>
        <p:txBody>
          <a:bodyPr spcFirstLastPara="1" wrap="square" lIns="0" tIns="91425" rIns="0" bIns="91425" anchor="t" anchorCtr="0">
            <a:spAutoFit/>
          </a:bodyPr>
          <a:lstStyle/>
          <a:p>
            <a:pPr marL="0" marR="0" lvl="0" indent="0" algn="l" rtl="0">
              <a:lnSpc>
                <a:spcPct val="100000"/>
              </a:lnSpc>
              <a:spcBef>
                <a:spcPts val="0"/>
              </a:spcBef>
              <a:spcAft>
                <a:spcPts val="0"/>
              </a:spcAft>
              <a:buClr>
                <a:srgbClr val="000000"/>
              </a:buClr>
              <a:buSzPts val="600"/>
              <a:buFont typeface="Arial"/>
              <a:buNone/>
            </a:pPr>
            <a:r>
              <a:rPr lang="en" sz="1100" i="0" u="none" strike="noStrike" cap="none">
                <a:solidFill>
                  <a:schemeClr val="dk1"/>
                </a:solidFill>
                <a:latin typeface="Plus Jakarta Sans Medium"/>
                <a:ea typeface="Plus Jakarta Sans Medium"/>
                <a:cs typeface="Plus Jakarta Sans Medium"/>
                <a:sym typeface="Plus Jakarta Sans Medium"/>
              </a:rPr>
              <a:t>Change Data Capture</a:t>
            </a:r>
            <a:endParaRPr sz="1100" i="0" u="none" strike="noStrike" cap="none">
              <a:solidFill>
                <a:schemeClr val="dk1"/>
              </a:solidFill>
              <a:latin typeface="Plus Jakarta Sans Medium"/>
              <a:ea typeface="Plus Jakarta Sans Medium"/>
              <a:cs typeface="Plus Jakarta Sans Medium"/>
              <a:sym typeface="Plus Jakarta Sans Medium"/>
            </a:endParaRPr>
          </a:p>
        </p:txBody>
      </p:sp>
      <p:sp>
        <p:nvSpPr>
          <p:cNvPr id="10" name="Google Shape;1749;p155">
            <a:extLst>
              <a:ext uri="{FF2B5EF4-FFF2-40B4-BE49-F238E27FC236}">
                <a16:creationId xmlns:a16="http://schemas.microsoft.com/office/drawing/2014/main" id="{80358D03-BDA4-671E-9009-95F53B4FF425}"/>
              </a:ext>
            </a:extLst>
          </p:cNvPr>
          <p:cNvSpPr txBox="1"/>
          <p:nvPr/>
        </p:nvSpPr>
        <p:spPr>
          <a:xfrm>
            <a:off x="1380413" y="3140325"/>
            <a:ext cx="914400" cy="523200"/>
          </a:xfrm>
          <a:prstGeom prst="rect">
            <a:avLst/>
          </a:prstGeom>
          <a:noFill/>
          <a:ln>
            <a:noFill/>
          </a:ln>
        </p:spPr>
        <p:txBody>
          <a:bodyPr spcFirstLastPara="1" wrap="square" lIns="0" tIns="91425" rIns="0" bIns="91425" anchor="t" anchorCtr="0">
            <a:spAutoFit/>
          </a:bodyPr>
          <a:lstStyle/>
          <a:p>
            <a:pPr marL="0" marR="0" lvl="0" indent="0" algn="l" rtl="0">
              <a:lnSpc>
                <a:spcPct val="100000"/>
              </a:lnSpc>
              <a:spcBef>
                <a:spcPts val="0"/>
              </a:spcBef>
              <a:spcAft>
                <a:spcPts val="0"/>
              </a:spcAft>
              <a:buClr>
                <a:srgbClr val="000000"/>
              </a:buClr>
              <a:buSzPts val="600"/>
              <a:buFont typeface="Arial"/>
              <a:buNone/>
            </a:pPr>
            <a:r>
              <a:rPr lang="en" sz="1100" i="0" u="none" strike="noStrike" cap="none">
                <a:solidFill>
                  <a:schemeClr val="dk1"/>
                </a:solidFill>
                <a:latin typeface="Plus Jakarta Sans Medium"/>
                <a:ea typeface="Plus Jakarta Sans Medium"/>
                <a:cs typeface="Plus Jakarta Sans Medium"/>
                <a:sym typeface="Plus Jakarta Sans Medium"/>
              </a:rPr>
              <a:t>On </a:t>
            </a:r>
            <a:r>
              <a:rPr lang="en" sz="1100">
                <a:solidFill>
                  <a:schemeClr val="dk1"/>
                </a:solidFill>
                <a:latin typeface="Plus Jakarta Sans Medium"/>
                <a:ea typeface="Plus Jakarta Sans Medium"/>
                <a:cs typeface="Plus Jakarta Sans Medium"/>
                <a:sym typeface="Plus Jakarta Sans Medium"/>
              </a:rPr>
              <a:t>P</a:t>
            </a:r>
            <a:r>
              <a:rPr lang="en" sz="1100" i="0" u="none" strike="noStrike" cap="none">
                <a:solidFill>
                  <a:schemeClr val="dk1"/>
                </a:solidFill>
                <a:latin typeface="Plus Jakarta Sans Medium"/>
                <a:ea typeface="Plus Jakarta Sans Medium"/>
                <a:cs typeface="Plus Jakarta Sans Medium"/>
                <a:sym typeface="Plus Jakarta Sans Medium"/>
              </a:rPr>
              <a:t>rem </a:t>
            </a:r>
            <a:br>
              <a:rPr lang="en" sz="1100" i="0" u="none" strike="noStrike" cap="none">
                <a:solidFill>
                  <a:schemeClr val="dk1"/>
                </a:solidFill>
                <a:latin typeface="Plus Jakarta Sans Medium"/>
                <a:ea typeface="Plus Jakarta Sans Medium"/>
                <a:cs typeface="Plus Jakarta Sans Medium"/>
                <a:sym typeface="Plus Jakarta Sans Medium"/>
              </a:rPr>
            </a:br>
            <a:r>
              <a:rPr lang="en" sz="1100">
                <a:solidFill>
                  <a:schemeClr val="dk1"/>
                </a:solidFill>
                <a:latin typeface="Plus Jakarta Sans Medium"/>
                <a:ea typeface="Plus Jakarta Sans Medium"/>
                <a:cs typeface="Plus Jakarta Sans Medium"/>
                <a:sym typeface="Plus Jakarta Sans Medium"/>
              </a:rPr>
              <a:t>A</a:t>
            </a:r>
            <a:r>
              <a:rPr lang="en" sz="1100" i="0" u="none" strike="noStrike" cap="none">
                <a:solidFill>
                  <a:schemeClr val="dk1"/>
                </a:solidFill>
                <a:latin typeface="Plus Jakarta Sans Medium"/>
                <a:ea typeface="Plus Jakarta Sans Medium"/>
                <a:cs typeface="Plus Jakarta Sans Medium"/>
                <a:sym typeface="Plus Jakarta Sans Medium"/>
              </a:rPr>
              <a:t>pps/DB</a:t>
            </a:r>
            <a:endParaRPr sz="1100" i="0" u="none" strike="noStrike" cap="none">
              <a:solidFill>
                <a:schemeClr val="dk1"/>
              </a:solidFill>
              <a:latin typeface="Plus Jakarta Sans Medium"/>
              <a:ea typeface="Plus Jakarta Sans Medium"/>
              <a:cs typeface="Plus Jakarta Sans Medium"/>
              <a:sym typeface="Plus Jakarta Sans Medium"/>
            </a:endParaRPr>
          </a:p>
        </p:txBody>
      </p:sp>
      <p:sp>
        <p:nvSpPr>
          <p:cNvPr id="11" name="Google Shape;1750;p155">
            <a:extLst>
              <a:ext uri="{FF2B5EF4-FFF2-40B4-BE49-F238E27FC236}">
                <a16:creationId xmlns:a16="http://schemas.microsoft.com/office/drawing/2014/main" id="{9EE7FFD9-C44A-27D5-60D7-D329904FD4A2}"/>
              </a:ext>
            </a:extLst>
          </p:cNvPr>
          <p:cNvSpPr txBox="1"/>
          <p:nvPr/>
        </p:nvSpPr>
        <p:spPr>
          <a:xfrm>
            <a:off x="1380413" y="1383450"/>
            <a:ext cx="914400" cy="354000"/>
          </a:xfrm>
          <a:prstGeom prst="rect">
            <a:avLst/>
          </a:prstGeom>
          <a:noFill/>
          <a:ln>
            <a:noFill/>
          </a:ln>
        </p:spPr>
        <p:txBody>
          <a:bodyPr spcFirstLastPara="1" wrap="square" lIns="0" tIns="91425" rIns="0" bIns="91425" anchor="t" anchorCtr="0">
            <a:spAutoFit/>
          </a:bodyPr>
          <a:lstStyle/>
          <a:p>
            <a:pPr marL="0" marR="0" lvl="0" indent="0" algn="l" rtl="0">
              <a:lnSpc>
                <a:spcPct val="100000"/>
              </a:lnSpc>
              <a:spcBef>
                <a:spcPts val="0"/>
              </a:spcBef>
              <a:spcAft>
                <a:spcPts val="0"/>
              </a:spcAft>
              <a:buClr>
                <a:srgbClr val="000000"/>
              </a:buClr>
              <a:buSzPts val="600"/>
              <a:buFont typeface="Arial"/>
              <a:buNone/>
            </a:pPr>
            <a:r>
              <a:rPr lang="en" sz="1100" i="0" u="none" strike="noStrike" cap="none">
                <a:solidFill>
                  <a:schemeClr val="dk1"/>
                </a:solidFill>
                <a:latin typeface="Plus Jakarta Sans Medium"/>
                <a:ea typeface="Plus Jakarta Sans Medium"/>
                <a:cs typeface="Plus Jakarta Sans Medium"/>
                <a:sym typeface="Plus Jakarta Sans Medium"/>
              </a:rPr>
              <a:t>Streams</a:t>
            </a:r>
            <a:endParaRPr sz="1100" i="0" u="none" strike="noStrike" cap="none">
              <a:solidFill>
                <a:schemeClr val="dk1"/>
              </a:solidFill>
              <a:latin typeface="Plus Jakarta Sans Medium"/>
              <a:ea typeface="Plus Jakarta Sans Medium"/>
              <a:cs typeface="Plus Jakarta Sans Medium"/>
              <a:sym typeface="Plus Jakarta Sans Medium"/>
            </a:endParaRPr>
          </a:p>
        </p:txBody>
      </p:sp>
      <p:cxnSp>
        <p:nvCxnSpPr>
          <p:cNvPr id="12" name="Google Shape;1751;p155">
            <a:extLst>
              <a:ext uri="{FF2B5EF4-FFF2-40B4-BE49-F238E27FC236}">
                <a16:creationId xmlns:a16="http://schemas.microsoft.com/office/drawing/2014/main" id="{63EA5181-0CA3-7BC9-B353-6503F0D67E65}"/>
              </a:ext>
            </a:extLst>
          </p:cNvPr>
          <p:cNvCxnSpPr>
            <a:endCxn id="20" idx="1"/>
          </p:cNvCxnSpPr>
          <p:nvPr/>
        </p:nvCxnSpPr>
        <p:spPr>
          <a:xfrm>
            <a:off x="1378341" y="2740350"/>
            <a:ext cx="181500" cy="0"/>
          </a:xfrm>
          <a:prstGeom prst="straightConnector1">
            <a:avLst/>
          </a:prstGeom>
          <a:noFill/>
          <a:ln w="19050" cap="flat" cmpd="sng">
            <a:solidFill>
              <a:schemeClr val="accent1"/>
            </a:solidFill>
            <a:prstDash val="solid"/>
            <a:round/>
            <a:headEnd type="none" w="sm" len="sm"/>
            <a:tailEnd type="triangle" w="med" len="med"/>
          </a:ln>
        </p:spPr>
      </p:cxnSp>
      <p:sp>
        <p:nvSpPr>
          <p:cNvPr id="13" name="Google Shape;1753;p155">
            <a:extLst>
              <a:ext uri="{FF2B5EF4-FFF2-40B4-BE49-F238E27FC236}">
                <a16:creationId xmlns:a16="http://schemas.microsoft.com/office/drawing/2014/main" id="{D503BA60-7DC8-F1F2-DEF3-327F22B980AD}"/>
              </a:ext>
            </a:extLst>
          </p:cNvPr>
          <p:cNvSpPr/>
          <p:nvPr/>
        </p:nvSpPr>
        <p:spPr>
          <a:xfrm>
            <a:off x="3000638" y="1383450"/>
            <a:ext cx="1188600" cy="423300"/>
          </a:xfrm>
          <a:prstGeom prst="roundRect">
            <a:avLst>
              <a:gd name="adj" fmla="val 16667"/>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 sz="1100" i="0" u="none" strike="noStrike" cap="none">
                <a:solidFill>
                  <a:srgbClr val="FFFFFF"/>
                </a:solidFill>
                <a:latin typeface="Plus Jakarta Sans Medium"/>
                <a:ea typeface="Plus Jakarta Sans Medium"/>
                <a:cs typeface="Plus Jakarta Sans Medium"/>
                <a:sym typeface="Plus Jakarta Sans Medium"/>
              </a:rPr>
              <a:t>Any </a:t>
            </a:r>
            <a:r>
              <a:rPr lang="en" sz="1100">
                <a:solidFill>
                  <a:srgbClr val="FFFFFF"/>
                </a:solidFill>
                <a:latin typeface="Plus Jakarta Sans Medium"/>
                <a:ea typeface="Plus Jakarta Sans Medium"/>
                <a:cs typeface="Plus Jakarta Sans Medium"/>
                <a:sym typeface="Plus Jakarta Sans Medium"/>
              </a:rPr>
              <a:t>D</a:t>
            </a:r>
            <a:r>
              <a:rPr lang="en" sz="1100" i="0" u="none" strike="noStrike" cap="none">
                <a:solidFill>
                  <a:srgbClr val="FFFFFF"/>
                </a:solidFill>
                <a:latin typeface="Plus Jakarta Sans Medium"/>
                <a:ea typeface="Plus Jakarta Sans Medium"/>
                <a:cs typeface="Plus Jakarta Sans Medium"/>
                <a:sym typeface="Plus Jakarta Sans Medium"/>
              </a:rPr>
              <a:t>estination</a:t>
            </a:r>
            <a:endParaRPr sz="1100" i="0" u="none" strike="noStrike" cap="none">
              <a:solidFill>
                <a:srgbClr val="FFFFFF"/>
              </a:solidFill>
              <a:latin typeface="Plus Jakarta Sans Medium"/>
              <a:ea typeface="Plus Jakarta Sans Medium"/>
              <a:cs typeface="Plus Jakarta Sans Medium"/>
              <a:sym typeface="Plus Jakarta Sans Medium"/>
            </a:endParaRPr>
          </a:p>
        </p:txBody>
      </p:sp>
      <p:sp>
        <p:nvSpPr>
          <p:cNvPr id="14" name="Google Shape;1754;p155">
            <a:extLst>
              <a:ext uri="{FF2B5EF4-FFF2-40B4-BE49-F238E27FC236}">
                <a16:creationId xmlns:a16="http://schemas.microsoft.com/office/drawing/2014/main" id="{580045A5-B13B-2460-5620-E829EA3D1719}"/>
              </a:ext>
            </a:extLst>
          </p:cNvPr>
          <p:cNvSpPr txBox="1"/>
          <p:nvPr/>
        </p:nvSpPr>
        <p:spPr>
          <a:xfrm>
            <a:off x="745788" y="977975"/>
            <a:ext cx="3500100" cy="2154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a:solidFill>
                  <a:schemeClr val="dk1"/>
                </a:solidFill>
                <a:latin typeface="Plus Jakarta Sans SemiBold"/>
                <a:ea typeface="Plus Jakarta Sans SemiBold"/>
                <a:cs typeface="Plus Jakarta Sans SemiBold"/>
                <a:sym typeface="Plus Jakarta Sans SemiBold"/>
              </a:rPr>
              <a:t>Cloudera Data Flow</a:t>
            </a:r>
            <a:endParaRPr sz="1400" i="0" u="none" strike="noStrike" cap="none">
              <a:solidFill>
                <a:schemeClr val="dk1"/>
              </a:solidFill>
              <a:latin typeface="Plus Jakarta Sans SemiBold"/>
              <a:ea typeface="Plus Jakarta Sans SemiBold"/>
              <a:cs typeface="Plus Jakarta Sans SemiBold"/>
              <a:sym typeface="Plus Jakarta Sans SemiBold"/>
            </a:endParaRPr>
          </a:p>
        </p:txBody>
      </p:sp>
      <p:sp>
        <p:nvSpPr>
          <p:cNvPr id="15" name="Google Shape;1755;p155">
            <a:extLst>
              <a:ext uri="{FF2B5EF4-FFF2-40B4-BE49-F238E27FC236}">
                <a16:creationId xmlns:a16="http://schemas.microsoft.com/office/drawing/2014/main" id="{CD21E400-902F-636C-95D5-8587AA969768}"/>
              </a:ext>
            </a:extLst>
          </p:cNvPr>
          <p:cNvSpPr txBox="1"/>
          <p:nvPr/>
        </p:nvSpPr>
        <p:spPr>
          <a:xfrm>
            <a:off x="4786975" y="977975"/>
            <a:ext cx="3704100" cy="2154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a:solidFill>
                  <a:schemeClr val="dk1"/>
                </a:solidFill>
                <a:latin typeface="Plus Jakarta Sans SemiBold"/>
                <a:ea typeface="Plus Jakarta Sans SemiBold"/>
                <a:cs typeface="Plus Jakarta Sans SemiBold"/>
                <a:sym typeface="Plus Jakarta Sans SemiBold"/>
              </a:rPr>
              <a:t>Cloudera Stream Processing</a:t>
            </a:r>
            <a:endParaRPr>
              <a:solidFill>
                <a:schemeClr val="dk1"/>
              </a:solidFill>
              <a:latin typeface="Plus Jakarta Sans SemiBold"/>
              <a:ea typeface="Plus Jakarta Sans SemiBold"/>
              <a:cs typeface="Plus Jakarta Sans SemiBold"/>
              <a:sym typeface="Plus Jakarta Sans SemiBold"/>
            </a:endParaRPr>
          </a:p>
        </p:txBody>
      </p:sp>
      <p:sp>
        <p:nvSpPr>
          <p:cNvPr id="16" name="Google Shape;1756;p155">
            <a:extLst>
              <a:ext uri="{FF2B5EF4-FFF2-40B4-BE49-F238E27FC236}">
                <a16:creationId xmlns:a16="http://schemas.microsoft.com/office/drawing/2014/main" id="{342D7981-9B55-14AA-833D-00F518FF35F6}"/>
              </a:ext>
            </a:extLst>
          </p:cNvPr>
          <p:cNvSpPr/>
          <p:nvPr/>
        </p:nvSpPr>
        <p:spPr>
          <a:xfrm>
            <a:off x="3000638" y="3827850"/>
            <a:ext cx="1192800" cy="423300"/>
          </a:xfrm>
          <a:prstGeom prst="roundRect">
            <a:avLst>
              <a:gd name="adj" fmla="val 16667"/>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sz="1100" i="0" u="none" strike="noStrike" cap="none">
                <a:solidFill>
                  <a:srgbClr val="FFFFFF"/>
                </a:solidFill>
                <a:latin typeface="Plus Jakarta Sans Medium"/>
                <a:ea typeface="Plus Jakarta Sans Medium"/>
                <a:cs typeface="Plus Jakarta Sans Medium"/>
                <a:sym typeface="Plus Jakarta Sans Medium"/>
              </a:rPr>
              <a:t>Custom Kafka </a:t>
            </a:r>
            <a:r>
              <a:rPr lang="en" sz="1100">
                <a:solidFill>
                  <a:srgbClr val="FFFFFF"/>
                </a:solidFill>
                <a:latin typeface="Plus Jakarta Sans Medium"/>
                <a:ea typeface="Plus Jakarta Sans Medium"/>
                <a:cs typeface="Plus Jakarta Sans Medium"/>
                <a:sym typeface="Plus Jakarta Sans Medium"/>
              </a:rPr>
              <a:t>P</a:t>
            </a:r>
            <a:r>
              <a:rPr lang="en" sz="1100" i="0" u="none" strike="noStrike" cap="none">
                <a:solidFill>
                  <a:srgbClr val="FFFFFF"/>
                </a:solidFill>
                <a:latin typeface="Plus Jakarta Sans Medium"/>
                <a:ea typeface="Plus Jakarta Sans Medium"/>
                <a:cs typeface="Plus Jakarta Sans Medium"/>
                <a:sym typeface="Plus Jakarta Sans Medium"/>
              </a:rPr>
              <a:t>roducers</a:t>
            </a:r>
            <a:endParaRPr sz="1100">
              <a:latin typeface="Plus Jakarta Sans Medium"/>
              <a:ea typeface="Plus Jakarta Sans Medium"/>
              <a:cs typeface="Plus Jakarta Sans Medium"/>
              <a:sym typeface="Plus Jakarta Sans Medium"/>
            </a:endParaRPr>
          </a:p>
        </p:txBody>
      </p:sp>
      <p:pic>
        <p:nvPicPr>
          <p:cNvPr id="17" name="Google Shape;1757;p155">
            <a:extLst>
              <a:ext uri="{FF2B5EF4-FFF2-40B4-BE49-F238E27FC236}">
                <a16:creationId xmlns:a16="http://schemas.microsoft.com/office/drawing/2014/main" id="{E12568C8-A598-26AF-F642-9CBD6696C560}"/>
              </a:ext>
            </a:extLst>
          </p:cNvPr>
          <p:cNvPicPr preferRelativeResize="0"/>
          <p:nvPr/>
        </p:nvPicPr>
        <p:blipFill rotWithShape="1">
          <a:blip r:embed="rId3">
            <a:alphaModFix/>
          </a:blip>
          <a:srcRect/>
          <a:stretch/>
        </p:blipFill>
        <p:spPr>
          <a:xfrm>
            <a:off x="3143896" y="2547446"/>
            <a:ext cx="914242" cy="385810"/>
          </a:xfrm>
          <a:prstGeom prst="rect">
            <a:avLst/>
          </a:prstGeom>
          <a:noFill/>
          <a:ln>
            <a:noFill/>
          </a:ln>
        </p:spPr>
      </p:pic>
      <p:sp>
        <p:nvSpPr>
          <p:cNvPr id="18" name="Google Shape;1758;p155">
            <a:extLst>
              <a:ext uri="{FF2B5EF4-FFF2-40B4-BE49-F238E27FC236}">
                <a16:creationId xmlns:a16="http://schemas.microsoft.com/office/drawing/2014/main" id="{47EA3540-0B1D-F308-BFFC-5E204214E645}"/>
              </a:ext>
            </a:extLst>
          </p:cNvPr>
          <p:cNvSpPr/>
          <p:nvPr/>
        </p:nvSpPr>
        <p:spPr>
          <a:xfrm>
            <a:off x="3000638" y="2466000"/>
            <a:ext cx="1192800" cy="548700"/>
          </a:xfrm>
          <a:prstGeom prst="roundRect">
            <a:avLst>
              <a:gd name="adj" fmla="val 16667"/>
            </a:avLst>
          </a:prstGeom>
          <a:noFill/>
          <a:ln w="127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rgbClr val="305868"/>
              </a:solidFill>
              <a:latin typeface="Roboto"/>
              <a:ea typeface="Roboto"/>
              <a:cs typeface="Roboto"/>
              <a:sym typeface="Roboto"/>
            </a:endParaRPr>
          </a:p>
        </p:txBody>
      </p:sp>
      <p:pic>
        <p:nvPicPr>
          <p:cNvPr id="19" name="Google Shape;1759;p155">
            <a:extLst>
              <a:ext uri="{FF2B5EF4-FFF2-40B4-BE49-F238E27FC236}">
                <a16:creationId xmlns:a16="http://schemas.microsoft.com/office/drawing/2014/main" id="{967CEBE5-E0B4-5F93-D9BB-690823BF421A}"/>
              </a:ext>
            </a:extLst>
          </p:cNvPr>
          <p:cNvPicPr preferRelativeResize="0"/>
          <p:nvPr/>
        </p:nvPicPr>
        <p:blipFill rotWithShape="1">
          <a:blip r:embed="rId4">
            <a:alphaModFix/>
          </a:blip>
          <a:srcRect/>
          <a:stretch/>
        </p:blipFill>
        <p:spPr>
          <a:xfrm>
            <a:off x="1629029" y="2518994"/>
            <a:ext cx="776000" cy="442724"/>
          </a:xfrm>
          <a:prstGeom prst="rect">
            <a:avLst/>
          </a:prstGeom>
          <a:noFill/>
          <a:ln>
            <a:noFill/>
          </a:ln>
        </p:spPr>
      </p:pic>
      <p:sp>
        <p:nvSpPr>
          <p:cNvPr id="20" name="Google Shape;1752;p155">
            <a:extLst>
              <a:ext uri="{FF2B5EF4-FFF2-40B4-BE49-F238E27FC236}">
                <a16:creationId xmlns:a16="http://schemas.microsoft.com/office/drawing/2014/main" id="{25600D21-0AFE-E27B-ED59-9C1E872D553F}"/>
              </a:ext>
            </a:extLst>
          </p:cNvPr>
          <p:cNvSpPr/>
          <p:nvPr/>
        </p:nvSpPr>
        <p:spPr>
          <a:xfrm>
            <a:off x="1559840" y="2466000"/>
            <a:ext cx="914400" cy="548700"/>
          </a:xfrm>
          <a:prstGeom prst="roundRect">
            <a:avLst>
              <a:gd name="adj" fmla="val 16667"/>
            </a:avLst>
          </a:prstGeom>
          <a:noFill/>
          <a:ln w="127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rgbClr val="305868"/>
              </a:solidFill>
              <a:latin typeface="Roboto"/>
              <a:ea typeface="Roboto"/>
              <a:cs typeface="Roboto"/>
              <a:sym typeface="Roboto"/>
            </a:endParaRPr>
          </a:p>
        </p:txBody>
      </p:sp>
      <p:cxnSp>
        <p:nvCxnSpPr>
          <p:cNvPr id="21" name="Google Shape;1760;p155">
            <a:extLst>
              <a:ext uri="{FF2B5EF4-FFF2-40B4-BE49-F238E27FC236}">
                <a16:creationId xmlns:a16="http://schemas.microsoft.com/office/drawing/2014/main" id="{0F254603-E08C-561B-7C11-55A7431ADA63}"/>
              </a:ext>
            </a:extLst>
          </p:cNvPr>
          <p:cNvCxnSpPr>
            <a:stCxn id="18" idx="3"/>
            <a:endCxn id="40" idx="1"/>
          </p:cNvCxnSpPr>
          <p:nvPr/>
        </p:nvCxnSpPr>
        <p:spPr>
          <a:xfrm>
            <a:off x="4193438" y="2740350"/>
            <a:ext cx="759900" cy="0"/>
          </a:xfrm>
          <a:prstGeom prst="straightConnector1">
            <a:avLst/>
          </a:prstGeom>
          <a:noFill/>
          <a:ln w="19050" cap="flat" cmpd="sng">
            <a:solidFill>
              <a:schemeClr val="accent1"/>
            </a:solidFill>
            <a:prstDash val="solid"/>
            <a:round/>
            <a:headEnd type="none" w="sm" len="sm"/>
            <a:tailEnd type="triangle" w="med" len="med"/>
          </a:ln>
        </p:spPr>
      </p:cxnSp>
      <p:cxnSp>
        <p:nvCxnSpPr>
          <p:cNvPr id="22" name="Google Shape;1762;p155">
            <a:extLst>
              <a:ext uri="{FF2B5EF4-FFF2-40B4-BE49-F238E27FC236}">
                <a16:creationId xmlns:a16="http://schemas.microsoft.com/office/drawing/2014/main" id="{014AFAAC-AE2C-8010-815F-C094011A2EC4}"/>
              </a:ext>
            </a:extLst>
          </p:cNvPr>
          <p:cNvCxnSpPr>
            <a:stCxn id="40" idx="3"/>
            <a:endCxn id="27" idx="1"/>
          </p:cNvCxnSpPr>
          <p:nvPr/>
        </p:nvCxnSpPr>
        <p:spPr>
          <a:xfrm>
            <a:off x="6142027" y="2740350"/>
            <a:ext cx="657900" cy="0"/>
          </a:xfrm>
          <a:prstGeom prst="straightConnector1">
            <a:avLst/>
          </a:prstGeom>
          <a:noFill/>
          <a:ln w="19050" cap="flat" cmpd="sng">
            <a:solidFill>
              <a:schemeClr val="accent1"/>
            </a:solidFill>
            <a:prstDash val="solid"/>
            <a:round/>
            <a:headEnd type="none" w="sm" len="sm"/>
            <a:tailEnd type="triangle" w="med" len="med"/>
          </a:ln>
        </p:spPr>
      </p:cxnSp>
      <p:sp>
        <p:nvSpPr>
          <p:cNvPr id="23" name="Google Shape;1764;p155">
            <a:extLst>
              <a:ext uri="{FF2B5EF4-FFF2-40B4-BE49-F238E27FC236}">
                <a16:creationId xmlns:a16="http://schemas.microsoft.com/office/drawing/2014/main" id="{C1E67FFD-3EF6-1A29-F6F2-531BA8F6D447}"/>
              </a:ext>
            </a:extLst>
          </p:cNvPr>
          <p:cNvSpPr/>
          <p:nvPr/>
        </p:nvSpPr>
        <p:spPr>
          <a:xfrm>
            <a:off x="5899516" y="3827850"/>
            <a:ext cx="1188600" cy="423300"/>
          </a:xfrm>
          <a:prstGeom prst="roundRect">
            <a:avLst>
              <a:gd name="adj" fmla="val 16667"/>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sz="1100" i="0" u="none" strike="noStrike" cap="none">
                <a:solidFill>
                  <a:schemeClr val="lt1"/>
                </a:solidFill>
                <a:latin typeface="Plus Jakarta Sans Medium"/>
                <a:ea typeface="Plus Jakarta Sans Medium"/>
                <a:cs typeface="Plus Jakarta Sans Medium"/>
                <a:sym typeface="Plus Jakarta Sans Medium"/>
              </a:rPr>
              <a:t>Custom Kafka </a:t>
            </a:r>
            <a:r>
              <a:rPr lang="en" sz="1100">
                <a:solidFill>
                  <a:schemeClr val="lt1"/>
                </a:solidFill>
                <a:latin typeface="Plus Jakarta Sans Medium"/>
                <a:ea typeface="Plus Jakarta Sans Medium"/>
                <a:cs typeface="Plus Jakarta Sans Medium"/>
                <a:sym typeface="Plus Jakarta Sans Medium"/>
              </a:rPr>
              <a:t>Consumers</a:t>
            </a:r>
            <a:endParaRPr sz="1100">
              <a:solidFill>
                <a:schemeClr val="lt1"/>
              </a:solidFill>
              <a:latin typeface="Plus Jakarta Sans Medium"/>
              <a:ea typeface="Plus Jakarta Sans Medium"/>
              <a:cs typeface="Plus Jakarta Sans Medium"/>
              <a:sym typeface="Plus Jakarta Sans Medium"/>
            </a:endParaRPr>
          </a:p>
        </p:txBody>
      </p:sp>
      <p:sp>
        <p:nvSpPr>
          <p:cNvPr id="24" name="Google Shape;1765;p155">
            <a:extLst>
              <a:ext uri="{FF2B5EF4-FFF2-40B4-BE49-F238E27FC236}">
                <a16:creationId xmlns:a16="http://schemas.microsoft.com/office/drawing/2014/main" id="{D3B1D7D8-1451-93AF-DECB-CBF6D0419B51}"/>
              </a:ext>
            </a:extLst>
          </p:cNvPr>
          <p:cNvSpPr/>
          <p:nvPr/>
        </p:nvSpPr>
        <p:spPr>
          <a:xfrm>
            <a:off x="7238057" y="3827850"/>
            <a:ext cx="1188600" cy="423300"/>
          </a:xfrm>
          <a:prstGeom prst="roundRect">
            <a:avLst>
              <a:gd name="adj" fmla="val 16667"/>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sz="1100" i="0" u="none" strike="noStrike" cap="none">
                <a:solidFill>
                  <a:schemeClr val="lt1"/>
                </a:solidFill>
                <a:latin typeface="Plus Jakarta Sans Medium"/>
                <a:ea typeface="Plus Jakarta Sans Medium"/>
                <a:cs typeface="Plus Jakarta Sans Medium"/>
                <a:sym typeface="Plus Jakarta Sans Medium"/>
              </a:rPr>
              <a:t>Analytical Applications</a:t>
            </a:r>
            <a:endParaRPr sz="1100">
              <a:solidFill>
                <a:schemeClr val="lt1"/>
              </a:solidFill>
              <a:latin typeface="Plus Jakarta Sans Medium"/>
              <a:ea typeface="Plus Jakarta Sans Medium"/>
              <a:cs typeface="Plus Jakarta Sans Medium"/>
              <a:sym typeface="Plus Jakarta Sans Medium"/>
            </a:endParaRPr>
          </a:p>
        </p:txBody>
      </p:sp>
      <p:cxnSp>
        <p:nvCxnSpPr>
          <p:cNvPr id="25" name="Google Shape;1766;p155">
            <a:extLst>
              <a:ext uri="{FF2B5EF4-FFF2-40B4-BE49-F238E27FC236}">
                <a16:creationId xmlns:a16="http://schemas.microsoft.com/office/drawing/2014/main" id="{BF016956-1A6F-6DB0-FF7E-0C6B6789EF6B}"/>
              </a:ext>
            </a:extLst>
          </p:cNvPr>
          <p:cNvCxnSpPr>
            <a:endCxn id="23" idx="1"/>
          </p:cNvCxnSpPr>
          <p:nvPr/>
        </p:nvCxnSpPr>
        <p:spPr>
          <a:xfrm rot="16200000" flipH="1">
            <a:off x="5300267" y="3440250"/>
            <a:ext cx="1028100" cy="170400"/>
          </a:xfrm>
          <a:prstGeom prst="bentConnector2">
            <a:avLst/>
          </a:prstGeom>
          <a:noFill/>
          <a:ln w="9525" cap="flat" cmpd="sng">
            <a:solidFill>
              <a:schemeClr val="dk2"/>
            </a:solidFill>
            <a:prstDash val="dash"/>
            <a:round/>
            <a:headEnd type="none" w="sm" len="sm"/>
            <a:tailEnd type="triangle" w="med" len="med"/>
          </a:ln>
        </p:spPr>
      </p:cxnSp>
      <p:cxnSp>
        <p:nvCxnSpPr>
          <p:cNvPr id="26" name="Google Shape;1767;p155">
            <a:extLst>
              <a:ext uri="{FF2B5EF4-FFF2-40B4-BE49-F238E27FC236}">
                <a16:creationId xmlns:a16="http://schemas.microsoft.com/office/drawing/2014/main" id="{A03E7F34-262B-A133-7693-000D65153EA1}"/>
              </a:ext>
            </a:extLst>
          </p:cNvPr>
          <p:cNvCxnSpPr>
            <a:stCxn id="27" idx="2"/>
            <a:endCxn id="24" idx="0"/>
          </p:cNvCxnSpPr>
          <p:nvPr/>
        </p:nvCxnSpPr>
        <p:spPr>
          <a:xfrm rot="16200000" flipH="1">
            <a:off x="7206765" y="3202050"/>
            <a:ext cx="813000" cy="438300"/>
          </a:xfrm>
          <a:prstGeom prst="bentConnector3">
            <a:avLst>
              <a:gd name="adj1" fmla="val 50009"/>
            </a:avLst>
          </a:prstGeom>
          <a:noFill/>
          <a:ln w="9525" cap="flat" cmpd="sng">
            <a:solidFill>
              <a:schemeClr val="dk2"/>
            </a:solidFill>
            <a:prstDash val="dash"/>
            <a:round/>
            <a:headEnd type="triangle" w="med" len="med"/>
            <a:tailEnd type="none" w="sm" len="sm"/>
          </a:ln>
        </p:spPr>
      </p:cxnSp>
      <p:sp>
        <p:nvSpPr>
          <p:cNvPr id="27" name="Google Shape;1763;p155">
            <a:extLst>
              <a:ext uri="{FF2B5EF4-FFF2-40B4-BE49-F238E27FC236}">
                <a16:creationId xmlns:a16="http://schemas.microsoft.com/office/drawing/2014/main" id="{A6B6B5FD-DD7E-2085-F85D-CA502C7A9046}"/>
              </a:ext>
            </a:extLst>
          </p:cNvPr>
          <p:cNvSpPr/>
          <p:nvPr/>
        </p:nvSpPr>
        <p:spPr>
          <a:xfrm>
            <a:off x="6799815" y="2466000"/>
            <a:ext cx="1188600" cy="548700"/>
          </a:xfrm>
          <a:prstGeom prst="roundRect">
            <a:avLst>
              <a:gd name="adj" fmla="val 16667"/>
            </a:avLst>
          </a:prstGeom>
          <a:noFill/>
          <a:ln w="127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rgbClr val="305868"/>
              </a:solidFill>
              <a:latin typeface="Roboto"/>
              <a:ea typeface="Roboto"/>
              <a:cs typeface="Roboto"/>
              <a:sym typeface="Roboto"/>
            </a:endParaRPr>
          </a:p>
        </p:txBody>
      </p:sp>
      <p:pic>
        <p:nvPicPr>
          <p:cNvPr id="28" name="Google Shape;1768;p155">
            <a:extLst>
              <a:ext uri="{FF2B5EF4-FFF2-40B4-BE49-F238E27FC236}">
                <a16:creationId xmlns:a16="http://schemas.microsoft.com/office/drawing/2014/main" id="{CEBCFCBD-F3AE-5450-B7E9-7C4AEF255325}"/>
              </a:ext>
            </a:extLst>
          </p:cNvPr>
          <p:cNvPicPr preferRelativeResize="0"/>
          <p:nvPr/>
        </p:nvPicPr>
        <p:blipFill rotWithShape="1">
          <a:blip r:embed="rId5">
            <a:alphaModFix amt="80000"/>
          </a:blip>
          <a:srcRect/>
          <a:stretch/>
        </p:blipFill>
        <p:spPr>
          <a:xfrm>
            <a:off x="6969450" y="2481988"/>
            <a:ext cx="914400" cy="516724"/>
          </a:xfrm>
          <a:prstGeom prst="rect">
            <a:avLst/>
          </a:prstGeom>
          <a:noFill/>
          <a:ln>
            <a:noFill/>
          </a:ln>
        </p:spPr>
      </p:pic>
      <p:sp>
        <p:nvSpPr>
          <p:cNvPr id="29" name="Google Shape;1769;p155">
            <a:extLst>
              <a:ext uri="{FF2B5EF4-FFF2-40B4-BE49-F238E27FC236}">
                <a16:creationId xmlns:a16="http://schemas.microsoft.com/office/drawing/2014/main" id="{A652FFC5-B854-4FA5-73D0-75903284A2B3}"/>
              </a:ext>
            </a:extLst>
          </p:cNvPr>
          <p:cNvSpPr/>
          <p:nvPr/>
        </p:nvSpPr>
        <p:spPr>
          <a:xfrm>
            <a:off x="5899516" y="1383450"/>
            <a:ext cx="1188600" cy="423300"/>
          </a:xfrm>
          <a:prstGeom prst="roundRect">
            <a:avLst>
              <a:gd name="adj" fmla="val 16667"/>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sz="1100" i="0" u="none" strike="noStrike" cap="none">
                <a:solidFill>
                  <a:schemeClr val="lt1"/>
                </a:solidFill>
                <a:latin typeface="Plus Jakarta Sans Medium"/>
                <a:ea typeface="Plus Jakarta Sans Medium"/>
                <a:cs typeface="Plus Jakarta Sans Medium"/>
                <a:sym typeface="Plus Jakarta Sans Medium"/>
              </a:rPr>
              <a:t>Custom Kafka </a:t>
            </a:r>
            <a:r>
              <a:rPr lang="en" sz="1100">
                <a:solidFill>
                  <a:schemeClr val="lt1"/>
                </a:solidFill>
                <a:latin typeface="Plus Jakarta Sans Medium"/>
                <a:ea typeface="Plus Jakarta Sans Medium"/>
                <a:cs typeface="Plus Jakarta Sans Medium"/>
                <a:sym typeface="Plus Jakarta Sans Medium"/>
              </a:rPr>
              <a:t>P</a:t>
            </a:r>
            <a:r>
              <a:rPr lang="en" sz="1100" i="0" u="none" strike="noStrike" cap="none">
                <a:solidFill>
                  <a:schemeClr val="lt1"/>
                </a:solidFill>
                <a:latin typeface="Plus Jakarta Sans Medium"/>
                <a:ea typeface="Plus Jakarta Sans Medium"/>
                <a:cs typeface="Plus Jakarta Sans Medium"/>
                <a:sym typeface="Plus Jakarta Sans Medium"/>
              </a:rPr>
              <a:t>roducers</a:t>
            </a:r>
            <a:endParaRPr sz="1100">
              <a:solidFill>
                <a:schemeClr val="lt1"/>
              </a:solidFill>
              <a:latin typeface="Plus Jakarta Sans Medium"/>
              <a:ea typeface="Plus Jakarta Sans Medium"/>
              <a:cs typeface="Plus Jakarta Sans Medium"/>
              <a:sym typeface="Plus Jakarta Sans Medium"/>
            </a:endParaRPr>
          </a:p>
        </p:txBody>
      </p:sp>
      <p:sp>
        <p:nvSpPr>
          <p:cNvPr id="30" name="Google Shape;1770;p155">
            <a:extLst>
              <a:ext uri="{FF2B5EF4-FFF2-40B4-BE49-F238E27FC236}">
                <a16:creationId xmlns:a16="http://schemas.microsoft.com/office/drawing/2014/main" id="{38DF3E4C-FC8C-6DB0-02AE-96E8FCC576F8}"/>
              </a:ext>
            </a:extLst>
          </p:cNvPr>
          <p:cNvSpPr/>
          <p:nvPr/>
        </p:nvSpPr>
        <p:spPr>
          <a:xfrm>
            <a:off x="7238057" y="1383450"/>
            <a:ext cx="1188600" cy="423300"/>
          </a:xfrm>
          <a:prstGeom prst="roundRect">
            <a:avLst>
              <a:gd name="adj" fmla="val 16667"/>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sz="1100">
                <a:solidFill>
                  <a:schemeClr val="lt1"/>
                </a:solidFill>
                <a:latin typeface="Plus Jakarta Sans Medium"/>
                <a:ea typeface="Plus Jakarta Sans Medium"/>
                <a:cs typeface="Plus Jakarta Sans Medium"/>
                <a:sym typeface="Plus Jakarta Sans Medium"/>
              </a:rPr>
              <a:t>Operational </a:t>
            </a:r>
            <a:r>
              <a:rPr lang="en" sz="1100" i="0" u="none" strike="noStrike" cap="none">
                <a:solidFill>
                  <a:schemeClr val="lt1"/>
                </a:solidFill>
                <a:latin typeface="Plus Jakarta Sans Medium"/>
                <a:ea typeface="Plus Jakarta Sans Medium"/>
                <a:cs typeface="Plus Jakarta Sans Medium"/>
                <a:sym typeface="Plus Jakarta Sans Medium"/>
              </a:rPr>
              <a:t>Applications</a:t>
            </a:r>
            <a:endParaRPr sz="1100">
              <a:solidFill>
                <a:schemeClr val="lt1"/>
              </a:solidFill>
              <a:latin typeface="Plus Jakarta Sans Medium"/>
              <a:ea typeface="Plus Jakarta Sans Medium"/>
              <a:cs typeface="Plus Jakarta Sans Medium"/>
              <a:sym typeface="Plus Jakarta Sans Medium"/>
            </a:endParaRPr>
          </a:p>
        </p:txBody>
      </p:sp>
      <p:cxnSp>
        <p:nvCxnSpPr>
          <p:cNvPr id="31" name="Google Shape;1771;p155">
            <a:extLst>
              <a:ext uri="{FF2B5EF4-FFF2-40B4-BE49-F238E27FC236}">
                <a16:creationId xmlns:a16="http://schemas.microsoft.com/office/drawing/2014/main" id="{396B0D17-281E-9346-705A-26936B72375B}"/>
              </a:ext>
            </a:extLst>
          </p:cNvPr>
          <p:cNvCxnSpPr>
            <a:stCxn id="27" idx="0"/>
            <a:endCxn id="30" idx="2"/>
          </p:cNvCxnSpPr>
          <p:nvPr/>
        </p:nvCxnSpPr>
        <p:spPr>
          <a:xfrm rot="16200000">
            <a:off x="7283565" y="1917150"/>
            <a:ext cx="659400" cy="438300"/>
          </a:xfrm>
          <a:prstGeom prst="bentConnector3">
            <a:avLst>
              <a:gd name="adj1" fmla="val 49989"/>
            </a:avLst>
          </a:prstGeom>
          <a:noFill/>
          <a:ln w="9525" cap="flat" cmpd="sng">
            <a:solidFill>
              <a:schemeClr val="dk2"/>
            </a:solidFill>
            <a:prstDash val="dash"/>
            <a:round/>
            <a:headEnd type="triangle" w="med" len="med"/>
            <a:tailEnd type="none" w="sm" len="sm"/>
          </a:ln>
        </p:spPr>
      </p:cxnSp>
      <p:cxnSp>
        <p:nvCxnSpPr>
          <p:cNvPr id="32" name="Google Shape;1772;p155">
            <a:extLst>
              <a:ext uri="{FF2B5EF4-FFF2-40B4-BE49-F238E27FC236}">
                <a16:creationId xmlns:a16="http://schemas.microsoft.com/office/drawing/2014/main" id="{DE063C84-BE2C-CC04-3B12-F0A83A965CA9}"/>
              </a:ext>
            </a:extLst>
          </p:cNvPr>
          <p:cNvCxnSpPr>
            <a:stCxn id="27" idx="0"/>
            <a:endCxn id="29" idx="2"/>
          </p:cNvCxnSpPr>
          <p:nvPr/>
        </p:nvCxnSpPr>
        <p:spPr>
          <a:xfrm rot="5400000" flipH="1">
            <a:off x="6614265" y="1686150"/>
            <a:ext cx="659400" cy="900300"/>
          </a:xfrm>
          <a:prstGeom prst="bentConnector3">
            <a:avLst>
              <a:gd name="adj1" fmla="val 49989"/>
            </a:avLst>
          </a:prstGeom>
          <a:noFill/>
          <a:ln w="9525" cap="flat" cmpd="sng">
            <a:solidFill>
              <a:schemeClr val="dk2"/>
            </a:solidFill>
            <a:prstDash val="dash"/>
            <a:round/>
            <a:headEnd type="triangle" w="med" len="med"/>
            <a:tailEnd type="none" w="sm" len="sm"/>
          </a:ln>
        </p:spPr>
      </p:cxnSp>
      <p:grpSp>
        <p:nvGrpSpPr>
          <p:cNvPr id="33" name="Google Shape;1773;p155">
            <a:extLst>
              <a:ext uri="{FF2B5EF4-FFF2-40B4-BE49-F238E27FC236}">
                <a16:creationId xmlns:a16="http://schemas.microsoft.com/office/drawing/2014/main" id="{C6EFF021-5E98-D58B-0EE1-A18AD4CB7FDE}"/>
              </a:ext>
            </a:extLst>
          </p:cNvPr>
          <p:cNvGrpSpPr/>
          <p:nvPr/>
        </p:nvGrpSpPr>
        <p:grpSpPr>
          <a:xfrm>
            <a:off x="2294813" y="1560450"/>
            <a:ext cx="705900" cy="2459700"/>
            <a:chOff x="2441050" y="1687450"/>
            <a:chExt cx="705900" cy="2459700"/>
          </a:xfrm>
        </p:grpSpPr>
        <p:cxnSp>
          <p:nvCxnSpPr>
            <p:cNvPr id="34" name="Google Shape;1774;p155">
              <a:extLst>
                <a:ext uri="{FF2B5EF4-FFF2-40B4-BE49-F238E27FC236}">
                  <a16:creationId xmlns:a16="http://schemas.microsoft.com/office/drawing/2014/main" id="{0A5F1BA7-F292-A6CD-57ED-D127F32540C4}"/>
                </a:ext>
              </a:extLst>
            </p:cNvPr>
            <p:cNvCxnSpPr>
              <a:stCxn id="10" idx="3"/>
              <a:endCxn id="18" idx="1"/>
            </p:cNvCxnSpPr>
            <p:nvPr/>
          </p:nvCxnSpPr>
          <p:spPr>
            <a:xfrm rot="10800000" flipH="1">
              <a:off x="2441050" y="2867425"/>
              <a:ext cx="705900" cy="661500"/>
            </a:xfrm>
            <a:prstGeom prst="bentConnector3">
              <a:avLst>
                <a:gd name="adj1" fmla="val 49995"/>
              </a:avLst>
            </a:prstGeom>
            <a:noFill/>
            <a:ln w="9525" cap="flat" cmpd="sng">
              <a:solidFill>
                <a:schemeClr val="dk2"/>
              </a:solidFill>
              <a:prstDash val="dash"/>
              <a:round/>
              <a:headEnd type="none" w="sm" len="sm"/>
              <a:tailEnd type="triangle" w="med" len="med"/>
            </a:ln>
          </p:spPr>
        </p:cxnSp>
        <p:cxnSp>
          <p:nvCxnSpPr>
            <p:cNvPr id="35" name="Google Shape;1775;p155">
              <a:extLst>
                <a:ext uri="{FF2B5EF4-FFF2-40B4-BE49-F238E27FC236}">
                  <a16:creationId xmlns:a16="http://schemas.microsoft.com/office/drawing/2014/main" id="{0CE95FE8-3338-FCCE-297A-63DB19CA12C1}"/>
                </a:ext>
              </a:extLst>
            </p:cNvPr>
            <p:cNvCxnSpPr>
              <a:stCxn id="8" idx="3"/>
              <a:endCxn id="18" idx="1"/>
            </p:cNvCxnSpPr>
            <p:nvPr/>
          </p:nvCxnSpPr>
          <p:spPr>
            <a:xfrm>
              <a:off x="2441050" y="2236375"/>
              <a:ext cx="705900" cy="630900"/>
            </a:xfrm>
            <a:prstGeom prst="bentConnector3">
              <a:avLst>
                <a:gd name="adj1" fmla="val 49995"/>
              </a:avLst>
            </a:prstGeom>
            <a:noFill/>
            <a:ln w="9525" cap="flat" cmpd="sng">
              <a:solidFill>
                <a:schemeClr val="dk2"/>
              </a:solidFill>
              <a:prstDash val="dash"/>
              <a:round/>
              <a:headEnd type="none" w="sm" len="sm"/>
              <a:tailEnd type="triangle" w="med" len="med"/>
            </a:ln>
          </p:spPr>
        </p:cxnSp>
        <p:cxnSp>
          <p:nvCxnSpPr>
            <p:cNvPr id="36" name="Google Shape;1776;p155">
              <a:extLst>
                <a:ext uri="{FF2B5EF4-FFF2-40B4-BE49-F238E27FC236}">
                  <a16:creationId xmlns:a16="http://schemas.microsoft.com/office/drawing/2014/main" id="{A8C88E92-841F-ED09-A43E-0F9751522135}"/>
                </a:ext>
              </a:extLst>
            </p:cNvPr>
            <p:cNvCxnSpPr>
              <a:stCxn id="11" idx="3"/>
              <a:endCxn id="18" idx="1"/>
            </p:cNvCxnSpPr>
            <p:nvPr/>
          </p:nvCxnSpPr>
          <p:spPr>
            <a:xfrm>
              <a:off x="2441050" y="1687450"/>
              <a:ext cx="705900" cy="1179900"/>
            </a:xfrm>
            <a:prstGeom prst="bentConnector3">
              <a:avLst>
                <a:gd name="adj1" fmla="val 49995"/>
              </a:avLst>
            </a:prstGeom>
            <a:noFill/>
            <a:ln w="9525" cap="flat" cmpd="sng">
              <a:solidFill>
                <a:schemeClr val="dk2"/>
              </a:solidFill>
              <a:prstDash val="dash"/>
              <a:round/>
              <a:headEnd type="none" w="sm" len="sm"/>
              <a:tailEnd type="triangle" w="med" len="med"/>
            </a:ln>
          </p:spPr>
        </p:cxnSp>
        <p:cxnSp>
          <p:nvCxnSpPr>
            <p:cNvPr id="37" name="Google Shape;1777;p155">
              <a:extLst>
                <a:ext uri="{FF2B5EF4-FFF2-40B4-BE49-F238E27FC236}">
                  <a16:creationId xmlns:a16="http://schemas.microsoft.com/office/drawing/2014/main" id="{7DE400D4-01C4-90B0-19E6-11C9A0C52524}"/>
                </a:ext>
              </a:extLst>
            </p:cNvPr>
            <p:cNvCxnSpPr>
              <a:stCxn id="9" idx="3"/>
              <a:endCxn id="18" idx="1"/>
            </p:cNvCxnSpPr>
            <p:nvPr/>
          </p:nvCxnSpPr>
          <p:spPr>
            <a:xfrm rot="10800000" flipH="1">
              <a:off x="2441050" y="2867350"/>
              <a:ext cx="705900" cy="1279800"/>
            </a:xfrm>
            <a:prstGeom prst="bentConnector3">
              <a:avLst>
                <a:gd name="adj1" fmla="val 49995"/>
              </a:avLst>
            </a:prstGeom>
            <a:noFill/>
            <a:ln w="9525" cap="flat" cmpd="sng">
              <a:solidFill>
                <a:schemeClr val="dk2"/>
              </a:solidFill>
              <a:prstDash val="dash"/>
              <a:round/>
              <a:headEnd type="none" w="sm" len="sm"/>
              <a:tailEnd type="triangle" w="med" len="med"/>
            </a:ln>
          </p:spPr>
        </p:cxnSp>
      </p:grpSp>
      <p:cxnSp>
        <p:nvCxnSpPr>
          <p:cNvPr id="38" name="Google Shape;1778;p155">
            <a:extLst>
              <a:ext uri="{FF2B5EF4-FFF2-40B4-BE49-F238E27FC236}">
                <a16:creationId xmlns:a16="http://schemas.microsoft.com/office/drawing/2014/main" id="{9C45E67C-3A60-910A-C131-43EBF13C2D48}"/>
              </a:ext>
            </a:extLst>
          </p:cNvPr>
          <p:cNvCxnSpPr>
            <a:stCxn id="20" idx="3"/>
            <a:endCxn id="18" idx="1"/>
          </p:cNvCxnSpPr>
          <p:nvPr/>
        </p:nvCxnSpPr>
        <p:spPr>
          <a:xfrm>
            <a:off x="2474241" y="2740350"/>
            <a:ext cx="526500" cy="0"/>
          </a:xfrm>
          <a:prstGeom prst="straightConnector1">
            <a:avLst/>
          </a:prstGeom>
          <a:noFill/>
          <a:ln w="19050" cap="flat" cmpd="sng">
            <a:solidFill>
              <a:schemeClr val="accent1"/>
            </a:solidFill>
            <a:prstDash val="solid"/>
            <a:round/>
            <a:headEnd type="none" w="sm" len="sm"/>
            <a:tailEnd type="triangle" w="med" len="med"/>
          </a:ln>
        </p:spPr>
      </p:cxnSp>
      <p:cxnSp>
        <p:nvCxnSpPr>
          <p:cNvPr id="39" name="Google Shape;1779;p155">
            <a:extLst>
              <a:ext uri="{FF2B5EF4-FFF2-40B4-BE49-F238E27FC236}">
                <a16:creationId xmlns:a16="http://schemas.microsoft.com/office/drawing/2014/main" id="{0FE0DE44-D12A-54E7-0AE7-B501EC586F14}"/>
              </a:ext>
            </a:extLst>
          </p:cNvPr>
          <p:cNvCxnSpPr>
            <a:stCxn id="18" idx="0"/>
            <a:endCxn id="13" idx="2"/>
          </p:cNvCxnSpPr>
          <p:nvPr/>
        </p:nvCxnSpPr>
        <p:spPr>
          <a:xfrm rot="5400000" flipH="1">
            <a:off x="3266288" y="2135250"/>
            <a:ext cx="659400" cy="2100"/>
          </a:xfrm>
          <a:prstGeom prst="bentConnector3">
            <a:avLst>
              <a:gd name="adj1" fmla="val 49989"/>
            </a:avLst>
          </a:prstGeom>
          <a:noFill/>
          <a:ln w="9525" cap="flat" cmpd="sng">
            <a:solidFill>
              <a:schemeClr val="dk2"/>
            </a:solidFill>
            <a:prstDash val="dash"/>
            <a:round/>
            <a:headEnd type="none" w="med" len="med"/>
            <a:tailEnd type="triangle" w="med" len="med"/>
          </a:ln>
        </p:spPr>
      </p:cxnSp>
      <p:sp>
        <p:nvSpPr>
          <p:cNvPr id="40" name="Google Shape;1761;p155">
            <a:extLst>
              <a:ext uri="{FF2B5EF4-FFF2-40B4-BE49-F238E27FC236}">
                <a16:creationId xmlns:a16="http://schemas.microsoft.com/office/drawing/2014/main" id="{D5E72E07-DD79-56D8-083E-7A5430472C96}"/>
              </a:ext>
            </a:extLst>
          </p:cNvPr>
          <p:cNvSpPr/>
          <p:nvPr/>
        </p:nvSpPr>
        <p:spPr>
          <a:xfrm>
            <a:off x="4953427" y="2466000"/>
            <a:ext cx="1188600" cy="548700"/>
          </a:xfrm>
          <a:prstGeom prst="roundRect">
            <a:avLst>
              <a:gd name="adj" fmla="val 16667"/>
            </a:avLst>
          </a:prstGeom>
          <a:noFill/>
          <a:ln w="127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rgbClr val="305868"/>
              </a:solidFill>
              <a:latin typeface="Roboto"/>
              <a:ea typeface="Roboto"/>
              <a:cs typeface="Roboto"/>
              <a:sym typeface="Roboto"/>
            </a:endParaRPr>
          </a:p>
        </p:txBody>
      </p:sp>
      <p:grpSp>
        <p:nvGrpSpPr>
          <p:cNvPr id="41" name="Google Shape;1780;p155">
            <a:extLst>
              <a:ext uri="{FF2B5EF4-FFF2-40B4-BE49-F238E27FC236}">
                <a16:creationId xmlns:a16="http://schemas.microsoft.com/office/drawing/2014/main" id="{90DBE858-D141-40E0-2F7E-53F01246E8A6}"/>
              </a:ext>
            </a:extLst>
          </p:cNvPr>
          <p:cNvGrpSpPr/>
          <p:nvPr/>
        </p:nvGrpSpPr>
        <p:grpSpPr>
          <a:xfrm>
            <a:off x="5094838" y="2533424"/>
            <a:ext cx="913925" cy="413853"/>
            <a:chOff x="4512309" y="2466339"/>
            <a:chExt cx="1110615" cy="502920"/>
          </a:xfrm>
        </p:grpSpPr>
        <p:sp>
          <p:nvSpPr>
            <p:cNvPr id="42" name="Google Shape;1781;p155">
              <a:extLst>
                <a:ext uri="{FF2B5EF4-FFF2-40B4-BE49-F238E27FC236}">
                  <a16:creationId xmlns:a16="http://schemas.microsoft.com/office/drawing/2014/main" id="{D00EF82C-5596-2F03-240F-8711EC4514A6}"/>
                </a:ext>
              </a:extLst>
            </p:cNvPr>
            <p:cNvSpPr/>
            <p:nvPr/>
          </p:nvSpPr>
          <p:spPr>
            <a:xfrm>
              <a:off x="4512309" y="2466339"/>
              <a:ext cx="314325" cy="502920"/>
            </a:xfrm>
            <a:custGeom>
              <a:avLst/>
              <a:gdLst/>
              <a:ahLst/>
              <a:cxnLst/>
              <a:rect l="l" t="t" r="r" b="b"/>
              <a:pathLst>
                <a:path w="314325" h="502920" extrusionOk="0">
                  <a:moveTo>
                    <a:pt x="247650" y="278765"/>
                  </a:moveTo>
                  <a:cubicBezTo>
                    <a:pt x="227965" y="278765"/>
                    <a:pt x="210820" y="287020"/>
                    <a:pt x="198755" y="300990"/>
                  </a:cubicBezTo>
                  <a:lnTo>
                    <a:pt x="170815" y="282575"/>
                  </a:lnTo>
                  <a:cubicBezTo>
                    <a:pt x="174625" y="273050"/>
                    <a:pt x="176530" y="262890"/>
                    <a:pt x="176530" y="252095"/>
                  </a:cubicBezTo>
                  <a:cubicBezTo>
                    <a:pt x="176530" y="240665"/>
                    <a:pt x="173990" y="229235"/>
                    <a:pt x="170180" y="219710"/>
                  </a:cubicBezTo>
                  <a:lnTo>
                    <a:pt x="199390" y="203835"/>
                  </a:lnTo>
                  <a:cubicBezTo>
                    <a:pt x="211455" y="217170"/>
                    <a:pt x="229235" y="225425"/>
                    <a:pt x="248285" y="225425"/>
                  </a:cubicBezTo>
                  <a:cubicBezTo>
                    <a:pt x="284480" y="225425"/>
                    <a:pt x="314325" y="195580"/>
                    <a:pt x="314325" y="159385"/>
                  </a:cubicBezTo>
                  <a:cubicBezTo>
                    <a:pt x="314325" y="123190"/>
                    <a:pt x="284480" y="93345"/>
                    <a:pt x="248285" y="93345"/>
                  </a:cubicBezTo>
                  <a:cubicBezTo>
                    <a:pt x="212090" y="93345"/>
                    <a:pt x="182245" y="123190"/>
                    <a:pt x="182245" y="159385"/>
                  </a:cubicBezTo>
                  <a:cubicBezTo>
                    <a:pt x="182245" y="166370"/>
                    <a:pt x="183515" y="173355"/>
                    <a:pt x="185420" y="179705"/>
                  </a:cubicBezTo>
                  <a:lnTo>
                    <a:pt x="156210" y="196215"/>
                  </a:lnTo>
                  <a:cubicBezTo>
                    <a:pt x="142240" y="179705"/>
                    <a:pt x="122555" y="168275"/>
                    <a:pt x="100330" y="165100"/>
                  </a:cubicBezTo>
                  <a:lnTo>
                    <a:pt x="100330" y="130810"/>
                  </a:lnTo>
                  <a:cubicBezTo>
                    <a:pt x="130810" y="125095"/>
                    <a:pt x="153670" y="97790"/>
                    <a:pt x="153670" y="66040"/>
                  </a:cubicBezTo>
                  <a:cubicBezTo>
                    <a:pt x="153670" y="29845"/>
                    <a:pt x="123825" y="0"/>
                    <a:pt x="87630" y="0"/>
                  </a:cubicBezTo>
                  <a:cubicBezTo>
                    <a:pt x="51435" y="0"/>
                    <a:pt x="21590" y="29845"/>
                    <a:pt x="21590" y="66040"/>
                  </a:cubicBezTo>
                  <a:cubicBezTo>
                    <a:pt x="21590" y="97155"/>
                    <a:pt x="43180" y="123825"/>
                    <a:pt x="72390" y="130175"/>
                  </a:cubicBezTo>
                  <a:lnTo>
                    <a:pt x="72390" y="164465"/>
                  </a:lnTo>
                  <a:cubicBezTo>
                    <a:pt x="31115" y="172085"/>
                    <a:pt x="0" y="208280"/>
                    <a:pt x="0" y="251460"/>
                  </a:cubicBezTo>
                  <a:cubicBezTo>
                    <a:pt x="0" y="294640"/>
                    <a:pt x="31115" y="330835"/>
                    <a:pt x="72390" y="338455"/>
                  </a:cubicBezTo>
                  <a:lnTo>
                    <a:pt x="72390" y="372745"/>
                  </a:lnTo>
                  <a:cubicBezTo>
                    <a:pt x="43180" y="379730"/>
                    <a:pt x="21590" y="405765"/>
                    <a:pt x="21590" y="436880"/>
                  </a:cubicBezTo>
                  <a:cubicBezTo>
                    <a:pt x="21590" y="473075"/>
                    <a:pt x="51435" y="502920"/>
                    <a:pt x="87630" y="502920"/>
                  </a:cubicBezTo>
                  <a:cubicBezTo>
                    <a:pt x="123825" y="502920"/>
                    <a:pt x="153670" y="473075"/>
                    <a:pt x="153670" y="436880"/>
                  </a:cubicBezTo>
                  <a:cubicBezTo>
                    <a:pt x="153670" y="405130"/>
                    <a:pt x="130810" y="377825"/>
                    <a:pt x="100330" y="372110"/>
                  </a:cubicBezTo>
                  <a:lnTo>
                    <a:pt x="100330" y="338455"/>
                  </a:lnTo>
                  <a:cubicBezTo>
                    <a:pt x="123190" y="335280"/>
                    <a:pt x="143510" y="323215"/>
                    <a:pt x="157480" y="306070"/>
                  </a:cubicBezTo>
                  <a:lnTo>
                    <a:pt x="185420" y="324485"/>
                  </a:lnTo>
                  <a:cubicBezTo>
                    <a:pt x="183515" y="330835"/>
                    <a:pt x="182245" y="337185"/>
                    <a:pt x="182245" y="344170"/>
                  </a:cubicBezTo>
                  <a:cubicBezTo>
                    <a:pt x="182245" y="380365"/>
                    <a:pt x="212090" y="410210"/>
                    <a:pt x="248285" y="410210"/>
                  </a:cubicBezTo>
                  <a:cubicBezTo>
                    <a:pt x="284480" y="410210"/>
                    <a:pt x="314325" y="380365"/>
                    <a:pt x="314325" y="344170"/>
                  </a:cubicBezTo>
                  <a:cubicBezTo>
                    <a:pt x="313690" y="308610"/>
                    <a:pt x="283845" y="278765"/>
                    <a:pt x="247650" y="278765"/>
                  </a:cubicBezTo>
                  <a:close/>
                  <a:moveTo>
                    <a:pt x="247650" y="126365"/>
                  </a:moveTo>
                  <a:cubicBezTo>
                    <a:pt x="265430" y="126365"/>
                    <a:pt x="279400" y="140335"/>
                    <a:pt x="279400" y="158115"/>
                  </a:cubicBezTo>
                  <a:cubicBezTo>
                    <a:pt x="279400" y="175895"/>
                    <a:pt x="265430" y="189865"/>
                    <a:pt x="247650" y="189865"/>
                  </a:cubicBezTo>
                  <a:cubicBezTo>
                    <a:pt x="229870" y="189865"/>
                    <a:pt x="215900" y="175895"/>
                    <a:pt x="215900" y="158115"/>
                  </a:cubicBezTo>
                  <a:cubicBezTo>
                    <a:pt x="215900" y="140335"/>
                    <a:pt x="230505" y="126365"/>
                    <a:pt x="247650" y="126365"/>
                  </a:cubicBezTo>
                  <a:close/>
                  <a:moveTo>
                    <a:pt x="55245" y="66040"/>
                  </a:moveTo>
                  <a:cubicBezTo>
                    <a:pt x="55245" y="48260"/>
                    <a:pt x="69215" y="34290"/>
                    <a:pt x="86995" y="34290"/>
                  </a:cubicBezTo>
                  <a:cubicBezTo>
                    <a:pt x="104775" y="34290"/>
                    <a:pt x="118745" y="48260"/>
                    <a:pt x="118745" y="66040"/>
                  </a:cubicBezTo>
                  <a:cubicBezTo>
                    <a:pt x="118745" y="83820"/>
                    <a:pt x="104775" y="97790"/>
                    <a:pt x="86995" y="97790"/>
                  </a:cubicBezTo>
                  <a:cubicBezTo>
                    <a:pt x="69215" y="97790"/>
                    <a:pt x="55245" y="83185"/>
                    <a:pt x="55245" y="66040"/>
                  </a:cubicBezTo>
                  <a:close/>
                  <a:moveTo>
                    <a:pt x="118745" y="436880"/>
                  </a:moveTo>
                  <a:cubicBezTo>
                    <a:pt x="118745" y="454660"/>
                    <a:pt x="104775" y="468630"/>
                    <a:pt x="86995" y="468630"/>
                  </a:cubicBezTo>
                  <a:cubicBezTo>
                    <a:pt x="69215" y="468630"/>
                    <a:pt x="55245" y="454660"/>
                    <a:pt x="55245" y="436880"/>
                  </a:cubicBezTo>
                  <a:cubicBezTo>
                    <a:pt x="55245" y="419100"/>
                    <a:pt x="69215" y="405130"/>
                    <a:pt x="86995" y="405130"/>
                  </a:cubicBezTo>
                  <a:cubicBezTo>
                    <a:pt x="104140" y="405130"/>
                    <a:pt x="118745" y="419735"/>
                    <a:pt x="118745" y="436880"/>
                  </a:cubicBezTo>
                  <a:close/>
                  <a:moveTo>
                    <a:pt x="87630" y="296545"/>
                  </a:moveTo>
                  <a:cubicBezTo>
                    <a:pt x="62865" y="296545"/>
                    <a:pt x="41910" y="276225"/>
                    <a:pt x="41910" y="250825"/>
                  </a:cubicBezTo>
                  <a:cubicBezTo>
                    <a:pt x="41910" y="226060"/>
                    <a:pt x="62230" y="205105"/>
                    <a:pt x="87630" y="205105"/>
                  </a:cubicBezTo>
                  <a:cubicBezTo>
                    <a:pt x="112395" y="205105"/>
                    <a:pt x="133350" y="225425"/>
                    <a:pt x="133350" y="250825"/>
                  </a:cubicBezTo>
                  <a:cubicBezTo>
                    <a:pt x="133350" y="276225"/>
                    <a:pt x="113030" y="296545"/>
                    <a:pt x="87630" y="296545"/>
                  </a:cubicBezTo>
                  <a:close/>
                  <a:moveTo>
                    <a:pt x="247650" y="376555"/>
                  </a:moveTo>
                  <a:cubicBezTo>
                    <a:pt x="229870" y="376555"/>
                    <a:pt x="215900" y="362585"/>
                    <a:pt x="215900" y="344805"/>
                  </a:cubicBezTo>
                  <a:cubicBezTo>
                    <a:pt x="215900" y="327025"/>
                    <a:pt x="229870" y="313055"/>
                    <a:pt x="247650" y="313055"/>
                  </a:cubicBezTo>
                  <a:cubicBezTo>
                    <a:pt x="265430" y="313055"/>
                    <a:pt x="279400" y="327025"/>
                    <a:pt x="279400" y="344805"/>
                  </a:cubicBezTo>
                  <a:cubicBezTo>
                    <a:pt x="279400" y="362585"/>
                    <a:pt x="265430" y="376555"/>
                    <a:pt x="247650" y="376555"/>
                  </a:cubicBezTo>
                  <a:close/>
                </a:path>
              </a:pathLst>
            </a:custGeom>
            <a:solidFill>
              <a:srgbClr val="96969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Roboto"/>
                <a:ea typeface="Roboto"/>
                <a:cs typeface="Roboto"/>
                <a:sym typeface="Roboto"/>
              </a:endParaRPr>
            </a:p>
          </p:txBody>
        </p:sp>
        <p:grpSp>
          <p:nvGrpSpPr>
            <p:cNvPr id="43" name="Google Shape;1782;p155">
              <a:extLst>
                <a:ext uri="{FF2B5EF4-FFF2-40B4-BE49-F238E27FC236}">
                  <a16:creationId xmlns:a16="http://schemas.microsoft.com/office/drawing/2014/main" id="{FE775122-920C-233E-D5B3-796C3C23070C}"/>
                </a:ext>
              </a:extLst>
            </p:cNvPr>
            <p:cNvGrpSpPr/>
            <p:nvPr/>
          </p:nvGrpSpPr>
          <p:grpSpPr>
            <a:xfrm>
              <a:off x="4927600" y="2616835"/>
              <a:ext cx="695324" cy="203835"/>
              <a:chOff x="4927600" y="2616835"/>
              <a:chExt cx="695324" cy="203835"/>
            </a:xfrm>
          </p:grpSpPr>
          <p:sp>
            <p:nvSpPr>
              <p:cNvPr id="44" name="Google Shape;1783;p155">
                <a:extLst>
                  <a:ext uri="{FF2B5EF4-FFF2-40B4-BE49-F238E27FC236}">
                    <a16:creationId xmlns:a16="http://schemas.microsoft.com/office/drawing/2014/main" id="{AB6194E2-B4CE-4EA4-9972-B73739E8E350}"/>
                  </a:ext>
                </a:extLst>
              </p:cNvPr>
              <p:cNvSpPr/>
              <p:nvPr/>
            </p:nvSpPr>
            <p:spPr>
              <a:xfrm>
                <a:off x="4927600" y="2620645"/>
                <a:ext cx="137159" cy="194944"/>
              </a:xfrm>
              <a:custGeom>
                <a:avLst/>
                <a:gdLst/>
                <a:ahLst/>
                <a:cxnLst/>
                <a:rect l="l" t="t" r="r" b="b"/>
                <a:pathLst>
                  <a:path w="137159" h="194944" extrusionOk="0">
                    <a:moveTo>
                      <a:pt x="81915" y="113030"/>
                    </a:moveTo>
                    <a:lnTo>
                      <a:pt x="135255" y="194945"/>
                    </a:lnTo>
                    <a:lnTo>
                      <a:pt x="85725" y="194945"/>
                    </a:lnTo>
                    <a:lnTo>
                      <a:pt x="44450" y="124460"/>
                    </a:lnTo>
                    <a:lnTo>
                      <a:pt x="43815" y="124460"/>
                    </a:lnTo>
                    <a:lnTo>
                      <a:pt x="43815" y="194945"/>
                    </a:lnTo>
                    <a:lnTo>
                      <a:pt x="0" y="194945"/>
                    </a:lnTo>
                    <a:lnTo>
                      <a:pt x="0" y="0"/>
                    </a:lnTo>
                    <a:lnTo>
                      <a:pt x="43815" y="0"/>
                    </a:lnTo>
                    <a:lnTo>
                      <a:pt x="43815" y="101600"/>
                    </a:lnTo>
                    <a:lnTo>
                      <a:pt x="44450" y="101600"/>
                    </a:lnTo>
                    <a:lnTo>
                      <a:pt x="85090" y="48260"/>
                    </a:lnTo>
                    <a:lnTo>
                      <a:pt x="137160" y="48260"/>
                    </a:lnTo>
                    <a:lnTo>
                      <a:pt x="81915" y="113030"/>
                    </a:lnTo>
                    <a:close/>
                  </a:path>
                </a:pathLst>
              </a:custGeom>
              <a:solidFill>
                <a:srgbClr val="96969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Roboto"/>
                  <a:ea typeface="Roboto"/>
                  <a:cs typeface="Roboto"/>
                  <a:sym typeface="Roboto"/>
                </a:endParaRPr>
              </a:p>
            </p:txBody>
          </p:sp>
          <p:sp>
            <p:nvSpPr>
              <p:cNvPr id="45" name="Google Shape;1784;p155">
                <a:extLst>
                  <a:ext uri="{FF2B5EF4-FFF2-40B4-BE49-F238E27FC236}">
                    <a16:creationId xmlns:a16="http://schemas.microsoft.com/office/drawing/2014/main" id="{61EC16D1-1539-49B8-5DCF-56F29716DDFA}"/>
                  </a:ext>
                </a:extLst>
              </p:cNvPr>
              <p:cNvSpPr/>
              <p:nvPr/>
            </p:nvSpPr>
            <p:spPr>
              <a:xfrm>
                <a:off x="5061584" y="2664460"/>
                <a:ext cx="160655" cy="156210"/>
              </a:xfrm>
              <a:custGeom>
                <a:avLst/>
                <a:gdLst/>
                <a:ahLst/>
                <a:cxnLst/>
                <a:rect l="l" t="t" r="r" b="b"/>
                <a:pathLst>
                  <a:path w="160655" h="156210" extrusionOk="0">
                    <a:moveTo>
                      <a:pt x="116840" y="151130"/>
                    </a:moveTo>
                    <a:lnTo>
                      <a:pt x="116840" y="135255"/>
                    </a:lnTo>
                    <a:lnTo>
                      <a:pt x="116205" y="135255"/>
                    </a:lnTo>
                    <a:cubicBezTo>
                      <a:pt x="108585" y="150495"/>
                      <a:pt x="89535" y="156210"/>
                      <a:pt x="73660" y="156210"/>
                    </a:cubicBezTo>
                    <a:cubicBezTo>
                      <a:pt x="28575" y="156210"/>
                      <a:pt x="0" y="121285"/>
                      <a:pt x="0" y="78105"/>
                    </a:cubicBezTo>
                    <a:cubicBezTo>
                      <a:pt x="0" y="35560"/>
                      <a:pt x="29845" y="0"/>
                      <a:pt x="73660" y="0"/>
                    </a:cubicBezTo>
                    <a:cubicBezTo>
                      <a:pt x="89535" y="0"/>
                      <a:pt x="107950" y="6350"/>
                      <a:pt x="116205" y="20320"/>
                    </a:cubicBezTo>
                    <a:lnTo>
                      <a:pt x="116840" y="20320"/>
                    </a:lnTo>
                    <a:lnTo>
                      <a:pt x="116840" y="4445"/>
                    </a:lnTo>
                    <a:lnTo>
                      <a:pt x="160655" y="4445"/>
                    </a:lnTo>
                    <a:lnTo>
                      <a:pt x="160655" y="151130"/>
                    </a:lnTo>
                    <a:lnTo>
                      <a:pt x="116840" y="151130"/>
                    </a:lnTo>
                    <a:close/>
                    <a:moveTo>
                      <a:pt x="80010" y="40640"/>
                    </a:moveTo>
                    <a:cubicBezTo>
                      <a:pt x="58420" y="40640"/>
                      <a:pt x="43815" y="57785"/>
                      <a:pt x="43815" y="78105"/>
                    </a:cubicBezTo>
                    <a:cubicBezTo>
                      <a:pt x="43815" y="98425"/>
                      <a:pt x="59690" y="114935"/>
                      <a:pt x="80010" y="114935"/>
                    </a:cubicBezTo>
                    <a:cubicBezTo>
                      <a:pt x="101600" y="114935"/>
                      <a:pt x="116840" y="98425"/>
                      <a:pt x="116840" y="77470"/>
                    </a:cubicBezTo>
                    <a:cubicBezTo>
                      <a:pt x="116840" y="56515"/>
                      <a:pt x="101600" y="40640"/>
                      <a:pt x="80010" y="40640"/>
                    </a:cubicBezTo>
                    <a:close/>
                  </a:path>
                </a:pathLst>
              </a:custGeom>
              <a:solidFill>
                <a:srgbClr val="96969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Roboto"/>
                  <a:ea typeface="Roboto"/>
                  <a:cs typeface="Roboto"/>
                  <a:sym typeface="Roboto"/>
                </a:endParaRPr>
              </a:p>
            </p:txBody>
          </p:sp>
          <p:sp>
            <p:nvSpPr>
              <p:cNvPr id="46" name="Google Shape;1785;p155">
                <a:extLst>
                  <a:ext uri="{FF2B5EF4-FFF2-40B4-BE49-F238E27FC236}">
                    <a16:creationId xmlns:a16="http://schemas.microsoft.com/office/drawing/2014/main" id="{FA0E25DB-CA49-A8BF-BD59-63F9677CF423}"/>
                  </a:ext>
                </a:extLst>
              </p:cNvPr>
              <p:cNvSpPr/>
              <p:nvPr/>
            </p:nvSpPr>
            <p:spPr>
              <a:xfrm>
                <a:off x="5233670" y="2616835"/>
                <a:ext cx="78739" cy="198754"/>
              </a:xfrm>
              <a:custGeom>
                <a:avLst/>
                <a:gdLst/>
                <a:ahLst/>
                <a:cxnLst/>
                <a:rect l="l" t="t" r="r" b="b"/>
                <a:pathLst>
                  <a:path w="78739" h="198754" extrusionOk="0">
                    <a:moveTo>
                      <a:pt x="60325" y="85725"/>
                    </a:moveTo>
                    <a:lnTo>
                      <a:pt x="60325" y="198755"/>
                    </a:lnTo>
                    <a:lnTo>
                      <a:pt x="16510" y="198755"/>
                    </a:lnTo>
                    <a:lnTo>
                      <a:pt x="16510" y="85725"/>
                    </a:lnTo>
                    <a:lnTo>
                      <a:pt x="0" y="85725"/>
                    </a:lnTo>
                    <a:lnTo>
                      <a:pt x="0" y="52705"/>
                    </a:lnTo>
                    <a:lnTo>
                      <a:pt x="16510" y="52705"/>
                    </a:lnTo>
                    <a:lnTo>
                      <a:pt x="16510" y="45085"/>
                    </a:lnTo>
                    <a:cubicBezTo>
                      <a:pt x="16510" y="9525"/>
                      <a:pt x="41910" y="0"/>
                      <a:pt x="72390" y="0"/>
                    </a:cubicBezTo>
                    <a:lnTo>
                      <a:pt x="78740" y="0"/>
                    </a:lnTo>
                    <a:lnTo>
                      <a:pt x="78740" y="33020"/>
                    </a:lnTo>
                    <a:cubicBezTo>
                      <a:pt x="62865" y="33020"/>
                      <a:pt x="60325" y="36195"/>
                      <a:pt x="60325" y="52705"/>
                    </a:cubicBezTo>
                    <a:lnTo>
                      <a:pt x="78740" y="52705"/>
                    </a:lnTo>
                    <a:lnTo>
                      <a:pt x="78740" y="85725"/>
                    </a:lnTo>
                    <a:lnTo>
                      <a:pt x="60325" y="85725"/>
                    </a:lnTo>
                    <a:close/>
                  </a:path>
                </a:pathLst>
              </a:custGeom>
              <a:solidFill>
                <a:srgbClr val="96969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Roboto"/>
                  <a:ea typeface="Roboto"/>
                  <a:cs typeface="Roboto"/>
                  <a:sym typeface="Roboto"/>
                </a:endParaRPr>
              </a:p>
            </p:txBody>
          </p:sp>
          <p:sp>
            <p:nvSpPr>
              <p:cNvPr id="47" name="Google Shape;1786;p155">
                <a:extLst>
                  <a:ext uri="{FF2B5EF4-FFF2-40B4-BE49-F238E27FC236}">
                    <a16:creationId xmlns:a16="http://schemas.microsoft.com/office/drawing/2014/main" id="{B6E66A6E-C0F4-B067-6AD7-D51D17E36F05}"/>
                  </a:ext>
                </a:extLst>
              </p:cNvPr>
              <p:cNvSpPr/>
              <p:nvPr/>
            </p:nvSpPr>
            <p:spPr>
              <a:xfrm>
                <a:off x="5328284" y="2620645"/>
                <a:ext cx="137160" cy="194944"/>
              </a:xfrm>
              <a:custGeom>
                <a:avLst/>
                <a:gdLst/>
                <a:ahLst/>
                <a:cxnLst/>
                <a:rect l="l" t="t" r="r" b="b"/>
                <a:pathLst>
                  <a:path w="137160" h="194944" extrusionOk="0">
                    <a:moveTo>
                      <a:pt x="81280" y="113030"/>
                    </a:moveTo>
                    <a:lnTo>
                      <a:pt x="134620" y="194945"/>
                    </a:lnTo>
                    <a:lnTo>
                      <a:pt x="85090" y="194945"/>
                    </a:lnTo>
                    <a:lnTo>
                      <a:pt x="43815" y="124460"/>
                    </a:lnTo>
                    <a:lnTo>
                      <a:pt x="43815" y="124460"/>
                    </a:lnTo>
                    <a:lnTo>
                      <a:pt x="43815" y="194945"/>
                    </a:lnTo>
                    <a:lnTo>
                      <a:pt x="0" y="194945"/>
                    </a:lnTo>
                    <a:lnTo>
                      <a:pt x="0" y="0"/>
                    </a:lnTo>
                    <a:lnTo>
                      <a:pt x="43815" y="0"/>
                    </a:lnTo>
                    <a:lnTo>
                      <a:pt x="43815" y="101600"/>
                    </a:lnTo>
                    <a:lnTo>
                      <a:pt x="44450" y="101600"/>
                    </a:lnTo>
                    <a:lnTo>
                      <a:pt x="85090" y="48260"/>
                    </a:lnTo>
                    <a:lnTo>
                      <a:pt x="137160" y="48260"/>
                    </a:lnTo>
                    <a:lnTo>
                      <a:pt x="81280" y="113030"/>
                    </a:lnTo>
                    <a:close/>
                  </a:path>
                </a:pathLst>
              </a:custGeom>
              <a:solidFill>
                <a:srgbClr val="96969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Roboto"/>
                  <a:ea typeface="Roboto"/>
                  <a:cs typeface="Roboto"/>
                  <a:sym typeface="Roboto"/>
                </a:endParaRPr>
              </a:p>
            </p:txBody>
          </p:sp>
          <p:sp>
            <p:nvSpPr>
              <p:cNvPr id="48" name="Google Shape;1787;p155">
                <a:extLst>
                  <a:ext uri="{FF2B5EF4-FFF2-40B4-BE49-F238E27FC236}">
                    <a16:creationId xmlns:a16="http://schemas.microsoft.com/office/drawing/2014/main" id="{B740718A-25CE-06EA-76A9-370BFA9459EC}"/>
                  </a:ext>
                </a:extLst>
              </p:cNvPr>
              <p:cNvSpPr/>
              <p:nvPr/>
            </p:nvSpPr>
            <p:spPr>
              <a:xfrm>
                <a:off x="5462270" y="2664460"/>
                <a:ext cx="160654" cy="156210"/>
              </a:xfrm>
              <a:custGeom>
                <a:avLst/>
                <a:gdLst/>
                <a:ahLst/>
                <a:cxnLst/>
                <a:rect l="l" t="t" r="r" b="b"/>
                <a:pathLst>
                  <a:path w="160654" h="156210" extrusionOk="0">
                    <a:moveTo>
                      <a:pt x="116840" y="151130"/>
                    </a:moveTo>
                    <a:lnTo>
                      <a:pt x="116840" y="135255"/>
                    </a:lnTo>
                    <a:lnTo>
                      <a:pt x="116205" y="135255"/>
                    </a:lnTo>
                    <a:cubicBezTo>
                      <a:pt x="108585" y="150495"/>
                      <a:pt x="89535" y="156210"/>
                      <a:pt x="73660" y="156210"/>
                    </a:cubicBezTo>
                    <a:cubicBezTo>
                      <a:pt x="28575" y="156210"/>
                      <a:pt x="0" y="121285"/>
                      <a:pt x="0" y="78105"/>
                    </a:cubicBezTo>
                    <a:cubicBezTo>
                      <a:pt x="0" y="35560"/>
                      <a:pt x="29845" y="0"/>
                      <a:pt x="73660" y="0"/>
                    </a:cubicBezTo>
                    <a:cubicBezTo>
                      <a:pt x="89535" y="0"/>
                      <a:pt x="107950" y="6350"/>
                      <a:pt x="116205" y="20320"/>
                    </a:cubicBezTo>
                    <a:lnTo>
                      <a:pt x="116840" y="20320"/>
                    </a:lnTo>
                    <a:lnTo>
                      <a:pt x="116840" y="4445"/>
                    </a:lnTo>
                    <a:lnTo>
                      <a:pt x="160655" y="4445"/>
                    </a:lnTo>
                    <a:lnTo>
                      <a:pt x="160655" y="151130"/>
                    </a:lnTo>
                    <a:lnTo>
                      <a:pt x="116840" y="151130"/>
                    </a:lnTo>
                    <a:close/>
                    <a:moveTo>
                      <a:pt x="80010" y="40640"/>
                    </a:moveTo>
                    <a:cubicBezTo>
                      <a:pt x="58420" y="40640"/>
                      <a:pt x="43815" y="57785"/>
                      <a:pt x="43815" y="78105"/>
                    </a:cubicBezTo>
                    <a:cubicBezTo>
                      <a:pt x="43815" y="98425"/>
                      <a:pt x="59690" y="114935"/>
                      <a:pt x="80010" y="114935"/>
                    </a:cubicBezTo>
                    <a:cubicBezTo>
                      <a:pt x="101600" y="114935"/>
                      <a:pt x="116840" y="98425"/>
                      <a:pt x="116840" y="77470"/>
                    </a:cubicBezTo>
                    <a:cubicBezTo>
                      <a:pt x="116840" y="56515"/>
                      <a:pt x="101600" y="40640"/>
                      <a:pt x="80010" y="40640"/>
                    </a:cubicBezTo>
                    <a:close/>
                  </a:path>
                </a:pathLst>
              </a:custGeom>
              <a:solidFill>
                <a:srgbClr val="96969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Roboto"/>
                  <a:ea typeface="Roboto"/>
                  <a:cs typeface="Roboto"/>
                  <a:sym typeface="Roboto"/>
                </a:endParaRPr>
              </a:p>
            </p:txBody>
          </p:sp>
        </p:grpSp>
      </p:grpSp>
      <p:cxnSp>
        <p:nvCxnSpPr>
          <p:cNvPr id="49" name="Google Shape;1788;p155">
            <a:extLst>
              <a:ext uri="{FF2B5EF4-FFF2-40B4-BE49-F238E27FC236}">
                <a16:creationId xmlns:a16="http://schemas.microsoft.com/office/drawing/2014/main" id="{3311C40E-971B-AACB-9AAF-13545C3ADF06}"/>
              </a:ext>
            </a:extLst>
          </p:cNvPr>
          <p:cNvCxnSpPr>
            <a:stCxn id="16" idx="0"/>
            <a:endCxn id="40" idx="2"/>
          </p:cNvCxnSpPr>
          <p:nvPr/>
        </p:nvCxnSpPr>
        <p:spPr>
          <a:xfrm rot="16200000">
            <a:off x="4165838" y="2446050"/>
            <a:ext cx="813000" cy="1950600"/>
          </a:xfrm>
          <a:prstGeom prst="bentConnector3">
            <a:avLst>
              <a:gd name="adj1" fmla="val 50009"/>
            </a:avLst>
          </a:prstGeom>
          <a:noFill/>
          <a:ln w="9525" cap="flat" cmpd="sng">
            <a:solidFill>
              <a:schemeClr val="dk2"/>
            </a:solidFill>
            <a:prstDash val="dash"/>
            <a:round/>
            <a:headEnd type="none" w="med" len="med"/>
            <a:tailEnd type="triangle" w="med" len="med"/>
          </a:ln>
        </p:spPr>
      </p:cxnSp>
    </p:spTree>
    <p:extLst>
      <p:ext uri="{BB962C8B-B14F-4D97-AF65-F5344CB8AC3E}">
        <p14:creationId xmlns:p14="http://schemas.microsoft.com/office/powerpoint/2010/main" val="35814689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65">
          <a:extLst>
            <a:ext uri="{FF2B5EF4-FFF2-40B4-BE49-F238E27FC236}">
              <a16:creationId xmlns:a16="http://schemas.microsoft.com/office/drawing/2014/main" id="{F34D7CD6-52F3-0B11-684B-726107494C62}"/>
            </a:ext>
          </a:extLst>
        </p:cNvPr>
        <p:cNvGrpSpPr/>
        <p:nvPr/>
      </p:nvGrpSpPr>
      <p:grpSpPr>
        <a:xfrm>
          <a:off x="0" y="0"/>
          <a:ext cx="0" cy="0"/>
          <a:chOff x="0" y="0"/>
          <a:chExt cx="0" cy="0"/>
        </a:xfrm>
      </p:grpSpPr>
      <p:sp>
        <p:nvSpPr>
          <p:cNvPr id="366" name="Google Shape;366;p52">
            <a:extLst>
              <a:ext uri="{FF2B5EF4-FFF2-40B4-BE49-F238E27FC236}">
                <a16:creationId xmlns:a16="http://schemas.microsoft.com/office/drawing/2014/main" id="{EC6A479B-AFD6-4641-8D88-9777488690F9}"/>
              </a:ext>
            </a:extLst>
          </p:cNvPr>
          <p:cNvSpPr txBox="1">
            <a:spLocks noGrp="1"/>
          </p:cNvSpPr>
          <p:nvPr>
            <p:ph type="title"/>
          </p:nvPr>
        </p:nvSpPr>
        <p:spPr>
          <a:xfrm>
            <a:off x="609600" y="1908100"/>
            <a:ext cx="5862600" cy="612900"/>
          </a:xfrm>
          <a:prstGeom prst="rect">
            <a:avLst/>
          </a:prstGeom>
        </p:spPr>
        <p:txBody>
          <a:bodyPr spcFirstLastPara="1" wrap="square" lIns="0" tIns="45700" rIns="91425" bIns="45700" anchor="b" anchorCtr="0">
            <a:noAutofit/>
          </a:bodyPr>
          <a:lstStyle/>
          <a:p>
            <a:pPr marL="0" lvl="0" indent="0" algn="l" rtl="0">
              <a:spcBef>
                <a:spcPts val="0"/>
              </a:spcBef>
              <a:spcAft>
                <a:spcPts val="0"/>
              </a:spcAft>
              <a:buNone/>
            </a:pPr>
            <a:r>
              <a:rPr lang="en" sz="2800" b="1" dirty="0"/>
              <a:t>INNOVATION | ENTERPRISE AI</a:t>
            </a:r>
            <a:endParaRPr sz="2800" b="1" dirty="0"/>
          </a:p>
        </p:txBody>
      </p:sp>
      <p:sp>
        <p:nvSpPr>
          <p:cNvPr id="367" name="Google Shape;367;p52">
            <a:extLst>
              <a:ext uri="{FF2B5EF4-FFF2-40B4-BE49-F238E27FC236}">
                <a16:creationId xmlns:a16="http://schemas.microsoft.com/office/drawing/2014/main" id="{AB82D678-A935-C7AD-EDC9-9B3B10002671}"/>
              </a:ext>
            </a:extLst>
          </p:cNvPr>
          <p:cNvSpPr txBox="1">
            <a:spLocks noGrp="1"/>
          </p:cNvSpPr>
          <p:nvPr>
            <p:ph type="body" idx="2"/>
          </p:nvPr>
        </p:nvSpPr>
        <p:spPr>
          <a:xfrm>
            <a:off x="609600" y="2604200"/>
            <a:ext cx="5862600" cy="570000"/>
          </a:xfrm>
          <a:prstGeom prst="rect">
            <a:avLst/>
          </a:prstGeom>
        </p:spPr>
        <p:txBody>
          <a:bodyPr spcFirstLastPara="1" wrap="square" lIns="0" tIns="45700" rIns="91425" bIns="45700" anchor="t" anchorCtr="0">
            <a:noAutofit/>
          </a:bodyPr>
          <a:lstStyle/>
          <a:p>
            <a:pPr marL="0" lvl="0" indent="0" algn="l" rtl="0">
              <a:spcBef>
                <a:spcPts val="0"/>
              </a:spcBef>
              <a:spcAft>
                <a:spcPts val="200"/>
              </a:spcAft>
              <a:buNone/>
            </a:pPr>
            <a:r>
              <a:rPr lang="en-US" b="1" dirty="0">
                <a:solidFill>
                  <a:schemeClr val="accent1"/>
                </a:solidFill>
              </a:rPr>
              <a:t>Train any model anywhere, securely and at scale</a:t>
            </a:r>
            <a:endParaRPr b="1" i="1" dirty="0">
              <a:solidFill>
                <a:schemeClr val="accent1"/>
              </a:solidFill>
            </a:endParaRPr>
          </a:p>
        </p:txBody>
      </p:sp>
    </p:spTree>
    <p:extLst>
      <p:ext uri="{BB962C8B-B14F-4D97-AF65-F5344CB8AC3E}">
        <p14:creationId xmlns:p14="http://schemas.microsoft.com/office/powerpoint/2010/main" val="3352318438"/>
      </p:ext>
    </p:extLst>
  </p:cSld>
  <p:clrMapOvr>
    <a:masterClrMapping/>
  </p:clrMapOvr>
  <p:transition spd="slow">
    <p:push/>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01">
          <a:extLst>
            <a:ext uri="{FF2B5EF4-FFF2-40B4-BE49-F238E27FC236}">
              <a16:creationId xmlns:a16="http://schemas.microsoft.com/office/drawing/2014/main" id="{F37889DC-A6F8-B750-C77B-9598D1D84A7F}"/>
            </a:ext>
          </a:extLst>
        </p:cNvPr>
        <p:cNvGrpSpPr/>
        <p:nvPr/>
      </p:nvGrpSpPr>
      <p:grpSpPr>
        <a:xfrm>
          <a:off x="0" y="0"/>
          <a:ext cx="0" cy="0"/>
          <a:chOff x="0" y="0"/>
          <a:chExt cx="0" cy="0"/>
        </a:xfrm>
      </p:grpSpPr>
      <p:sp>
        <p:nvSpPr>
          <p:cNvPr id="7" name="Google Shape;1301;p144">
            <a:extLst>
              <a:ext uri="{FF2B5EF4-FFF2-40B4-BE49-F238E27FC236}">
                <a16:creationId xmlns:a16="http://schemas.microsoft.com/office/drawing/2014/main" id="{8BC78374-26F7-CDDA-5860-DEDBC5485C91}"/>
              </a:ext>
            </a:extLst>
          </p:cNvPr>
          <p:cNvSpPr/>
          <p:nvPr/>
        </p:nvSpPr>
        <p:spPr>
          <a:xfrm>
            <a:off x="533750" y="1973549"/>
            <a:ext cx="8229600" cy="1071000"/>
          </a:xfrm>
          <a:prstGeom prst="roundRect">
            <a:avLst>
              <a:gd name="adj" fmla="val 7673"/>
            </a:avLst>
          </a:prstGeom>
          <a:solidFill>
            <a:srgbClr val="F2F2F2">
              <a:alpha val="776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solidFill>
                <a:schemeClr val="lt1"/>
              </a:solidFill>
              <a:latin typeface="Plus Jakarta Sans"/>
              <a:ea typeface="Plus Jakarta Sans"/>
              <a:cs typeface="Plus Jakarta Sans"/>
              <a:sym typeface="Plus Jakarta Sans"/>
            </a:endParaRPr>
          </a:p>
        </p:txBody>
      </p:sp>
      <p:pic>
        <p:nvPicPr>
          <p:cNvPr id="8" name="Google Shape;1302;p144">
            <a:extLst>
              <a:ext uri="{FF2B5EF4-FFF2-40B4-BE49-F238E27FC236}">
                <a16:creationId xmlns:a16="http://schemas.microsoft.com/office/drawing/2014/main" id="{69B9BD0D-CBF1-B6E0-69EF-C6A496E4ECBC}"/>
              </a:ext>
            </a:extLst>
          </p:cNvPr>
          <p:cNvPicPr preferRelativeResize="0"/>
          <p:nvPr/>
        </p:nvPicPr>
        <p:blipFill rotWithShape="1">
          <a:blip r:embed="rId3">
            <a:alphaModFix/>
          </a:blip>
          <a:srcRect/>
          <a:stretch/>
        </p:blipFill>
        <p:spPr>
          <a:xfrm>
            <a:off x="4069746" y="2517247"/>
            <a:ext cx="695178" cy="74406"/>
          </a:xfrm>
          <a:prstGeom prst="rect">
            <a:avLst/>
          </a:prstGeom>
          <a:noFill/>
          <a:ln>
            <a:noFill/>
          </a:ln>
        </p:spPr>
      </p:pic>
      <p:pic>
        <p:nvPicPr>
          <p:cNvPr id="9" name="Google Shape;1303;p144">
            <a:extLst>
              <a:ext uri="{FF2B5EF4-FFF2-40B4-BE49-F238E27FC236}">
                <a16:creationId xmlns:a16="http://schemas.microsoft.com/office/drawing/2014/main" id="{3086D00A-F0D5-5C6D-89A5-903040C900FA}"/>
              </a:ext>
            </a:extLst>
          </p:cNvPr>
          <p:cNvPicPr preferRelativeResize="0"/>
          <p:nvPr/>
        </p:nvPicPr>
        <p:blipFill rotWithShape="1">
          <a:blip r:embed="rId4">
            <a:alphaModFix/>
          </a:blip>
          <a:srcRect l="8849" t="23607" r="11424" b="26609"/>
          <a:stretch/>
        </p:blipFill>
        <p:spPr>
          <a:xfrm>
            <a:off x="3423562" y="2664336"/>
            <a:ext cx="1093365" cy="320962"/>
          </a:xfrm>
          <a:prstGeom prst="rect">
            <a:avLst/>
          </a:prstGeom>
          <a:noFill/>
          <a:ln>
            <a:noFill/>
          </a:ln>
        </p:spPr>
      </p:pic>
      <p:pic>
        <p:nvPicPr>
          <p:cNvPr id="10" name="Google Shape;1304;p144">
            <a:extLst>
              <a:ext uri="{FF2B5EF4-FFF2-40B4-BE49-F238E27FC236}">
                <a16:creationId xmlns:a16="http://schemas.microsoft.com/office/drawing/2014/main" id="{D39E7BCB-B624-97A9-87CE-8085658081AA}"/>
              </a:ext>
            </a:extLst>
          </p:cNvPr>
          <p:cNvPicPr preferRelativeResize="0"/>
          <p:nvPr/>
        </p:nvPicPr>
        <p:blipFill rotWithShape="1">
          <a:blip r:embed="rId5">
            <a:alphaModFix/>
          </a:blip>
          <a:srcRect t="24297" b="28069"/>
          <a:stretch/>
        </p:blipFill>
        <p:spPr>
          <a:xfrm>
            <a:off x="4686379" y="2690574"/>
            <a:ext cx="572250" cy="272575"/>
          </a:xfrm>
          <a:prstGeom prst="rect">
            <a:avLst/>
          </a:prstGeom>
          <a:noFill/>
          <a:ln>
            <a:noFill/>
          </a:ln>
        </p:spPr>
      </p:pic>
      <p:pic>
        <p:nvPicPr>
          <p:cNvPr id="11" name="Google Shape;1305;p144">
            <a:extLst>
              <a:ext uri="{FF2B5EF4-FFF2-40B4-BE49-F238E27FC236}">
                <a16:creationId xmlns:a16="http://schemas.microsoft.com/office/drawing/2014/main" id="{BB03C4E2-4F56-F5FD-CA1A-889D67962FBE}"/>
              </a:ext>
            </a:extLst>
          </p:cNvPr>
          <p:cNvPicPr preferRelativeResize="0"/>
          <p:nvPr/>
        </p:nvPicPr>
        <p:blipFill rotWithShape="1">
          <a:blip r:embed="rId6">
            <a:alphaModFix/>
          </a:blip>
          <a:srcRect l="-132" r="-1793"/>
          <a:stretch/>
        </p:blipFill>
        <p:spPr>
          <a:xfrm>
            <a:off x="7559207" y="2447706"/>
            <a:ext cx="801585" cy="234600"/>
          </a:xfrm>
          <a:prstGeom prst="rect">
            <a:avLst/>
          </a:prstGeom>
          <a:noFill/>
          <a:ln>
            <a:noFill/>
          </a:ln>
        </p:spPr>
      </p:pic>
      <p:sp>
        <p:nvSpPr>
          <p:cNvPr id="14" name="Google Shape;1306;p144">
            <a:extLst>
              <a:ext uri="{FF2B5EF4-FFF2-40B4-BE49-F238E27FC236}">
                <a16:creationId xmlns:a16="http://schemas.microsoft.com/office/drawing/2014/main" id="{3D68E397-725D-2670-A491-F427EEF310D2}"/>
              </a:ext>
            </a:extLst>
          </p:cNvPr>
          <p:cNvSpPr txBox="1"/>
          <p:nvPr/>
        </p:nvSpPr>
        <p:spPr>
          <a:xfrm>
            <a:off x="6118050" y="2192022"/>
            <a:ext cx="2641800" cy="228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 sz="850" b="1" i="0" u="none" strike="noStrike" cap="none">
                <a:solidFill>
                  <a:srgbClr val="000000"/>
                </a:solidFill>
                <a:latin typeface="Lato"/>
                <a:ea typeface="Lato"/>
                <a:cs typeface="Lato"/>
                <a:sym typeface="Lato"/>
              </a:rPr>
              <a:t>VECTOR </a:t>
            </a:r>
            <a:r>
              <a:rPr lang="en" sz="850" i="0" u="none" strike="noStrike" cap="none">
                <a:latin typeface="Plus Jakarta Sans SemiBold"/>
                <a:ea typeface="Plus Jakarta Sans SemiBold"/>
                <a:cs typeface="Plus Jakarta Sans SemiBold"/>
                <a:sym typeface="Plus Jakarta Sans SemiBold"/>
              </a:rPr>
              <a:t>DATABASES</a:t>
            </a:r>
            <a:endParaRPr sz="850" i="0" u="none" strike="noStrike" cap="none">
              <a:latin typeface="Plus Jakarta Sans SemiBold"/>
              <a:ea typeface="Plus Jakarta Sans SemiBold"/>
              <a:cs typeface="Plus Jakarta Sans SemiBold"/>
              <a:sym typeface="Plus Jakarta Sans SemiBold"/>
            </a:endParaRPr>
          </a:p>
        </p:txBody>
      </p:sp>
      <p:sp>
        <p:nvSpPr>
          <p:cNvPr id="15" name="Google Shape;1307;p144">
            <a:extLst>
              <a:ext uri="{FF2B5EF4-FFF2-40B4-BE49-F238E27FC236}">
                <a16:creationId xmlns:a16="http://schemas.microsoft.com/office/drawing/2014/main" id="{EAF0D597-C2ED-497F-3AE9-0892E113099F}"/>
              </a:ext>
            </a:extLst>
          </p:cNvPr>
          <p:cNvSpPr/>
          <p:nvPr/>
        </p:nvSpPr>
        <p:spPr>
          <a:xfrm>
            <a:off x="4671200" y="3563450"/>
            <a:ext cx="4099200" cy="914400"/>
          </a:xfrm>
          <a:prstGeom prst="roundRect">
            <a:avLst>
              <a:gd name="adj" fmla="val 5936"/>
            </a:avLst>
          </a:prstGeom>
          <a:solidFill>
            <a:srgbClr val="F2F2F2">
              <a:alpha val="7765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lus Jakarta Sans"/>
              <a:ea typeface="Plus Jakarta Sans"/>
              <a:cs typeface="Plus Jakarta Sans"/>
              <a:sym typeface="Plus Jakarta Sans"/>
            </a:endParaRPr>
          </a:p>
        </p:txBody>
      </p:sp>
      <p:sp>
        <p:nvSpPr>
          <p:cNvPr id="16" name="Google Shape;1308;p144">
            <a:extLst>
              <a:ext uri="{FF2B5EF4-FFF2-40B4-BE49-F238E27FC236}">
                <a16:creationId xmlns:a16="http://schemas.microsoft.com/office/drawing/2014/main" id="{E307F8DB-B10B-9546-EDC6-1912B425DE71}"/>
              </a:ext>
            </a:extLst>
          </p:cNvPr>
          <p:cNvSpPr/>
          <p:nvPr/>
        </p:nvSpPr>
        <p:spPr>
          <a:xfrm>
            <a:off x="4671718" y="3563709"/>
            <a:ext cx="4099200" cy="228600"/>
          </a:xfrm>
          <a:prstGeom prst="round2SameRect">
            <a:avLst>
              <a:gd name="adj1" fmla="val 16667"/>
              <a:gd name="adj2" fmla="val 1611"/>
            </a:avLst>
          </a:prstGeom>
          <a:solidFill>
            <a:srgbClr val="E5E5E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lus Jakarta Sans"/>
              <a:ea typeface="Plus Jakarta Sans"/>
              <a:cs typeface="Plus Jakarta Sans"/>
              <a:sym typeface="Plus Jakarta Sans"/>
            </a:endParaRPr>
          </a:p>
        </p:txBody>
      </p:sp>
      <p:sp>
        <p:nvSpPr>
          <p:cNvPr id="17" name="Google Shape;1309;p144">
            <a:extLst>
              <a:ext uri="{FF2B5EF4-FFF2-40B4-BE49-F238E27FC236}">
                <a16:creationId xmlns:a16="http://schemas.microsoft.com/office/drawing/2014/main" id="{82C34EFB-2403-4F73-2742-D3A70176721E}"/>
              </a:ext>
            </a:extLst>
          </p:cNvPr>
          <p:cNvSpPr/>
          <p:nvPr/>
        </p:nvSpPr>
        <p:spPr>
          <a:xfrm>
            <a:off x="533750" y="3566700"/>
            <a:ext cx="4069200" cy="914400"/>
          </a:xfrm>
          <a:prstGeom prst="roundRect">
            <a:avLst>
              <a:gd name="adj" fmla="val 7253"/>
            </a:avLst>
          </a:prstGeom>
          <a:solidFill>
            <a:srgbClr val="F2F2F2">
              <a:alpha val="7765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lus Jakarta Sans"/>
              <a:ea typeface="Plus Jakarta Sans"/>
              <a:cs typeface="Plus Jakarta Sans"/>
              <a:sym typeface="Plus Jakarta Sans"/>
            </a:endParaRPr>
          </a:p>
        </p:txBody>
      </p:sp>
      <p:sp>
        <p:nvSpPr>
          <p:cNvPr id="18" name="Google Shape;1310;p144">
            <a:extLst>
              <a:ext uri="{FF2B5EF4-FFF2-40B4-BE49-F238E27FC236}">
                <a16:creationId xmlns:a16="http://schemas.microsoft.com/office/drawing/2014/main" id="{260AD567-ED26-0BCB-094A-D75F7CCB7C18}"/>
              </a:ext>
            </a:extLst>
          </p:cNvPr>
          <p:cNvSpPr/>
          <p:nvPr/>
        </p:nvSpPr>
        <p:spPr>
          <a:xfrm>
            <a:off x="532552" y="3568108"/>
            <a:ext cx="4069200" cy="228600"/>
          </a:xfrm>
          <a:prstGeom prst="round2SameRect">
            <a:avLst>
              <a:gd name="adj1" fmla="val 16667"/>
              <a:gd name="adj2" fmla="val 0"/>
            </a:avLst>
          </a:prstGeom>
          <a:solidFill>
            <a:srgbClr val="E5E5E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lus Jakarta Sans"/>
              <a:ea typeface="Plus Jakarta Sans"/>
              <a:cs typeface="Plus Jakarta Sans"/>
              <a:sym typeface="Plus Jakarta Sans"/>
            </a:endParaRPr>
          </a:p>
        </p:txBody>
      </p:sp>
      <p:sp>
        <p:nvSpPr>
          <p:cNvPr id="19" name="Google Shape;1311;p144">
            <a:extLst>
              <a:ext uri="{FF2B5EF4-FFF2-40B4-BE49-F238E27FC236}">
                <a16:creationId xmlns:a16="http://schemas.microsoft.com/office/drawing/2014/main" id="{BA1D4BE2-9DB5-B170-EF86-25EBB975575E}"/>
              </a:ext>
            </a:extLst>
          </p:cNvPr>
          <p:cNvSpPr/>
          <p:nvPr/>
        </p:nvSpPr>
        <p:spPr>
          <a:xfrm>
            <a:off x="530352" y="1969507"/>
            <a:ext cx="8229600" cy="228600"/>
          </a:xfrm>
          <a:prstGeom prst="round2SameRect">
            <a:avLst>
              <a:gd name="adj1" fmla="val 16667"/>
              <a:gd name="adj2" fmla="val 0"/>
            </a:avLst>
          </a:prstGeom>
          <a:solidFill>
            <a:srgbClr val="E5E5E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lus Jakarta Sans"/>
              <a:ea typeface="Plus Jakarta Sans"/>
              <a:cs typeface="Plus Jakarta Sans"/>
              <a:sym typeface="Plus Jakarta Sans"/>
            </a:endParaRPr>
          </a:p>
        </p:txBody>
      </p:sp>
      <p:sp>
        <p:nvSpPr>
          <p:cNvPr id="20" name="Google Shape;1312;p144">
            <a:extLst>
              <a:ext uri="{FF2B5EF4-FFF2-40B4-BE49-F238E27FC236}">
                <a16:creationId xmlns:a16="http://schemas.microsoft.com/office/drawing/2014/main" id="{D1B7B795-E3A4-7450-4E5E-969A6AD6E0EC}"/>
              </a:ext>
            </a:extLst>
          </p:cNvPr>
          <p:cNvSpPr/>
          <p:nvPr/>
        </p:nvSpPr>
        <p:spPr>
          <a:xfrm>
            <a:off x="533750" y="1546522"/>
            <a:ext cx="8229600" cy="3567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lt1"/>
                </a:solidFill>
                <a:latin typeface="Plus Jakarta Sans"/>
                <a:ea typeface="Plus Jakarta Sans"/>
                <a:cs typeface="Plus Jakarta Sans"/>
                <a:sym typeface="Plus Jakarta Sans"/>
              </a:rPr>
              <a:t>AI Registry</a:t>
            </a:r>
            <a:endParaRPr b="1">
              <a:solidFill>
                <a:schemeClr val="lt1"/>
              </a:solidFill>
              <a:latin typeface="Plus Jakarta Sans"/>
              <a:ea typeface="Plus Jakarta Sans"/>
              <a:cs typeface="Plus Jakarta Sans"/>
              <a:sym typeface="Plus Jakarta Sans"/>
            </a:endParaRPr>
          </a:p>
        </p:txBody>
      </p:sp>
      <p:sp>
        <p:nvSpPr>
          <p:cNvPr id="21" name="Google Shape;1313;p144">
            <a:extLst>
              <a:ext uri="{FF2B5EF4-FFF2-40B4-BE49-F238E27FC236}">
                <a16:creationId xmlns:a16="http://schemas.microsoft.com/office/drawing/2014/main" id="{DC7A8876-41AB-45F9-334E-936D4E5BF735}"/>
              </a:ext>
            </a:extLst>
          </p:cNvPr>
          <p:cNvSpPr/>
          <p:nvPr/>
        </p:nvSpPr>
        <p:spPr>
          <a:xfrm>
            <a:off x="533750" y="3113197"/>
            <a:ext cx="8229600" cy="3816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lt1"/>
                </a:solidFill>
                <a:latin typeface="Plus Jakarta Sans"/>
                <a:ea typeface="Plus Jakarta Sans"/>
                <a:cs typeface="Plus Jakarta Sans"/>
                <a:sym typeface="Plus Jakarta Sans"/>
              </a:rPr>
              <a:t>        Real-time Open Data Lakehouse</a:t>
            </a:r>
            <a:endParaRPr b="1">
              <a:solidFill>
                <a:schemeClr val="lt1"/>
              </a:solidFill>
              <a:latin typeface="Plus Jakarta Sans"/>
              <a:ea typeface="Plus Jakarta Sans"/>
              <a:cs typeface="Plus Jakarta Sans"/>
              <a:sym typeface="Plus Jakarta Sans"/>
            </a:endParaRPr>
          </a:p>
        </p:txBody>
      </p:sp>
      <p:sp>
        <p:nvSpPr>
          <p:cNvPr id="22" name="Google Shape;1314;p144">
            <a:extLst>
              <a:ext uri="{FF2B5EF4-FFF2-40B4-BE49-F238E27FC236}">
                <a16:creationId xmlns:a16="http://schemas.microsoft.com/office/drawing/2014/main" id="{87B7ABA3-838F-CA5B-13E4-31D34EB9DBB8}"/>
              </a:ext>
            </a:extLst>
          </p:cNvPr>
          <p:cNvSpPr txBox="1">
            <a:spLocks noGrp="1"/>
          </p:cNvSpPr>
          <p:nvPr>
            <p:ph type="title"/>
          </p:nvPr>
        </p:nvSpPr>
        <p:spPr>
          <a:xfrm>
            <a:off x="533400" y="284250"/>
            <a:ext cx="4284260" cy="356700"/>
          </a:xfrm>
          <a:prstGeom prst="rect">
            <a:avLst/>
          </a:prstGeom>
          <a:noFill/>
          <a:ln>
            <a:noFill/>
          </a:ln>
        </p:spPr>
        <p:txBody>
          <a:bodyPr spcFirstLastPara="1" wrap="square" lIns="91425" tIns="0" rIns="91425" bIns="45700" anchor="t" anchorCtr="0">
            <a:noAutofit/>
          </a:bodyPr>
          <a:lstStyle/>
          <a:p>
            <a:pPr marL="0" lvl="0" indent="0" algn="l" rtl="0">
              <a:spcBef>
                <a:spcPts val="0"/>
              </a:spcBef>
              <a:spcAft>
                <a:spcPts val="0"/>
              </a:spcAft>
              <a:buClr>
                <a:srgbClr val="120046"/>
              </a:buClr>
              <a:buSzPts val="2000"/>
              <a:buFont typeface="Plus Jakarta Sans Medium"/>
              <a:buNone/>
            </a:pPr>
            <a:r>
              <a:rPr lang="en" b="1" dirty="0"/>
              <a:t>Cloudera AI Ecosystem</a:t>
            </a:r>
            <a:endParaRPr b="1" dirty="0"/>
          </a:p>
        </p:txBody>
      </p:sp>
      <p:sp>
        <p:nvSpPr>
          <p:cNvPr id="23" name="Google Shape;1315;p144">
            <a:extLst>
              <a:ext uri="{FF2B5EF4-FFF2-40B4-BE49-F238E27FC236}">
                <a16:creationId xmlns:a16="http://schemas.microsoft.com/office/drawing/2014/main" id="{B067DB7A-24A2-B741-6D0E-A182986F47F9}"/>
              </a:ext>
            </a:extLst>
          </p:cNvPr>
          <p:cNvSpPr/>
          <p:nvPr/>
        </p:nvSpPr>
        <p:spPr>
          <a:xfrm>
            <a:off x="533750" y="1128950"/>
            <a:ext cx="4085100" cy="3567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lt1"/>
                </a:solidFill>
                <a:latin typeface="Plus Jakarta Sans"/>
                <a:ea typeface="Plus Jakarta Sans"/>
                <a:cs typeface="Plus Jakarta Sans"/>
                <a:sym typeface="Plus Jakarta Sans"/>
              </a:rPr>
              <a:t>AI Workbench</a:t>
            </a:r>
            <a:endParaRPr>
              <a:latin typeface="Plus Jakarta Sans"/>
              <a:ea typeface="Plus Jakarta Sans"/>
              <a:cs typeface="Plus Jakarta Sans"/>
              <a:sym typeface="Plus Jakarta Sans"/>
            </a:endParaRPr>
          </a:p>
        </p:txBody>
      </p:sp>
      <p:sp>
        <p:nvSpPr>
          <p:cNvPr id="24" name="Google Shape;1316;p144">
            <a:extLst>
              <a:ext uri="{FF2B5EF4-FFF2-40B4-BE49-F238E27FC236}">
                <a16:creationId xmlns:a16="http://schemas.microsoft.com/office/drawing/2014/main" id="{4947223B-DEFF-C2F7-D20D-2BF5ED0C04AC}"/>
              </a:ext>
            </a:extLst>
          </p:cNvPr>
          <p:cNvSpPr/>
          <p:nvPr/>
        </p:nvSpPr>
        <p:spPr>
          <a:xfrm>
            <a:off x="533750" y="721747"/>
            <a:ext cx="8229600" cy="356700"/>
          </a:xfrm>
          <a:prstGeom prst="roundRect">
            <a:avLst>
              <a:gd name="adj" fmla="val 16667"/>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lt1"/>
                </a:solidFill>
                <a:latin typeface="Plus Jakarta Sans"/>
                <a:ea typeface="Plus Jakarta Sans"/>
                <a:cs typeface="Plus Jakarta Sans"/>
                <a:sym typeface="Plus Jakarta Sans"/>
              </a:rPr>
              <a:t>AI Applications &amp; Agents</a:t>
            </a:r>
            <a:endParaRPr>
              <a:latin typeface="Plus Jakarta Sans"/>
              <a:ea typeface="Plus Jakarta Sans"/>
              <a:cs typeface="Plus Jakarta Sans"/>
              <a:sym typeface="Plus Jakarta Sans"/>
            </a:endParaRPr>
          </a:p>
        </p:txBody>
      </p:sp>
      <p:pic>
        <p:nvPicPr>
          <p:cNvPr id="25" name="Google Shape;1317;p144">
            <a:extLst>
              <a:ext uri="{FF2B5EF4-FFF2-40B4-BE49-F238E27FC236}">
                <a16:creationId xmlns:a16="http://schemas.microsoft.com/office/drawing/2014/main" id="{B1416EC7-1B8D-5DC3-531D-9D19ABCFD100}"/>
              </a:ext>
            </a:extLst>
          </p:cNvPr>
          <p:cNvPicPr preferRelativeResize="0"/>
          <p:nvPr/>
        </p:nvPicPr>
        <p:blipFill rotWithShape="1">
          <a:blip r:embed="rId7">
            <a:alphaModFix/>
          </a:blip>
          <a:srcRect t="23446" b="25859"/>
          <a:stretch/>
        </p:blipFill>
        <p:spPr>
          <a:xfrm>
            <a:off x="1810941" y="3964927"/>
            <a:ext cx="887373" cy="299832"/>
          </a:xfrm>
          <a:prstGeom prst="rect">
            <a:avLst/>
          </a:prstGeom>
          <a:noFill/>
          <a:ln>
            <a:noFill/>
          </a:ln>
        </p:spPr>
      </p:pic>
      <p:pic>
        <p:nvPicPr>
          <p:cNvPr id="26" name="Google Shape;1318;p144">
            <a:extLst>
              <a:ext uri="{FF2B5EF4-FFF2-40B4-BE49-F238E27FC236}">
                <a16:creationId xmlns:a16="http://schemas.microsoft.com/office/drawing/2014/main" id="{E54C4FB1-824D-FB95-F936-85A2C54F463E}"/>
              </a:ext>
            </a:extLst>
          </p:cNvPr>
          <p:cNvPicPr preferRelativeResize="0"/>
          <p:nvPr/>
        </p:nvPicPr>
        <p:blipFill>
          <a:blip r:embed="rId8">
            <a:alphaModFix/>
          </a:blip>
          <a:stretch>
            <a:fillRect/>
          </a:stretch>
        </p:blipFill>
        <p:spPr>
          <a:xfrm>
            <a:off x="2763317" y="3971711"/>
            <a:ext cx="572580" cy="381627"/>
          </a:xfrm>
          <a:prstGeom prst="rect">
            <a:avLst/>
          </a:prstGeom>
          <a:noFill/>
          <a:ln>
            <a:noFill/>
          </a:ln>
        </p:spPr>
      </p:pic>
      <p:pic>
        <p:nvPicPr>
          <p:cNvPr id="27" name="Google Shape;1319;p144">
            <a:extLst>
              <a:ext uri="{FF2B5EF4-FFF2-40B4-BE49-F238E27FC236}">
                <a16:creationId xmlns:a16="http://schemas.microsoft.com/office/drawing/2014/main" id="{B6F058AC-87E4-C858-D58E-B7AC610723B7}"/>
              </a:ext>
            </a:extLst>
          </p:cNvPr>
          <p:cNvPicPr preferRelativeResize="0"/>
          <p:nvPr/>
        </p:nvPicPr>
        <p:blipFill>
          <a:blip r:embed="rId9">
            <a:alphaModFix/>
          </a:blip>
          <a:stretch>
            <a:fillRect/>
          </a:stretch>
        </p:blipFill>
        <p:spPr>
          <a:xfrm>
            <a:off x="3547414" y="4033749"/>
            <a:ext cx="864119" cy="204400"/>
          </a:xfrm>
          <a:prstGeom prst="rect">
            <a:avLst/>
          </a:prstGeom>
          <a:noFill/>
          <a:ln>
            <a:noFill/>
          </a:ln>
        </p:spPr>
      </p:pic>
      <p:pic>
        <p:nvPicPr>
          <p:cNvPr id="28" name="Google Shape;1320;p144">
            <a:extLst>
              <a:ext uri="{FF2B5EF4-FFF2-40B4-BE49-F238E27FC236}">
                <a16:creationId xmlns:a16="http://schemas.microsoft.com/office/drawing/2014/main" id="{47FD9EB1-BF7F-51C7-402F-C9F6B030DCD4}"/>
              </a:ext>
            </a:extLst>
          </p:cNvPr>
          <p:cNvPicPr preferRelativeResize="0"/>
          <p:nvPr/>
        </p:nvPicPr>
        <p:blipFill>
          <a:blip r:embed="rId10">
            <a:alphaModFix/>
          </a:blip>
          <a:stretch>
            <a:fillRect/>
          </a:stretch>
        </p:blipFill>
        <p:spPr>
          <a:xfrm>
            <a:off x="707917" y="4056298"/>
            <a:ext cx="1025956" cy="159304"/>
          </a:xfrm>
          <a:prstGeom prst="rect">
            <a:avLst/>
          </a:prstGeom>
          <a:noFill/>
          <a:ln>
            <a:noFill/>
          </a:ln>
        </p:spPr>
      </p:pic>
      <p:pic>
        <p:nvPicPr>
          <p:cNvPr id="29" name="Google Shape;1321;p144">
            <a:extLst>
              <a:ext uri="{FF2B5EF4-FFF2-40B4-BE49-F238E27FC236}">
                <a16:creationId xmlns:a16="http://schemas.microsoft.com/office/drawing/2014/main" id="{FE675B43-2A61-9805-D3CC-0AA70A08E862}"/>
              </a:ext>
            </a:extLst>
          </p:cNvPr>
          <p:cNvPicPr preferRelativeResize="0"/>
          <p:nvPr/>
        </p:nvPicPr>
        <p:blipFill>
          <a:blip r:embed="rId11">
            <a:alphaModFix/>
          </a:blip>
          <a:stretch>
            <a:fillRect/>
          </a:stretch>
        </p:blipFill>
        <p:spPr>
          <a:xfrm>
            <a:off x="5420419" y="4147006"/>
            <a:ext cx="409223" cy="269965"/>
          </a:xfrm>
          <a:prstGeom prst="rect">
            <a:avLst/>
          </a:prstGeom>
          <a:noFill/>
          <a:ln>
            <a:noFill/>
          </a:ln>
        </p:spPr>
      </p:pic>
      <p:pic>
        <p:nvPicPr>
          <p:cNvPr id="30" name="Google Shape;1322;p144">
            <a:extLst>
              <a:ext uri="{FF2B5EF4-FFF2-40B4-BE49-F238E27FC236}">
                <a16:creationId xmlns:a16="http://schemas.microsoft.com/office/drawing/2014/main" id="{7BDA0D8F-A0E3-78A2-E179-EEFD6FA32B8C}"/>
              </a:ext>
            </a:extLst>
          </p:cNvPr>
          <p:cNvPicPr preferRelativeResize="0"/>
          <p:nvPr/>
        </p:nvPicPr>
        <p:blipFill>
          <a:blip r:embed="rId12">
            <a:alphaModFix/>
          </a:blip>
          <a:stretch>
            <a:fillRect/>
          </a:stretch>
        </p:blipFill>
        <p:spPr>
          <a:xfrm>
            <a:off x="6396063" y="3836782"/>
            <a:ext cx="577347" cy="324757"/>
          </a:xfrm>
          <a:prstGeom prst="rect">
            <a:avLst/>
          </a:prstGeom>
          <a:noFill/>
          <a:ln>
            <a:noFill/>
          </a:ln>
        </p:spPr>
      </p:pic>
      <p:pic>
        <p:nvPicPr>
          <p:cNvPr id="31" name="Google Shape;1323;p144">
            <a:extLst>
              <a:ext uri="{FF2B5EF4-FFF2-40B4-BE49-F238E27FC236}">
                <a16:creationId xmlns:a16="http://schemas.microsoft.com/office/drawing/2014/main" id="{DD32FDF6-B5DF-BC96-BA6F-B863AD94CC39}"/>
              </a:ext>
            </a:extLst>
          </p:cNvPr>
          <p:cNvPicPr preferRelativeResize="0"/>
          <p:nvPr/>
        </p:nvPicPr>
        <p:blipFill>
          <a:blip r:embed="rId13">
            <a:alphaModFix/>
          </a:blip>
          <a:stretch>
            <a:fillRect/>
          </a:stretch>
        </p:blipFill>
        <p:spPr>
          <a:xfrm>
            <a:off x="5079793" y="3896368"/>
            <a:ext cx="839429" cy="159442"/>
          </a:xfrm>
          <a:prstGeom prst="rect">
            <a:avLst/>
          </a:prstGeom>
          <a:noFill/>
          <a:ln>
            <a:noFill/>
          </a:ln>
        </p:spPr>
      </p:pic>
      <p:pic>
        <p:nvPicPr>
          <p:cNvPr id="32" name="Google Shape;1324;p144">
            <a:extLst>
              <a:ext uri="{FF2B5EF4-FFF2-40B4-BE49-F238E27FC236}">
                <a16:creationId xmlns:a16="http://schemas.microsoft.com/office/drawing/2014/main" id="{02AE7B5A-BAFF-0E7A-5CD2-46A0E201C8D2}"/>
              </a:ext>
            </a:extLst>
          </p:cNvPr>
          <p:cNvPicPr preferRelativeResize="0"/>
          <p:nvPr/>
        </p:nvPicPr>
        <p:blipFill>
          <a:blip r:embed="rId14">
            <a:alphaModFix/>
          </a:blip>
          <a:stretch>
            <a:fillRect/>
          </a:stretch>
        </p:blipFill>
        <p:spPr>
          <a:xfrm>
            <a:off x="7662619" y="3891488"/>
            <a:ext cx="606100" cy="204796"/>
          </a:xfrm>
          <a:prstGeom prst="rect">
            <a:avLst/>
          </a:prstGeom>
          <a:noFill/>
          <a:ln>
            <a:noFill/>
          </a:ln>
        </p:spPr>
      </p:pic>
      <p:sp>
        <p:nvSpPr>
          <p:cNvPr id="33" name="Google Shape;1325;p144">
            <a:extLst>
              <a:ext uri="{FF2B5EF4-FFF2-40B4-BE49-F238E27FC236}">
                <a16:creationId xmlns:a16="http://schemas.microsoft.com/office/drawing/2014/main" id="{F008499E-57B4-4CEA-9570-F70BD6926EC0}"/>
              </a:ext>
            </a:extLst>
          </p:cNvPr>
          <p:cNvSpPr txBox="1"/>
          <p:nvPr/>
        </p:nvSpPr>
        <p:spPr>
          <a:xfrm>
            <a:off x="533751" y="2192011"/>
            <a:ext cx="2743200" cy="228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 sz="800" b="1" i="0" u="none" strike="noStrike" cap="none">
                <a:solidFill>
                  <a:srgbClr val="000000"/>
                </a:solidFill>
                <a:latin typeface="Plus Jakarta Sans"/>
                <a:ea typeface="Plus Jakarta Sans"/>
                <a:cs typeface="Plus Jakarta Sans"/>
                <a:sym typeface="Plus Jakarta Sans"/>
              </a:rPr>
              <a:t>FRAMEWORKS</a:t>
            </a:r>
            <a:endParaRPr sz="800" b="1" i="0" u="none" strike="noStrike" cap="none">
              <a:solidFill>
                <a:srgbClr val="000000"/>
              </a:solidFill>
              <a:latin typeface="Plus Jakarta Sans"/>
              <a:ea typeface="Plus Jakarta Sans"/>
              <a:cs typeface="Plus Jakarta Sans"/>
              <a:sym typeface="Plus Jakarta Sans"/>
            </a:endParaRPr>
          </a:p>
        </p:txBody>
      </p:sp>
      <p:pic>
        <p:nvPicPr>
          <p:cNvPr id="34" name="Google Shape;1326;p144">
            <a:extLst>
              <a:ext uri="{FF2B5EF4-FFF2-40B4-BE49-F238E27FC236}">
                <a16:creationId xmlns:a16="http://schemas.microsoft.com/office/drawing/2014/main" id="{B3CC417B-0618-B0CA-2238-845CC710459A}"/>
              </a:ext>
            </a:extLst>
          </p:cNvPr>
          <p:cNvPicPr preferRelativeResize="0"/>
          <p:nvPr/>
        </p:nvPicPr>
        <p:blipFill rotWithShape="1">
          <a:blip r:embed="rId15">
            <a:alphaModFix/>
          </a:blip>
          <a:srcRect/>
          <a:stretch/>
        </p:blipFill>
        <p:spPr>
          <a:xfrm>
            <a:off x="2197858" y="2774508"/>
            <a:ext cx="896113" cy="152747"/>
          </a:xfrm>
          <a:prstGeom prst="rect">
            <a:avLst/>
          </a:prstGeom>
          <a:noFill/>
          <a:ln>
            <a:noFill/>
          </a:ln>
        </p:spPr>
      </p:pic>
      <p:pic>
        <p:nvPicPr>
          <p:cNvPr id="35" name="Google Shape;1327;p144">
            <a:extLst>
              <a:ext uri="{FF2B5EF4-FFF2-40B4-BE49-F238E27FC236}">
                <a16:creationId xmlns:a16="http://schemas.microsoft.com/office/drawing/2014/main" id="{65AEFF5F-0FFB-DBB0-7101-F933EBF16569}"/>
              </a:ext>
            </a:extLst>
          </p:cNvPr>
          <p:cNvPicPr preferRelativeResize="0"/>
          <p:nvPr/>
        </p:nvPicPr>
        <p:blipFill rotWithShape="1">
          <a:blip r:embed="rId16">
            <a:alphaModFix/>
          </a:blip>
          <a:srcRect/>
          <a:stretch/>
        </p:blipFill>
        <p:spPr>
          <a:xfrm>
            <a:off x="902439" y="2680149"/>
            <a:ext cx="292608" cy="292608"/>
          </a:xfrm>
          <a:prstGeom prst="rect">
            <a:avLst/>
          </a:prstGeom>
          <a:noFill/>
          <a:ln>
            <a:noFill/>
          </a:ln>
        </p:spPr>
      </p:pic>
      <p:pic>
        <p:nvPicPr>
          <p:cNvPr id="36" name="Google Shape;1328;p144">
            <a:extLst>
              <a:ext uri="{FF2B5EF4-FFF2-40B4-BE49-F238E27FC236}">
                <a16:creationId xmlns:a16="http://schemas.microsoft.com/office/drawing/2014/main" id="{82DDF750-6553-AE91-26FE-EDBAAA5E8D03}"/>
              </a:ext>
            </a:extLst>
          </p:cNvPr>
          <p:cNvPicPr preferRelativeResize="0"/>
          <p:nvPr/>
        </p:nvPicPr>
        <p:blipFill rotWithShape="1">
          <a:blip r:embed="rId17">
            <a:alphaModFix/>
          </a:blip>
          <a:srcRect/>
          <a:stretch/>
        </p:blipFill>
        <p:spPr>
          <a:xfrm>
            <a:off x="1643490" y="2548496"/>
            <a:ext cx="320954" cy="320954"/>
          </a:xfrm>
          <a:prstGeom prst="rect">
            <a:avLst/>
          </a:prstGeom>
          <a:noFill/>
          <a:ln>
            <a:noFill/>
          </a:ln>
        </p:spPr>
      </p:pic>
      <p:pic>
        <p:nvPicPr>
          <p:cNvPr id="37" name="Google Shape;1329;p144">
            <a:extLst>
              <a:ext uri="{FF2B5EF4-FFF2-40B4-BE49-F238E27FC236}">
                <a16:creationId xmlns:a16="http://schemas.microsoft.com/office/drawing/2014/main" id="{5F7A6BD5-C8FB-08A6-A923-765EE33D51CB}"/>
              </a:ext>
            </a:extLst>
          </p:cNvPr>
          <p:cNvPicPr preferRelativeResize="0"/>
          <p:nvPr/>
        </p:nvPicPr>
        <p:blipFill rotWithShape="1">
          <a:blip r:embed="rId18">
            <a:alphaModFix/>
          </a:blip>
          <a:srcRect t="28161" b="28512"/>
          <a:stretch/>
        </p:blipFill>
        <p:spPr>
          <a:xfrm>
            <a:off x="2361951" y="2446904"/>
            <a:ext cx="621792" cy="268014"/>
          </a:xfrm>
          <a:prstGeom prst="rect">
            <a:avLst/>
          </a:prstGeom>
          <a:noFill/>
          <a:ln>
            <a:noFill/>
          </a:ln>
        </p:spPr>
      </p:pic>
      <p:sp>
        <p:nvSpPr>
          <p:cNvPr id="38" name="Google Shape;1330;p144">
            <a:extLst>
              <a:ext uri="{FF2B5EF4-FFF2-40B4-BE49-F238E27FC236}">
                <a16:creationId xmlns:a16="http://schemas.microsoft.com/office/drawing/2014/main" id="{0A997CCB-228E-818E-C388-26DDC36E849B}"/>
              </a:ext>
            </a:extLst>
          </p:cNvPr>
          <p:cNvSpPr txBox="1"/>
          <p:nvPr/>
        </p:nvSpPr>
        <p:spPr>
          <a:xfrm>
            <a:off x="3273550" y="2192022"/>
            <a:ext cx="2844600" cy="228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 sz="800" b="1" i="0" u="none" strike="noStrike" cap="none">
                <a:latin typeface="Plus Jakarta Sans"/>
                <a:ea typeface="Plus Jakarta Sans"/>
                <a:cs typeface="Plus Jakarta Sans"/>
                <a:sym typeface="Plus Jakarta Sans"/>
              </a:rPr>
              <a:t>MODELS</a:t>
            </a:r>
            <a:endParaRPr sz="800" b="1" i="0" u="none" strike="noStrike" cap="none">
              <a:latin typeface="Plus Jakarta Sans"/>
              <a:ea typeface="Plus Jakarta Sans"/>
              <a:cs typeface="Plus Jakarta Sans"/>
              <a:sym typeface="Plus Jakarta Sans"/>
            </a:endParaRPr>
          </a:p>
        </p:txBody>
      </p:sp>
      <p:pic>
        <p:nvPicPr>
          <p:cNvPr id="39" name="Google Shape;1331;p144">
            <a:extLst>
              <a:ext uri="{FF2B5EF4-FFF2-40B4-BE49-F238E27FC236}">
                <a16:creationId xmlns:a16="http://schemas.microsoft.com/office/drawing/2014/main" id="{3D7129D1-2965-2D8E-4D01-4524A1460254}"/>
              </a:ext>
            </a:extLst>
          </p:cNvPr>
          <p:cNvPicPr preferRelativeResize="0"/>
          <p:nvPr/>
        </p:nvPicPr>
        <p:blipFill rotWithShape="1">
          <a:blip r:embed="rId19">
            <a:alphaModFix/>
          </a:blip>
          <a:srcRect l="9508" t="19091" r="8524" b="15906"/>
          <a:stretch/>
        </p:blipFill>
        <p:spPr>
          <a:xfrm>
            <a:off x="7741997" y="2730324"/>
            <a:ext cx="431114" cy="227627"/>
          </a:xfrm>
          <a:prstGeom prst="rect">
            <a:avLst/>
          </a:prstGeom>
          <a:noFill/>
          <a:ln>
            <a:noFill/>
          </a:ln>
        </p:spPr>
      </p:pic>
      <p:pic>
        <p:nvPicPr>
          <p:cNvPr id="40" name="Google Shape;1332;p144">
            <a:extLst>
              <a:ext uri="{FF2B5EF4-FFF2-40B4-BE49-F238E27FC236}">
                <a16:creationId xmlns:a16="http://schemas.microsoft.com/office/drawing/2014/main" id="{D57A1D2E-4181-E681-2991-DBE00B9C0CFE}"/>
              </a:ext>
            </a:extLst>
          </p:cNvPr>
          <p:cNvPicPr preferRelativeResize="0"/>
          <p:nvPr/>
        </p:nvPicPr>
        <p:blipFill rotWithShape="1">
          <a:blip r:embed="rId20">
            <a:alphaModFix/>
          </a:blip>
          <a:srcRect/>
          <a:stretch/>
        </p:blipFill>
        <p:spPr>
          <a:xfrm>
            <a:off x="6527698" y="2796969"/>
            <a:ext cx="710583" cy="167856"/>
          </a:xfrm>
          <a:prstGeom prst="rect">
            <a:avLst/>
          </a:prstGeom>
          <a:noFill/>
          <a:ln>
            <a:noFill/>
          </a:ln>
        </p:spPr>
      </p:pic>
      <p:cxnSp>
        <p:nvCxnSpPr>
          <p:cNvPr id="41" name="Google Shape;1333;p144">
            <a:extLst>
              <a:ext uri="{FF2B5EF4-FFF2-40B4-BE49-F238E27FC236}">
                <a16:creationId xmlns:a16="http://schemas.microsoft.com/office/drawing/2014/main" id="{4590EAB4-82F0-4463-EC38-ECB32E5D869E}"/>
              </a:ext>
            </a:extLst>
          </p:cNvPr>
          <p:cNvCxnSpPr/>
          <p:nvPr/>
        </p:nvCxnSpPr>
        <p:spPr>
          <a:xfrm>
            <a:off x="3273552" y="2313931"/>
            <a:ext cx="0" cy="663000"/>
          </a:xfrm>
          <a:prstGeom prst="straightConnector1">
            <a:avLst/>
          </a:prstGeom>
          <a:noFill/>
          <a:ln w="19050" cap="flat" cmpd="sng">
            <a:solidFill>
              <a:srgbClr val="E5E5E5"/>
            </a:solidFill>
            <a:prstDash val="solid"/>
            <a:round/>
            <a:headEnd type="none" w="sm" len="sm"/>
            <a:tailEnd type="none" w="sm" len="sm"/>
          </a:ln>
        </p:spPr>
      </p:cxnSp>
      <p:cxnSp>
        <p:nvCxnSpPr>
          <p:cNvPr id="42" name="Google Shape;1334;p144">
            <a:extLst>
              <a:ext uri="{FF2B5EF4-FFF2-40B4-BE49-F238E27FC236}">
                <a16:creationId xmlns:a16="http://schemas.microsoft.com/office/drawing/2014/main" id="{7143A5B1-3797-72D1-4150-16BC80C18BDF}"/>
              </a:ext>
            </a:extLst>
          </p:cNvPr>
          <p:cNvCxnSpPr/>
          <p:nvPr/>
        </p:nvCxnSpPr>
        <p:spPr>
          <a:xfrm>
            <a:off x="6118052" y="2313931"/>
            <a:ext cx="0" cy="663000"/>
          </a:xfrm>
          <a:prstGeom prst="straightConnector1">
            <a:avLst/>
          </a:prstGeom>
          <a:noFill/>
          <a:ln w="19050" cap="flat" cmpd="sng">
            <a:solidFill>
              <a:srgbClr val="E5E5E5"/>
            </a:solidFill>
            <a:prstDash val="solid"/>
            <a:round/>
            <a:headEnd type="none" w="sm" len="sm"/>
            <a:tailEnd type="none" w="sm" len="sm"/>
          </a:ln>
        </p:spPr>
      </p:cxnSp>
      <p:sp>
        <p:nvSpPr>
          <p:cNvPr id="43" name="Google Shape;1335;p144">
            <a:extLst>
              <a:ext uri="{FF2B5EF4-FFF2-40B4-BE49-F238E27FC236}">
                <a16:creationId xmlns:a16="http://schemas.microsoft.com/office/drawing/2014/main" id="{70566391-B249-E369-9D8B-67B456D9F4BA}"/>
              </a:ext>
            </a:extLst>
          </p:cNvPr>
          <p:cNvSpPr txBox="1"/>
          <p:nvPr/>
        </p:nvSpPr>
        <p:spPr>
          <a:xfrm>
            <a:off x="3886202" y="1960699"/>
            <a:ext cx="1371600" cy="228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1">
                <a:latin typeface="Plus Jakarta Sans"/>
                <a:ea typeface="Plus Jakarta Sans"/>
                <a:cs typeface="Plus Jakarta Sans"/>
                <a:sym typeface="Plus Jakarta Sans"/>
              </a:rPr>
              <a:t>AI Ecosystem</a:t>
            </a:r>
            <a:endParaRPr sz="1000" b="1" i="0" u="none" strike="noStrike" cap="none">
              <a:latin typeface="Plus Jakarta Sans"/>
              <a:ea typeface="Plus Jakarta Sans"/>
              <a:cs typeface="Plus Jakarta Sans"/>
              <a:sym typeface="Plus Jakarta Sans"/>
            </a:endParaRPr>
          </a:p>
        </p:txBody>
      </p:sp>
      <p:pic>
        <p:nvPicPr>
          <p:cNvPr id="44" name="Google Shape;1336;p144">
            <a:extLst>
              <a:ext uri="{FF2B5EF4-FFF2-40B4-BE49-F238E27FC236}">
                <a16:creationId xmlns:a16="http://schemas.microsoft.com/office/drawing/2014/main" id="{CCEF3B12-3950-E273-EFE8-A403997ABF82}"/>
              </a:ext>
            </a:extLst>
          </p:cNvPr>
          <p:cNvPicPr preferRelativeResize="0"/>
          <p:nvPr/>
        </p:nvPicPr>
        <p:blipFill rotWithShape="1">
          <a:blip r:embed="rId21">
            <a:alphaModFix/>
          </a:blip>
          <a:srcRect/>
          <a:stretch/>
        </p:blipFill>
        <p:spPr>
          <a:xfrm>
            <a:off x="4931730" y="2477450"/>
            <a:ext cx="156308" cy="156309"/>
          </a:xfrm>
          <a:prstGeom prst="rect">
            <a:avLst/>
          </a:prstGeom>
          <a:noFill/>
          <a:ln>
            <a:noFill/>
          </a:ln>
        </p:spPr>
      </p:pic>
      <p:pic>
        <p:nvPicPr>
          <p:cNvPr id="45" name="Google Shape;1337;p144">
            <a:extLst>
              <a:ext uri="{FF2B5EF4-FFF2-40B4-BE49-F238E27FC236}">
                <a16:creationId xmlns:a16="http://schemas.microsoft.com/office/drawing/2014/main" id="{E1127961-C6EF-F3D3-E8F0-E5E3CD3F4556}"/>
              </a:ext>
            </a:extLst>
          </p:cNvPr>
          <p:cNvPicPr preferRelativeResize="0"/>
          <p:nvPr/>
        </p:nvPicPr>
        <p:blipFill rotWithShape="1">
          <a:blip r:embed="rId22">
            <a:alphaModFix/>
          </a:blip>
          <a:srcRect/>
          <a:stretch/>
        </p:blipFill>
        <p:spPr>
          <a:xfrm>
            <a:off x="3442530" y="2424987"/>
            <a:ext cx="465551" cy="177344"/>
          </a:xfrm>
          <a:prstGeom prst="rect">
            <a:avLst/>
          </a:prstGeom>
          <a:noFill/>
          <a:ln>
            <a:noFill/>
          </a:ln>
        </p:spPr>
      </p:pic>
      <p:pic>
        <p:nvPicPr>
          <p:cNvPr id="46" name="Google Shape;1338;p144">
            <a:extLst>
              <a:ext uri="{FF2B5EF4-FFF2-40B4-BE49-F238E27FC236}">
                <a16:creationId xmlns:a16="http://schemas.microsoft.com/office/drawing/2014/main" id="{70F6E545-80FE-9503-CF09-2FE4316B5E34}"/>
              </a:ext>
            </a:extLst>
          </p:cNvPr>
          <p:cNvPicPr preferRelativeResize="0"/>
          <p:nvPr/>
        </p:nvPicPr>
        <p:blipFill rotWithShape="1">
          <a:blip r:embed="rId23">
            <a:alphaModFix/>
          </a:blip>
          <a:srcRect/>
          <a:stretch/>
        </p:blipFill>
        <p:spPr>
          <a:xfrm>
            <a:off x="2987225" y="3176053"/>
            <a:ext cx="289725" cy="272576"/>
          </a:xfrm>
          <a:prstGeom prst="rect">
            <a:avLst/>
          </a:prstGeom>
          <a:noFill/>
          <a:ln>
            <a:noFill/>
          </a:ln>
        </p:spPr>
      </p:pic>
      <p:pic>
        <p:nvPicPr>
          <p:cNvPr id="47" name="Google Shape;1339;p144">
            <a:extLst>
              <a:ext uri="{FF2B5EF4-FFF2-40B4-BE49-F238E27FC236}">
                <a16:creationId xmlns:a16="http://schemas.microsoft.com/office/drawing/2014/main" id="{5E1F2A9B-376E-6BE9-DF19-5EC7217A1280}"/>
              </a:ext>
            </a:extLst>
          </p:cNvPr>
          <p:cNvPicPr preferRelativeResize="0"/>
          <p:nvPr/>
        </p:nvPicPr>
        <p:blipFill rotWithShape="1">
          <a:blip r:embed="rId24">
            <a:alphaModFix/>
          </a:blip>
          <a:srcRect/>
          <a:stretch/>
        </p:blipFill>
        <p:spPr>
          <a:xfrm>
            <a:off x="5455905" y="2734349"/>
            <a:ext cx="454264" cy="185000"/>
          </a:xfrm>
          <a:prstGeom prst="rect">
            <a:avLst/>
          </a:prstGeom>
          <a:noFill/>
          <a:ln>
            <a:noFill/>
          </a:ln>
        </p:spPr>
      </p:pic>
      <p:grpSp>
        <p:nvGrpSpPr>
          <p:cNvPr id="48" name="Google Shape;1340;p144">
            <a:extLst>
              <a:ext uri="{FF2B5EF4-FFF2-40B4-BE49-F238E27FC236}">
                <a16:creationId xmlns:a16="http://schemas.microsoft.com/office/drawing/2014/main" id="{73CE1F11-7AE0-E08C-E40A-B5D3BEA8E998}"/>
              </a:ext>
            </a:extLst>
          </p:cNvPr>
          <p:cNvGrpSpPr/>
          <p:nvPr/>
        </p:nvGrpSpPr>
        <p:grpSpPr>
          <a:xfrm>
            <a:off x="6504581" y="2480601"/>
            <a:ext cx="731550" cy="146289"/>
            <a:chOff x="2534326" y="2290843"/>
            <a:chExt cx="1643195" cy="332400"/>
          </a:xfrm>
        </p:grpSpPr>
        <p:sp>
          <p:nvSpPr>
            <p:cNvPr id="49" name="Google Shape;1341;p144">
              <a:extLst>
                <a:ext uri="{FF2B5EF4-FFF2-40B4-BE49-F238E27FC236}">
                  <a16:creationId xmlns:a16="http://schemas.microsoft.com/office/drawing/2014/main" id="{FC52BD76-E897-B503-EB75-DD7FF974BA67}"/>
                </a:ext>
              </a:extLst>
            </p:cNvPr>
            <p:cNvSpPr/>
            <p:nvPr/>
          </p:nvSpPr>
          <p:spPr>
            <a:xfrm>
              <a:off x="2904712" y="2365861"/>
              <a:ext cx="162227" cy="241662"/>
            </a:xfrm>
            <a:custGeom>
              <a:avLst/>
              <a:gdLst/>
              <a:ahLst/>
              <a:cxnLst/>
              <a:rect l="l" t="t" r="r" b="b"/>
              <a:pathLst>
                <a:path w="167244" h="249136" extrusionOk="0">
                  <a:moveTo>
                    <a:pt x="0" y="0"/>
                  </a:moveTo>
                  <a:lnTo>
                    <a:pt x="87701" y="0"/>
                  </a:lnTo>
                  <a:cubicBezTo>
                    <a:pt x="151168" y="0"/>
                    <a:pt x="167245" y="38393"/>
                    <a:pt x="167245" y="69686"/>
                  </a:cubicBezTo>
                  <a:cubicBezTo>
                    <a:pt x="167245" y="100978"/>
                    <a:pt x="150808" y="139373"/>
                    <a:pt x="87701" y="139373"/>
                  </a:cubicBezTo>
                  <a:lnTo>
                    <a:pt x="33593" y="139373"/>
                  </a:lnTo>
                  <a:lnTo>
                    <a:pt x="33593" y="249137"/>
                  </a:lnTo>
                  <a:lnTo>
                    <a:pt x="0" y="249137"/>
                  </a:lnTo>
                  <a:lnTo>
                    <a:pt x="0" y="0"/>
                  </a:lnTo>
                  <a:close/>
                  <a:moveTo>
                    <a:pt x="33593" y="109764"/>
                  </a:moveTo>
                  <a:lnTo>
                    <a:pt x="77864" y="109764"/>
                  </a:lnTo>
                  <a:cubicBezTo>
                    <a:pt x="104497" y="109764"/>
                    <a:pt x="131132" y="103506"/>
                    <a:pt x="131132" y="69686"/>
                  </a:cubicBezTo>
                  <a:cubicBezTo>
                    <a:pt x="131132" y="35866"/>
                    <a:pt x="104497" y="29607"/>
                    <a:pt x="77864" y="29607"/>
                  </a:cubicBezTo>
                  <a:lnTo>
                    <a:pt x="33593" y="29607"/>
                  </a:lnTo>
                  <a:lnTo>
                    <a:pt x="33593" y="109764"/>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 name="Google Shape;1342;p144">
              <a:extLst>
                <a:ext uri="{FF2B5EF4-FFF2-40B4-BE49-F238E27FC236}">
                  <a16:creationId xmlns:a16="http://schemas.microsoft.com/office/drawing/2014/main" id="{B55AA786-4373-6346-1CBE-07B08C5D5D29}"/>
                </a:ext>
              </a:extLst>
            </p:cNvPr>
            <p:cNvSpPr/>
            <p:nvPr/>
          </p:nvSpPr>
          <p:spPr>
            <a:xfrm>
              <a:off x="3087042" y="2364694"/>
              <a:ext cx="44821" cy="242830"/>
            </a:xfrm>
            <a:custGeom>
              <a:avLst/>
              <a:gdLst/>
              <a:ahLst/>
              <a:cxnLst/>
              <a:rect l="l" t="t" r="r" b="b"/>
              <a:pathLst>
                <a:path w="46207" h="250340" extrusionOk="0">
                  <a:moveTo>
                    <a:pt x="23052" y="0"/>
                  </a:moveTo>
                  <a:cubicBezTo>
                    <a:pt x="35769" y="0"/>
                    <a:pt x="46087" y="10231"/>
                    <a:pt x="46207" y="22989"/>
                  </a:cubicBezTo>
                  <a:cubicBezTo>
                    <a:pt x="46326" y="35746"/>
                    <a:pt x="36248" y="46217"/>
                    <a:pt x="23652" y="46457"/>
                  </a:cubicBezTo>
                  <a:cubicBezTo>
                    <a:pt x="10935" y="46819"/>
                    <a:pt x="376" y="36829"/>
                    <a:pt x="16" y="24072"/>
                  </a:cubicBezTo>
                  <a:cubicBezTo>
                    <a:pt x="-224" y="17813"/>
                    <a:pt x="2177" y="11675"/>
                    <a:pt x="6495" y="7101"/>
                  </a:cubicBezTo>
                  <a:cubicBezTo>
                    <a:pt x="10814" y="2528"/>
                    <a:pt x="16813" y="0"/>
                    <a:pt x="23171" y="0"/>
                  </a:cubicBezTo>
                  <a:lnTo>
                    <a:pt x="23052" y="0"/>
                  </a:lnTo>
                  <a:close/>
                  <a:moveTo>
                    <a:pt x="7575" y="83528"/>
                  </a:moveTo>
                  <a:lnTo>
                    <a:pt x="38768" y="83528"/>
                  </a:lnTo>
                  <a:lnTo>
                    <a:pt x="38768" y="250341"/>
                  </a:lnTo>
                  <a:lnTo>
                    <a:pt x="7575" y="250341"/>
                  </a:lnTo>
                  <a:lnTo>
                    <a:pt x="7575" y="8352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1343;p144">
              <a:extLst>
                <a:ext uri="{FF2B5EF4-FFF2-40B4-BE49-F238E27FC236}">
                  <a16:creationId xmlns:a16="http://schemas.microsoft.com/office/drawing/2014/main" id="{DFE7A5EC-A271-B6D7-A4E4-4B87367213D3}"/>
                </a:ext>
              </a:extLst>
            </p:cNvPr>
            <p:cNvSpPr/>
            <p:nvPr/>
          </p:nvSpPr>
          <p:spPr>
            <a:xfrm>
              <a:off x="3159623" y="2441474"/>
              <a:ext cx="142558" cy="165994"/>
            </a:xfrm>
            <a:custGeom>
              <a:avLst/>
              <a:gdLst/>
              <a:ahLst/>
              <a:cxnLst/>
              <a:rect l="l" t="t" r="r" b="b"/>
              <a:pathLst>
                <a:path w="146967" h="171128" extrusionOk="0">
                  <a:moveTo>
                    <a:pt x="0" y="4316"/>
                  </a:moveTo>
                  <a:lnTo>
                    <a:pt x="31553" y="4316"/>
                  </a:lnTo>
                  <a:lnTo>
                    <a:pt x="31553" y="30071"/>
                  </a:lnTo>
                  <a:lnTo>
                    <a:pt x="32273" y="30071"/>
                  </a:lnTo>
                  <a:cubicBezTo>
                    <a:pt x="43310" y="10334"/>
                    <a:pt x="64545" y="-1221"/>
                    <a:pt x="86981" y="103"/>
                  </a:cubicBezTo>
                  <a:cubicBezTo>
                    <a:pt x="119254" y="103"/>
                    <a:pt x="146968" y="19480"/>
                    <a:pt x="146968" y="63772"/>
                  </a:cubicBezTo>
                  <a:lnTo>
                    <a:pt x="146968" y="171129"/>
                  </a:lnTo>
                  <a:lnTo>
                    <a:pt x="115774" y="171129"/>
                  </a:lnTo>
                  <a:lnTo>
                    <a:pt x="115774" y="72678"/>
                  </a:lnTo>
                  <a:cubicBezTo>
                    <a:pt x="115774" y="41265"/>
                    <a:pt x="97899" y="29710"/>
                    <a:pt x="77863" y="29710"/>
                  </a:cubicBezTo>
                  <a:cubicBezTo>
                    <a:pt x="51589" y="29710"/>
                    <a:pt x="31553" y="46561"/>
                    <a:pt x="31553" y="85315"/>
                  </a:cubicBezTo>
                  <a:lnTo>
                    <a:pt x="31553" y="171129"/>
                  </a:lnTo>
                  <a:lnTo>
                    <a:pt x="0" y="171129"/>
                  </a:lnTo>
                  <a:lnTo>
                    <a:pt x="0" y="4316"/>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 name="Google Shape;1344;p144">
              <a:extLst>
                <a:ext uri="{FF2B5EF4-FFF2-40B4-BE49-F238E27FC236}">
                  <a16:creationId xmlns:a16="http://schemas.microsoft.com/office/drawing/2014/main" id="{3C17A454-A30D-13E8-1313-575FD77362BD}"/>
                </a:ext>
              </a:extLst>
            </p:cNvPr>
            <p:cNvSpPr/>
            <p:nvPr/>
          </p:nvSpPr>
          <p:spPr>
            <a:xfrm>
              <a:off x="3325387" y="2441557"/>
              <a:ext cx="161594" cy="170122"/>
            </a:xfrm>
            <a:custGeom>
              <a:avLst/>
              <a:gdLst/>
              <a:ahLst/>
              <a:cxnLst/>
              <a:rect l="l" t="t" r="r" b="b"/>
              <a:pathLst>
                <a:path w="166592" h="175384" extrusionOk="0">
                  <a:moveTo>
                    <a:pt x="33780" y="99312"/>
                  </a:moveTo>
                  <a:cubicBezTo>
                    <a:pt x="33780" y="128438"/>
                    <a:pt x="60774" y="147455"/>
                    <a:pt x="89932" y="147455"/>
                  </a:cubicBezTo>
                  <a:cubicBezTo>
                    <a:pt x="108162" y="146974"/>
                    <a:pt x="125205" y="137706"/>
                    <a:pt x="135516" y="122541"/>
                  </a:cubicBezTo>
                  <a:lnTo>
                    <a:pt x="159519" y="140835"/>
                  </a:lnTo>
                  <a:cubicBezTo>
                    <a:pt x="142115" y="163943"/>
                    <a:pt x="114400" y="176821"/>
                    <a:pt x="85612" y="175257"/>
                  </a:cubicBezTo>
                  <a:cubicBezTo>
                    <a:pt x="32944" y="175257"/>
                    <a:pt x="73" y="137345"/>
                    <a:pt x="73" y="87638"/>
                  </a:cubicBezTo>
                  <a:cubicBezTo>
                    <a:pt x="-895" y="64409"/>
                    <a:pt x="7745" y="41902"/>
                    <a:pt x="23943" y="25293"/>
                  </a:cubicBezTo>
                  <a:cubicBezTo>
                    <a:pt x="40141" y="8684"/>
                    <a:pt x="62454" y="-463"/>
                    <a:pt x="85612" y="18"/>
                  </a:cubicBezTo>
                  <a:cubicBezTo>
                    <a:pt x="144157" y="18"/>
                    <a:pt x="166593" y="45031"/>
                    <a:pt x="166593" y="87999"/>
                  </a:cubicBezTo>
                  <a:lnTo>
                    <a:pt x="166593" y="99312"/>
                  </a:lnTo>
                  <a:lnTo>
                    <a:pt x="33780" y="99312"/>
                  </a:lnTo>
                  <a:close/>
                  <a:moveTo>
                    <a:pt x="133598" y="73917"/>
                  </a:moveTo>
                  <a:cubicBezTo>
                    <a:pt x="132877" y="46114"/>
                    <a:pt x="117400" y="25775"/>
                    <a:pt x="85612" y="25775"/>
                  </a:cubicBezTo>
                  <a:cubicBezTo>
                    <a:pt x="58381" y="25534"/>
                    <a:pt x="35821" y="46716"/>
                    <a:pt x="34017" y="73917"/>
                  </a:cubicBezTo>
                  <a:lnTo>
                    <a:pt x="133598" y="73917"/>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 name="Google Shape;1345;p144">
              <a:extLst>
                <a:ext uri="{FF2B5EF4-FFF2-40B4-BE49-F238E27FC236}">
                  <a16:creationId xmlns:a16="http://schemas.microsoft.com/office/drawing/2014/main" id="{ACC7CC85-7200-BABA-A5B9-CE0C2B03F975}"/>
                </a:ext>
              </a:extLst>
            </p:cNvPr>
            <p:cNvSpPr/>
            <p:nvPr/>
          </p:nvSpPr>
          <p:spPr>
            <a:xfrm>
              <a:off x="3502599" y="2441522"/>
              <a:ext cx="146366" cy="169906"/>
            </a:xfrm>
            <a:custGeom>
              <a:avLst/>
              <a:gdLst/>
              <a:ahLst/>
              <a:cxnLst/>
              <a:rect l="l" t="t" r="r" b="b"/>
              <a:pathLst>
                <a:path w="150893" h="175161" extrusionOk="0">
                  <a:moveTo>
                    <a:pt x="127015" y="48678"/>
                  </a:moveTo>
                  <a:cubicBezTo>
                    <a:pt x="116703" y="36522"/>
                    <a:pt x="101578" y="29662"/>
                    <a:pt x="85627" y="30023"/>
                  </a:cubicBezTo>
                  <a:cubicBezTo>
                    <a:pt x="51313" y="30023"/>
                    <a:pt x="33681" y="57825"/>
                    <a:pt x="33681" y="89118"/>
                  </a:cubicBezTo>
                  <a:cubicBezTo>
                    <a:pt x="32836" y="103921"/>
                    <a:pt x="38115" y="118364"/>
                    <a:pt x="48312" y="129197"/>
                  </a:cubicBezTo>
                  <a:cubicBezTo>
                    <a:pt x="58510" y="139908"/>
                    <a:pt x="72667" y="145926"/>
                    <a:pt x="87421" y="145806"/>
                  </a:cubicBezTo>
                  <a:cubicBezTo>
                    <a:pt x="103021" y="146287"/>
                    <a:pt x="118023" y="139427"/>
                    <a:pt x="127736" y="127151"/>
                  </a:cubicBezTo>
                  <a:lnTo>
                    <a:pt x="150172" y="149417"/>
                  </a:lnTo>
                  <a:cubicBezTo>
                    <a:pt x="133851" y="166747"/>
                    <a:pt x="110816" y="176135"/>
                    <a:pt x="87070" y="175052"/>
                  </a:cubicBezTo>
                  <a:cubicBezTo>
                    <a:pt x="63675" y="176256"/>
                    <a:pt x="40992" y="167470"/>
                    <a:pt x="24443" y="150861"/>
                  </a:cubicBezTo>
                  <a:cubicBezTo>
                    <a:pt x="7884" y="134372"/>
                    <a:pt x="-994" y="111504"/>
                    <a:pt x="89" y="88035"/>
                  </a:cubicBezTo>
                  <a:cubicBezTo>
                    <a:pt x="-994" y="64565"/>
                    <a:pt x="7884" y="41577"/>
                    <a:pt x="24319" y="24968"/>
                  </a:cubicBezTo>
                  <a:cubicBezTo>
                    <a:pt x="40878" y="8239"/>
                    <a:pt x="63552" y="-788"/>
                    <a:pt x="87070" y="54"/>
                  </a:cubicBezTo>
                  <a:cubicBezTo>
                    <a:pt x="111063" y="-548"/>
                    <a:pt x="134212" y="8961"/>
                    <a:pt x="150894" y="26413"/>
                  </a:cubicBezTo>
                  <a:lnTo>
                    <a:pt x="127015" y="48558"/>
                  </a:lnTo>
                  <a:lnTo>
                    <a:pt x="127015" y="4867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 name="Google Shape;1346;p144">
              <a:extLst>
                <a:ext uri="{FF2B5EF4-FFF2-40B4-BE49-F238E27FC236}">
                  <a16:creationId xmlns:a16="http://schemas.microsoft.com/office/drawing/2014/main" id="{8D6A9A09-B71B-3621-C4A7-69BAFC0E79B0}"/>
                </a:ext>
              </a:extLst>
            </p:cNvPr>
            <p:cNvSpPr/>
            <p:nvPr/>
          </p:nvSpPr>
          <p:spPr>
            <a:xfrm>
              <a:off x="3652579" y="2441564"/>
              <a:ext cx="169448" cy="169992"/>
            </a:xfrm>
            <a:custGeom>
              <a:avLst/>
              <a:gdLst/>
              <a:ahLst/>
              <a:cxnLst/>
              <a:rect l="l" t="t" r="r" b="b"/>
              <a:pathLst>
                <a:path w="174689" h="175250" extrusionOk="0">
                  <a:moveTo>
                    <a:pt x="88786" y="10"/>
                  </a:moveTo>
                  <a:cubicBezTo>
                    <a:pt x="136772" y="853"/>
                    <a:pt x="175159" y="40330"/>
                    <a:pt x="174685" y="88593"/>
                  </a:cubicBezTo>
                  <a:cubicBezTo>
                    <a:pt x="174200" y="136735"/>
                    <a:pt x="134854" y="175490"/>
                    <a:pt x="86858" y="175249"/>
                  </a:cubicBezTo>
                  <a:cubicBezTo>
                    <a:pt x="38748" y="175009"/>
                    <a:pt x="0" y="135893"/>
                    <a:pt x="0" y="87630"/>
                  </a:cubicBezTo>
                  <a:cubicBezTo>
                    <a:pt x="0" y="64160"/>
                    <a:pt x="9362" y="41654"/>
                    <a:pt x="26035" y="25165"/>
                  </a:cubicBezTo>
                  <a:cubicBezTo>
                    <a:pt x="42707" y="8676"/>
                    <a:pt x="65267" y="-351"/>
                    <a:pt x="88786" y="10"/>
                  </a:cubicBezTo>
                  <a:close/>
                  <a:moveTo>
                    <a:pt x="88786" y="145762"/>
                  </a:moveTo>
                  <a:cubicBezTo>
                    <a:pt x="122378" y="145762"/>
                    <a:pt x="143494" y="121690"/>
                    <a:pt x="143494" y="87630"/>
                  </a:cubicBezTo>
                  <a:cubicBezTo>
                    <a:pt x="143494" y="53570"/>
                    <a:pt x="122378" y="29618"/>
                    <a:pt x="88786" y="29618"/>
                  </a:cubicBezTo>
                  <a:cubicBezTo>
                    <a:pt x="55193" y="29618"/>
                    <a:pt x="33953" y="53690"/>
                    <a:pt x="33953" y="87630"/>
                  </a:cubicBezTo>
                  <a:cubicBezTo>
                    <a:pt x="33953" y="121570"/>
                    <a:pt x="55070" y="145762"/>
                    <a:pt x="88786" y="145762"/>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 name="Google Shape;1347;p144">
              <a:extLst>
                <a:ext uri="{FF2B5EF4-FFF2-40B4-BE49-F238E27FC236}">
                  <a16:creationId xmlns:a16="http://schemas.microsoft.com/office/drawing/2014/main" id="{72E43D19-3ED2-6D99-135D-6CCFFDF2D81C}"/>
                </a:ext>
              </a:extLst>
            </p:cNvPr>
            <p:cNvSpPr/>
            <p:nvPr/>
          </p:nvSpPr>
          <p:spPr>
            <a:xfrm>
              <a:off x="3849115" y="2441474"/>
              <a:ext cx="141970" cy="165994"/>
            </a:xfrm>
            <a:custGeom>
              <a:avLst/>
              <a:gdLst/>
              <a:ahLst/>
              <a:cxnLst/>
              <a:rect l="l" t="t" r="r" b="b"/>
              <a:pathLst>
                <a:path w="146361" h="171128" extrusionOk="0">
                  <a:moveTo>
                    <a:pt x="0" y="4316"/>
                  </a:moveTo>
                  <a:lnTo>
                    <a:pt x="31551" y="4316"/>
                  </a:lnTo>
                  <a:lnTo>
                    <a:pt x="31551" y="30071"/>
                  </a:lnTo>
                  <a:cubicBezTo>
                    <a:pt x="42584" y="10334"/>
                    <a:pt x="63824" y="-1221"/>
                    <a:pt x="86374" y="103"/>
                  </a:cubicBezTo>
                  <a:cubicBezTo>
                    <a:pt x="118647" y="103"/>
                    <a:pt x="146362" y="19480"/>
                    <a:pt x="146362" y="63772"/>
                  </a:cubicBezTo>
                  <a:lnTo>
                    <a:pt x="146362" y="171129"/>
                  </a:lnTo>
                  <a:lnTo>
                    <a:pt x="114811" y="171129"/>
                  </a:lnTo>
                  <a:lnTo>
                    <a:pt x="114811" y="72678"/>
                  </a:lnTo>
                  <a:cubicBezTo>
                    <a:pt x="114811" y="41265"/>
                    <a:pt x="96932" y="29710"/>
                    <a:pt x="77022" y="29710"/>
                  </a:cubicBezTo>
                  <a:cubicBezTo>
                    <a:pt x="50626" y="29710"/>
                    <a:pt x="30706" y="46561"/>
                    <a:pt x="30706" y="85315"/>
                  </a:cubicBezTo>
                  <a:lnTo>
                    <a:pt x="30706" y="171129"/>
                  </a:lnTo>
                  <a:lnTo>
                    <a:pt x="0" y="171129"/>
                  </a:lnTo>
                  <a:lnTo>
                    <a:pt x="0" y="4316"/>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 name="Google Shape;1348;p144">
              <a:extLst>
                <a:ext uri="{FF2B5EF4-FFF2-40B4-BE49-F238E27FC236}">
                  <a16:creationId xmlns:a16="http://schemas.microsoft.com/office/drawing/2014/main" id="{B10804C7-B2C4-6EC2-E516-400D11BDDE4D}"/>
                </a:ext>
              </a:extLst>
            </p:cNvPr>
            <p:cNvSpPr/>
            <p:nvPr/>
          </p:nvSpPr>
          <p:spPr>
            <a:xfrm>
              <a:off x="4015458" y="2441197"/>
              <a:ext cx="162063" cy="170133"/>
            </a:xfrm>
            <a:custGeom>
              <a:avLst/>
              <a:gdLst/>
              <a:ahLst/>
              <a:cxnLst/>
              <a:rect l="l" t="t" r="r" b="b"/>
              <a:pathLst>
                <a:path w="167075" h="175395" extrusionOk="0">
                  <a:moveTo>
                    <a:pt x="33542" y="99683"/>
                  </a:moveTo>
                  <a:cubicBezTo>
                    <a:pt x="33542" y="128809"/>
                    <a:pt x="60535" y="147825"/>
                    <a:pt x="89684" y="147825"/>
                  </a:cubicBezTo>
                  <a:cubicBezTo>
                    <a:pt x="107924" y="147223"/>
                    <a:pt x="124843" y="137957"/>
                    <a:pt x="135278" y="122912"/>
                  </a:cubicBezTo>
                  <a:lnTo>
                    <a:pt x="159271" y="141206"/>
                  </a:lnTo>
                  <a:cubicBezTo>
                    <a:pt x="141877" y="164073"/>
                    <a:pt x="114285" y="176831"/>
                    <a:pt x="85611" y="175267"/>
                  </a:cubicBezTo>
                  <a:cubicBezTo>
                    <a:pt x="33057" y="175267"/>
                    <a:pt x="73" y="137355"/>
                    <a:pt x="73" y="87647"/>
                  </a:cubicBezTo>
                  <a:cubicBezTo>
                    <a:pt x="-896" y="64419"/>
                    <a:pt x="7868" y="41791"/>
                    <a:pt x="24066" y="25183"/>
                  </a:cubicBezTo>
                  <a:cubicBezTo>
                    <a:pt x="40378" y="8574"/>
                    <a:pt x="62691" y="-574"/>
                    <a:pt x="85972" y="28"/>
                  </a:cubicBezTo>
                  <a:cubicBezTo>
                    <a:pt x="144640" y="28"/>
                    <a:pt x="167076" y="45041"/>
                    <a:pt x="167076" y="88008"/>
                  </a:cubicBezTo>
                  <a:lnTo>
                    <a:pt x="167076" y="99322"/>
                  </a:lnTo>
                  <a:lnTo>
                    <a:pt x="33542" y="99683"/>
                  </a:lnTo>
                  <a:close/>
                  <a:moveTo>
                    <a:pt x="133123" y="74288"/>
                  </a:moveTo>
                  <a:cubicBezTo>
                    <a:pt x="132401" y="46485"/>
                    <a:pt x="117039" y="26146"/>
                    <a:pt x="85127" y="26146"/>
                  </a:cubicBezTo>
                  <a:cubicBezTo>
                    <a:pt x="57896" y="25904"/>
                    <a:pt x="35222" y="47087"/>
                    <a:pt x="33542" y="74288"/>
                  </a:cubicBezTo>
                  <a:lnTo>
                    <a:pt x="133123" y="7428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 name="Google Shape;1349;p144">
              <a:extLst>
                <a:ext uri="{FF2B5EF4-FFF2-40B4-BE49-F238E27FC236}">
                  <a16:creationId xmlns:a16="http://schemas.microsoft.com/office/drawing/2014/main" id="{0E2EE119-C496-6E90-F8A4-6601C938CD60}"/>
                </a:ext>
              </a:extLst>
            </p:cNvPr>
            <p:cNvSpPr/>
            <p:nvPr/>
          </p:nvSpPr>
          <p:spPr>
            <a:xfrm>
              <a:off x="2692007" y="2294694"/>
              <a:ext cx="32060" cy="69381"/>
            </a:xfrm>
            <a:custGeom>
              <a:avLst/>
              <a:gdLst/>
              <a:ahLst/>
              <a:cxnLst/>
              <a:rect l="l" t="t" r="r" b="b"/>
              <a:pathLst>
                <a:path w="33052" h="71527" extrusionOk="0">
                  <a:moveTo>
                    <a:pt x="12152" y="0"/>
                  </a:moveTo>
                  <a:lnTo>
                    <a:pt x="0" y="67755"/>
                  </a:lnTo>
                  <a:lnTo>
                    <a:pt x="20900" y="71528"/>
                  </a:lnTo>
                  <a:lnTo>
                    <a:pt x="33052" y="3772"/>
                  </a:lnTo>
                  <a:lnTo>
                    <a:pt x="12152"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1350;p144">
              <a:extLst>
                <a:ext uri="{FF2B5EF4-FFF2-40B4-BE49-F238E27FC236}">
                  <a16:creationId xmlns:a16="http://schemas.microsoft.com/office/drawing/2014/main" id="{C336CE2C-9376-BB7F-33ED-88435471C58F}"/>
                </a:ext>
              </a:extLst>
            </p:cNvPr>
            <p:cNvSpPr/>
            <p:nvPr/>
          </p:nvSpPr>
          <p:spPr>
            <a:xfrm>
              <a:off x="2660386" y="2290843"/>
              <a:ext cx="95428" cy="59661"/>
            </a:xfrm>
            <a:custGeom>
              <a:avLst/>
              <a:gdLst/>
              <a:ahLst/>
              <a:cxnLst/>
              <a:rect l="l" t="t" r="r" b="b"/>
              <a:pathLst>
                <a:path w="98379" h="61506" extrusionOk="0">
                  <a:moveTo>
                    <a:pt x="82062" y="61507"/>
                  </a:moveTo>
                  <a:lnTo>
                    <a:pt x="51829" y="24437"/>
                  </a:lnTo>
                  <a:lnTo>
                    <a:pt x="10678" y="48509"/>
                  </a:lnTo>
                  <a:lnTo>
                    <a:pt x="0" y="30094"/>
                  </a:lnTo>
                  <a:lnTo>
                    <a:pt x="48830" y="1450"/>
                  </a:lnTo>
                  <a:cubicBezTo>
                    <a:pt x="53388" y="-1198"/>
                    <a:pt x="59027" y="-115"/>
                    <a:pt x="62386" y="3857"/>
                  </a:cubicBezTo>
                  <a:lnTo>
                    <a:pt x="98379" y="47907"/>
                  </a:lnTo>
                  <a:lnTo>
                    <a:pt x="81943" y="61387"/>
                  </a:lnTo>
                  <a:lnTo>
                    <a:pt x="82062" y="61507"/>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 name="Google Shape;1351;p144">
              <a:extLst>
                <a:ext uri="{FF2B5EF4-FFF2-40B4-BE49-F238E27FC236}">
                  <a16:creationId xmlns:a16="http://schemas.microsoft.com/office/drawing/2014/main" id="{6BEBE0D0-F258-F9DD-44E8-40CD6DCDD3CF}"/>
                </a:ext>
              </a:extLst>
            </p:cNvPr>
            <p:cNvSpPr/>
            <p:nvPr/>
          </p:nvSpPr>
          <p:spPr>
            <a:xfrm>
              <a:off x="2658051" y="2488415"/>
              <a:ext cx="31746" cy="69339"/>
            </a:xfrm>
            <a:custGeom>
              <a:avLst/>
              <a:gdLst/>
              <a:ahLst/>
              <a:cxnLst/>
              <a:rect l="l" t="t" r="r" b="b"/>
              <a:pathLst>
                <a:path w="32728" h="71483" extrusionOk="0">
                  <a:moveTo>
                    <a:pt x="11811" y="0"/>
                  </a:moveTo>
                  <a:lnTo>
                    <a:pt x="0" y="67817"/>
                  </a:lnTo>
                  <a:lnTo>
                    <a:pt x="20918" y="71483"/>
                  </a:lnTo>
                  <a:lnTo>
                    <a:pt x="32728" y="3666"/>
                  </a:lnTo>
                  <a:lnTo>
                    <a:pt x="11811"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 name="Google Shape;1352;p144">
              <a:extLst>
                <a:ext uri="{FF2B5EF4-FFF2-40B4-BE49-F238E27FC236}">
                  <a16:creationId xmlns:a16="http://schemas.microsoft.com/office/drawing/2014/main" id="{A24B07EF-8110-2CB1-D250-4C916FCA6B5F}"/>
                </a:ext>
              </a:extLst>
            </p:cNvPr>
            <p:cNvSpPr/>
            <p:nvPr/>
          </p:nvSpPr>
          <p:spPr>
            <a:xfrm>
              <a:off x="2626197" y="2484470"/>
              <a:ext cx="95659" cy="59575"/>
            </a:xfrm>
            <a:custGeom>
              <a:avLst/>
              <a:gdLst/>
              <a:ahLst/>
              <a:cxnLst/>
              <a:rect l="l" t="t" r="r" b="b"/>
              <a:pathLst>
                <a:path w="98618" h="61418" extrusionOk="0">
                  <a:moveTo>
                    <a:pt x="82302" y="61419"/>
                  </a:moveTo>
                  <a:lnTo>
                    <a:pt x="51828" y="24470"/>
                  </a:lnTo>
                  <a:lnTo>
                    <a:pt x="10797" y="48781"/>
                  </a:lnTo>
                  <a:lnTo>
                    <a:pt x="0" y="30366"/>
                  </a:lnTo>
                  <a:lnTo>
                    <a:pt x="48829" y="1481"/>
                  </a:lnTo>
                  <a:cubicBezTo>
                    <a:pt x="53268" y="-1167"/>
                    <a:pt x="59027" y="-204"/>
                    <a:pt x="62386" y="3889"/>
                  </a:cubicBezTo>
                  <a:lnTo>
                    <a:pt x="98618" y="47818"/>
                  </a:lnTo>
                  <a:lnTo>
                    <a:pt x="82302" y="6141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 name="Google Shape;1353;p144">
              <a:extLst>
                <a:ext uri="{FF2B5EF4-FFF2-40B4-BE49-F238E27FC236}">
                  <a16:creationId xmlns:a16="http://schemas.microsoft.com/office/drawing/2014/main" id="{D6FE0C39-22DF-5B1E-A33E-689D08E7F42F}"/>
                </a:ext>
              </a:extLst>
            </p:cNvPr>
            <p:cNvSpPr/>
            <p:nvPr/>
          </p:nvSpPr>
          <p:spPr>
            <a:xfrm>
              <a:off x="2674476" y="2394745"/>
              <a:ext cx="31746" cy="69339"/>
            </a:xfrm>
            <a:custGeom>
              <a:avLst/>
              <a:gdLst/>
              <a:ahLst/>
              <a:cxnLst/>
              <a:rect l="l" t="t" r="r" b="b"/>
              <a:pathLst>
                <a:path w="32728" h="71483" extrusionOk="0">
                  <a:moveTo>
                    <a:pt x="11811" y="0"/>
                  </a:moveTo>
                  <a:lnTo>
                    <a:pt x="0" y="67817"/>
                  </a:lnTo>
                  <a:lnTo>
                    <a:pt x="20918" y="71483"/>
                  </a:lnTo>
                  <a:lnTo>
                    <a:pt x="32728" y="3667"/>
                  </a:lnTo>
                  <a:lnTo>
                    <a:pt x="11811"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 name="Google Shape;1354;p144">
              <a:extLst>
                <a:ext uri="{FF2B5EF4-FFF2-40B4-BE49-F238E27FC236}">
                  <a16:creationId xmlns:a16="http://schemas.microsoft.com/office/drawing/2014/main" id="{F82C96CD-081A-F673-8E16-5D4D751FAC0E}"/>
                </a:ext>
              </a:extLst>
            </p:cNvPr>
            <p:cNvSpPr/>
            <p:nvPr/>
          </p:nvSpPr>
          <p:spPr>
            <a:xfrm>
              <a:off x="2642710" y="2391055"/>
              <a:ext cx="95544" cy="59427"/>
            </a:xfrm>
            <a:custGeom>
              <a:avLst/>
              <a:gdLst/>
              <a:ahLst/>
              <a:cxnLst/>
              <a:rect l="l" t="t" r="r" b="b"/>
              <a:pathLst>
                <a:path w="98499" h="61265" extrusionOk="0">
                  <a:moveTo>
                    <a:pt x="82183" y="61266"/>
                  </a:moveTo>
                  <a:lnTo>
                    <a:pt x="51829" y="24437"/>
                  </a:lnTo>
                  <a:lnTo>
                    <a:pt x="10798" y="48629"/>
                  </a:lnTo>
                  <a:lnTo>
                    <a:pt x="0" y="30214"/>
                  </a:lnTo>
                  <a:lnTo>
                    <a:pt x="48830" y="1449"/>
                  </a:lnTo>
                  <a:cubicBezTo>
                    <a:pt x="53389" y="-1198"/>
                    <a:pt x="59028" y="-115"/>
                    <a:pt x="62387" y="3857"/>
                  </a:cubicBezTo>
                  <a:lnTo>
                    <a:pt x="98500" y="47666"/>
                  </a:lnTo>
                  <a:lnTo>
                    <a:pt x="82183" y="61266"/>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 name="Google Shape;1355;p144">
              <a:extLst>
                <a:ext uri="{FF2B5EF4-FFF2-40B4-BE49-F238E27FC236}">
                  <a16:creationId xmlns:a16="http://schemas.microsoft.com/office/drawing/2014/main" id="{750F6938-0B24-096C-BF42-7E5A68ABF013}"/>
                </a:ext>
              </a:extLst>
            </p:cNvPr>
            <p:cNvSpPr/>
            <p:nvPr/>
          </p:nvSpPr>
          <p:spPr>
            <a:xfrm>
              <a:off x="2640617" y="2585184"/>
              <a:ext cx="37938" cy="38059"/>
            </a:xfrm>
            <a:custGeom>
              <a:avLst/>
              <a:gdLst/>
              <a:ahLst/>
              <a:cxnLst/>
              <a:rect l="l" t="t" r="r" b="b"/>
              <a:pathLst>
                <a:path w="39111" h="39236" extrusionOk="0">
                  <a:moveTo>
                    <a:pt x="19555" y="39236"/>
                  </a:moveTo>
                  <a:cubicBezTo>
                    <a:pt x="30354" y="39236"/>
                    <a:pt x="39112" y="30450"/>
                    <a:pt x="39112" y="19619"/>
                  </a:cubicBezTo>
                  <a:cubicBezTo>
                    <a:pt x="39112" y="8786"/>
                    <a:pt x="30354" y="0"/>
                    <a:pt x="19555" y="0"/>
                  </a:cubicBezTo>
                  <a:cubicBezTo>
                    <a:pt x="8758" y="0"/>
                    <a:pt x="0" y="8786"/>
                    <a:pt x="0" y="19619"/>
                  </a:cubicBezTo>
                  <a:cubicBezTo>
                    <a:pt x="0" y="30450"/>
                    <a:pt x="8758" y="39236"/>
                    <a:pt x="19555" y="39236"/>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 name="Google Shape;1356;p144">
              <a:extLst>
                <a:ext uri="{FF2B5EF4-FFF2-40B4-BE49-F238E27FC236}">
                  <a16:creationId xmlns:a16="http://schemas.microsoft.com/office/drawing/2014/main" id="{A860C62B-DB16-33DD-565D-450A31C75AB2}"/>
                </a:ext>
              </a:extLst>
            </p:cNvPr>
            <p:cNvSpPr/>
            <p:nvPr/>
          </p:nvSpPr>
          <p:spPr>
            <a:xfrm>
              <a:off x="2557503" y="2528203"/>
              <a:ext cx="61986" cy="51572"/>
            </a:xfrm>
            <a:custGeom>
              <a:avLst/>
              <a:gdLst/>
              <a:ahLst/>
              <a:cxnLst/>
              <a:rect l="l" t="t" r="r" b="b"/>
              <a:pathLst>
                <a:path w="63903" h="53167" extrusionOk="0">
                  <a:moveTo>
                    <a:pt x="52392" y="0"/>
                  </a:moveTo>
                  <a:lnTo>
                    <a:pt x="0" y="36570"/>
                  </a:lnTo>
                  <a:lnTo>
                    <a:pt x="11511" y="53168"/>
                  </a:lnTo>
                  <a:lnTo>
                    <a:pt x="63904" y="16597"/>
                  </a:lnTo>
                  <a:lnTo>
                    <a:pt x="52392"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 name="Google Shape;1357;p144">
              <a:extLst>
                <a:ext uri="{FF2B5EF4-FFF2-40B4-BE49-F238E27FC236}">
                  <a16:creationId xmlns:a16="http://schemas.microsoft.com/office/drawing/2014/main" id="{2F493F0D-A178-EF3B-43D1-1AA13EC7CF93}"/>
                </a:ext>
              </a:extLst>
            </p:cNvPr>
            <p:cNvSpPr/>
            <p:nvPr/>
          </p:nvSpPr>
          <p:spPr>
            <a:xfrm>
              <a:off x="2557091" y="2515537"/>
              <a:ext cx="63103" cy="77752"/>
            </a:xfrm>
            <a:custGeom>
              <a:avLst/>
              <a:gdLst/>
              <a:ahLst/>
              <a:cxnLst/>
              <a:rect l="l" t="t" r="r" b="b"/>
              <a:pathLst>
                <a:path w="65055" h="80157" extrusionOk="0">
                  <a:moveTo>
                    <a:pt x="59296" y="80158"/>
                  </a:moveTo>
                  <a:lnTo>
                    <a:pt x="7227" y="64752"/>
                  </a:lnTo>
                  <a:cubicBezTo>
                    <a:pt x="2669" y="63428"/>
                    <a:pt x="-331" y="59095"/>
                    <a:pt x="29" y="54281"/>
                  </a:cubicBezTo>
                  <a:lnTo>
                    <a:pt x="3868" y="0"/>
                  </a:lnTo>
                  <a:lnTo>
                    <a:pt x="24023" y="1445"/>
                  </a:lnTo>
                  <a:lnTo>
                    <a:pt x="20785" y="47541"/>
                  </a:lnTo>
                  <a:lnTo>
                    <a:pt x="65055" y="60660"/>
                  </a:lnTo>
                  <a:lnTo>
                    <a:pt x="59416" y="80038"/>
                  </a:lnTo>
                  <a:lnTo>
                    <a:pt x="59296" y="8015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 name="Google Shape;1358;p144">
              <a:extLst>
                <a:ext uri="{FF2B5EF4-FFF2-40B4-BE49-F238E27FC236}">
                  <a16:creationId xmlns:a16="http://schemas.microsoft.com/office/drawing/2014/main" id="{11CE0B16-AD69-1534-7060-E4D652EFDC50}"/>
                </a:ext>
              </a:extLst>
            </p:cNvPr>
            <p:cNvSpPr/>
            <p:nvPr/>
          </p:nvSpPr>
          <p:spPr>
            <a:xfrm>
              <a:off x="2718563" y="2550852"/>
              <a:ext cx="51405" cy="62313"/>
            </a:xfrm>
            <a:custGeom>
              <a:avLst/>
              <a:gdLst/>
              <a:ahLst/>
              <a:cxnLst/>
              <a:rect l="l" t="t" r="r" b="b"/>
              <a:pathLst>
                <a:path w="52995" h="64240" extrusionOk="0">
                  <a:moveTo>
                    <a:pt x="16566" y="0"/>
                  </a:moveTo>
                  <a:lnTo>
                    <a:pt x="0" y="11519"/>
                  </a:lnTo>
                  <a:lnTo>
                    <a:pt x="36431" y="64240"/>
                  </a:lnTo>
                  <a:lnTo>
                    <a:pt x="52996" y="52721"/>
                  </a:lnTo>
                  <a:lnTo>
                    <a:pt x="16566"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 name="Google Shape;1359;p144">
              <a:extLst>
                <a:ext uri="{FF2B5EF4-FFF2-40B4-BE49-F238E27FC236}">
                  <a16:creationId xmlns:a16="http://schemas.microsoft.com/office/drawing/2014/main" id="{97E18A9A-70EA-5D78-801F-17CD28178E53}"/>
                </a:ext>
              </a:extLst>
            </p:cNvPr>
            <p:cNvSpPr/>
            <p:nvPr/>
          </p:nvSpPr>
          <p:spPr>
            <a:xfrm>
              <a:off x="2706088" y="2550419"/>
              <a:ext cx="77389" cy="63042"/>
            </a:xfrm>
            <a:custGeom>
              <a:avLst/>
              <a:gdLst/>
              <a:ahLst/>
              <a:cxnLst/>
              <a:rect l="l" t="t" r="r" b="b"/>
              <a:pathLst>
                <a:path w="79782" h="64992" extrusionOk="0">
                  <a:moveTo>
                    <a:pt x="54827" y="64993"/>
                  </a:moveTo>
                  <a:cubicBezTo>
                    <a:pt x="54827" y="64993"/>
                    <a:pt x="54348" y="64993"/>
                    <a:pt x="54108" y="64993"/>
                  </a:cubicBezTo>
                  <a:lnTo>
                    <a:pt x="0" y="61262"/>
                  </a:lnTo>
                  <a:lnTo>
                    <a:pt x="1320" y="41042"/>
                  </a:lnTo>
                  <a:lnTo>
                    <a:pt x="47389" y="44171"/>
                  </a:lnTo>
                  <a:lnTo>
                    <a:pt x="60466" y="0"/>
                  </a:lnTo>
                  <a:lnTo>
                    <a:pt x="79783" y="5778"/>
                  </a:lnTo>
                  <a:lnTo>
                    <a:pt x="64426" y="57651"/>
                  </a:lnTo>
                  <a:cubicBezTo>
                    <a:pt x="63106" y="61984"/>
                    <a:pt x="59147" y="64873"/>
                    <a:pt x="54827" y="64873"/>
                  </a:cubicBezTo>
                  <a:lnTo>
                    <a:pt x="54827" y="6499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 name="Google Shape;1360;p144">
              <a:extLst>
                <a:ext uri="{FF2B5EF4-FFF2-40B4-BE49-F238E27FC236}">
                  <a16:creationId xmlns:a16="http://schemas.microsoft.com/office/drawing/2014/main" id="{CFB5F87F-005B-B70B-EA39-57C7593E4C12}"/>
                </a:ext>
              </a:extLst>
            </p:cNvPr>
            <p:cNvSpPr/>
            <p:nvPr/>
          </p:nvSpPr>
          <p:spPr>
            <a:xfrm>
              <a:off x="2760171" y="2481796"/>
              <a:ext cx="65856" cy="31041"/>
            </a:xfrm>
            <a:custGeom>
              <a:avLst/>
              <a:gdLst/>
              <a:ahLst/>
              <a:cxnLst/>
              <a:rect l="l" t="t" r="r" b="b"/>
              <a:pathLst>
                <a:path w="67893" h="32001" extrusionOk="0">
                  <a:moveTo>
                    <a:pt x="3665" y="0"/>
                  </a:moveTo>
                  <a:lnTo>
                    <a:pt x="0" y="20373"/>
                  </a:lnTo>
                  <a:lnTo>
                    <a:pt x="64228" y="32001"/>
                  </a:lnTo>
                  <a:lnTo>
                    <a:pt x="67893" y="11628"/>
                  </a:lnTo>
                  <a:lnTo>
                    <a:pt x="3665"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 name="Google Shape;1361;p144">
              <a:extLst>
                <a:ext uri="{FF2B5EF4-FFF2-40B4-BE49-F238E27FC236}">
                  <a16:creationId xmlns:a16="http://schemas.microsoft.com/office/drawing/2014/main" id="{E5198054-9F7A-E7C5-3627-3C246641D4C2}"/>
                </a:ext>
              </a:extLst>
            </p:cNvPr>
            <p:cNvSpPr/>
            <p:nvPr/>
          </p:nvSpPr>
          <p:spPr>
            <a:xfrm>
              <a:off x="2772374" y="2450091"/>
              <a:ext cx="57169" cy="95031"/>
            </a:xfrm>
            <a:custGeom>
              <a:avLst/>
              <a:gdLst/>
              <a:ahLst/>
              <a:cxnLst/>
              <a:rect l="l" t="t" r="r" b="b"/>
              <a:pathLst>
                <a:path w="58937" h="97970" extrusionOk="0">
                  <a:moveTo>
                    <a:pt x="13557" y="97970"/>
                  </a:moveTo>
                  <a:lnTo>
                    <a:pt x="0" y="82324"/>
                  </a:lnTo>
                  <a:lnTo>
                    <a:pt x="35632" y="51272"/>
                  </a:lnTo>
                  <a:lnTo>
                    <a:pt x="13197" y="9870"/>
                  </a:lnTo>
                  <a:lnTo>
                    <a:pt x="31313" y="0"/>
                  </a:lnTo>
                  <a:lnTo>
                    <a:pt x="57707" y="48624"/>
                  </a:lnTo>
                  <a:cubicBezTo>
                    <a:pt x="59987" y="52837"/>
                    <a:pt x="59027" y="58132"/>
                    <a:pt x="55428" y="61382"/>
                  </a:cubicBezTo>
                  <a:lnTo>
                    <a:pt x="13557" y="97850"/>
                  </a:lnTo>
                  <a:lnTo>
                    <a:pt x="13557" y="9797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 name="Google Shape;1362;p144">
              <a:extLst>
                <a:ext uri="{FF2B5EF4-FFF2-40B4-BE49-F238E27FC236}">
                  <a16:creationId xmlns:a16="http://schemas.microsoft.com/office/drawing/2014/main" id="{F0DAE801-695C-429E-2A02-979F7740BF54}"/>
                </a:ext>
              </a:extLst>
            </p:cNvPr>
            <p:cNvSpPr/>
            <p:nvPr/>
          </p:nvSpPr>
          <p:spPr>
            <a:xfrm>
              <a:off x="2745763" y="2374152"/>
              <a:ext cx="65099" cy="48263"/>
            </a:xfrm>
            <a:custGeom>
              <a:avLst/>
              <a:gdLst/>
              <a:ahLst/>
              <a:cxnLst/>
              <a:rect l="l" t="t" r="r" b="b"/>
              <a:pathLst>
                <a:path w="67112" h="49756" extrusionOk="0">
                  <a:moveTo>
                    <a:pt x="57143" y="0"/>
                  </a:moveTo>
                  <a:lnTo>
                    <a:pt x="0" y="31632"/>
                  </a:lnTo>
                  <a:lnTo>
                    <a:pt x="9970" y="49757"/>
                  </a:lnTo>
                  <a:lnTo>
                    <a:pt x="67113" y="18124"/>
                  </a:lnTo>
                  <a:lnTo>
                    <a:pt x="57143"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 name="Google Shape;1363;p144">
              <a:extLst>
                <a:ext uri="{FF2B5EF4-FFF2-40B4-BE49-F238E27FC236}">
                  <a16:creationId xmlns:a16="http://schemas.microsoft.com/office/drawing/2014/main" id="{18D7DF21-F8CF-A1C3-8698-BAAE3724BC45}"/>
                </a:ext>
              </a:extLst>
            </p:cNvPr>
            <p:cNvSpPr/>
            <p:nvPr/>
          </p:nvSpPr>
          <p:spPr>
            <a:xfrm>
              <a:off x="2748419" y="2355245"/>
              <a:ext cx="63458" cy="84757"/>
            </a:xfrm>
            <a:custGeom>
              <a:avLst/>
              <a:gdLst/>
              <a:ahLst/>
              <a:cxnLst/>
              <a:rect l="l" t="t" r="r" b="b"/>
              <a:pathLst>
                <a:path w="65421" h="87378" extrusionOk="0">
                  <a:moveTo>
                    <a:pt x="55668" y="87379"/>
                  </a:moveTo>
                  <a:lnTo>
                    <a:pt x="35393" y="83768"/>
                  </a:lnTo>
                  <a:lnTo>
                    <a:pt x="43551" y="37310"/>
                  </a:lnTo>
                  <a:lnTo>
                    <a:pt x="0" y="19137"/>
                  </a:lnTo>
                  <a:lnTo>
                    <a:pt x="7919" y="0"/>
                  </a:lnTo>
                  <a:lnTo>
                    <a:pt x="59027" y="21304"/>
                  </a:lnTo>
                  <a:cubicBezTo>
                    <a:pt x="63467" y="23109"/>
                    <a:pt x="66105" y="27923"/>
                    <a:pt x="65266" y="32616"/>
                  </a:cubicBezTo>
                  <a:lnTo>
                    <a:pt x="55668" y="87259"/>
                  </a:lnTo>
                  <a:lnTo>
                    <a:pt x="55668" y="8737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 name="Google Shape;1364;p144">
              <a:extLst>
                <a:ext uri="{FF2B5EF4-FFF2-40B4-BE49-F238E27FC236}">
                  <a16:creationId xmlns:a16="http://schemas.microsoft.com/office/drawing/2014/main" id="{1BFE18A0-D8EF-4EAE-46AE-1AF39CED090F}"/>
                </a:ext>
              </a:extLst>
            </p:cNvPr>
            <p:cNvSpPr/>
            <p:nvPr/>
          </p:nvSpPr>
          <p:spPr>
            <a:xfrm>
              <a:off x="2537787" y="2442644"/>
              <a:ext cx="65919" cy="30709"/>
            </a:xfrm>
            <a:custGeom>
              <a:avLst/>
              <a:gdLst/>
              <a:ahLst/>
              <a:cxnLst/>
              <a:rect l="l" t="t" r="r" b="b"/>
              <a:pathLst>
                <a:path w="67958" h="31659" extrusionOk="0">
                  <a:moveTo>
                    <a:pt x="3544" y="0"/>
                  </a:moveTo>
                  <a:lnTo>
                    <a:pt x="0" y="20393"/>
                  </a:lnTo>
                  <a:lnTo>
                    <a:pt x="64414" y="31659"/>
                  </a:lnTo>
                  <a:lnTo>
                    <a:pt x="67959" y="11266"/>
                  </a:lnTo>
                  <a:lnTo>
                    <a:pt x="3544"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 name="Google Shape;1365;p144">
              <a:extLst>
                <a:ext uri="{FF2B5EF4-FFF2-40B4-BE49-F238E27FC236}">
                  <a16:creationId xmlns:a16="http://schemas.microsoft.com/office/drawing/2014/main" id="{B6A3F352-8BB7-B7B4-9595-369D016EE437}"/>
                </a:ext>
              </a:extLst>
            </p:cNvPr>
            <p:cNvSpPr/>
            <p:nvPr/>
          </p:nvSpPr>
          <p:spPr>
            <a:xfrm>
              <a:off x="2534326" y="2410309"/>
              <a:ext cx="56791" cy="95147"/>
            </a:xfrm>
            <a:custGeom>
              <a:avLst/>
              <a:gdLst/>
              <a:ahLst/>
              <a:cxnLst/>
              <a:rect l="l" t="t" r="r" b="b"/>
              <a:pathLst>
                <a:path w="58547" h="98090" extrusionOk="0">
                  <a:moveTo>
                    <a:pt x="28074" y="98090"/>
                  </a:moveTo>
                  <a:lnTo>
                    <a:pt x="1321" y="49466"/>
                  </a:lnTo>
                  <a:cubicBezTo>
                    <a:pt x="-1079" y="45254"/>
                    <a:pt x="-120" y="39958"/>
                    <a:pt x="3480" y="36709"/>
                  </a:cubicBezTo>
                  <a:lnTo>
                    <a:pt x="44871" y="0"/>
                  </a:lnTo>
                  <a:lnTo>
                    <a:pt x="58548" y="15526"/>
                  </a:lnTo>
                  <a:lnTo>
                    <a:pt x="23276" y="46698"/>
                  </a:lnTo>
                  <a:lnTo>
                    <a:pt x="46071" y="88101"/>
                  </a:lnTo>
                  <a:lnTo>
                    <a:pt x="27955" y="98090"/>
                  </a:lnTo>
                  <a:lnTo>
                    <a:pt x="28074" y="9809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 name="Google Shape;1366;p144">
              <a:extLst>
                <a:ext uri="{FF2B5EF4-FFF2-40B4-BE49-F238E27FC236}">
                  <a16:creationId xmlns:a16="http://schemas.microsoft.com/office/drawing/2014/main" id="{19C82EF4-B015-5447-FC02-9C31564119D5}"/>
                </a:ext>
              </a:extLst>
            </p:cNvPr>
            <p:cNvSpPr/>
            <p:nvPr/>
          </p:nvSpPr>
          <p:spPr>
            <a:xfrm>
              <a:off x="2590028" y="2339428"/>
              <a:ext cx="56755" cy="61016"/>
            </a:xfrm>
            <a:custGeom>
              <a:avLst/>
              <a:gdLst/>
              <a:ahLst/>
              <a:cxnLst/>
              <a:rect l="l" t="t" r="r" b="b"/>
              <a:pathLst>
                <a:path w="58510" h="62903" extrusionOk="0">
                  <a:moveTo>
                    <a:pt x="15529" y="0"/>
                  </a:moveTo>
                  <a:lnTo>
                    <a:pt x="0" y="13632"/>
                  </a:lnTo>
                  <a:lnTo>
                    <a:pt x="42982" y="62903"/>
                  </a:lnTo>
                  <a:lnTo>
                    <a:pt x="58511" y="49271"/>
                  </a:lnTo>
                  <a:lnTo>
                    <a:pt x="15529"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 name="Google Shape;1367;p144">
              <a:extLst>
                <a:ext uri="{FF2B5EF4-FFF2-40B4-BE49-F238E27FC236}">
                  <a16:creationId xmlns:a16="http://schemas.microsoft.com/office/drawing/2014/main" id="{964A3B79-FBFF-BF1F-0B94-3E1E958FBF3C}"/>
                </a:ext>
              </a:extLst>
            </p:cNvPr>
            <p:cNvSpPr/>
            <p:nvPr/>
          </p:nvSpPr>
          <p:spPr>
            <a:xfrm>
              <a:off x="2581541" y="2337279"/>
              <a:ext cx="73316" cy="67128"/>
            </a:xfrm>
            <a:custGeom>
              <a:avLst/>
              <a:gdLst/>
              <a:ahLst/>
              <a:cxnLst/>
              <a:rect l="l" t="t" r="r" b="b"/>
              <a:pathLst>
                <a:path w="75584" h="69204" extrusionOk="0">
                  <a:moveTo>
                    <a:pt x="20276" y="69205"/>
                  </a:moveTo>
                  <a:lnTo>
                    <a:pt x="0" y="65594"/>
                  </a:lnTo>
                  <a:lnTo>
                    <a:pt x="9718" y="10953"/>
                  </a:lnTo>
                  <a:cubicBezTo>
                    <a:pt x="10558" y="6138"/>
                    <a:pt x="14637" y="2648"/>
                    <a:pt x="19436" y="2407"/>
                  </a:cubicBezTo>
                  <a:lnTo>
                    <a:pt x="74744" y="0"/>
                  </a:lnTo>
                  <a:lnTo>
                    <a:pt x="75584" y="20702"/>
                  </a:lnTo>
                  <a:lnTo>
                    <a:pt x="28554" y="22748"/>
                  </a:lnTo>
                  <a:lnTo>
                    <a:pt x="20276" y="69205"/>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6" name="Google Shape;1368;p144">
            <a:extLst>
              <a:ext uri="{FF2B5EF4-FFF2-40B4-BE49-F238E27FC236}">
                <a16:creationId xmlns:a16="http://schemas.microsoft.com/office/drawing/2014/main" id="{3C4C5866-8C96-3CCF-6FCC-45252CBEFD19}"/>
              </a:ext>
            </a:extLst>
          </p:cNvPr>
          <p:cNvSpPr txBox="1"/>
          <p:nvPr/>
        </p:nvSpPr>
        <p:spPr>
          <a:xfrm>
            <a:off x="1523750" y="3528838"/>
            <a:ext cx="2125200" cy="227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1">
                <a:latin typeface="Plus Jakarta Sans"/>
                <a:ea typeface="Plus Jakarta Sans"/>
                <a:cs typeface="Plus Jakarta Sans"/>
                <a:sym typeface="Plus Jakarta Sans"/>
              </a:rPr>
              <a:t>Cloud Infrastructure </a:t>
            </a:r>
            <a:endParaRPr sz="1000" b="1" i="0" u="none" strike="noStrike" cap="none">
              <a:latin typeface="Plus Jakarta Sans"/>
              <a:ea typeface="Plus Jakarta Sans"/>
              <a:cs typeface="Plus Jakarta Sans"/>
              <a:sym typeface="Plus Jakarta Sans"/>
            </a:endParaRPr>
          </a:p>
        </p:txBody>
      </p:sp>
      <p:sp>
        <p:nvSpPr>
          <p:cNvPr id="77" name="Google Shape;1369;p144">
            <a:extLst>
              <a:ext uri="{FF2B5EF4-FFF2-40B4-BE49-F238E27FC236}">
                <a16:creationId xmlns:a16="http://schemas.microsoft.com/office/drawing/2014/main" id="{D65773D8-E387-1913-1073-D3A9CEB49F1D}"/>
              </a:ext>
            </a:extLst>
          </p:cNvPr>
          <p:cNvSpPr txBox="1"/>
          <p:nvPr/>
        </p:nvSpPr>
        <p:spPr>
          <a:xfrm>
            <a:off x="5641350" y="3528838"/>
            <a:ext cx="2125200" cy="2043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1">
                <a:latin typeface="Plus Jakarta Sans"/>
                <a:ea typeface="Plus Jakarta Sans"/>
                <a:cs typeface="Plus Jakarta Sans"/>
                <a:sym typeface="Plus Jakarta Sans"/>
              </a:rPr>
              <a:t>Hardware</a:t>
            </a:r>
            <a:endParaRPr sz="1000" b="1" i="0" u="none" strike="noStrike" cap="none">
              <a:latin typeface="Plus Jakarta Sans"/>
              <a:ea typeface="Plus Jakarta Sans"/>
              <a:cs typeface="Plus Jakarta Sans"/>
              <a:sym typeface="Plus Jakarta Sans"/>
            </a:endParaRPr>
          </a:p>
        </p:txBody>
      </p:sp>
      <p:pic>
        <p:nvPicPr>
          <p:cNvPr id="78" name="Google Shape;1370;p144">
            <a:extLst>
              <a:ext uri="{FF2B5EF4-FFF2-40B4-BE49-F238E27FC236}">
                <a16:creationId xmlns:a16="http://schemas.microsoft.com/office/drawing/2014/main" id="{B8CBFE17-C7DD-4F6B-A171-B6583AF1F3FE}"/>
              </a:ext>
            </a:extLst>
          </p:cNvPr>
          <p:cNvPicPr preferRelativeResize="0"/>
          <p:nvPr/>
        </p:nvPicPr>
        <p:blipFill>
          <a:blip r:embed="rId25">
            <a:alphaModFix/>
          </a:blip>
          <a:stretch>
            <a:fillRect/>
          </a:stretch>
        </p:blipFill>
        <p:spPr>
          <a:xfrm>
            <a:off x="7729077" y="4211052"/>
            <a:ext cx="431100" cy="172892"/>
          </a:xfrm>
          <a:prstGeom prst="rect">
            <a:avLst/>
          </a:prstGeom>
          <a:noFill/>
          <a:ln>
            <a:noFill/>
          </a:ln>
        </p:spPr>
      </p:pic>
      <p:pic>
        <p:nvPicPr>
          <p:cNvPr id="79" name="Google Shape;1371;p144">
            <a:extLst>
              <a:ext uri="{FF2B5EF4-FFF2-40B4-BE49-F238E27FC236}">
                <a16:creationId xmlns:a16="http://schemas.microsoft.com/office/drawing/2014/main" id="{73A06C84-5B40-0A38-138D-6BACDDBDF907}"/>
              </a:ext>
            </a:extLst>
          </p:cNvPr>
          <p:cNvPicPr preferRelativeResize="0"/>
          <p:nvPr/>
        </p:nvPicPr>
        <p:blipFill>
          <a:blip r:embed="rId26">
            <a:alphaModFix/>
          </a:blip>
          <a:stretch>
            <a:fillRect/>
          </a:stretch>
        </p:blipFill>
        <p:spPr>
          <a:xfrm>
            <a:off x="6258053" y="4270373"/>
            <a:ext cx="994196" cy="129129"/>
          </a:xfrm>
          <a:prstGeom prst="rect">
            <a:avLst/>
          </a:prstGeom>
          <a:noFill/>
          <a:ln>
            <a:noFill/>
          </a:ln>
        </p:spPr>
      </p:pic>
      <p:pic>
        <p:nvPicPr>
          <p:cNvPr id="80" name="Google Shape;1372;p144">
            <a:extLst>
              <a:ext uri="{FF2B5EF4-FFF2-40B4-BE49-F238E27FC236}">
                <a16:creationId xmlns:a16="http://schemas.microsoft.com/office/drawing/2014/main" id="{386A8874-846C-58A1-9DFE-1F70CB3A0BD3}"/>
              </a:ext>
            </a:extLst>
          </p:cNvPr>
          <p:cNvPicPr preferRelativeResize="0"/>
          <p:nvPr/>
        </p:nvPicPr>
        <p:blipFill rotWithShape="1">
          <a:blip r:embed="rId27">
            <a:alphaModFix/>
          </a:blip>
          <a:srcRect/>
          <a:stretch/>
        </p:blipFill>
        <p:spPr>
          <a:xfrm>
            <a:off x="5291687" y="2477371"/>
            <a:ext cx="666710" cy="152327"/>
          </a:xfrm>
          <a:prstGeom prst="rect">
            <a:avLst/>
          </a:prstGeom>
          <a:noFill/>
          <a:ln>
            <a:noFill/>
          </a:ln>
        </p:spPr>
      </p:pic>
      <p:sp>
        <p:nvSpPr>
          <p:cNvPr id="81" name="Google Shape;1373;p144">
            <a:extLst>
              <a:ext uri="{FF2B5EF4-FFF2-40B4-BE49-F238E27FC236}">
                <a16:creationId xmlns:a16="http://schemas.microsoft.com/office/drawing/2014/main" id="{162B243C-D076-10EC-BC05-DBD18F56674C}"/>
              </a:ext>
            </a:extLst>
          </p:cNvPr>
          <p:cNvSpPr/>
          <p:nvPr/>
        </p:nvSpPr>
        <p:spPr>
          <a:xfrm>
            <a:off x="4678250" y="1128950"/>
            <a:ext cx="4085100" cy="3567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lt1"/>
                </a:solidFill>
                <a:latin typeface="Plus Jakarta Sans"/>
                <a:ea typeface="Plus Jakarta Sans"/>
                <a:cs typeface="Plus Jakarta Sans"/>
                <a:sym typeface="Plus Jakarta Sans"/>
              </a:rPr>
              <a:t>AI Interference</a:t>
            </a:r>
            <a:endParaRPr>
              <a:latin typeface="Plus Jakarta Sans"/>
              <a:ea typeface="Plus Jakarta Sans"/>
              <a:cs typeface="Plus Jakarta Sans"/>
              <a:sym typeface="Plus Jakarta Sans"/>
            </a:endParaRPr>
          </a:p>
        </p:txBody>
      </p:sp>
    </p:spTree>
    <p:extLst>
      <p:ext uri="{BB962C8B-B14F-4D97-AF65-F5344CB8AC3E}">
        <p14:creationId xmlns:p14="http://schemas.microsoft.com/office/powerpoint/2010/main" val="975768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01">
          <a:extLst>
            <a:ext uri="{FF2B5EF4-FFF2-40B4-BE49-F238E27FC236}">
              <a16:creationId xmlns:a16="http://schemas.microsoft.com/office/drawing/2014/main" id="{9C7B6C9B-7159-7EA4-0C7C-CD82A0A9D8F8}"/>
            </a:ext>
          </a:extLst>
        </p:cNvPr>
        <p:cNvGrpSpPr/>
        <p:nvPr/>
      </p:nvGrpSpPr>
      <p:grpSpPr>
        <a:xfrm>
          <a:off x="0" y="0"/>
          <a:ext cx="0" cy="0"/>
          <a:chOff x="0" y="0"/>
          <a:chExt cx="0" cy="0"/>
        </a:xfrm>
      </p:grpSpPr>
      <p:sp>
        <p:nvSpPr>
          <p:cNvPr id="4" name="Google Shape;1380;p145">
            <a:extLst>
              <a:ext uri="{FF2B5EF4-FFF2-40B4-BE49-F238E27FC236}">
                <a16:creationId xmlns:a16="http://schemas.microsoft.com/office/drawing/2014/main" id="{1450ACC8-9E0D-8643-EB3B-F4612E362C2B}"/>
              </a:ext>
            </a:extLst>
          </p:cNvPr>
          <p:cNvSpPr/>
          <p:nvPr/>
        </p:nvSpPr>
        <p:spPr>
          <a:xfrm>
            <a:off x="3802371" y="1600250"/>
            <a:ext cx="1546200" cy="1948500"/>
          </a:xfrm>
          <a:prstGeom prst="roundRect">
            <a:avLst>
              <a:gd name="adj" fmla="val 4572"/>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lus Jakarta Sans"/>
              <a:ea typeface="Plus Jakarta Sans"/>
              <a:cs typeface="Plus Jakarta Sans"/>
              <a:sym typeface="Plus Jakarta Sans"/>
            </a:endParaRPr>
          </a:p>
        </p:txBody>
      </p:sp>
      <p:sp>
        <p:nvSpPr>
          <p:cNvPr id="5" name="Google Shape;1381;p145">
            <a:extLst>
              <a:ext uri="{FF2B5EF4-FFF2-40B4-BE49-F238E27FC236}">
                <a16:creationId xmlns:a16="http://schemas.microsoft.com/office/drawing/2014/main" id="{50652950-F52C-791D-F7A6-614DF1E06BA5}"/>
              </a:ext>
            </a:extLst>
          </p:cNvPr>
          <p:cNvSpPr/>
          <p:nvPr/>
        </p:nvSpPr>
        <p:spPr>
          <a:xfrm>
            <a:off x="2110638" y="1600250"/>
            <a:ext cx="1546200" cy="1948500"/>
          </a:xfrm>
          <a:prstGeom prst="roundRect">
            <a:avLst>
              <a:gd name="adj" fmla="val 4572"/>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lus Jakarta Sans"/>
              <a:ea typeface="Plus Jakarta Sans"/>
              <a:cs typeface="Plus Jakarta Sans"/>
              <a:sym typeface="Plus Jakarta Sans"/>
            </a:endParaRPr>
          </a:p>
        </p:txBody>
      </p:sp>
      <p:sp>
        <p:nvSpPr>
          <p:cNvPr id="6" name="Google Shape;1382;p145">
            <a:extLst>
              <a:ext uri="{FF2B5EF4-FFF2-40B4-BE49-F238E27FC236}">
                <a16:creationId xmlns:a16="http://schemas.microsoft.com/office/drawing/2014/main" id="{3D33DB59-D592-4632-70A3-A312C2B262DB}"/>
              </a:ext>
            </a:extLst>
          </p:cNvPr>
          <p:cNvSpPr/>
          <p:nvPr/>
        </p:nvSpPr>
        <p:spPr>
          <a:xfrm>
            <a:off x="409282" y="1600250"/>
            <a:ext cx="1546200" cy="1948500"/>
          </a:xfrm>
          <a:prstGeom prst="roundRect">
            <a:avLst>
              <a:gd name="adj" fmla="val 4572"/>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lus Jakarta Sans"/>
              <a:ea typeface="Plus Jakarta Sans"/>
              <a:cs typeface="Plus Jakarta Sans"/>
              <a:sym typeface="Plus Jakarta Sans"/>
            </a:endParaRPr>
          </a:p>
        </p:txBody>
      </p:sp>
      <p:sp>
        <p:nvSpPr>
          <p:cNvPr id="12" name="Google Shape;1383;p145">
            <a:extLst>
              <a:ext uri="{FF2B5EF4-FFF2-40B4-BE49-F238E27FC236}">
                <a16:creationId xmlns:a16="http://schemas.microsoft.com/office/drawing/2014/main" id="{EF5C8B54-15E5-9FBC-3146-5F7119A44C98}"/>
              </a:ext>
            </a:extLst>
          </p:cNvPr>
          <p:cNvSpPr/>
          <p:nvPr/>
        </p:nvSpPr>
        <p:spPr>
          <a:xfrm>
            <a:off x="5490157" y="1600250"/>
            <a:ext cx="1546200" cy="1948500"/>
          </a:xfrm>
          <a:prstGeom prst="roundRect">
            <a:avLst>
              <a:gd name="adj" fmla="val 4572"/>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lus Jakarta Sans"/>
              <a:ea typeface="Plus Jakarta Sans"/>
              <a:cs typeface="Plus Jakarta Sans"/>
              <a:sym typeface="Plus Jakarta Sans"/>
            </a:endParaRPr>
          </a:p>
        </p:txBody>
      </p:sp>
      <p:sp>
        <p:nvSpPr>
          <p:cNvPr id="13" name="Google Shape;1384;p145">
            <a:extLst>
              <a:ext uri="{FF2B5EF4-FFF2-40B4-BE49-F238E27FC236}">
                <a16:creationId xmlns:a16="http://schemas.microsoft.com/office/drawing/2014/main" id="{2F70822C-DC65-5AC8-6ACA-6FE623C61095}"/>
              </a:ext>
            </a:extLst>
          </p:cNvPr>
          <p:cNvSpPr/>
          <p:nvPr/>
        </p:nvSpPr>
        <p:spPr>
          <a:xfrm>
            <a:off x="7186525" y="1600250"/>
            <a:ext cx="1546200" cy="1948500"/>
          </a:xfrm>
          <a:prstGeom prst="roundRect">
            <a:avLst>
              <a:gd name="adj" fmla="val 4572"/>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lus Jakarta Sans"/>
              <a:ea typeface="Plus Jakarta Sans"/>
              <a:cs typeface="Plus Jakarta Sans"/>
              <a:sym typeface="Plus Jakarta Sans"/>
            </a:endParaRPr>
          </a:p>
        </p:txBody>
      </p:sp>
      <p:sp>
        <p:nvSpPr>
          <p:cNvPr id="82" name="Google Shape;1385;p145">
            <a:extLst>
              <a:ext uri="{FF2B5EF4-FFF2-40B4-BE49-F238E27FC236}">
                <a16:creationId xmlns:a16="http://schemas.microsoft.com/office/drawing/2014/main" id="{68EBA2A1-E93A-7232-8753-3C0251898969}"/>
              </a:ext>
            </a:extLst>
          </p:cNvPr>
          <p:cNvSpPr txBox="1">
            <a:spLocks noGrp="1"/>
          </p:cNvSpPr>
          <p:nvPr>
            <p:ph type="title"/>
          </p:nvPr>
        </p:nvSpPr>
        <p:spPr>
          <a:xfrm>
            <a:off x="533399" y="284253"/>
            <a:ext cx="8199325" cy="612900"/>
          </a:xfrm>
          <a:prstGeom prst="rect">
            <a:avLst/>
          </a:prstGeom>
        </p:spPr>
        <p:txBody>
          <a:bodyPr spcFirstLastPara="1" wrap="square" lIns="91425" tIns="0" rIns="91425" bIns="45700" anchor="t" anchorCtr="0">
            <a:noAutofit/>
          </a:bodyPr>
          <a:lstStyle/>
          <a:p>
            <a:pPr marL="0" lvl="0" indent="0" algn="l" rtl="0">
              <a:spcBef>
                <a:spcPts val="0"/>
              </a:spcBef>
              <a:spcAft>
                <a:spcPts val="0"/>
              </a:spcAft>
              <a:buClr>
                <a:srgbClr val="120046"/>
              </a:buClr>
              <a:buSzPts val="2000"/>
              <a:buFont typeface="Plus Jakarta Sans Medium"/>
              <a:buNone/>
            </a:pPr>
            <a:r>
              <a:rPr lang="en" b="1" dirty="0"/>
              <a:t>Generative AI Value for Different Use Case Categories</a:t>
            </a:r>
            <a:endParaRPr b="1" dirty="0"/>
          </a:p>
        </p:txBody>
      </p:sp>
      <p:sp>
        <p:nvSpPr>
          <p:cNvPr id="83" name="Google Shape;1386;p145">
            <a:extLst>
              <a:ext uri="{FF2B5EF4-FFF2-40B4-BE49-F238E27FC236}">
                <a16:creationId xmlns:a16="http://schemas.microsoft.com/office/drawing/2014/main" id="{F384B0CB-7CAD-6A28-2D75-A1AC696E341D}"/>
              </a:ext>
            </a:extLst>
          </p:cNvPr>
          <p:cNvSpPr txBox="1"/>
          <p:nvPr/>
        </p:nvSpPr>
        <p:spPr>
          <a:xfrm>
            <a:off x="2105822" y="2432951"/>
            <a:ext cx="1546200" cy="708000"/>
          </a:xfrm>
          <a:prstGeom prst="rect">
            <a:avLst/>
          </a:prstGeom>
          <a:noFill/>
          <a:ln>
            <a:noFill/>
          </a:ln>
        </p:spPr>
        <p:txBody>
          <a:bodyPr spcFirstLastPara="1" wrap="square" lIns="27425" tIns="91425" rIns="27425" bIns="91425" anchor="t" anchorCtr="0">
            <a:spAutoFit/>
          </a:bodyPr>
          <a:lstStyle/>
          <a:p>
            <a:pPr marL="0" lvl="0" indent="0" algn="ctr" rtl="0">
              <a:spcBef>
                <a:spcPts val="0"/>
              </a:spcBef>
              <a:spcAft>
                <a:spcPts val="0"/>
              </a:spcAft>
              <a:buNone/>
            </a:pPr>
            <a:r>
              <a:rPr lang="en" sz="1700">
                <a:solidFill>
                  <a:srgbClr val="FFFFFF"/>
                </a:solidFill>
                <a:latin typeface="Plus Jakarta Sans SemiBold"/>
                <a:ea typeface="Plus Jakarta Sans SemiBold"/>
                <a:cs typeface="Plus Jakarta Sans SemiBold"/>
                <a:sym typeface="Plus Jakarta Sans SemiBold"/>
              </a:rPr>
              <a:t>Faster </a:t>
            </a:r>
            <a:endParaRPr sz="1700">
              <a:solidFill>
                <a:srgbClr val="FFFFFF"/>
              </a:solidFill>
              <a:latin typeface="Plus Jakarta Sans SemiBold"/>
              <a:ea typeface="Plus Jakarta Sans SemiBold"/>
              <a:cs typeface="Plus Jakarta Sans SemiBold"/>
              <a:sym typeface="Plus Jakarta Sans SemiBold"/>
            </a:endParaRPr>
          </a:p>
          <a:p>
            <a:pPr marL="0" lvl="0" indent="0" algn="ctr" rtl="0">
              <a:spcBef>
                <a:spcPts val="0"/>
              </a:spcBef>
              <a:spcAft>
                <a:spcPts val="0"/>
              </a:spcAft>
              <a:buNone/>
            </a:pPr>
            <a:r>
              <a:rPr lang="en" sz="1700">
                <a:solidFill>
                  <a:srgbClr val="FFFFFF"/>
                </a:solidFill>
                <a:latin typeface="Plus Jakarta Sans SemiBold"/>
                <a:ea typeface="Plus Jakarta Sans SemiBold"/>
                <a:cs typeface="Plus Jakarta Sans SemiBold"/>
                <a:sym typeface="Plus Jakarta Sans SemiBold"/>
              </a:rPr>
              <a:t>Content</a:t>
            </a:r>
            <a:endParaRPr sz="1700">
              <a:solidFill>
                <a:srgbClr val="FFFFFF"/>
              </a:solidFill>
              <a:latin typeface="Plus Jakarta Sans SemiBold"/>
              <a:ea typeface="Plus Jakarta Sans SemiBold"/>
              <a:cs typeface="Plus Jakarta Sans SemiBold"/>
              <a:sym typeface="Plus Jakarta Sans SemiBold"/>
            </a:endParaRPr>
          </a:p>
        </p:txBody>
      </p:sp>
      <p:sp>
        <p:nvSpPr>
          <p:cNvPr id="84" name="Google Shape;1387;p145">
            <a:extLst>
              <a:ext uri="{FF2B5EF4-FFF2-40B4-BE49-F238E27FC236}">
                <a16:creationId xmlns:a16="http://schemas.microsoft.com/office/drawing/2014/main" id="{C5B2D3F6-E216-D801-DBA0-040C22BDBB4E}"/>
              </a:ext>
            </a:extLst>
          </p:cNvPr>
          <p:cNvSpPr txBox="1"/>
          <p:nvPr/>
        </p:nvSpPr>
        <p:spPr>
          <a:xfrm>
            <a:off x="3802946" y="2432951"/>
            <a:ext cx="1546200" cy="969600"/>
          </a:xfrm>
          <a:prstGeom prst="rect">
            <a:avLst/>
          </a:prstGeom>
          <a:noFill/>
          <a:ln>
            <a:noFill/>
          </a:ln>
        </p:spPr>
        <p:txBody>
          <a:bodyPr spcFirstLastPara="1" wrap="square" lIns="27425" tIns="91425" rIns="27425" bIns="91425" anchor="t" anchorCtr="0">
            <a:spAutoFit/>
          </a:bodyPr>
          <a:lstStyle/>
          <a:p>
            <a:pPr marL="0" lvl="0" indent="0" algn="ctr" rtl="0">
              <a:spcBef>
                <a:spcPts val="0"/>
              </a:spcBef>
              <a:spcAft>
                <a:spcPts val="0"/>
              </a:spcAft>
              <a:buNone/>
            </a:pPr>
            <a:r>
              <a:rPr lang="en" sz="1700">
                <a:solidFill>
                  <a:srgbClr val="FFFFFF"/>
                </a:solidFill>
                <a:latin typeface="Plus Jakarta Sans SemiBold"/>
                <a:ea typeface="Plus Jakarta Sans SemiBold"/>
                <a:cs typeface="Plus Jakarta Sans SemiBold"/>
                <a:sym typeface="Plus Jakarta Sans SemiBold"/>
              </a:rPr>
              <a:t>Net Revenue Retention</a:t>
            </a:r>
            <a:endParaRPr sz="1700">
              <a:solidFill>
                <a:srgbClr val="FFFFFF"/>
              </a:solidFill>
              <a:latin typeface="Plus Jakarta Sans SemiBold"/>
              <a:ea typeface="Plus Jakarta Sans SemiBold"/>
              <a:cs typeface="Plus Jakarta Sans SemiBold"/>
              <a:sym typeface="Plus Jakarta Sans SemiBold"/>
            </a:endParaRPr>
          </a:p>
          <a:p>
            <a:pPr marL="0" lvl="0" indent="0" algn="ctr" rtl="0">
              <a:spcBef>
                <a:spcPts val="0"/>
              </a:spcBef>
              <a:spcAft>
                <a:spcPts val="0"/>
              </a:spcAft>
              <a:buNone/>
            </a:pPr>
            <a:r>
              <a:rPr lang="en" sz="1700">
                <a:solidFill>
                  <a:srgbClr val="FFFFFF"/>
                </a:solidFill>
                <a:latin typeface="Plus Jakarta Sans SemiBold"/>
                <a:ea typeface="Plus Jakarta Sans SemiBold"/>
                <a:cs typeface="Plus Jakarta Sans SemiBold"/>
                <a:sym typeface="Plus Jakarta Sans SemiBold"/>
              </a:rPr>
              <a:t>Increase</a:t>
            </a:r>
            <a:endParaRPr sz="1700">
              <a:solidFill>
                <a:srgbClr val="FFFFFF"/>
              </a:solidFill>
              <a:latin typeface="Plus Jakarta Sans SemiBold"/>
              <a:ea typeface="Plus Jakarta Sans SemiBold"/>
              <a:cs typeface="Plus Jakarta Sans SemiBold"/>
              <a:sym typeface="Plus Jakarta Sans SemiBold"/>
            </a:endParaRPr>
          </a:p>
        </p:txBody>
      </p:sp>
      <p:sp>
        <p:nvSpPr>
          <p:cNvPr id="85" name="Google Shape;1388;p145">
            <a:extLst>
              <a:ext uri="{FF2B5EF4-FFF2-40B4-BE49-F238E27FC236}">
                <a16:creationId xmlns:a16="http://schemas.microsoft.com/office/drawing/2014/main" id="{C4492634-DE73-D9CE-2FEB-7CCD5D279B34}"/>
              </a:ext>
            </a:extLst>
          </p:cNvPr>
          <p:cNvSpPr txBox="1"/>
          <p:nvPr/>
        </p:nvSpPr>
        <p:spPr>
          <a:xfrm>
            <a:off x="5500068" y="2432951"/>
            <a:ext cx="1546200" cy="969600"/>
          </a:xfrm>
          <a:prstGeom prst="rect">
            <a:avLst/>
          </a:prstGeom>
          <a:noFill/>
          <a:ln>
            <a:noFill/>
          </a:ln>
        </p:spPr>
        <p:txBody>
          <a:bodyPr spcFirstLastPara="1" wrap="square" lIns="27425" tIns="91425" rIns="27425" bIns="91425" anchor="t" anchorCtr="0">
            <a:spAutoFit/>
          </a:bodyPr>
          <a:lstStyle/>
          <a:p>
            <a:pPr marL="0" lvl="0" indent="0" algn="ctr" rtl="0">
              <a:spcBef>
                <a:spcPts val="0"/>
              </a:spcBef>
              <a:spcAft>
                <a:spcPts val="0"/>
              </a:spcAft>
              <a:buNone/>
            </a:pPr>
            <a:r>
              <a:rPr lang="en" sz="1700">
                <a:solidFill>
                  <a:srgbClr val="FFFFFF"/>
                </a:solidFill>
                <a:latin typeface="Plus Jakarta Sans SemiBold"/>
                <a:ea typeface="Plus Jakarta Sans SemiBold"/>
                <a:cs typeface="Plus Jakarta Sans SemiBold"/>
                <a:sym typeface="Plus Jakarta Sans SemiBold"/>
              </a:rPr>
              <a:t>Reduction in regulatory risk exposure</a:t>
            </a:r>
            <a:endParaRPr sz="1700">
              <a:solidFill>
                <a:srgbClr val="FFFFFF"/>
              </a:solidFill>
              <a:latin typeface="Plus Jakarta Sans SemiBold"/>
              <a:ea typeface="Plus Jakarta Sans SemiBold"/>
              <a:cs typeface="Plus Jakarta Sans SemiBold"/>
              <a:sym typeface="Plus Jakarta Sans SemiBold"/>
            </a:endParaRPr>
          </a:p>
        </p:txBody>
      </p:sp>
      <p:sp>
        <p:nvSpPr>
          <p:cNvPr id="86" name="Google Shape;1389;p145">
            <a:extLst>
              <a:ext uri="{FF2B5EF4-FFF2-40B4-BE49-F238E27FC236}">
                <a16:creationId xmlns:a16="http://schemas.microsoft.com/office/drawing/2014/main" id="{95EB7A55-907C-FE16-D066-16962EBAE34E}"/>
              </a:ext>
            </a:extLst>
          </p:cNvPr>
          <p:cNvSpPr txBox="1"/>
          <p:nvPr/>
        </p:nvSpPr>
        <p:spPr>
          <a:xfrm>
            <a:off x="7210864" y="2432951"/>
            <a:ext cx="1546200" cy="708000"/>
          </a:xfrm>
          <a:prstGeom prst="rect">
            <a:avLst/>
          </a:prstGeom>
          <a:noFill/>
          <a:ln>
            <a:noFill/>
          </a:ln>
        </p:spPr>
        <p:txBody>
          <a:bodyPr spcFirstLastPara="1" wrap="square" lIns="27425" tIns="91425" rIns="27425" bIns="91425" anchor="t" anchorCtr="0">
            <a:spAutoFit/>
          </a:bodyPr>
          <a:lstStyle/>
          <a:p>
            <a:pPr marL="0" lvl="0" indent="0" algn="ctr" rtl="0">
              <a:spcBef>
                <a:spcPts val="0"/>
              </a:spcBef>
              <a:spcAft>
                <a:spcPts val="0"/>
              </a:spcAft>
              <a:buNone/>
            </a:pPr>
            <a:r>
              <a:rPr lang="en" sz="1700">
                <a:solidFill>
                  <a:srgbClr val="FFFFFF"/>
                </a:solidFill>
                <a:latin typeface="Plus Jakarta Sans SemiBold"/>
                <a:ea typeface="Plus Jakarta Sans SemiBold"/>
                <a:cs typeface="Plus Jakarta Sans SemiBold"/>
                <a:sym typeface="Plus Jakarta Sans SemiBold"/>
              </a:rPr>
              <a:t>Cost</a:t>
            </a:r>
            <a:endParaRPr sz="1700">
              <a:solidFill>
                <a:srgbClr val="FFFFFF"/>
              </a:solidFill>
              <a:latin typeface="Plus Jakarta Sans SemiBold"/>
              <a:ea typeface="Plus Jakarta Sans SemiBold"/>
              <a:cs typeface="Plus Jakarta Sans SemiBold"/>
              <a:sym typeface="Plus Jakarta Sans SemiBold"/>
            </a:endParaRPr>
          </a:p>
          <a:p>
            <a:pPr marL="0" lvl="0" indent="0" algn="ctr" rtl="0">
              <a:spcBef>
                <a:spcPts val="0"/>
              </a:spcBef>
              <a:spcAft>
                <a:spcPts val="0"/>
              </a:spcAft>
              <a:buNone/>
            </a:pPr>
            <a:r>
              <a:rPr lang="en" sz="1700">
                <a:solidFill>
                  <a:srgbClr val="FFFFFF"/>
                </a:solidFill>
                <a:latin typeface="Plus Jakarta Sans SemiBold"/>
                <a:ea typeface="Plus Jakarta Sans SemiBold"/>
                <a:cs typeface="Plus Jakarta Sans SemiBold"/>
                <a:sym typeface="Plus Jakarta Sans SemiBold"/>
              </a:rPr>
              <a:t>Savings</a:t>
            </a:r>
            <a:endParaRPr sz="1700">
              <a:solidFill>
                <a:srgbClr val="FFFFFF"/>
              </a:solidFill>
              <a:latin typeface="Plus Jakarta Sans SemiBold"/>
              <a:ea typeface="Plus Jakarta Sans SemiBold"/>
              <a:cs typeface="Plus Jakarta Sans SemiBold"/>
              <a:sym typeface="Plus Jakarta Sans SemiBold"/>
            </a:endParaRPr>
          </a:p>
        </p:txBody>
      </p:sp>
      <p:sp>
        <p:nvSpPr>
          <p:cNvPr id="87" name="Google Shape;1390;p145">
            <a:extLst>
              <a:ext uri="{FF2B5EF4-FFF2-40B4-BE49-F238E27FC236}">
                <a16:creationId xmlns:a16="http://schemas.microsoft.com/office/drawing/2014/main" id="{8BCBFCD0-FB6D-9656-05C5-E8376D817E38}"/>
              </a:ext>
            </a:extLst>
          </p:cNvPr>
          <p:cNvSpPr txBox="1"/>
          <p:nvPr/>
        </p:nvSpPr>
        <p:spPr>
          <a:xfrm>
            <a:off x="408697" y="2432951"/>
            <a:ext cx="1546200" cy="708000"/>
          </a:xfrm>
          <a:prstGeom prst="rect">
            <a:avLst/>
          </a:prstGeom>
          <a:noFill/>
          <a:ln>
            <a:noFill/>
          </a:ln>
        </p:spPr>
        <p:txBody>
          <a:bodyPr spcFirstLastPara="1" wrap="square" lIns="27425" tIns="91425" rIns="27425" bIns="91425" anchor="t" anchorCtr="0">
            <a:spAutoFit/>
          </a:bodyPr>
          <a:lstStyle/>
          <a:p>
            <a:pPr marL="0" lvl="0" indent="0" algn="ctr" rtl="0">
              <a:spcBef>
                <a:spcPts val="0"/>
              </a:spcBef>
              <a:spcAft>
                <a:spcPts val="0"/>
              </a:spcAft>
              <a:buNone/>
            </a:pPr>
            <a:r>
              <a:rPr lang="en" sz="1700">
                <a:solidFill>
                  <a:srgbClr val="FFFFFF"/>
                </a:solidFill>
                <a:latin typeface="Plus Jakarta Sans SemiBold"/>
                <a:ea typeface="Plus Jakarta Sans SemiBold"/>
                <a:cs typeface="Plus Jakarta Sans SemiBold"/>
                <a:sym typeface="Plus Jakarta Sans SemiBold"/>
              </a:rPr>
              <a:t>Increase in Productivity</a:t>
            </a:r>
            <a:endParaRPr sz="1700">
              <a:solidFill>
                <a:srgbClr val="FFFFFF"/>
              </a:solidFill>
              <a:latin typeface="Plus Jakarta Sans SemiBold"/>
              <a:ea typeface="Plus Jakarta Sans SemiBold"/>
              <a:cs typeface="Plus Jakarta Sans SemiBold"/>
              <a:sym typeface="Plus Jakarta Sans SemiBold"/>
            </a:endParaRPr>
          </a:p>
        </p:txBody>
      </p:sp>
      <p:sp>
        <p:nvSpPr>
          <p:cNvPr id="88" name="Google Shape;1391;p145">
            <a:extLst>
              <a:ext uri="{FF2B5EF4-FFF2-40B4-BE49-F238E27FC236}">
                <a16:creationId xmlns:a16="http://schemas.microsoft.com/office/drawing/2014/main" id="{B00E8534-A9AC-6641-711A-F3816841CCFD}"/>
              </a:ext>
            </a:extLst>
          </p:cNvPr>
          <p:cNvSpPr txBox="1"/>
          <p:nvPr/>
        </p:nvSpPr>
        <p:spPr>
          <a:xfrm>
            <a:off x="408700" y="3791550"/>
            <a:ext cx="6681300" cy="292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700">
                <a:solidFill>
                  <a:schemeClr val="lt2"/>
                </a:solidFill>
                <a:latin typeface="Plus Jakarta Sans"/>
                <a:ea typeface="Plus Jakarta Sans"/>
                <a:cs typeface="Plus Jakarta Sans"/>
                <a:sym typeface="Plus Jakarta Sans"/>
              </a:rPr>
              <a:t>Source: The economic potential of generative AI: The next productivity frontier | June 14, 2023 | Report | McKinsey Digital</a:t>
            </a:r>
            <a:endParaRPr sz="700">
              <a:solidFill>
                <a:schemeClr val="lt2"/>
              </a:solidFill>
              <a:latin typeface="Plus Jakarta Sans"/>
              <a:ea typeface="Plus Jakarta Sans"/>
              <a:cs typeface="Plus Jakarta Sans"/>
              <a:sym typeface="Plus Jakarta Sans"/>
            </a:endParaRPr>
          </a:p>
        </p:txBody>
      </p:sp>
      <p:sp>
        <p:nvSpPr>
          <p:cNvPr id="89" name="Google Shape;1392;p145">
            <a:extLst>
              <a:ext uri="{FF2B5EF4-FFF2-40B4-BE49-F238E27FC236}">
                <a16:creationId xmlns:a16="http://schemas.microsoft.com/office/drawing/2014/main" id="{3685168D-C2DC-3170-3FAC-2200AC5D2707}"/>
              </a:ext>
            </a:extLst>
          </p:cNvPr>
          <p:cNvSpPr txBox="1"/>
          <p:nvPr/>
        </p:nvSpPr>
        <p:spPr>
          <a:xfrm>
            <a:off x="7215968" y="1774500"/>
            <a:ext cx="1517700" cy="738900"/>
          </a:xfrm>
          <a:prstGeom prst="rect">
            <a:avLst/>
          </a:prstGeom>
          <a:noFill/>
          <a:ln>
            <a:noFill/>
          </a:ln>
        </p:spPr>
        <p:txBody>
          <a:bodyPr spcFirstLastPara="1" wrap="square" lIns="0" tIns="91425" rIns="0" bIns="91425" anchor="t" anchorCtr="0">
            <a:spAutoFit/>
          </a:bodyPr>
          <a:lstStyle/>
          <a:p>
            <a:pPr marL="0" lvl="0" indent="0" algn="ctr" rtl="0">
              <a:spcBef>
                <a:spcPts val="0"/>
              </a:spcBef>
              <a:spcAft>
                <a:spcPts val="0"/>
              </a:spcAft>
              <a:buNone/>
            </a:pPr>
            <a:r>
              <a:rPr lang="en" sz="3600">
                <a:solidFill>
                  <a:srgbClr val="FFFFFF"/>
                </a:solidFill>
                <a:latin typeface="Plus Jakarta Sans SemiBold"/>
                <a:ea typeface="Plus Jakarta Sans SemiBold"/>
                <a:cs typeface="Plus Jakarta Sans SemiBold"/>
                <a:sym typeface="Plus Jakarta Sans SemiBold"/>
              </a:rPr>
              <a:t>20%+</a:t>
            </a:r>
            <a:endParaRPr sz="3600">
              <a:solidFill>
                <a:srgbClr val="FFFFFF"/>
              </a:solidFill>
              <a:latin typeface="Plus Jakarta Sans SemiBold"/>
              <a:ea typeface="Plus Jakarta Sans SemiBold"/>
              <a:cs typeface="Plus Jakarta Sans SemiBold"/>
              <a:sym typeface="Plus Jakarta Sans SemiBold"/>
            </a:endParaRPr>
          </a:p>
        </p:txBody>
      </p:sp>
      <p:sp>
        <p:nvSpPr>
          <p:cNvPr id="90" name="Google Shape;1393;p145">
            <a:extLst>
              <a:ext uri="{FF2B5EF4-FFF2-40B4-BE49-F238E27FC236}">
                <a16:creationId xmlns:a16="http://schemas.microsoft.com/office/drawing/2014/main" id="{A2080F7F-3EF8-BEBB-592A-C432EAEDDAD9}"/>
              </a:ext>
            </a:extLst>
          </p:cNvPr>
          <p:cNvSpPr txBox="1"/>
          <p:nvPr/>
        </p:nvSpPr>
        <p:spPr>
          <a:xfrm>
            <a:off x="5509507" y="1774500"/>
            <a:ext cx="1517700" cy="738900"/>
          </a:xfrm>
          <a:prstGeom prst="rect">
            <a:avLst/>
          </a:prstGeom>
          <a:noFill/>
          <a:ln>
            <a:noFill/>
          </a:ln>
        </p:spPr>
        <p:txBody>
          <a:bodyPr spcFirstLastPara="1" wrap="square" lIns="0" tIns="91425" rIns="0" bIns="91425" anchor="t" anchorCtr="0">
            <a:spAutoFit/>
          </a:bodyPr>
          <a:lstStyle/>
          <a:p>
            <a:pPr marL="0" lvl="0" indent="0" algn="ctr" rtl="0">
              <a:spcBef>
                <a:spcPts val="0"/>
              </a:spcBef>
              <a:spcAft>
                <a:spcPts val="0"/>
              </a:spcAft>
              <a:buNone/>
            </a:pPr>
            <a:r>
              <a:rPr lang="en" sz="3600">
                <a:solidFill>
                  <a:srgbClr val="FFFFFF"/>
                </a:solidFill>
                <a:latin typeface="Plus Jakarta Sans SemiBold"/>
                <a:ea typeface="Plus Jakarta Sans SemiBold"/>
                <a:cs typeface="Plus Jakarta Sans SemiBold"/>
                <a:sym typeface="Plus Jakarta Sans SemiBold"/>
              </a:rPr>
              <a:t>2X</a:t>
            </a:r>
            <a:endParaRPr sz="3600">
              <a:solidFill>
                <a:srgbClr val="FFFFFF"/>
              </a:solidFill>
              <a:latin typeface="Plus Jakarta Sans SemiBold"/>
              <a:ea typeface="Plus Jakarta Sans SemiBold"/>
              <a:cs typeface="Plus Jakarta Sans SemiBold"/>
              <a:sym typeface="Plus Jakarta Sans SemiBold"/>
            </a:endParaRPr>
          </a:p>
        </p:txBody>
      </p:sp>
      <p:sp>
        <p:nvSpPr>
          <p:cNvPr id="91" name="Google Shape;1394;p145">
            <a:extLst>
              <a:ext uri="{FF2B5EF4-FFF2-40B4-BE49-F238E27FC236}">
                <a16:creationId xmlns:a16="http://schemas.microsoft.com/office/drawing/2014/main" id="{981E06EB-35D1-58E1-40F6-51E19D666C58}"/>
              </a:ext>
            </a:extLst>
          </p:cNvPr>
          <p:cNvSpPr txBox="1"/>
          <p:nvPr/>
        </p:nvSpPr>
        <p:spPr>
          <a:xfrm>
            <a:off x="2124885" y="1774500"/>
            <a:ext cx="1517700" cy="738900"/>
          </a:xfrm>
          <a:prstGeom prst="rect">
            <a:avLst/>
          </a:prstGeom>
          <a:noFill/>
          <a:ln>
            <a:noFill/>
          </a:ln>
        </p:spPr>
        <p:txBody>
          <a:bodyPr spcFirstLastPara="1" wrap="square" lIns="0" tIns="91425" rIns="0" bIns="91425" anchor="t" anchorCtr="0">
            <a:spAutoFit/>
          </a:bodyPr>
          <a:lstStyle/>
          <a:p>
            <a:pPr marL="0" lvl="0" indent="0" algn="ctr" rtl="0">
              <a:spcBef>
                <a:spcPts val="0"/>
              </a:spcBef>
              <a:spcAft>
                <a:spcPts val="0"/>
              </a:spcAft>
              <a:buNone/>
            </a:pPr>
            <a:r>
              <a:rPr lang="en" sz="3600">
                <a:solidFill>
                  <a:srgbClr val="FFFFFF"/>
                </a:solidFill>
                <a:latin typeface="Plus Jakarta Sans SemiBold"/>
                <a:ea typeface="Plus Jakarta Sans SemiBold"/>
                <a:cs typeface="Plus Jakarta Sans SemiBold"/>
                <a:sym typeface="Plus Jakarta Sans SemiBold"/>
              </a:rPr>
              <a:t>10x</a:t>
            </a:r>
            <a:endParaRPr sz="3600">
              <a:solidFill>
                <a:srgbClr val="FFFFFF"/>
              </a:solidFill>
              <a:latin typeface="Plus Jakarta Sans SemiBold"/>
              <a:ea typeface="Plus Jakarta Sans SemiBold"/>
              <a:cs typeface="Plus Jakarta Sans SemiBold"/>
              <a:sym typeface="Plus Jakarta Sans SemiBold"/>
            </a:endParaRPr>
          </a:p>
        </p:txBody>
      </p:sp>
      <p:sp>
        <p:nvSpPr>
          <p:cNvPr id="92" name="Google Shape;1395;p145">
            <a:extLst>
              <a:ext uri="{FF2B5EF4-FFF2-40B4-BE49-F238E27FC236}">
                <a16:creationId xmlns:a16="http://schemas.microsoft.com/office/drawing/2014/main" id="{B6507CDD-789F-5579-0312-D7754C79FE69}"/>
              </a:ext>
            </a:extLst>
          </p:cNvPr>
          <p:cNvSpPr txBox="1"/>
          <p:nvPr/>
        </p:nvSpPr>
        <p:spPr>
          <a:xfrm>
            <a:off x="428035" y="1774500"/>
            <a:ext cx="1517700" cy="738900"/>
          </a:xfrm>
          <a:prstGeom prst="rect">
            <a:avLst/>
          </a:prstGeom>
          <a:noFill/>
          <a:ln>
            <a:noFill/>
          </a:ln>
        </p:spPr>
        <p:txBody>
          <a:bodyPr spcFirstLastPara="1" wrap="square" lIns="0" tIns="91425" rIns="0" bIns="91425" anchor="t" anchorCtr="0">
            <a:spAutoFit/>
          </a:bodyPr>
          <a:lstStyle/>
          <a:p>
            <a:pPr marL="0" lvl="0" indent="0" algn="ctr" rtl="0">
              <a:spcBef>
                <a:spcPts val="0"/>
              </a:spcBef>
              <a:spcAft>
                <a:spcPts val="0"/>
              </a:spcAft>
              <a:buNone/>
            </a:pPr>
            <a:r>
              <a:rPr lang="en" sz="3600">
                <a:solidFill>
                  <a:srgbClr val="FFFFFF"/>
                </a:solidFill>
                <a:latin typeface="Plus Jakarta Sans SemiBold"/>
                <a:ea typeface="Plus Jakarta Sans SemiBold"/>
                <a:cs typeface="Plus Jakarta Sans SemiBold"/>
                <a:sym typeface="Plus Jakarta Sans SemiBold"/>
              </a:rPr>
              <a:t>55%</a:t>
            </a:r>
            <a:endParaRPr sz="3600">
              <a:solidFill>
                <a:srgbClr val="FFFFFF"/>
              </a:solidFill>
              <a:latin typeface="Plus Jakarta Sans SemiBold"/>
              <a:ea typeface="Plus Jakarta Sans SemiBold"/>
              <a:cs typeface="Plus Jakarta Sans SemiBold"/>
              <a:sym typeface="Plus Jakarta Sans SemiBold"/>
            </a:endParaRPr>
          </a:p>
        </p:txBody>
      </p:sp>
      <p:sp>
        <p:nvSpPr>
          <p:cNvPr id="93" name="Google Shape;1396;p145">
            <a:extLst>
              <a:ext uri="{FF2B5EF4-FFF2-40B4-BE49-F238E27FC236}">
                <a16:creationId xmlns:a16="http://schemas.microsoft.com/office/drawing/2014/main" id="{33ED9BD9-05E7-B3D8-62E8-758EEF0AA5FD}"/>
              </a:ext>
            </a:extLst>
          </p:cNvPr>
          <p:cNvSpPr txBox="1"/>
          <p:nvPr/>
        </p:nvSpPr>
        <p:spPr>
          <a:xfrm>
            <a:off x="3821721" y="1774500"/>
            <a:ext cx="1517700" cy="738900"/>
          </a:xfrm>
          <a:prstGeom prst="rect">
            <a:avLst/>
          </a:prstGeom>
          <a:noFill/>
          <a:ln>
            <a:noFill/>
          </a:ln>
        </p:spPr>
        <p:txBody>
          <a:bodyPr spcFirstLastPara="1" wrap="square" lIns="0" tIns="91425" rIns="0" bIns="91425" anchor="t" anchorCtr="0">
            <a:spAutoFit/>
          </a:bodyPr>
          <a:lstStyle/>
          <a:p>
            <a:pPr marL="0" lvl="0" indent="0" algn="ctr" rtl="0">
              <a:spcBef>
                <a:spcPts val="0"/>
              </a:spcBef>
              <a:spcAft>
                <a:spcPts val="0"/>
              </a:spcAft>
              <a:buNone/>
            </a:pPr>
            <a:r>
              <a:rPr lang="en" sz="3600">
                <a:solidFill>
                  <a:srgbClr val="FFFFFF"/>
                </a:solidFill>
                <a:latin typeface="Plus Jakarta Sans SemiBold"/>
                <a:ea typeface="Plus Jakarta Sans SemiBold"/>
                <a:cs typeface="Plus Jakarta Sans SemiBold"/>
                <a:sym typeface="Plus Jakarta Sans SemiBold"/>
              </a:rPr>
              <a:t>12%</a:t>
            </a:r>
            <a:endParaRPr sz="3600">
              <a:solidFill>
                <a:srgbClr val="FFFFFF"/>
              </a:solidFill>
              <a:latin typeface="Plus Jakarta Sans SemiBold"/>
              <a:ea typeface="Plus Jakarta Sans SemiBold"/>
              <a:cs typeface="Plus Jakarta Sans SemiBold"/>
              <a:sym typeface="Plus Jakarta Sans SemiBold"/>
            </a:endParaRPr>
          </a:p>
        </p:txBody>
      </p:sp>
    </p:spTree>
    <p:extLst>
      <p:ext uri="{BB962C8B-B14F-4D97-AF65-F5344CB8AC3E}">
        <p14:creationId xmlns:p14="http://schemas.microsoft.com/office/powerpoint/2010/main" val="4267356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01">
          <a:extLst>
            <a:ext uri="{FF2B5EF4-FFF2-40B4-BE49-F238E27FC236}">
              <a16:creationId xmlns:a16="http://schemas.microsoft.com/office/drawing/2014/main" id="{15ED1740-116C-04E9-B18D-A378A51B0FD4}"/>
            </a:ext>
          </a:extLst>
        </p:cNvPr>
        <p:cNvGrpSpPr/>
        <p:nvPr/>
      </p:nvGrpSpPr>
      <p:grpSpPr>
        <a:xfrm>
          <a:off x="0" y="0"/>
          <a:ext cx="0" cy="0"/>
          <a:chOff x="0" y="0"/>
          <a:chExt cx="0" cy="0"/>
        </a:xfrm>
      </p:grpSpPr>
      <p:sp>
        <p:nvSpPr>
          <p:cNvPr id="7" name="Google Shape;1402;p146">
            <a:extLst>
              <a:ext uri="{FF2B5EF4-FFF2-40B4-BE49-F238E27FC236}">
                <a16:creationId xmlns:a16="http://schemas.microsoft.com/office/drawing/2014/main" id="{0B3189E4-F6ED-359B-119F-CC3F14FC0420}"/>
              </a:ext>
            </a:extLst>
          </p:cNvPr>
          <p:cNvSpPr/>
          <p:nvPr/>
        </p:nvSpPr>
        <p:spPr>
          <a:xfrm>
            <a:off x="644525" y="938975"/>
            <a:ext cx="4013100" cy="3616500"/>
          </a:xfrm>
          <a:prstGeom prst="roundRect">
            <a:avLst>
              <a:gd name="adj" fmla="val 5275"/>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lus Jakarta Sans"/>
              <a:ea typeface="Plus Jakarta Sans"/>
              <a:cs typeface="Plus Jakarta Sans"/>
              <a:sym typeface="Plus Jakarta Sans"/>
            </a:endParaRPr>
          </a:p>
        </p:txBody>
      </p:sp>
      <p:sp>
        <p:nvSpPr>
          <p:cNvPr id="8" name="Google Shape;1403;p146">
            <a:extLst>
              <a:ext uri="{FF2B5EF4-FFF2-40B4-BE49-F238E27FC236}">
                <a16:creationId xmlns:a16="http://schemas.microsoft.com/office/drawing/2014/main" id="{23006702-A5F3-65D8-15E2-AFE9496C2380}"/>
              </a:ext>
            </a:extLst>
          </p:cNvPr>
          <p:cNvSpPr/>
          <p:nvPr/>
        </p:nvSpPr>
        <p:spPr>
          <a:xfrm>
            <a:off x="726975" y="1010805"/>
            <a:ext cx="3857700" cy="3476400"/>
          </a:xfrm>
          <a:prstGeom prst="roundRect">
            <a:avLst>
              <a:gd name="adj" fmla="val 4380"/>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lus Jakarta Sans"/>
              <a:ea typeface="Plus Jakarta Sans"/>
              <a:cs typeface="Plus Jakarta Sans"/>
              <a:sym typeface="Plus Jakarta Sans"/>
            </a:endParaRPr>
          </a:p>
        </p:txBody>
      </p:sp>
      <p:sp>
        <p:nvSpPr>
          <p:cNvPr id="9" name="Google Shape;1404;p146">
            <a:extLst>
              <a:ext uri="{FF2B5EF4-FFF2-40B4-BE49-F238E27FC236}">
                <a16:creationId xmlns:a16="http://schemas.microsoft.com/office/drawing/2014/main" id="{1253610F-EFDA-BBF6-7D6B-C65C755448D3}"/>
              </a:ext>
            </a:extLst>
          </p:cNvPr>
          <p:cNvSpPr txBox="1">
            <a:spLocks noGrp="1"/>
          </p:cNvSpPr>
          <p:nvPr>
            <p:ph type="title"/>
          </p:nvPr>
        </p:nvSpPr>
        <p:spPr>
          <a:xfrm>
            <a:off x="533400" y="284253"/>
            <a:ext cx="7620000" cy="612900"/>
          </a:xfrm>
          <a:prstGeom prst="rect">
            <a:avLst/>
          </a:prstGeom>
        </p:spPr>
        <p:txBody>
          <a:bodyPr spcFirstLastPara="1" wrap="square" lIns="91425" tIns="0" rIns="91425" bIns="45700" anchor="t" anchorCtr="0">
            <a:noAutofit/>
          </a:bodyPr>
          <a:lstStyle/>
          <a:p>
            <a:pPr marL="0" lvl="0" indent="0" algn="l" rtl="0">
              <a:spcBef>
                <a:spcPts val="0"/>
              </a:spcBef>
              <a:spcAft>
                <a:spcPts val="0"/>
              </a:spcAft>
              <a:buClr>
                <a:srgbClr val="120046"/>
              </a:buClr>
              <a:buSzPts val="2000"/>
              <a:buFont typeface="Plus Jakarta Sans Medium"/>
              <a:buNone/>
            </a:pPr>
            <a:r>
              <a:rPr lang="en" b="1" dirty="0"/>
              <a:t>Cloudera AI Inference Service</a:t>
            </a:r>
            <a:endParaRPr b="1" dirty="0"/>
          </a:p>
          <a:p>
            <a:pPr marL="0" lvl="0" indent="0" algn="l" rtl="0">
              <a:spcBef>
                <a:spcPts val="0"/>
              </a:spcBef>
              <a:spcAft>
                <a:spcPts val="0"/>
              </a:spcAft>
              <a:buNone/>
            </a:pPr>
            <a:endParaRPr b="1" dirty="0"/>
          </a:p>
        </p:txBody>
      </p:sp>
      <p:sp>
        <p:nvSpPr>
          <p:cNvPr id="10" name="Google Shape;1405;p146">
            <a:extLst>
              <a:ext uri="{FF2B5EF4-FFF2-40B4-BE49-F238E27FC236}">
                <a16:creationId xmlns:a16="http://schemas.microsoft.com/office/drawing/2014/main" id="{F42A7F0E-2806-F779-0276-A581A30AE30E}"/>
              </a:ext>
            </a:extLst>
          </p:cNvPr>
          <p:cNvSpPr/>
          <p:nvPr/>
        </p:nvSpPr>
        <p:spPr>
          <a:xfrm>
            <a:off x="866000" y="1162475"/>
            <a:ext cx="2353500" cy="1514100"/>
          </a:xfrm>
          <a:prstGeom prst="roundRect">
            <a:avLst>
              <a:gd name="adj" fmla="val 4671"/>
            </a:avLst>
          </a:prstGeom>
          <a:solidFill>
            <a:srgbClr val="CEDBE4">
              <a:alpha val="35000"/>
            </a:srgbClr>
          </a:solidFill>
          <a:ln>
            <a:noFill/>
          </a:ln>
        </p:spPr>
        <p:txBody>
          <a:bodyPr spcFirstLastPara="1" wrap="square" lIns="91425" tIns="91425" rIns="91425" bIns="91425" anchor="t" anchorCtr="0">
            <a:noAutofit/>
          </a:bodyPr>
          <a:lstStyle/>
          <a:p>
            <a:pPr marL="0" lvl="0" indent="0" algn="ctr" rtl="0">
              <a:spcBef>
                <a:spcPts val="0"/>
              </a:spcBef>
              <a:spcAft>
                <a:spcPts val="0"/>
              </a:spcAft>
              <a:buNone/>
            </a:pPr>
            <a:endParaRPr sz="900" b="1">
              <a:solidFill>
                <a:srgbClr val="646464"/>
              </a:solidFill>
              <a:latin typeface="Plus Jakarta Sans"/>
              <a:ea typeface="Plus Jakarta Sans"/>
              <a:cs typeface="Plus Jakarta Sans"/>
              <a:sym typeface="Plus Jakarta Sans"/>
            </a:endParaRPr>
          </a:p>
        </p:txBody>
      </p:sp>
      <p:sp>
        <p:nvSpPr>
          <p:cNvPr id="11" name="Google Shape;1406;p146">
            <a:extLst>
              <a:ext uri="{FF2B5EF4-FFF2-40B4-BE49-F238E27FC236}">
                <a16:creationId xmlns:a16="http://schemas.microsoft.com/office/drawing/2014/main" id="{889968EF-78F9-0715-2B78-F4952C92225C}"/>
              </a:ext>
            </a:extLst>
          </p:cNvPr>
          <p:cNvSpPr/>
          <p:nvPr/>
        </p:nvSpPr>
        <p:spPr>
          <a:xfrm>
            <a:off x="3437750" y="1158725"/>
            <a:ext cx="998400" cy="2505600"/>
          </a:xfrm>
          <a:prstGeom prst="roundRect">
            <a:avLst>
              <a:gd name="adj" fmla="val 6959"/>
            </a:avLst>
          </a:prstGeom>
          <a:solidFill>
            <a:srgbClr val="CEDBE4">
              <a:alpha val="35000"/>
            </a:srgbClr>
          </a:solidFill>
          <a:ln>
            <a:noFill/>
          </a:ln>
        </p:spPr>
        <p:txBody>
          <a:bodyPr spcFirstLastPara="1" wrap="square" lIns="91425" tIns="91425" rIns="91425" bIns="91425" anchor="t" anchorCtr="0">
            <a:noAutofit/>
          </a:bodyPr>
          <a:lstStyle/>
          <a:p>
            <a:pPr marL="0" lvl="0" indent="0" algn="ctr" rtl="0">
              <a:spcBef>
                <a:spcPts val="0"/>
              </a:spcBef>
              <a:spcAft>
                <a:spcPts val="0"/>
              </a:spcAft>
              <a:buNone/>
            </a:pPr>
            <a:endParaRPr sz="900" b="1">
              <a:solidFill>
                <a:srgbClr val="646464"/>
              </a:solidFill>
              <a:latin typeface="Roboto"/>
              <a:ea typeface="Roboto"/>
              <a:cs typeface="Roboto"/>
              <a:sym typeface="Roboto"/>
            </a:endParaRPr>
          </a:p>
        </p:txBody>
      </p:sp>
      <p:sp>
        <p:nvSpPr>
          <p:cNvPr id="14" name="Google Shape;1407;p146">
            <a:extLst>
              <a:ext uri="{FF2B5EF4-FFF2-40B4-BE49-F238E27FC236}">
                <a16:creationId xmlns:a16="http://schemas.microsoft.com/office/drawing/2014/main" id="{5D991EEC-4DD2-3326-4DDC-EA2B97CBE1F5}"/>
              </a:ext>
            </a:extLst>
          </p:cNvPr>
          <p:cNvSpPr/>
          <p:nvPr/>
        </p:nvSpPr>
        <p:spPr>
          <a:xfrm>
            <a:off x="981975" y="1446750"/>
            <a:ext cx="929700" cy="4179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700">
                <a:solidFill>
                  <a:schemeClr val="lt1"/>
                </a:solidFill>
                <a:latin typeface="Plus Jakarta Sans SemiBold"/>
                <a:ea typeface="Plus Jakarta Sans SemiBold"/>
                <a:cs typeface="Plus Jakarta Sans SemiBold"/>
                <a:sym typeface="Plus Jakarta Sans SemiBold"/>
              </a:rPr>
              <a:t>API </a:t>
            </a:r>
            <a:endParaRPr sz="700">
              <a:solidFill>
                <a:schemeClr val="lt1"/>
              </a:solidFill>
              <a:latin typeface="Plus Jakarta Sans SemiBold"/>
              <a:ea typeface="Plus Jakarta Sans SemiBold"/>
              <a:cs typeface="Plus Jakarta Sans SemiBold"/>
              <a:sym typeface="Plus Jakarta Sans SemiBold"/>
            </a:endParaRPr>
          </a:p>
          <a:p>
            <a:pPr marL="0" lvl="0" indent="0" algn="ctr" rtl="0">
              <a:spcBef>
                <a:spcPts val="0"/>
              </a:spcBef>
              <a:spcAft>
                <a:spcPts val="0"/>
              </a:spcAft>
              <a:buNone/>
            </a:pPr>
            <a:r>
              <a:rPr lang="en" sz="700">
                <a:solidFill>
                  <a:schemeClr val="lt1"/>
                </a:solidFill>
                <a:latin typeface="Plus Jakarta Sans SemiBold"/>
                <a:ea typeface="Plus Jakarta Sans SemiBold"/>
                <a:cs typeface="Plus Jakarta Sans SemiBold"/>
                <a:sym typeface="Plus Jakarta Sans SemiBold"/>
              </a:rPr>
              <a:t>Compatibility</a:t>
            </a:r>
            <a:endParaRPr sz="700">
              <a:solidFill>
                <a:schemeClr val="lt1"/>
              </a:solidFill>
              <a:latin typeface="Plus Jakarta Sans SemiBold"/>
              <a:ea typeface="Plus Jakarta Sans SemiBold"/>
              <a:cs typeface="Plus Jakarta Sans SemiBold"/>
              <a:sym typeface="Plus Jakarta Sans SemiBold"/>
            </a:endParaRPr>
          </a:p>
        </p:txBody>
      </p:sp>
      <p:sp>
        <p:nvSpPr>
          <p:cNvPr id="15" name="Google Shape;1408;p146">
            <a:extLst>
              <a:ext uri="{FF2B5EF4-FFF2-40B4-BE49-F238E27FC236}">
                <a16:creationId xmlns:a16="http://schemas.microsoft.com/office/drawing/2014/main" id="{5FA2BFF2-3F3B-6451-EA9B-DA9EBF0D6128}"/>
              </a:ext>
            </a:extLst>
          </p:cNvPr>
          <p:cNvSpPr/>
          <p:nvPr/>
        </p:nvSpPr>
        <p:spPr>
          <a:xfrm>
            <a:off x="2147825" y="1446750"/>
            <a:ext cx="929700" cy="4179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700">
                <a:solidFill>
                  <a:schemeClr val="lt1"/>
                </a:solidFill>
                <a:latin typeface="Plus Jakarta Sans SemiBold"/>
                <a:ea typeface="Plus Jakarta Sans SemiBold"/>
                <a:cs typeface="Plus Jakarta Sans SemiBold"/>
                <a:sym typeface="Plus Jakarta Sans SemiBold"/>
              </a:rPr>
              <a:t>HA and </a:t>
            </a:r>
            <a:endParaRPr sz="700">
              <a:solidFill>
                <a:schemeClr val="lt1"/>
              </a:solidFill>
              <a:latin typeface="Plus Jakarta Sans SemiBold"/>
              <a:ea typeface="Plus Jakarta Sans SemiBold"/>
              <a:cs typeface="Plus Jakarta Sans SemiBold"/>
              <a:sym typeface="Plus Jakarta Sans SemiBold"/>
            </a:endParaRPr>
          </a:p>
          <a:p>
            <a:pPr marL="0" lvl="0" indent="0" algn="ctr" rtl="0">
              <a:spcBef>
                <a:spcPts val="0"/>
              </a:spcBef>
              <a:spcAft>
                <a:spcPts val="0"/>
              </a:spcAft>
              <a:buNone/>
            </a:pPr>
            <a:r>
              <a:rPr lang="en" sz="700">
                <a:solidFill>
                  <a:schemeClr val="lt1"/>
                </a:solidFill>
                <a:latin typeface="Plus Jakarta Sans SemiBold"/>
                <a:ea typeface="Plus Jakarta Sans SemiBold"/>
                <a:cs typeface="Plus Jakarta Sans SemiBold"/>
                <a:sym typeface="Plus Jakarta Sans SemiBold"/>
              </a:rPr>
              <a:t>Autoscaling</a:t>
            </a:r>
            <a:endParaRPr sz="700">
              <a:solidFill>
                <a:schemeClr val="lt1"/>
              </a:solidFill>
              <a:latin typeface="Plus Jakarta Sans SemiBold"/>
              <a:ea typeface="Plus Jakarta Sans SemiBold"/>
              <a:cs typeface="Plus Jakarta Sans SemiBold"/>
              <a:sym typeface="Plus Jakarta Sans SemiBold"/>
            </a:endParaRPr>
          </a:p>
        </p:txBody>
      </p:sp>
      <p:sp>
        <p:nvSpPr>
          <p:cNvPr id="16" name="Google Shape;1409;p146">
            <a:extLst>
              <a:ext uri="{FF2B5EF4-FFF2-40B4-BE49-F238E27FC236}">
                <a16:creationId xmlns:a16="http://schemas.microsoft.com/office/drawing/2014/main" id="{90CEEC22-C2AA-B865-6384-2C27C213EF7C}"/>
              </a:ext>
            </a:extLst>
          </p:cNvPr>
          <p:cNvSpPr/>
          <p:nvPr/>
        </p:nvSpPr>
        <p:spPr>
          <a:xfrm>
            <a:off x="981975" y="1962750"/>
            <a:ext cx="929700" cy="4179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700">
                <a:solidFill>
                  <a:schemeClr val="lt1"/>
                </a:solidFill>
                <a:latin typeface="Plus Jakarta Sans SemiBold"/>
                <a:ea typeface="Plus Jakarta Sans SemiBold"/>
                <a:cs typeface="Plus Jakarta Sans SemiBold"/>
                <a:sym typeface="Plus Jakarta Sans SemiBold"/>
              </a:rPr>
              <a:t>Hardware/</a:t>
            </a:r>
            <a:br>
              <a:rPr lang="en" sz="700">
                <a:solidFill>
                  <a:schemeClr val="lt1"/>
                </a:solidFill>
                <a:latin typeface="Plus Jakarta Sans SemiBold"/>
                <a:ea typeface="Plus Jakarta Sans SemiBold"/>
                <a:cs typeface="Plus Jakarta Sans SemiBold"/>
                <a:sym typeface="Plus Jakarta Sans SemiBold"/>
              </a:rPr>
            </a:br>
            <a:r>
              <a:rPr lang="en" sz="700">
                <a:solidFill>
                  <a:schemeClr val="lt1"/>
                </a:solidFill>
                <a:latin typeface="Plus Jakarta Sans SemiBold"/>
                <a:ea typeface="Plus Jakarta Sans SemiBold"/>
                <a:cs typeface="Plus Jakarta Sans SemiBold"/>
                <a:sym typeface="Plus Jakarta Sans SemiBold"/>
              </a:rPr>
              <a:t>Software Acceleration</a:t>
            </a:r>
            <a:endParaRPr sz="700">
              <a:solidFill>
                <a:schemeClr val="lt1"/>
              </a:solidFill>
              <a:latin typeface="Plus Jakarta Sans SemiBold"/>
              <a:ea typeface="Plus Jakarta Sans SemiBold"/>
              <a:cs typeface="Plus Jakarta Sans SemiBold"/>
              <a:sym typeface="Plus Jakarta Sans SemiBold"/>
            </a:endParaRPr>
          </a:p>
        </p:txBody>
      </p:sp>
      <p:sp>
        <p:nvSpPr>
          <p:cNvPr id="17" name="Google Shape;1410;p146">
            <a:extLst>
              <a:ext uri="{FF2B5EF4-FFF2-40B4-BE49-F238E27FC236}">
                <a16:creationId xmlns:a16="http://schemas.microsoft.com/office/drawing/2014/main" id="{53484B2F-91D4-570D-8753-5A15CD400D65}"/>
              </a:ext>
            </a:extLst>
          </p:cNvPr>
          <p:cNvSpPr/>
          <p:nvPr/>
        </p:nvSpPr>
        <p:spPr>
          <a:xfrm>
            <a:off x="2147825" y="1962750"/>
            <a:ext cx="929700" cy="4179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700">
                <a:solidFill>
                  <a:schemeClr val="lt1"/>
                </a:solidFill>
                <a:latin typeface="Plus Jakarta Sans SemiBold"/>
                <a:ea typeface="Plus Jakarta Sans SemiBold"/>
                <a:cs typeface="Plus Jakarta Sans SemiBold"/>
                <a:sym typeface="Plus Jakarta Sans SemiBold"/>
              </a:rPr>
              <a:t>Enterprise </a:t>
            </a:r>
            <a:endParaRPr sz="700">
              <a:solidFill>
                <a:schemeClr val="lt1"/>
              </a:solidFill>
              <a:latin typeface="Plus Jakarta Sans SemiBold"/>
              <a:ea typeface="Plus Jakarta Sans SemiBold"/>
              <a:cs typeface="Plus Jakarta Sans SemiBold"/>
              <a:sym typeface="Plus Jakarta Sans SemiBold"/>
            </a:endParaRPr>
          </a:p>
          <a:p>
            <a:pPr marL="0" lvl="0" indent="0" algn="ctr" rtl="0">
              <a:spcBef>
                <a:spcPts val="0"/>
              </a:spcBef>
              <a:spcAft>
                <a:spcPts val="0"/>
              </a:spcAft>
              <a:buNone/>
            </a:pPr>
            <a:r>
              <a:rPr lang="en" sz="700">
                <a:solidFill>
                  <a:schemeClr val="lt1"/>
                </a:solidFill>
                <a:latin typeface="Plus Jakarta Sans SemiBold"/>
                <a:ea typeface="Plus Jakarta Sans SemiBold"/>
                <a:cs typeface="Plus Jakarta Sans SemiBold"/>
                <a:sym typeface="Plus Jakarta Sans SemiBold"/>
              </a:rPr>
              <a:t>Security</a:t>
            </a:r>
            <a:endParaRPr sz="700">
              <a:solidFill>
                <a:schemeClr val="lt1"/>
              </a:solidFill>
              <a:latin typeface="Plus Jakarta Sans SemiBold"/>
              <a:ea typeface="Plus Jakarta Sans SemiBold"/>
              <a:cs typeface="Plus Jakarta Sans SemiBold"/>
              <a:sym typeface="Plus Jakarta Sans SemiBold"/>
            </a:endParaRPr>
          </a:p>
        </p:txBody>
      </p:sp>
      <p:sp>
        <p:nvSpPr>
          <p:cNvPr id="18" name="Google Shape;1411;p146">
            <a:extLst>
              <a:ext uri="{FF2B5EF4-FFF2-40B4-BE49-F238E27FC236}">
                <a16:creationId xmlns:a16="http://schemas.microsoft.com/office/drawing/2014/main" id="{B91D7CB0-BDF0-EFFB-C0AB-D41D20CE71BB}"/>
              </a:ext>
            </a:extLst>
          </p:cNvPr>
          <p:cNvSpPr/>
          <p:nvPr/>
        </p:nvSpPr>
        <p:spPr>
          <a:xfrm>
            <a:off x="866000" y="2889600"/>
            <a:ext cx="2353500" cy="774600"/>
          </a:xfrm>
          <a:prstGeom prst="roundRect">
            <a:avLst>
              <a:gd name="adj" fmla="val 11167"/>
            </a:avLst>
          </a:prstGeom>
          <a:solidFill>
            <a:srgbClr val="CEDBE4">
              <a:alpha val="35000"/>
            </a:srgbClr>
          </a:solid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900" b="1">
              <a:solidFill>
                <a:srgbClr val="646464"/>
              </a:solidFill>
              <a:latin typeface="Plus Jakarta Sans"/>
              <a:ea typeface="Plus Jakarta Sans"/>
              <a:cs typeface="Plus Jakarta Sans"/>
              <a:sym typeface="Plus Jakarta Sans"/>
            </a:endParaRPr>
          </a:p>
        </p:txBody>
      </p:sp>
      <p:cxnSp>
        <p:nvCxnSpPr>
          <p:cNvPr id="19" name="Google Shape;1412;p146">
            <a:extLst>
              <a:ext uri="{FF2B5EF4-FFF2-40B4-BE49-F238E27FC236}">
                <a16:creationId xmlns:a16="http://schemas.microsoft.com/office/drawing/2014/main" id="{12E055AE-E38E-24AF-AE30-E22736D0CE40}"/>
              </a:ext>
            </a:extLst>
          </p:cNvPr>
          <p:cNvCxnSpPr>
            <a:stCxn id="10" idx="3"/>
          </p:cNvCxnSpPr>
          <p:nvPr/>
        </p:nvCxnSpPr>
        <p:spPr>
          <a:xfrm>
            <a:off x="3219500" y="1919525"/>
            <a:ext cx="191700" cy="0"/>
          </a:xfrm>
          <a:prstGeom prst="straightConnector1">
            <a:avLst/>
          </a:prstGeom>
          <a:noFill/>
          <a:ln w="9525" cap="flat" cmpd="sng">
            <a:solidFill>
              <a:schemeClr val="accent1"/>
            </a:solidFill>
            <a:prstDash val="solid"/>
            <a:round/>
            <a:headEnd type="none" w="med" len="med"/>
            <a:tailEnd type="triangle" w="med" len="med"/>
          </a:ln>
        </p:spPr>
      </p:cxnSp>
      <p:cxnSp>
        <p:nvCxnSpPr>
          <p:cNvPr id="20" name="Google Shape;1413;p146">
            <a:extLst>
              <a:ext uri="{FF2B5EF4-FFF2-40B4-BE49-F238E27FC236}">
                <a16:creationId xmlns:a16="http://schemas.microsoft.com/office/drawing/2014/main" id="{7C37D701-6CBD-CD8F-AB57-BDF4D940D495}"/>
              </a:ext>
            </a:extLst>
          </p:cNvPr>
          <p:cNvCxnSpPr>
            <a:stCxn id="18" idx="0"/>
          </p:cNvCxnSpPr>
          <p:nvPr/>
        </p:nvCxnSpPr>
        <p:spPr>
          <a:xfrm rot="10800000">
            <a:off x="2042750" y="2704800"/>
            <a:ext cx="0" cy="184800"/>
          </a:xfrm>
          <a:prstGeom prst="straightConnector1">
            <a:avLst/>
          </a:prstGeom>
          <a:noFill/>
          <a:ln w="9525" cap="flat" cmpd="sng">
            <a:solidFill>
              <a:schemeClr val="accent1"/>
            </a:solidFill>
            <a:prstDash val="solid"/>
            <a:round/>
            <a:headEnd type="none" w="med" len="med"/>
            <a:tailEnd type="triangle" w="med" len="med"/>
          </a:ln>
        </p:spPr>
      </p:cxnSp>
      <p:pic>
        <p:nvPicPr>
          <p:cNvPr id="21" name="Google Shape;1414;p146">
            <a:extLst>
              <a:ext uri="{FF2B5EF4-FFF2-40B4-BE49-F238E27FC236}">
                <a16:creationId xmlns:a16="http://schemas.microsoft.com/office/drawing/2014/main" id="{D80C07F3-D095-B990-6ADE-F4D93F3212F0}"/>
              </a:ext>
            </a:extLst>
          </p:cNvPr>
          <p:cNvPicPr preferRelativeResize="0"/>
          <p:nvPr/>
        </p:nvPicPr>
        <p:blipFill>
          <a:blip r:embed="rId3">
            <a:alphaModFix/>
          </a:blip>
          <a:stretch>
            <a:fillRect/>
          </a:stretch>
        </p:blipFill>
        <p:spPr>
          <a:xfrm>
            <a:off x="1089594" y="3153939"/>
            <a:ext cx="401911" cy="163679"/>
          </a:xfrm>
          <a:prstGeom prst="rect">
            <a:avLst/>
          </a:prstGeom>
          <a:noFill/>
          <a:ln>
            <a:noFill/>
          </a:ln>
        </p:spPr>
      </p:pic>
      <p:pic>
        <p:nvPicPr>
          <p:cNvPr id="22" name="Google Shape;1415;p146">
            <a:extLst>
              <a:ext uri="{FF2B5EF4-FFF2-40B4-BE49-F238E27FC236}">
                <a16:creationId xmlns:a16="http://schemas.microsoft.com/office/drawing/2014/main" id="{BE439DB5-2ED8-896C-52FA-8817D28DDC66}"/>
              </a:ext>
            </a:extLst>
          </p:cNvPr>
          <p:cNvPicPr preferRelativeResize="0"/>
          <p:nvPr/>
        </p:nvPicPr>
        <p:blipFill>
          <a:blip r:embed="rId4">
            <a:alphaModFix/>
          </a:blip>
          <a:stretch>
            <a:fillRect/>
          </a:stretch>
        </p:blipFill>
        <p:spPr>
          <a:xfrm>
            <a:off x="2484567" y="3153939"/>
            <a:ext cx="511495" cy="163679"/>
          </a:xfrm>
          <a:prstGeom prst="rect">
            <a:avLst/>
          </a:prstGeom>
          <a:noFill/>
          <a:ln>
            <a:noFill/>
          </a:ln>
        </p:spPr>
      </p:pic>
      <p:pic>
        <p:nvPicPr>
          <p:cNvPr id="23" name="Google Shape;1416;p146">
            <a:extLst>
              <a:ext uri="{FF2B5EF4-FFF2-40B4-BE49-F238E27FC236}">
                <a16:creationId xmlns:a16="http://schemas.microsoft.com/office/drawing/2014/main" id="{2F7DC299-A9FC-012B-8543-C07BB7869783}"/>
              </a:ext>
            </a:extLst>
          </p:cNvPr>
          <p:cNvPicPr preferRelativeResize="0"/>
          <p:nvPr/>
        </p:nvPicPr>
        <p:blipFill rotWithShape="1">
          <a:blip r:embed="rId5">
            <a:alphaModFix/>
          </a:blip>
          <a:srcRect l="31260" t="26839" r="31350" b="37241"/>
          <a:stretch/>
        </p:blipFill>
        <p:spPr>
          <a:xfrm>
            <a:off x="2134872" y="3374756"/>
            <a:ext cx="428655" cy="222376"/>
          </a:xfrm>
          <a:prstGeom prst="rect">
            <a:avLst/>
          </a:prstGeom>
          <a:noFill/>
          <a:ln>
            <a:noFill/>
          </a:ln>
        </p:spPr>
      </p:pic>
      <p:sp>
        <p:nvSpPr>
          <p:cNvPr id="24" name="Google Shape;1417;p146">
            <a:extLst>
              <a:ext uri="{FF2B5EF4-FFF2-40B4-BE49-F238E27FC236}">
                <a16:creationId xmlns:a16="http://schemas.microsoft.com/office/drawing/2014/main" id="{055EC619-4958-A77B-AE0F-711899609A99}"/>
              </a:ext>
            </a:extLst>
          </p:cNvPr>
          <p:cNvSpPr/>
          <p:nvPr/>
        </p:nvSpPr>
        <p:spPr>
          <a:xfrm>
            <a:off x="877125" y="3785325"/>
            <a:ext cx="3557400" cy="295800"/>
          </a:xfrm>
          <a:prstGeom prst="rect">
            <a:avLst/>
          </a:prstGeom>
          <a:solidFill>
            <a:srgbClr val="FFFFFF"/>
          </a:solidFill>
          <a:ln w="9525" cap="flat" cmpd="sng">
            <a:solidFill>
              <a:srgbClr val="CEDBE4"/>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b="1">
                <a:solidFill>
                  <a:schemeClr val="dk1"/>
                </a:solidFill>
                <a:latin typeface="Plus Jakarta Sans"/>
                <a:ea typeface="Plus Jakarta Sans"/>
                <a:cs typeface="Plus Jakarta Sans"/>
                <a:sym typeface="Plus Jakarta Sans"/>
              </a:rPr>
              <a:t>On-Premises* &amp; Public Cloud </a:t>
            </a:r>
            <a:endParaRPr sz="900" b="1">
              <a:solidFill>
                <a:schemeClr val="dk1"/>
              </a:solidFill>
              <a:latin typeface="Plus Jakarta Sans"/>
              <a:ea typeface="Plus Jakarta Sans"/>
              <a:cs typeface="Plus Jakarta Sans"/>
              <a:sym typeface="Plus Jakarta Sans"/>
            </a:endParaRPr>
          </a:p>
        </p:txBody>
      </p:sp>
      <p:pic>
        <p:nvPicPr>
          <p:cNvPr id="25" name="Google Shape;1418;p146">
            <a:extLst>
              <a:ext uri="{FF2B5EF4-FFF2-40B4-BE49-F238E27FC236}">
                <a16:creationId xmlns:a16="http://schemas.microsoft.com/office/drawing/2014/main" id="{1B08B329-7E96-8D58-D87C-66AF74F99FB0}"/>
              </a:ext>
            </a:extLst>
          </p:cNvPr>
          <p:cNvPicPr preferRelativeResize="0"/>
          <p:nvPr/>
        </p:nvPicPr>
        <p:blipFill rotWithShape="1">
          <a:blip r:embed="rId6">
            <a:alphaModFix/>
          </a:blip>
          <a:srcRect t="20863" b="21216"/>
          <a:stretch/>
        </p:blipFill>
        <p:spPr>
          <a:xfrm>
            <a:off x="1495923" y="3374757"/>
            <a:ext cx="511499" cy="222380"/>
          </a:xfrm>
          <a:prstGeom prst="rect">
            <a:avLst/>
          </a:prstGeom>
          <a:noFill/>
          <a:ln>
            <a:noFill/>
          </a:ln>
        </p:spPr>
      </p:pic>
      <p:sp>
        <p:nvSpPr>
          <p:cNvPr id="26" name="Google Shape;1419;p146">
            <a:extLst>
              <a:ext uri="{FF2B5EF4-FFF2-40B4-BE49-F238E27FC236}">
                <a16:creationId xmlns:a16="http://schemas.microsoft.com/office/drawing/2014/main" id="{2179D614-D2A8-26EB-34F2-EFC0E7715786}"/>
              </a:ext>
            </a:extLst>
          </p:cNvPr>
          <p:cNvSpPr txBox="1"/>
          <p:nvPr/>
        </p:nvSpPr>
        <p:spPr>
          <a:xfrm>
            <a:off x="5019250" y="923100"/>
            <a:ext cx="3705600" cy="36552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200"/>
              </a:spcBef>
              <a:spcAft>
                <a:spcPts val="0"/>
              </a:spcAft>
              <a:buNone/>
            </a:pPr>
            <a:r>
              <a:rPr lang="en" sz="1200" b="1" dirty="0">
                <a:solidFill>
                  <a:schemeClr val="accent1"/>
                </a:solidFill>
                <a:latin typeface="Plus Jakarta Sans"/>
                <a:ea typeface="Plus Jakarta Sans"/>
                <a:cs typeface="Plus Jakarta Sans"/>
                <a:sym typeface="Plus Jakarta Sans"/>
              </a:rPr>
              <a:t>Performance optimizations </a:t>
            </a:r>
            <a:br>
              <a:rPr lang="en" sz="1200" b="1" dirty="0">
                <a:solidFill>
                  <a:schemeClr val="accent1"/>
                </a:solidFill>
                <a:latin typeface="Plus Jakarta Sans"/>
                <a:ea typeface="Plus Jakarta Sans"/>
                <a:cs typeface="Plus Jakarta Sans"/>
                <a:sym typeface="Plus Jakarta Sans"/>
              </a:rPr>
            </a:br>
            <a:r>
              <a:rPr lang="en" sz="1000" dirty="0">
                <a:solidFill>
                  <a:schemeClr val="lt1"/>
                </a:solidFill>
                <a:latin typeface="Plus Jakarta Sans Medium"/>
                <a:ea typeface="Plus Jakarta Sans Medium"/>
                <a:cs typeface="Plus Jakarta Sans Medium"/>
                <a:sym typeface="Plus Jakarta Sans Medium"/>
              </a:rPr>
              <a:t>NVIDIA NIM provides up to 3.7x throughput increase for CPU-based inferences and up to 36x faster performance for NVIDIA GPU-based inferences.</a:t>
            </a:r>
            <a:endParaRPr sz="1100" dirty="0">
              <a:solidFill>
                <a:schemeClr val="lt1"/>
              </a:solidFill>
              <a:latin typeface="Plus Jakarta Sans Medium"/>
              <a:ea typeface="Plus Jakarta Sans Medium"/>
              <a:cs typeface="Plus Jakarta Sans Medium"/>
              <a:sym typeface="Plus Jakarta Sans Medium"/>
            </a:endParaRPr>
          </a:p>
          <a:p>
            <a:pPr marL="0" lvl="0" indent="0" algn="l" rtl="0">
              <a:lnSpc>
                <a:spcPct val="115000"/>
              </a:lnSpc>
              <a:spcBef>
                <a:spcPts val="500"/>
              </a:spcBef>
              <a:spcAft>
                <a:spcPts val="0"/>
              </a:spcAft>
              <a:buNone/>
            </a:pPr>
            <a:r>
              <a:rPr lang="en" sz="1200" b="1" dirty="0">
                <a:solidFill>
                  <a:schemeClr val="accent1"/>
                </a:solidFill>
                <a:latin typeface="Plus Jakarta Sans"/>
                <a:ea typeface="Plus Jakarta Sans"/>
                <a:cs typeface="Plus Jakarta Sans"/>
                <a:sym typeface="Plus Jakarta Sans"/>
              </a:rPr>
              <a:t>Proprietary model access</a:t>
            </a:r>
            <a:br>
              <a:rPr lang="en" sz="1200" dirty="0">
                <a:solidFill>
                  <a:srgbClr val="008CFF"/>
                </a:solidFill>
                <a:latin typeface="Plus Jakarta Sans Medium"/>
                <a:ea typeface="Plus Jakarta Sans Medium"/>
                <a:cs typeface="Plus Jakarta Sans Medium"/>
                <a:sym typeface="Plus Jakarta Sans Medium"/>
              </a:rPr>
            </a:br>
            <a:r>
              <a:rPr lang="en" sz="1000" dirty="0">
                <a:solidFill>
                  <a:schemeClr val="lt1"/>
                </a:solidFill>
                <a:latin typeface="Plus Jakarta Sans Medium"/>
                <a:ea typeface="Plus Jakarta Sans Medium"/>
                <a:cs typeface="Plus Jakarta Sans Medium"/>
                <a:sym typeface="Plus Jakarta Sans Medium"/>
              </a:rPr>
              <a:t>NVIDIA NeMo &amp; optimized open-source models</a:t>
            </a:r>
            <a:r>
              <a:rPr lang="en" sz="1100" dirty="0">
                <a:latin typeface="Plus Jakarta Sans Medium"/>
                <a:ea typeface="Plus Jakarta Sans Medium"/>
                <a:cs typeface="Plus Jakarta Sans Medium"/>
                <a:sym typeface="Plus Jakarta Sans Medium"/>
              </a:rPr>
              <a:t>.</a:t>
            </a:r>
            <a:endParaRPr sz="1200" dirty="0">
              <a:solidFill>
                <a:srgbClr val="008CFF"/>
              </a:solidFill>
              <a:latin typeface="Plus Jakarta Sans Medium"/>
              <a:ea typeface="Plus Jakarta Sans Medium"/>
              <a:cs typeface="Plus Jakarta Sans Medium"/>
              <a:sym typeface="Plus Jakarta Sans Medium"/>
            </a:endParaRPr>
          </a:p>
          <a:p>
            <a:pPr marL="0" lvl="0" indent="0" algn="l" rtl="0">
              <a:lnSpc>
                <a:spcPct val="115000"/>
              </a:lnSpc>
              <a:spcBef>
                <a:spcPts val="500"/>
              </a:spcBef>
              <a:spcAft>
                <a:spcPts val="0"/>
              </a:spcAft>
              <a:buNone/>
            </a:pPr>
            <a:r>
              <a:rPr lang="en" sz="1200" b="1" dirty="0">
                <a:solidFill>
                  <a:schemeClr val="accent1"/>
                </a:solidFill>
                <a:latin typeface="Plus Jakarta Sans"/>
                <a:ea typeface="Plus Jakarta Sans"/>
                <a:cs typeface="Plus Jakarta Sans"/>
                <a:sym typeface="Plus Jakarta Sans"/>
              </a:rPr>
              <a:t>High availability and scalability</a:t>
            </a:r>
            <a:br>
              <a:rPr lang="en" sz="1200" dirty="0">
                <a:solidFill>
                  <a:srgbClr val="008CFF"/>
                </a:solidFill>
                <a:latin typeface="Plus Jakarta Sans Medium"/>
                <a:ea typeface="Plus Jakarta Sans Medium"/>
                <a:cs typeface="Plus Jakarta Sans Medium"/>
                <a:sym typeface="Plus Jakarta Sans Medium"/>
              </a:rPr>
            </a:br>
            <a:r>
              <a:rPr lang="en" sz="1000" dirty="0">
                <a:solidFill>
                  <a:schemeClr val="lt1"/>
                </a:solidFill>
                <a:latin typeface="Plus Jakarta Sans Medium"/>
                <a:ea typeface="Plus Jakarta Sans Medium"/>
                <a:cs typeface="Plus Jakarta Sans Medium"/>
                <a:sym typeface="Plus Jakarta Sans Medium"/>
              </a:rPr>
              <a:t>Scale-to-zero autoscaling and HA for hundreds of production models.</a:t>
            </a:r>
            <a:endParaRPr sz="1100" dirty="0">
              <a:solidFill>
                <a:srgbClr val="305868"/>
              </a:solidFill>
              <a:latin typeface="Plus Jakarta Sans Medium"/>
              <a:ea typeface="Plus Jakarta Sans Medium"/>
              <a:cs typeface="Plus Jakarta Sans Medium"/>
              <a:sym typeface="Plus Jakarta Sans Medium"/>
            </a:endParaRPr>
          </a:p>
          <a:p>
            <a:pPr marL="0" lvl="0" indent="0" algn="l" rtl="0">
              <a:lnSpc>
                <a:spcPct val="115000"/>
              </a:lnSpc>
              <a:spcBef>
                <a:spcPts val="500"/>
              </a:spcBef>
              <a:spcAft>
                <a:spcPts val="0"/>
              </a:spcAft>
              <a:buNone/>
            </a:pPr>
            <a:r>
              <a:rPr lang="en" sz="1200" b="1" dirty="0">
                <a:solidFill>
                  <a:schemeClr val="accent1"/>
                </a:solidFill>
                <a:latin typeface="Plus Jakarta Sans"/>
                <a:ea typeface="Plus Jakarta Sans"/>
                <a:cs typeface="Plus Jakarta Sans"/>
                <a:sym typeface="Plus Jakarta Sans"/>
              </a:rPr>
              <a:t>Real-time monitoring</a:t>
            </a:r>
            <a:br>
              <a:rPr lang="en" sz="1200" dirty="0">
                <a:solidFill>
                  <a:srgbClr val="008CFF"/>
                </a:solidFill>
                <a:latin typeface="Plus Jakarta Sans Medium"/>
                <a:ea typeface="Plus Jakarta Sans Medium"/>
                <a:cs typeface="Plus Jakarta Sans Medium"/>
                <a:sym typeface="Plus Jakarta Sans Medium"/>
              </a:rPr>
            </a:br>
            <a:r>
              <a:rPr lang="en" sz="1000" dirty="0">
                <a:solidFill>
                  <a:schemeClr val="lt1"/>
                </a:solidFill>
                <a:latin typeface="Plus Jakarta Sans Medium"/>
                <a:ea typeface="Plus Jakarta Sans Medium"/>
                <a:cs typeface="Plus Jakarta Sans Medium"/>
                <a:sym typeface="Plus Jakarta Sans Medium"/>
              </a:rPr>
              <a:t>Built in monitoring of the technical and algorithmic performance of the model.</a:t>
            </a:r>
            <a:endParaRPr sz="1100" dirty="0">
              <a:solidFill>
                <a:srgbClr val="305868"/>
              </a:solidFill>
              <a:latin typeface="Plus Jakarta Sans Medium"/>
              <a:ea typeface="Plus Jakarta Sans Medium"/>
              <a:cs typeface="Plus Jakarta Sans Medium"/>
              <a:sym typeface="Plus Jakarta Sans Medium"/>
            </a:endParaRPr>
          </a:p>
          <a:p>
            <a:pPr marL="0" lvl="0" indent="0" algn="l" rtl="0">
              <a:lnSpc>
                <a:spcPct val="115000"/>
              </a:lnSpc>
              <a:spcBef>
                <a:spcPts val="500"/>
              </a:spcBef>
              <a:spcAft>
                <a:spcPts val="0"/>
              </a:spcAft>
              <a:buNone/>
            </a:pPr>
            <a:r>
              <a:rPr lang="en" sz="1200" b="1" dirty="0">
                <a:solidFill>
                  <a:schemeClr val="accent1"/>
                </a:solidFill>
                <a:latin typeface="Plus Jakarta Sans"/>
                <a:ea typeface="Plus Jakarta Sans"/>
                <a:cs typeface="Plus Jakarta Sans"/>
                <a:sym typeface="Plus Jakarta Sans"/>
              </a:rPr>
              <a:t>Hybrid cloud and PaaS deployment support</a:t>
            </a:r>
            <a:br>
              <a:rPr lang="en" sz="1200" dirty="0">
                <a:solidFill>
                  <a:srgbClr val="008CFF"/>
                </a:solidFill>
                <a:latin typeface="Plus Jakarta Sans Medium"/>
                <a:ea typeface="Plus Jakarta Sans Medium"/>
                <a:cs typeface="Plus Jakarta Sans Medium"/>
                <a:sym typeface="Plus Jakarta Sans Medium"/>
              </a:rPr>
            </a:br>
            <a:r>
              <a:rPr lang="en" sz="1000" dirty="0">
                <a:solidFill>
                  <a:schemeClr val="lt1"/>
                </a:solidFill>
                <a:latin typeface="Plus Jakarta Sans Medium"/>
                <a:ea typeface="Plus Jakarta Sans Medium"/>
                <a:cs typeface="Plus Jakarta Sans Medium"/>
                <a:sym typeface="Plus Jakarta Sans Medium"/>
              </a:rPr>
              <a:t>Run workloads on-premises, in the public cloud, or directly within a VPC.</a:t>
            </a:r>
            <a:endParaRPr sz="1100" dirty="0">
              <a:solidFill>
                <a:srgbClr val="305868"/>
              </a:solidFill>
              <a:latin typeface="Plus Jakarta Sans Medium"/>
              <a:ea typeface="Plus Jakarta Sans Medium"/>
              <a:cs typeface="Plus Jakarta Sans Medium"/>
              <a:sym typeface="Plus Jakarta Sans Medium"/>
            </a:endParaRPr>
          </a:p>
          <a:p>
            <a:pPr marL="0" lvl="0" indent="0" algn="l" rtl="0">
              <a:lnSpc>
                <a:spcPct val="115000"/>
              </a:lnSpc>
              <a:spcBef>
                <a:spcPts val="500"/>
              </a:spcBef>
              <a:spcAft>
                <a:spcPts val="0"/>
              </a:spcAft>
              <a:buNone/>
            </a:pPr>
            <a:r>
              <a:rPr lang="en" sz="1200" b="1" dirty="0">
                <a:solidFill>
                  <a:schemeClr val="accent1"/>
                </a:solidFill>
                <a:latin typeface="Plus Jakarta Sans"/>
                <a:ea typeface="Plus Jakarta Sans"/>
                <a:cs typeface="Plus Jakarta Sans"/>
                <a:sym typeface="Plus Jakarta Sans"/>
              </a:rPr>
              <a:t>Enterprise security</a:t>
            </a:r>
            <a:br>
              <a:rPr lang="en" sz="1200" dirty="0">
                <a:solidFill>
                  <a:srgbClr val="008CFF"/>
                </a:solidFill>
                <a:latin typeface="Plus Jakarta Sans Medium"/>
                <a:ea typeface="Plus Jakarta Sans Medium"/>
                <a:cs typeface="Plus Jakarta Sans Medium"/>
                <a:sym typeface="Plus Jakarta Sans Medium"/>
              </a:rPr>
            </a:br>
            <a:r>
              <a:rPr lang="en" sz="1000" dirty="0">
                <a:solidFill>
                  <a:schemeClr val="lt1"/>
                </a:solidFill>
                <a:latin typeface="Plus Jakarta Sans Medium"/>
                <a:ea typeface="Plus Jakarta Sans Medium"/>
                <a:cs typeface="Plus Jakarta Sans Medium"/>
                <a:sym typeface="Plus Jakarta Sans Medium"/>
              </a:rPr>
              <a:t>Service Accounts, Access Control, Lineage and Audit.</a:t>
            </a:r>
            <a:endParaRPr sz="1100" dirty="0">
              <a:solidFill>
                <a:srgbClr val="305868"/>
              </a:solidFill>
              <a:latin typeface="Plus Jakarta Sans Medium"/>
              <a:ea typeface="Plus Jakarta Sans Medium"/>
              <a:cs typeface="Plus Jakarta Sans Medium"/>
              <a:sym typeface="Plus Jakarta Sans Medium"/>
            </a:endParaRPr>
          </a:p>
        </p:txBody>
      </p:sp>
      <p:sp>
        <p:nvSpPr>
          <p:cNvPr id="27" name="Google Shape;1420;p146">
            <a:extLst>
              <a:ext uri="{FF2B5EF4-FFF2-40B4-BE49-F238E27FC236}">
                <a16:creationId xmlns:a16="http://schemas.microsoft.com/office/drawing/2014/main" id="{2E4148C7-D794-CBC1-35F6-F5D794EC6494}"/>
              </a:ext>
            </a:extLst>
          </p:cNvPr>
          <p:cNvSpPr txBox="1"/>
          <p:nvPr/>
        </p:nvSpPr>
        <p:spPr>
          <a:xfrm>
            <a:off x="866000" y="2372663"/>
            <a:ext cx="23535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endParaRPr>
              <a:solidFill>
                <a:schemeClr val="lt1"/>
              </a:solidFill>
            </a:endParaRPr>
          </a:p>
        </p:txBody>
      </p:sp>
      <p:pic>
        <p:nvPicPr>
          <p:cNvPr id="28" name="Google Shape;1421;p146">
            <a:extLst>
              <a:ext uri="{FF2B5EF4-FFF2-40B4-BE49-F238E27FC236}">
                <a16:creationId xmlns:a16="http://schemas.microsoft.com/office/drawing/2014/main" id="{AE55BF71-F8A0-9EEA-D78C-885DA3F16D3D}"/>
              </a:ext>
            </a:extLst>
          </p:cNvPr>
          <p:cNvPicPr preferRelativeResize="0"/>
          <p:nvPr/>
        </p:nvPicPr>
        <p:blipFill>
          <a:blip r:embed="rId7">
            <a:alphaModFix/>
          </a:blip>
          <a:stretch>
            <a:fillRect/>
          </a:stretch>
        </p:blipFill>
        <p:spPr>
          <a:xfrm>
            <a:off x="1683529" y="3201582"/>
            <a:ext cx="609014" cy="68393"/>
          </a:xfrm>
          <a:prstGeom prst="rect">
            <a:avLst/>
          </a:prstGeom>
          <a:noFill/>
          <a:ln>
            <a:noFill/>
          </a:ln>
        </p:spPr>
      </p:pic>
      <p:sp>
        <p:nvSpPr>
          <p:cNvPr id="29" name="Google Shape;1422;p146">
            <a:extLst>
              <a:ext uri="{FF2B5EF4-FFF2-40B4-BE49-F238E27FC236}">
                <a16:creationId xmlns:a16="http://schemas.microsoft.com/office/drawing/2014/main" id="{F8F373D4-7D27-A54A-335E-39E78AB96510}"/>
              </a:ext>
            </a:extLst>
          </p:cNvPr>
          <p:cNvSpPr txBox="1"/>
          <p:nvPr/>
        </p:nvSpPr>
        <p:spPr>
          <a:xfrm>
            <a:off x="877125" y="4202125"/>
            <a:ext cx="3557400" cy="153900"/>
          </a:xfrm>
          <a:prstGeom prst="rect">
            <a:avLst/>
          </a:prstGeom>
          <a:noFill/>
          <a:ln>
            <a:noFill/>
          </a:ln>
        </p:spPr>
        <p:txBody>
          <a:bodyPr spcFirstLastPara="1" wrap="square" lIns="0" tIns="0" rIns="91425" bIns="0" anchor="t" anchorCtr="0">
            <a:spAutoFit/>
          </a:bodyPr>
          <a:lstStyle/>
          <a:p>
            <a:pPr marL="0" lvl="0" indent="0" algn="ctr" rtl="0">
              <a:spcBef>
                <a:spcPts val="500"/>
              </a:spcBef>
              <a:spcAft>
                <a:spcPts val="0"/>
              </a:spcAft>
              <a:buNone/>
            </a:pPr>
            <a:r>
              <a:rPr lang="en" sz="1000">
                <a:solidFill>
                  <a:schemeClr val="dk2"/>
                </a:solidFill>
                <a:latin typeface="Plus Jakarta Sans"/>
                <a:ea typeface="Plus Jakarta Sans"/>
                <a:cs typeface="Plus Jakarta Sans"/>
                <a:sym typeface="Plus Jakarta Sans"/>
              </a:rPr>
              <a:t>* Tech preview for on-premises will be available 1HFY26 </a:t>
            </a:r>
            <a:endParaRPr sz="900">
              <a:solidFill>
                <a:schemeClr val="dk2"/>
              </a:solidFill>
              <a:latin typeface="Plus Jakarta Sans"/>
              <a:ea typeface="Plus Jakarta Sans"/>
              <a:cs typeface="Plus Jakarta Sans"/>
              <a:sym typeface="Plus Jakarta Sans"/>
            </a:endParaRPr>
          </a:p>
        </p:txBody>
      </p:sp>
      <p:cxnSp>
        <p:nvCxnSpPr>
          <p:cNvPr id="30" name="Google Shape;1423;p146">
            <a:extLst>
              <a:ext uri="{FF2B5EF4-FFF2-40B4-BE49-F238E27FC236}">
                <a16:creationId xmlns:a16="http://schemas.microsoft.com/office/drawing/2014/main" id="{E86023FC-571F-AA4B-15AB-6953E73EB079}"/>
              </a:ext>
            </a:extLst>
          </p:cNvPr>
          <p:cNvCxnSpPr>
            <a:stCxn id="14" idx="3"/>
            <a:endCxn id="15" idx="1"/>
          </p:cNvCxnSpPr>
          <p:nvPr/>
        </p:nvCxnSpPr>
        <p:spPr>
          <a:xfrm>
            <a:off x="1911675" y="1655700"/>
            <a:ext cx="236100" cy="0"/>
          </a:xfrm>
          <a:prstGeom prst="straightConnector1">
            <a:avLst/>
          </a:prstGeom>
          <a:noFill/>
          <a:ln w="9525" cap="flat" cmpd="sng">
            <a:solidFill>
              <a:schemeClr val="accent1"/>
            </a:solidFill>
            <a:prstDash val="solid"/>
            <a:round/>
            <a:headEnd type="none" w="med" len="med"/>
            <a:tailEnd type="triangle" w="med" len="med"/>
          </a:ln>
        </p:spPr>
      </p:cxnSp>
      <p:pic>
        <p:nvPicPr>
          <p:cNvPr id="31" name="Google Shape;1424;p146">
            <a:extLst>
              <a:ext uri="{FF2B5EF4-FFF2-40B4-BE49-F238E27FC236}">
                <a16:creationId xmlns:a16="http://schemas.microsoft.com/office/drawing/2014/main" id="{E8E286F9-DB55-EBB4-55E0-BA3B22C6CB3E}"/>
              </a:ext>
            </a:extLst>
          </p:cNvPr>
          <p:cNvPicPr preferRelativeResize="0"/>
          <p:nvPr/>
        </p:nvPicPr>
        <p:blipFill rotWithShape="1">
          <a:blip r:embed="rId8">
            <a:alphaModFix/>
          </a:blip>
          <a:srcRect l="797" r="797"/>
          <a:stretch/>
        </p:blipFill>
        <p:spPr>
          <a:xfrm>
            <a:off x="1802838" y="2379639"/>
            <a:ext cx="453775" cy="307323"/>
          </a:xfrm>
          <a:prstGeom prst="rect">
            <a:avLst/>
          </a:prstGeom>
          <a:noFill/>
          <a:ln>
            <a:noFill/>
          </a:ln>
        </p:spPr>
      </p:pic>
      <p:sp>
        <p:nvSpPr>
          <p:cNvPr id="32" name="Google Shape;1425;p146">
            <a:extLst>
              <a:ext uri="{FF2B5EF4-FFF2-40B4-BE49-F238E27FC236}">
                <a16:creationId xmlns:a16="http://schemas.microsoft.com/office/drawing/2014/main" id="{6E429D0E-E09B-3D26-2885-22608E26794D}"/>
              </a:ext>
            </a:extLst>
          </p:cNvPr>
          <p:cNvSpPr/>
          <p:nvPr/>
        </p:nvSpPr>
        <p:spPr>
          <a:xfrm>
            <a:off x="1007975" y="1242412"/>
            <a:ext cx="2069700" cy="179100"/>
          </a:xfrm>
          <a:prstGeom prst="roundRect">
            <a:avLst>
              <a:gd name="adj" fmla="val 4671"/>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900" b="1">
                <a:solidFill>
                  <a:schemeClr val="dk1"/>
                </a:solidFill>
                <a:latin typeface="Plus Jakarta Sans"/>
                <a:ea typeface="Plus Jakarta Sans"/>
                <a:cs typeface="Plus Jakarta Sans"/>
                <a:sym typeface="Plus Jakarta Sans"/>
              </a:rPr>
              <a:t>AI Inference Service</a:t>
            </a:r>
            <a:endParaRPr sz="900" b="1">
              <a:solidFill>
                <a:schemeClr val="dk1"/>
              </a:solidFill>
              <a:latin typeface="Plus Jakarta Sans"/>
              <a:ea typeface="Plus Jakarta Sans"/>
              <a:cs typeface="Plus Jakarta Sans"/>
              <a:sym typeface="Plus Jakarta Sans"/>
            </a:endParaRPr>
          </a:p>
        </p:txBody>
      </p:sp>
      <p:sp>
        <p:nvSpPr>
          <p:cNvPr id="33" name="Google Shape;1426;p146">
            <a:extLst>
              <a:ext uri="{FF2B5EF4-FFF2-40B4-BE49-F238E27FC236}">
                <a16:creationId xmlns:a16="http://schemas.microsoft.com/office/drawing/2014/main" id="{E5ACF2EB-719F-D83F-1D07-C7AE756B1BE8}"/>
              </a:ext>
            </a:extLst>
          </p:cNvPr>
          <p:cNvSpPr/>
          <p:nvPr/>
        </p:nvSpPr>
        <p:spPr>
          <a:xfrm>
            <a:off x="1007975" y="2929337"/>
            <a:ext cx="2069700" cy="179100"/>
          </a:xfrm>
          <a:prstGeom prst="roundRect">
            <a:avLst>
              <a:gd name="adj" fmla="val 4671"/>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900" b="1">
                <a:solidFill>
                  <a:schemeClr val="dk1"/>
                </a:solidFill>
                <a:latin typeface="Plus Jakarta Sans"/>
                <a:ea typeface="Plus Jakarta Sans"/>
                <a:cs typeface="Plus Jakarta Sans"/>
                <a:sym typeface="Plus Jakarta Sans"/>
              </a:rPr>
              <a:t>AI Registry</a:t>
            </a:r>
            <a:endParaRPr sz="900" b="1">
              <a:solidFill>
                <a:schemeClr val="dk1"/>
              </a:solidFill>
              <a:latin typeface="Plus Jakarta Sans"/>
              <a:ea typeface="Plus Jakarta Sans"/>
              <a:cs typeface="Plus Jakarta Sans"/>
              <a:sym typeface="Plus Jakarta Sans"/>
            </a:endParaRPr>
          </a:p>
        </p:txBody>
      </p:sp>
      <p:grpSp>
        <p:nvGrpSpPr>
          <p:cNvPr id="34" name="Google Shape;1427;p146">
            <a:extLst>
              <a:ext uri="{FF2B5EF4-FFF2-40B4-BE49-F238E27FC236}">
                <a16:creationId xmlns:a16="http://schemas.microsoft.com/office/drawing/2014/main" id="{299C0F62-22E3-6269-0442-2C7C41589807}"/>
              </a:ext>
            </a:extLst>
          </p:cNvPr>
          <p:cNvGrpSpPr/>
          <p:nvPr/>
        </p:nvGrpSpPr>
        <p:grpSpPr>
          <a:xfrm>
            <a:off x="3544700" y="1279063"/>
            <a:ext cx="784500" cy="504300"/>
            <a:chOff x="3544700" y="1266363"/>
            <a:chExt cx="784500" cy="504300"/>
          </a:xfrm>
        </p:grpSpPr>
        <p:sp>
          <p:nvSpPr>
            <p:cNvPr id="35" name="Google Shape;1428;p146">
              <a:extLst>
                <a:ext uri="{FF2B5EF4-FFF2-40B4-BE49-F238E27FC236}">
                  <a16:creationId xmlns:a16="http://schemas.microsoft.com/office/drawing/2014/main" id="{4BB7FEFA-F9AC-BAD6-C140-44B8DA65CBCA}"/>
                </a:ext>
              </a:extLst>
            </p:cNvPr>
            <p:cNvSpPr/>
            <p:nvPr/>
          </p:nvSpPr>
          <p:spPr>
            <a:xfrm>
              <a:off x="3544700" y="1266363"/>
              <a:ext cx="784500" cy="504300"/>
            </a:xfrm>
            <a:prstGeom prst="roundRect">
              <a:avLst>
                <a:gd name="adj" fmla="val 16667"/>
              </a:avLst>
            </a:prstGeom>
            <a:solidFill>
              <a:schemeClr val="accent2"/>
            </a:solidFill>
            <a:ln>
              <a:noFill/>
            </a:ln>
          </p:spPr>
          <p:txBody>
            <a:bodyPr spcFirstLastPara="1" wrap="square" lIns="91425" tIns="91425" rIns="91425" bIns="91425" anchor="b" anchorCtr="0">
              <a:noAutofit/>
            </a:bodyPr>
            <a:lstStyle/>
            <a:p>
              <a:pPr marL="0" lvl="0" indent="0" algn="ctr" rtl="0">
                <a:spcBef>
                  <a:spcPts val="0"/>
                </a:spcBef>
                <a:spcAft>
                  <a:spcPts val="0"/>
                </a:spcAft>
                <a:buNone/>
              </a:pPr>
              <a:endParaRPr sz="800">
                <a:solidFill>
                  <a:schemeClr val="lt1"/>
                </a:solidFill>
                <a:latin typeface="Plus Jakarta Sans SemiBold"/>
                <a:ea typeface="Plus Jakarta Sans SemiBold"/>
                <a:cs typeface="Plus Jakarta Sans SemiBold"/>
                <a:sym typeface="Plus Jakarta Sans SemiBold"/>
              </a:endParaRPr>
            </a:p>
          </p:txBody>
        </p:sp>
        <p:sp>
          <p:nvSpPr>
            <p:cNvPr id="36" name="Google Shape;1429;p146">
              <a:extLst>
                <a:ext uri="{FF2B5EF4-FFF2-40B4-BE49-F238E27FC236}">
                  <a16:creationId xmlns:a16="http://schemas.microsoft.com/office/drawing/2014/main" id="{500E6D4C-2007-7CF6-CE4E-04A02276FA29}"/>
                </a:ext>
              </a:extLst>
            </p:cNvPr>
            <p:cNvSpPr txBox="1"/>
            <p:nvPr/>
          </p:nvSpPr>
          <p:spPr>
            <a:xfrm>
              <a:off x="3665588" y="1557025"/>
              <a:ext cx="542700" cy="191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600" b="1">
                  <a:solidFill>
                    <a:srgbClr val="FFFFFF"/>
                  </a:solidFill>
                  <a:latin typeface="Plus Jakarta Sans"/>
                  <a:ea typeface="Plus Jakarta Sans"/>
                  <a:cs typeface="Plus Jakarta Sans"/>
                  <a:sym typeface="Plus Jakarta Sans"/>
                </a:rPr>
                <a:t>AI Apps</a:t>
              </a:r>
              <a:endParaRPr sz="600" b="1">
                <a:solidFill>
                  <a:srgbClr val="FFFFFF"/>
                </a:solidFill>
                <a:latin typeface="Plus Jakarta Sans"/>
                <a:ea typeface="Plus Jakarta Sans"/>
                <a:cs typeface="Plus Jakarta Sans"/>
                <a:sym typeface="Plus Jakarta Sans"/>
              </a:endParaRPr>
            </a:p>
          </p:txBody>
        </p:sp>
        <p:pic>
          <p:nvPicPr>
            <p:cNvPr id="37" name="Google Shape;1430;p146">
              <a:extLst>
                <a:ext uri="{FF2B5EF4-FFF2-40B4-BE49-F238E27FC236}">
                  <a16:creationId xmlns:a16="http://schemas.microsoft.com/office/drawing/2014/main" id="{53A10AED-5DBD-3AF2-1FCA-B9A72A8DD0A6}"/>
                </a:ext>
              </a:extLst>
            </p:cNvPr>
            <p:cNvPicPr preferRelativeResize="0"/>
            <p:nvPr/>
          </p:nvPicPr>
          <p:blipFill rotWithShape="1">
            <a:blip r:embed="rId9">
              <a:alphaModFix/>
            </a:blip>
            <a:srcRect/>
            <a:stretch/>
          </p:blipFill>
          <p:spPr>
            <a:xfrm>
              <a:off x="3779728" y="1273100"/>
              <a:ext cx="314445" cy="314461"/>
            </a:xfrm>
            <a:prstGeom prst="rect">
              <a:avLst/>
            </a:prstGeom>
            <a:noFill/>
            <a:ln>
              <a:noFill/>
            </a:ln>
          </p:spPr>
        </p:pic>
      </p:grpSp>
      <p:grpSp>
        <p:nvGrpSpPr>
          <p:cNvPr id="38" name="Google Shape;1431;p146">
            <a:extLst>
              <a:ext uri="{FF2B5EF4-FFF2-40B4-BE49-F238E27FC236}">
                <a16:creationId xmlns:a16="http://schemas.microsoft.com/office/drawing/2014/main" id="{54AD2947-F31E-79A5-4CFC-8068F3AA13EC}"/>
              </a:ext>
            </a:extLst>
          </p:cNvPr>
          <p:cNvGrpSpPr/>
          <p:nvPr/>
        </p:nvGrpSpPr>
        <p:grpSpPr>
          <a:xfrm>
            <a:off x="3544700" y="2426495"/>
            <a:ext cx="784500" cy="530617"/>
            <a:chOff x="3544700" y="2413795"/>
            <a:chExt cx="784500" cy="530617"/>
          </a:xfrm>
        </p:grpSpPr>
        <p:sp>
          <p:nvSpPr>
            <p:cNvPr id="39" name="Google Shape;1432;p146">
              <a:extLst>
                <a:ext uri="{FF2B5EF4-FFF2-40B4-BE49-F238E27FC236}">
                  <a16:creationId xmlns:a16="http://schemas.microsoft.com/office/drawing/2014/main" id="{B28CBD95-3844-0668-B75E-7CB00260988B}"/>
                </a:ext>
              </a:extLst>
            </p:cNvPr>
            <p:cNvSpPr/>
            <p:nvPr/>
          </p:nvSpPr>
          <p:spPr>
            <a:xfrm>
              <a:off x="3544700" y="2440113"/>
              <a:ext cx="784500" cy="5043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Plus Jakarta Sans SemiBold"/>
                <a:ea typeface="Plus Jakarta Sans SemiBold"/>
                <a:cs typeface="Plus Jakarta Sans SemiBold"/>
                <a:sym typeface="Plus Jakarta Sans SemiBold"/>
              </a:endParaRPr>
            </a:p>
          </p:txBody>
        </p:sp>
        <p:sp>
          <p:nvSpPr>
            <p:cNvPr id="40" name="Google Shape;1433;p146">
              <a:extLst>
                <a:ext uri="{FF2B5EF4-FFF2-40B4-BE49-F238E27FC236}">
                  <a16:creationId xmlns:a16="http://schemas.microsoft.com/office/drawing/2014/main" id="{E036870B-0349-5C7D-A0ED-B466342EBA7B}"/>
                </a:ext>
              </a:extLst>
            </p:cNvPr>
            <p:cNvSpPr txBox="1"/>
            <p:nvPr/>
          </p:nvSpPr>
          <p:spPr>
            <a:xfrm>
              <a:off x="3572750" y="2722775"/>
              <a:ext cx="732300" cy="191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600" b="1">
                  <a:solidFill>
                    <a:srgbClr val="FFFFFF"/>
                  </a:solidFill>
                  <a:latin typeface="Plus Jakarta Sans"/>
                  <a:ea typeface="Plus Jakarta Sans"/>
                  <a:cs typeface="Plus Jakarta Sans"/>
                  <a:sym typeface="Plus Jakarta Sans"/>
                </a:rPr>
                <a:t>Business Intelligence</a:t>
              </a:r>
              <a:endParaRPr sz="600" b="1">
                <a:solidFill>
                  <a:srgbClr val="FFFFFF"/>
                </a:solidFill>
                <a:latin typeface="Plus Jakarta Sans"/>
                <a:ea typeface="Plus Jakarta Sans"/>
                <a:cs typeface="Plus Jakarta Sans"/>
                <a:sym typeface="Plus Jakarta Sans"/>
              </a:endParaRPr>
            </a:p>
          </p:txBody>
        </p:sp>
        <p:pic>
          <p:nvPicPr>
            <p:cNvPr id="41" name="Google Shape;1434;p146">
              <a:extLst>
                <a:ext uri="{FF2B5EF4-FFF2-40B4-BE49-F238E27FC236}">
                  <a16:creationId xmlns:a16="http://schemas.microsoft.com/office/drawing/2014/main" id="{F5DE1682-F9C6-9EA1-2062-1723B6FA04AA}"/>
                </a:ext>
              </a:extLst>
            </p:cNvPr>
            <p:cNvPicPr preferRelativeResize="0"/>
            <p:nvPr/>
          </p:nvPicPr>
          <p:blipFill rotWithShape="1">
            <a:blip r:embed="rId10">
              <a:alphaModFix/>
            </a:blip>
            <a:srcRect/>
            <a:stretch/>
          </p:blipFill>
          <p:spPr>
            <a:xfrm>
              <a:off x="3779728" y="2413795"/>
              <a:ext cx="314445" cy="314461"/>
            </a:xfrm>
            <a:prstGeom prst="rect">
              <a:avLst/>
            </a:prstGeom>
            <a:noFill/>
            <a:ln>
              <a:noFill/>
            </a:ln>
          </p:spPr>
        </p:pic>
      </p:grpSp>
      <p:grpSp>
        <p:nvGrpSpPr>
          <p:cNvPr id="42" name="Google Shape;1435;p146">
            <a:extLst>
              <a:ext uri="{FF2B5EF4-FFF2-40B4-BE49-F238E27FC236}">
                <a16:creationId xmlns:a16="http://schemas.microsoft.com/office/drawing/2014/main" id="{5948B56F-B0EC-BE53-D6E6-78B3286FB4E9}"/>
              </a:ext>
            </a:extLst>
          </p:cNvPr>
          <p:cNvGrpSpPr/>
          <p:nvPr/>
        </p:nvGrpSpPr>
        <p:grpSpPr>
          <a:xfrm>
            <a:off x="3544700" y="1855304"/>
            <a:ext cx="784500" cy="514934"/>
            <a:chOff x="3544700" y="1842604"/>
            <a:chExt cx="784500" cy="514934"/>
          </a:xfrm>
        </p:grpSpPr>
        <p:sp>
          <p:nvSpPr>
            <p:cNvPr id="43" name="Google Shape;1436;p146">
              <a:extLst>
                <a:ext uri="{FF2B5EF4-FFF2-40B4-BE49-F238E27FC236}">
                  <a16:creationId xmlns:a16="http://schemas.microsoft.com/office/drawing/2014/main" id="{60BA250B-0106-B53D-371D-9810D2811556}"/>
                </a:ext>
              </a:extLst>
            </p:cNvPr>
            <p:cNvSpPr/>
            <p:nvPr/>
          </p:nvSpPr>
          <p:spPr>
            <a:xfrm>
              <a:off x="3544700" y="1853238"/>
              <a:ext cx="784500" cy="5043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Plus Jakarta Sans SemiBold"/>
                <a:ea typeface="Plus Jakarta Sans SemiBold"/>
                <a:cs typeface="Plus Jakarta Sans SemiBold"/>
                <a:sym typeface="Plus Jakarta Sans SemiBold"/>
              </a:endParaRPr>
            </a:p>
          </p:txBody>
        </p:sp>
        <p:sp>
          <p:nvSpPr>
            <p:cNvPr id="44" name="Google Shape;1437;p146">
              <a:extLst>
                <a:ext uri="{FF2B5EF4-FFF2-40B4-BE49-F238E27FC236}">
                  <a16:creationId xmlns:a16="http://schemas.microsoft.com/office/drawing/2014/main" id="{9F8775C3-728C-99C0-A93E-24965352A963}"/>
                </a:ext>
              </a:extLst>
            </p:cNvPr>
            <p:cNvSpPr txBox="1"/>
            <p:nvPr/>
          </p:nvSpPr>
          <p:spPr>
            <a:xfrm>
              <a:off x="3594175" y="2122375"/>
              <a:ext cx="687600" cy="191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600" b="1">
                  <a:solidFill>
                    <a:srgbClr val="FFFFFF"/>
                  </a:solidFill>
                  <a:latin typeface="Plus Jakarta Sans"/>
                  <a:ea typeface="Plus Jakarta Sans"/>
                  <a:cs typeface="Plus Jakarta Sans"/>
                  <a:sym typeface="Plus Jakarta Sans"/>
                </a:rPr>
                <a:t>Batch or Streaming</a:t>
              </a:r>
              <a:endParaRPr sz="600" b="1">
                <a:solidFill>
                  <a:srgbClr val="FFFFFF"/>
                </a:solidFill>
                <a:latin typeface="Plus Jakarta Sans"/>
                <a:ea typeface="Plus Jakarta Sans"/>
                <a:cs typeface="Plus Jakarta Sans"/>
                <a:sym typeface="Plus Jakarta Sans"/>
              </a:endParaRPr>
            </a:p>
          </p:txBody>
        </p:sp>
        <p:pic>
          <p:nvPicPr>
            <p:cNvPr id="45" name="Google Shape;1438;p146">
              <a:extLst>
                <a:ext uri="{FF2B5EF4-FFF2-40B4-BE49-F238E27FC236}">
                  <a16:creationId xmlns:a16="http://schemas.microsoft.com/office/drawing/2014/main" id="{53E171DB-0E5B-5183-FD20-4F6B311A7410}"/>
                </a:ext>
              </a:extLst>
            </p:cNvPr>
            <p:cNvPicPr preferRelativeResize="0"/>
            <p:nvPr/>
          </p:nvPicPr>
          <p:blipFill rotWithShape="1">
            <a:blip r:embed="rId11">
              <a:alphaModFix/>
            </a:blip>
            <a:srcRect/>
            <a:stretch/>
          </p:blipFill>
          <p:spPr>
            <a:xfrm>
              <a:off x="3779728" y="1842604"/>
              <a:ext cx="314445" cy="314461"/>
            </a:xfrm>
            <a:prstGeom prst="rect">
              <a:avLst/>
            </a:prstGeom>
            <a:noFill/>
            <a:ln>
              <a:noFill/>
            </a:ln>
          </p:spPr>
        </p:pic>
      </p:grpSp>
      <p:grpSp>
        <p:nvGrpSpPr>
          <p:cNvPr id="46" name="Google Shape;1439;p146">
            <a:extLst>
              <a:ext uri="{FF2B5EF4-FFF2-40B4-BE49-F238E27FC236}">
                <a16:creationId xmlns:a16="http://schemas.microsoft.com/office/drawing/2014/main" id="{E48FA18B-197C-7CF7-B36C-709BBA064B22}"/>
              </a:ext>
            </a:extLst>
          </p:cNvPr>
          <p:cNvGrpSpPr/>
          <p:nvPr/>
        </p:nvGrpSpPr>
        <p:grpSpPr>
          <a:xfrm>
            <a:off x="3544700" y="3039688"/>
            <a:ext cx="784500" cy="504300"/>
            <a:chOff x="3544700" y="3026988"/>
            <a:chExt cx="784500" cy="504300"/>
          </a:xfrm>
        </p:grpSpPr>
        <p:sp>
          <p:nvSpPr>
            <p:cNvPr id="47" name="Google Shape;1440;p146">
              <a:extLst>
                <a:ext uri="{FF2B5EF4-FFF2-40B4-BE49-F238E27FC236}">
                  <a16:creationId xmlns:a16="http://schemas.microsoft.com/office/drawing/2014/main" id="{AB7E30D9-A404-4A56-3857-8D00B679792E}"/>
                </a:ext>
              </a:extLst>
            </p:cNvPr>
            <p:cNvSpPr/>
            <p:nvPr/>
          </p:nvSpPr>
          <p:spPr>
            <a:xfrm>
              <a:off x="3544700" y="3026988"/>
              <a:ext cx="784500" cy="5043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48" name="Google Shape;1441;p146">
              <a:extLst>
                <a:ext uri="{FF2B5EF4-FFF2-40B4-BE49-F238E27FC236}">
                  <a16:creationId xmlns:a16="http://schemas.microsoft.com/office/drawing/2014/main" id="{3064DAA0-D027-EFFF-3BC5-8F0122343CBF}"/>
                </a:ext>
              </a:extLst>
            </p:cNvPr>
            <p:cNvSpPr txBox="1"/>
            <p:nvPr/>
          </p:nvSpPr>
          <p:spPr>
            <a:xfrm>
              <a:off x="3544700" y="3320025"/>
              <a:ext cx="784500" cy="191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600" b="1">
                  <a:solidFill>
                    <a:srgbClr val="FFFFFF"/>
                  </a:solidFill>
                  <a:latin typeface="Plus Jakarta Sans"/>
                  <a:ea typeface="Plus Jakarta Sans"/>
                  <a:cs typeface="Plus Jakarta Sans"/>
                  <a:sym typeface="Plus Jakarta Sans"/>
                </a:rPr>
                <a:t>Cloudera </a:t>
              </a:r>
              <a:endParaRPr sz="600" b="1">
                <a:solidFill>
                  <a:srgbClr val="FFFFFF"/>
                </a:solidFill>
                <a:latin typeface="Plus Jakarta Sans"/>
                <a:ea typeface="Plus Jakarta Sans"/>
                <a:cs typeface="Plus Jakarta Sans"/>
                <a:sym typeface="Plus Jakarta Sans"/>
              </a:endParaRPr>
            </a:p>
            <a:p>
              <a:pPr marL="0" lvl="0" indent="0" algn="ctr" rtl="0">
                <a:spcBef>
                  <a:spcPts val="0"/>
                </a:spcBef>
                <a:spcAft>
                  <a:spcPts val="0"/>
                </a:spcAft>
                <a:buNone/>
              </a:pPr>
              <a:r>
                <a:rPr lang="en" sz="600" b="1">
                  <a:solidFill>
                    <a:srgbClr val="FFFFFF"/>
                  </a:solidFill>
                  <a:latin typeface="Plus Jakarta Sans"/>
                  <a:ea typeface="Plus Jakarta Sans"/>
                  <a:cs typeface="Plus Jakarta Sans"/>
                  <a:sym typeface="Plus Jakarta Sans"/>
                </a:rPr>
                <a:t>AI Assistants</a:t>
              </a:r>
              <a:endParaRPr sz="600" b="1">
                <a:solidFill>
                  <a:srgbClr val="FFFFFF"/>
                </a:solidFill>
                <a:latin typeface="Plus Jakarta Sans"/>
                <a:ea typeface="Plus Jakarta Sans"/>
                <a:cs typeface="Plus Jakarta Sans"/>
                <a:sym typeface="Plus Jakarta Sans"/>
              </a:endParaRPr>
            </a:p>
          </p:txBody>
        </p:sp>
        <p:pic>
          <p:nvPicPr>
            <p:cNvPr id="49" name="Google Shape;1442;p146">
              <a:extLst>
                <a:ext uri="{FF2B5EF4-FFF2-40B4-BE49-F238E27FC236}">
                  <a16:creationId xmlns:a16="http://schemas.microsoft.com/office/drawing/2014/main" id="{5E622F7D-F286-B4CC-3FB2-9E07D7F91B4D}"/>
                </a:ext>
              </a:extLst>
            </p:cNvPr>
            <p:cNvPicPr preferRelativeResize="0"/>
            <p:nvPr/>
          </p:nvPicPr>
          <p:blipFill rotWithShape="1">
            <a:blip r:embed="rId12">
              <a:alphaModFix/>
            </a:blip>
            <a:srcRect/>
            <a:stretch/>
          </p:blipFill>
          <p:spPr>
            <a:xfrm>
              <a:off x="3779728" y="3026989"/>
              <a:ext cx="314445" cy="314461"/>
            </a:xfrm>
            <a:prstGeom prst="rect">
              <a:avLst/>
            </a:prstGeom>
            <a:noFill/>
            <a:ln>
              <a:noFill/>
            </a:ln>
          </p:spPr>
        </p:pic>
      </p:grpSp>
    </p:spTree>
    <p:extLst>
      <p:ext uri="{BB962C8B-B14F-4D97-AF65-F5344CB8AC3E}">
        <p14:creationId xmlns:p14="http://schemas.microsoft.com/office/powerpoint/2010/main" val="10970573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65">
          <a:extLst>
            <a:ext uri="{FF2B5EF4-FFF2-40B4-BE49-F238E27FC236}">
              <a16:creationId xmlns:a16="http://schemas.microsoft.com/office/drawing/2014/main" id="{DA9C7D5E-79E0-B58A-3B36-D7703E2A768D}"/>
            </a:ext>
          </a:extLst>
        </p:cNvPr>
        <p:cNvGrpSpPr/>
        <p:nvPr/>
      </p:nvGrpSpPr>
      <p:grpSpPr>
        <a:xfrm>
          <a:off x="0" y="0"/>
          <a:ext cx="0" cy="0"/>
          <a:chOff x="0" y="0"/>
          <a:chExt cx="0" cy="0"/>
        </a:xfrm>
      </p:grpSpPr>
      <p:sp>
        <p:nvSpPr>
          <p:cNvPr id="366" name="Google Shape;366;p52">
            <a:extLst>
              <a:ext uri="{FF2B5EF4-FFF2-40B4-BE49-F238E27FC236}">
                <a16:creationId xmlns:a16="http://schemas.microsoft.com/office/drawing/2014/main" id="{5224D1F1-DF63-01FE-4388-558D1A4C99D8}"/>
              </a:ext>
            </a:extLst>
          </p:cNvPr>
          <p:cNvSpPr txBox="1">
            <a:spLocks noGrp="1"/>
          </p:cNvSpPr>
          <p:nvPr>
            <p:ph type="title"/>
          </p:nvPr>
        </p:nvSpPr>
        <p:spPr>
          <a:xfrm>
            <a:off x="609600" y="1908100"/>
            <a:ext cx="5862600" cy="612900"/>
          </a:xfrm>
          <a:prstGeom prst="rect">
            <a:avLst/>
          </a:prstGeom>
        </p:spPr>
        <p:txBody>
          <a:bodyPr spcFirstLastPara="1" wrap="square" lIns="0" tIns="45700" rIns="91425" bIns="45700" anchor="b" anchorCtr="0">
            <a:noAutofit/>
          </a:bodyPr>
          <a:lstStyle/>
          <a:p>
            <a:pPr marL="0" lvl="0" indent="0" algn="l" rtl="0">
              <a:spcBef>
                <a:spcPts val="0"/>
              </a:spcBef>
              <a:spcAft>
                <a:spcPts val="0"/>
              </a:spcAft>
              <a:buNone/>
            </a:pPr>
            <a:r>
              <a:rPr lang="en" sz="2800" b="1" dirty="0"/>
              <a:t>INNOVATION | OCTOPAI</a:t>
            </a:r>
            <a:endParaRPr sz="2800" b="1" dirty="0"/>
          </a:p>
        </p:txBody>
      </p:sp>
      <p:sp>
        <p:nvSpPr>
          <p:cNvPr id="367" name="Google Shape;367;p52">
            <a:extLst>
              <a:ext uri="{FF2B5EF4-FFF2-40B4-BE49-F238E27FC236}">
                <a16:creationId xmlns:a16="http://schemas.microsoft.com/office/drawing/2014/main" id="{477A2552-8C48-27C8-80CC-51CEAB0EE37D}"/>
              </a:ext>
            </a:extLst>
          </p:cNvPr>
          <p:cNvSpPr txBox="1">
            <a:spLocks noGrp="1"/>
          </p:cNvSpPr>
          <p:nvPr>
            <p:ph type="body" idx="2"/>
          </p:nvPr>
        </p:nvSpPr>
        <p:spPr>
          <a:xfrm>
            <a:off x="609600" y="2604200"/>
            <a:ext cx="5862600" cy="570000"/>
          </a:xfrm>
          <a:prstGeom prst="rect">
            <a:avLst/>
          </a:prstGeom>
        </p:spPr>
        <p:txBody>
          <a:bodyPr spcFirstLastPara="1" wrap="square" lIns="0" tIns="45700" rIns="91425" bIns="45700" anchor="t" anchorCtr="0">
            <a:noAutofit/>
          </a:bodyPr>
          <a:lstStyle/>
          <a:p>
            <a:pPr marL="0" lvl="0" indent="0">
              <a:spcAft>
                <a:spcPts val="200"/>
              </a:spcAft>
            </a:pPr>
            <a:r>
              <a:rPr lang="en-US" b="1" dirty="0">
                <a:solidFill>
                  <a:schemeClr val="accent1"/>
                </a:solidFill>
              </a:rPr>
              <a:t>Trusted by data teams to maximize data quality</a:t>
            </a:r>
            <a:endParaRPr b="1" i="1" dirty="0">
              <a:solidFill>
                <a:schemeClr val="accent1"/>
              </a:solidFill>
            </a:endParaRPr>
          </a:p>
        </p:txBody>
      </p:sp>
    </p:spTree>
    <p:extLst>
      <p:ext uri="{BB962C8B-B14F-4D97-AF65-F5344CB8AC3E}">
        <p14:creationId xmlns:p14="http://schemas.microsoft.com/office/powerpoint/2010/main" val="3838038397"/>
      </p:ext>
    </p:extLst>
  </p:cSld>
  <p:clrMapOvr>
    <a:masterClrMapping/>
  </p:clrMapOvr>
  <p:transition spd="slow">
    <p:push/>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01">
          <a:extLst>
            <a:ext uri="{FF2B5EF4-FFF2-40B4-BE49-F238E27FC236}">
              <a16:creationId xmlns:a16="http://schemas.microsoft.com/office/drawing/2014/main" id="{4652E7E7-BEB9-FC34-5400-5617AA624710}"/>
            </a:ext>
          </a:extLst>
        </p:cNvPr>
        <p:cNvGrpSpPr/>
        <p:nvPr/>
      </p:nvGrpSpPr>
      <p:grpSpPr>
        <a:xfrm>
          <a:off x="0" y="0"/>
          <a:ext cx="0" cy="0"/>
          <a:chOff x="0" y="0"/>
          <a:chExt cx="0" cy="0"/>
        </a:xfrm>
      </p:grpSpPr>
      <p:sp>
        <p:nvSpPr>
          <p:cNvPr id="4" name="Google Shape;1804;p157">
            <a:extLst>
              <a:ext uri="{FF2B5EF4-FFF2-40B4-BE49-F238E27FC236}">
                <a16:creationId xmlns:a16="http://schemas.microsoft.com/office/drawing/2014/main" id="{7AC824C4-7315-9580-5292-163A6180557B}"/>
              </a:ext>
            </a:extLst>
          </p:cNvPr>
          <p:cNvSpPr/>
          <p:nvPr/>
        </p:nvSpPr>
        <p:spPr>
          <a:xfrm>
            <a:off x="7437975" y="1966450"/>
            <a:ext cx="1275900" cy="2616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lus Jakarta Sans"/>
              <a:ea typeface="Plus Jakarta Sans"/>
              <a:cs typeface="Plus Jakarta Sans"/>
              <a:sym typeface="Plus Jakarta Sans"/>
            </a:endParaRPr>
          </a:p>
        </p:txBody>
      </p:sp>
      <p:sp>
        <p:nvSpPr>
          <p:cNvPr id="5" name="Google Shape;1805;p157">
            <a:extLst>
              <a:ext uri="{FF2B5EF4-FFF2-40B4-BE49-F238E27FC236}">
                <a16:creationId xmlns:a16="http://schemas.microsoft.com/office/drawing/2014/main" id="{986F9E18-B793-EB5B-5143-FBDD6D9E6C99}"/>
              </a:ext>
            </a:extLst>
          </p:cNvPr>
          <p:cNvSpPr/>
          <p:nvPr/>
        </p:nvSpPr>
        <p:spPr>
          <a:xfrm>
            <a:off x="7437975" y="2472113"/>
            <a:ext cx="1275900" cy="2616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lus Jakarta Sans"/>
              <a:ea typeface="Plus Jakarta Sans"/>
              <a:cs typeface="Plus Jakarta Sans"/>
              <a:sym typeface="Plus Jakarta Sans"/>
            </a:endParaRPr>
          </a:p>
        </p:txBody>
      </p:sp>
      <p:sp>
        <p:nvSpPr>
          <p:cNvPr id="6" name="Google Shape;1806;p157">
            <a:extLst>
              <a:ext uri="{FF2B5EF4-FFF2-40B4-BE49-F238E27FC236}">
                <a16:creationId xmlns:a16="http://schemas.microsoft.com/office/drawing/2014/main" id="{04ABCA63-56B6-E9C0-A80F-2A80EB5D93A1}"/>
              </a:ext>
            </a:extLst>
          </p:cNvPr>
          <p:cNvSpPr/>
          <p:nvPr/>
        </p:nvSpPr>
        <p:spPr>
          <a:xfrm>
            <a:off x="7437975" y="2971213"/>
            <a:ext cx="1275900" cy="2616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lus Jakarta Sans"/>
              <a:ea typeface="Plus Jakarta Sans"/>
              <a:cs typeface="Plus Jakarta Sans"/>
              <a:sym typeface="Plus Jakarta Sans"/>
            </a:endParaRPr>
          </a:p>
        </p:txBody>
      </p:sp>
      <p:sp>
        <p:nvSpPr>
          <p:cNvPr id="12" name="Google Shape;1807;p157">
            <a:extLst>
              <a:ext uri="{FF2B5EF4-FFF2-40B4-BE49-F238E27FC236}">
                <a16:creationId xmlns:a16="http://schemas.microsoft.com/office/drawing/2014/main" id="{79D87274-1F4C-D74D-BDD1-F540444E8C4D}"/>
              </a:ext>
            </a:extLst>
          </p:cNvPr>
          <p:cNvSpPr/>
          <p:nvPr/>
        </p:nvSpPr>
        <p:spPr>
          <a:xfrm>
            <a:off x="7437975" y="3478700"/>
            <a:ext cx="1275900" cy="2616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lus Jakarta Sans"/>
              <a:ea typeface="Plus Jakarta Sans"/>
              <a:cs typeface="Plus Jakarta Sans"/>
              <a:sym typeface="Plus Jakarta Sans"/>
            </a:endParaRPr>
          </a:p>
        </p:txBody>
      </p:sp>
      <p:sp>
        <p:nvSpPr>
          <p:cNvPr id="13" name="Google Shape;1808;p157">
            <a:extLst>
              <a:ext uri="{FF2B5EF4-FFF2-40B4-BE49-F238E27FC236}">
                <a16:creationId xmlns:a16="http://schemas.microsoft.com/office/drawing/2014/main" id="{61A69595-A664-04D6-86D9-CFFDDB6CCCEC}"/>
              </a:ext>
            </a:extLst>
          </p:cNvPr>
          <p:cNvSpPr/>
          <p:nvPr/>
        </p:nvSpPr>
        <p:spPr>
          <a:xfrm>
            <a:off x="7437975" y="3992975"/>
            <a:ext cx="1275900" cy="2616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lus Jakarta Sans"/>
              <a:ea typeface="Plus Jakarta Sans"/>
              <a:cs typeface="Plus Jakarta Sans"/>
              <a:sym typeface="Plus Jakarta Sans"/>
            </a:endParaRPr>
          </a:p>
        </p:txBody>
      </p:sp>
      <p:sp>
        <p:nvSpPr>
          <p:cNvPr id="82" name="Google Shape;1809;p157">
            <a:extLst>
              <a:ext uri="{FF2B5EF4-FFF2-40B4-BE49-F238E27FC236}">
                <a16:creationId xmlns:a16="http://schemas.microsoft.com/office/drawing/2014/main" id="{D025CD9A-73BC-60CA-CFDB-6F16C4B70B31}"/>
              </a:ext>
            </a:extLst>
          </p:cNvPr>
          <p:cNvSpPr/>
          <p:nvPr/>
        </p:nvSpPr>
        <p:spPr>
          <a:xfrm>
            <a:off x="7437975" y="1454100"/>
            <a:ext cx="1275900" cy="2616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lus Jakarta Sans"/>
              <a:ea typeface="Plus Jakarta Sans"/>
              <a:cs typeface="Plus Jakarta Sans"/>
              <a:sym typeface="Plus Jakarta Sans"/>
            </a:endParaRPr>
          </a:p>
        </p:txBody>
      </p:sp>
      <p:sp>
        <p:nvSpPr>
          <p:cNvPr id="83" name="Google Shape;1810;p157">
            <a:extLst>
              <a:ext uri="{FF2B5EF4-FFF2-40B4-BE49-F238E27FC236}">
                <a16:creationId xmlns:a16="http://schemas.microsoft.com/office/drawing/2014/main" id="{C8F540FC-7F36-976B-848F-953B1F1998E5}"/>
              </a:ext>
            </a:extLst>
          </p:cNvPr>
          <p:cNvSpPr/>
          <p:nvPr/>
        </p:nvSpPr>
        <p:spPr>
          <a:xfrm>
            <a:off x="205312" y="2274125"/>
            <a:ext cx="1074600" cy="1054500"/>
          </a:xfrm>
          <a:prstGeom prst="ellipse">
            <a:avLst/>
          </a:prstGeom>
          <a:solidFill>
            <a:srgbClr val="F3F3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pic>
        <p:nvPicPr>
          <p:cNvPr id="84" name="Google Shape;1811;p157">
            <a:extLst>
              <a:ext uri="{FF2B5EF4-FFF2-40B4-BE49-F238E27FC236}">
                <a16:creationId xmlns:a16="http://schemas.microsoft.com/office/drawing/2014/main" id="{4F7FBB68-ED99-637F-9BC1-34B8B9B3121C}"/>
              </a:ext>
            </a:extLst>
          </p:cNvPr>
          <p:cNvPicPr preferRelativeResize="0"/>
          <p:nvPr/>
        </p:nvPicPr>
        <p:blipFill rotWithShape="1">
          <a:blip r:embed="rId3">
            <a:alphaModFix/>
          </a:blip>
          <a:srcRect/>
          <a:stretch/>
        </p:blipFill>
        <p:spPr>
          <a:xfrm>
            <a:off x="1084856" y="3046124"/>
            <a:ext cx="369474" cy="207843"/>
          </a:xfrm>
          <a:prstGeom prst="rect">
            <a:avLst/>
          </a:prstGeom>
          <a:noFill/>
          <a:ln>
            <a:noFill/>
          </a:ln>
        </p:spPr>
      </p:pic>
      <p:pic>
        <p:nvPicPr>
          <p:cNvPr id="85" name="Google Shape;1812;p157">
            <a:extLst>
              <a:ext uri="{FF2B5EF4-FFF2-40B4-BE49-F238E27FC236}">
                <a16:creationId xmlns:a16="http://schemas.microsoft.com/office/drawing/2014/main" id="{78323B41-05D5-851C-38DA-67540FA631DD}"/>
              </a:ext>
            </a:extLst>
          </p:cNvPr>
          <p:cNvPicPr preferRelativeResize="0"/>
          <p:nvPr/>
        </p:nvPicPr>
        <p:blipFill rotWithShape="1">
          <a:blip r:embed="rId4">
            <a:alphaModFix/>
          </a:blip>
          <a:srcRect/>
          <a:stretch/>
        </p:blipFill>
        <p:spPr>
          <a:xfrm>
            <a:off x="3772244" y="3308545"/>
            <a:ext cx="2507886" cy="544527"/>
          </a:xfrm>
          <a:prstGeom prst="rect">
            <a:avLst/>
          </a:prstGeom>
          <a:noFill/>
          <a:ln>
            <a:noFill/>
          </a:ln>
        </p:spPr>
      </p:pic>
      <p:grpSp>
        <p:nvGrpSpPr>
          <p:cNvPr id="86" name="Google Shape;1813;p157">
            <a:extLst>
              <a:ext uri="{FF2B5EF4-FFF2-40B4-BE49-F238E27FC236}">
                <a16:creationId xmlns:a16="http://schemas.microsoft.com/office/drawing/2014/main" id="{369DE69D-4497-1009-C791-CDBF0961C6ED}"/>
              </a:ext>
            </a:extLst>
          </p:cNvPr>
          <p:cNvGrpSpPr/>
          <p:nvPr/>
        </p:nvGrpSpPr>
        <p:grpSpPr>
          <a:xfrm>
            <a:off x="845838" y="1121675"/>
            <a:ext cx="1914626" cy="2076376"/>
            <a:chOff x="247492" y="815464"/>
            <a:chExt cx="2655515" cy="2879855"/>
          </a:xfrm>
        </p:grpSpPr>
        <p:pic>
          <p:nvPicPr>
            <p:cNvPr id="87" name="Google Shape;1814;p157">
              <a:extLst>
                <a:ext uri="{FF2B5EF4-FFF2-40B4-BE49-F238E27FC236}">
                  <a16:creationId xmlns:a16="http://schemas.microsoft.com/office/drawing/2014/main" id="{6E1C82F2-EA69-5564-5333-05986C352888}"/>
                </a:ext>
              </a:extLst>
            </p:cNvPr>
            <p:cNvPicPr preferRelativeResize="0"/>
            <p:nvPr/>
          </p:nvPicPr>
          <p:blipFill rotWithShape="1">
            <a:blip r:embed="rId5">
              <a:alphaModFix/>
            </a:blip>
            <a:srcRect/>
            <a:stretch/>
          </p:blipFill>
          <p:spPr>
            <a:xfrm>
              <a:off x="247492" y="815464"/>
              <a:ext cx="2655515" cy="2879855"/>
            </a:xfrm>
            <a:prstGeom prst="rect">
              <a:avLst/>
            </a:prstGeom>
            <a:noFill/>
            <a:ln>
              <a:noFill/>
            </a:ln>
          </p:spPr>
        </p:pic>
        <p:pic>
          <p:nvPicPr>
            <p:cNvPr id="88" name="Google Shape;1815;p157">
              <a:extLst>
                <a:ext uri="{FF2B5EF4-FFF2-40B4-BE49-F238E27FC236}">
                  <a16:creationId xmlns:a16="http://schemas.microsoft.com/office/drawing/2014/main" id="{55BD3E55-8BD8-0AD9-EE3B-6BCA869370A0}"/>
                </a:ext>
              </a:extLst>
            </p:cNvPr>
            <p:cNvPicPr preferRelativeResize="0"/>
            <p:nvPr/>
          </p:nvPicPr>
          <p:blipFill rotWithShape="1">
            <a:blip r:embed="rId6">
              <a:alphaModFix/>
            </a:blip>
            <a:srcRect/>
            <a:stretch/>
          </p:blipFill>
          <p:spPr>
            <a:xfrm>
              <a:off x="918764" y="1573686"/>
              <a:ext cx="651725" cy="157194"/>
            </a:xfrm>
            <a:prstGeom prst="rect">
              <a:avLst/>
            </a:prstGeom>
            <a:noFill/>
            <a:ln>
              <a:noFill/>
            </a:ln>
          </p:spPr>
        </p:pic>
        <p:pic>
          <p:nvPicPr>
            <p:cNvPr id="89" name="Google Shape;1816;p157">
              <a:extLst>
                <a:ext uri="{FF2B5EF4-FFF2-40B4-BE49-F238E27FC236}">
                  <a16:creationId xmlns:a16="http://schemas.microsoft.com/office/drawing/2014/main" id="{29BE1FD4-FCFB-F6CD-92D4-4BDFC784BC5C}"/>
                </a:ext>
              </a:extLst>
            </p:cNvPr>
            <p:cNvPicPr preferRelativeResize="0"/>
            <p:nvPr/>
          </p:nvPicPr>
          <p:blipFill rotWithShape="1">
            <a:blip r:embed="rId7">
              <a:alphaModFix/>
            </a:blip>
            <a:srcRect/>
            <a:stretch/>
          </p:blipFill>
          <p:spPr>
            <a:xfrm>
              <a:off x="1249905" y="1385857"/>
              <a:ext cx="411600" cy="123876"/>
            </a:xfrm>
            <a:prstGeom prst="rect">
              <a:avLst/>
            </a:prstGeom>
            <a:noFill/>
            <a:ln>
              <a:noFill/>
            </a:ln>
          </p:spPr>
        </p:pic>
        <p:pic>
          <p:nvPicPr>
            <p:cNvPr id="90" name="Google Shape;1817;p157">
              <a:extLst>
                <a:ext uri="{FF2B5EF4-FFF2-40B4-BE49-F238E27FC236}">
                  <a16:creationId xmlns:a16="http://schemas.microsoft.com/office/drawing/2014/main" id="{A2A84107-0995-1824-9B8B-F24967AB23A5}"/>
                </a:ext>
              </a:extLst>
            </p:cNvPr>
            <p:cNvPicPr preferRelativeResize="0"/>
            <p:nvPr/>
          </p:nvPicPr>
          <p:blipFill rotWithShape="1">
            <a:blip r:embed="rId8">
              <a:alphaModFix/>
            </a:blip>
            <a:srcRect/>
            <a:stretch/>
          </p:blipFill>
          <p:spPr>
            <a:xfrm>
              <a:off x="1352762" y="2041319"/>
              <a:ext cx="620100" cy="328268"/>
            </a:xfrm>
            <a:prstGeom prst="rect">
              <a:avLst/>
            </a:prstGeom>
            <a:noFill/>
            <a:ln>
              <a:noFill/>
            </a:ln>
          </p:spPr>
        </p:pic>
        <p:pic>
          <p:nvPicPr>
            <p:cNvPr id="91" name="Google Shape;1818;p157">
              <a:extLst>
                <a:ext uri="{FF2B5EF4-FFF2-40B4-BE49-F238E27FC236}">
                  <a16:creationId xmlns:a16="http://schemas.microsoft.com/office/drawing/2014/main" id="{C73CC508-9E4A-7A7B-DBE6-9EBACB30C047}"/>
                </a:ext>
              </a:extLst>
            </p:cNvPr>
            <p:cNvPicPr preferRelativeResize="0"/>
            <p:nvPr/>
          </p:nvPicPr>
          <p:blipFill rotWithShape="1">
            <a:blip r:embed="rId9">
              <a:alphaModFix/>
            </a:blip>
            <a:srcRect/>
            <a:stretch/>
          </p:blipFill>
          <p:spPr>
            <a:xfrm>
              <a:off x="799802" y="1820550"/>
              <a:ext cx="825100" cy="242927"/>
            </a:xfrm>
            <a:prstGeom prst="rect">
              <a:avLst/>
            </a:prstGeom>
            <a:noFill/>
            <a:ln>
              <a:noFill/>
            </a:ln>
          </p:spPr>
        </p:pic>
        <p:pic>
          <p:nvPicPr>
            <p:cNvPr id="92" name="Google Shape;1819;p157">
              <a:extLst>
                <a:ext uri="{FF2B5EF4-FFF2-40B4-BE49-F238E27FC236}">
                  <a16:creationId xmlns:a16="http://schemas.microsoft.com/office/drawing/2014/main" id="{C53EBBFD-8B11-DA9E-8E29-C7EFD554BFC3}"/>
                </a:ext>
              </a:extLst>
            </p:cNvPr>
            <p:cNvPicPr preferRelativeResize="0"/>
            <p:nvPr/>
          </p:nvPicPr>
          <p:blipFill rotWithShape="1">
            <a:blip r:embed="rId10">
              <a:alphaModFix/>
            </a:blip>
            <a:srcRect/>
            <a:stretch/>
          </p:blipFill>
          <p:spPr>
            <a:xfrm>
              <a:off x="1596823" y="2497650"/>
              <a:ext cx="651725" cy="222643"/>
            </a:xfrm>
            <a:prstGeom prst="rect">
              <a:avLst/>
            </a:prstGeom>
            <a:noFill/>
            <a:ln>
              <a:noFill/>
            </a:ln>
          </p:spPr>
        </p:pic>
        <p:pic>
          <p:nvPicPr>
            <p:cNvPr id="93" name="Google Shape;1820;p157">
              <a:extLst>
                <a:ext uri="{FF2B5EF4-FFF2-40B4-BE49-F238E27FC236}">
                  <a16:creationId xmlns:a16="http://schemas.microsoft.com/office/drawing/2014/main" id="{AD367CE2-17FA-998F-1731-D7D53424BE9C}"/>
                </a:ext>
              </a:extLst>
            </p:cNvPr>
            <p:cNvPicPr preferRelativeResize="0"/>
            <p:nvPr/>
          </p:nvPicPr>
          <p:blipFill rotWithShape="1">
            <a:blip r:embed="rId11">
              <a:alphaModFix/>
            </a:blip>
            <a:srcRect/>
            <a:stretch/>
          </p:blipFill>
          <p:spPr>
            <a:xfrm>
              <a:off x="722250" y="2157876"/>
              <a:ext cx="608350" cy="166625"/>
            </a:xfrm>
            <a:prstGeom prst="rect">
              <a:avLst/>
            </a:prstGeom>
            <a:noFill/>
            <a:ln>
              <a:noFill/>
            </a:ln>
          </p:spPr>
        </p:pic>
        <p:pic>
          <p:nvPicPr>
            <p:cNvPr id="94" name="Google Shape;1821;p157">
              <a:extLst>
                <a:ext uri="{FF2B5EF4-FFF2-40B4-BE49-F238E27FC236}">
                  <a16:creationId xmlns:a16="http://schemas.microsoft.com/office/drawing/2014/main" id="{BB75BF09-700E-8C11-4B44-DED7EEE52DE0}"/>
                </a:ext>
              </a:extLst>
            </p:cNvPr>
            <p:cNvPicPr preferRelativeResize="0"/>
            <p:nvPr/>
          </p:nvPicPr>
          <p:blipFill rotWithShape="1">
            <a:blip r:embed="rId12">
              <a:alphaModFix/>
            </a:blip>
            <a:srcRect/>
            <a:stretch/>
          </p:blipFill>
          <p:spPr>
            <a:xfrm>
              <a:off x="1995000" y="2092925"/>
              <a:ext cx="509125" cy="288255"/>
            </a:xfrm>
            <a:prstGeom prst="rect">
              <a:avLst/>
            </a:prstGeom>
            <a:noFill/>
            <a:ln>
              <a:noFill/>
            </a:ln>
          </p:spPr>
        </p:pic>
        <p:pic>
          <p:nvPicPr>
            <p:cNvPr id="95" name="Google Shape;1822;p157">
              <a:extLst>
                <a:ext uri="{FF2B5EF4-FFF2-40B4-BE49-F238E27FC236}">
                  <a16:creationId xmlns:a16="http://schemas.microsoft.com/office/drawing/2014/main" id="{3558F5DA-4269-3BBB-BDDD-AA05082C9995}"/>
                </a:ext>
              </a:extLst>
            </p:cNvPr>
            <p:cNvPicPr preferRelativeResize="0"/>
            <p:nvPr/>
          </p:nvPicPr>
          <p:blipFill rotWithShape="1">
            <a:blip r:embed="rId13">
              <a:alphaModFix/>
            </a:blip>
            <a:srcRect/>
            <a:stretch/>
          </p:blipFill>
          <p:spPr>
            <a:xfrm>
              <a:off x="1248388" y="2699700"/>
              <a:ext cx="700404" cy="365100"/>
            </a:xfrm>
            <a:prstGeom prst="rect">
              <a:avLst/>
            </a:prstGeom>
            <a:noFill/>
            <a:ln>
              <a:noFill/>
            </a:ln>
          </p:spPr>
        </p:pic>
        <p:pic>
          <p:nvPicPr>
            <p:cNvPr id="96" name="Google Shape;1823;p157">
              <a:extLst>
                <a:ext uri="{FF2B5EF4-FFF2-40B4-BE49-F238E27FC236}">
                  <a16:creationId xmlns:a16="http://schemas.microsoft.com/office/drawing/2014/main" id="{FF1EBEC8-5982-AA10-3180-4B0223F71434}"/>
                </a:ext>
              </a:extLst>
            </p:cNvPr>
            <p:cNvPicPr preferRelativeResize="0"/>
            <p:nvPr/>
          </p:nvPicPr>
          <p:blipFill rotWithShape="1">
            <a:blip r:embed="rId14">
              <a:alphaModFix/>
            </a:blip>
            <a:srcRect/>
            <a:stretch/>
          </p:blipFill>
          <p:spPr>
            <a:xfrm>
              <a:off x="1780900" y="1573315"/>
              <a:ext cx="560750" cy="172259"/>
            </a:xfrm>
            <a:prstGeom prst="rect">
              <a:avLst/>
            </a:prstGeom>
            <a:noFill/>
            <a:ln>
              <a:noFill/>
            </a:ln>
          </p:spPr>
        </p:pic>
        <p:pic>
          <p:nvPicPr>
            <p:cNvPr id="97" name="Google Shape;1824;p157">
              <a:extLst>
                <a:ext uri="{FF2B5EF4-FFF2-40B4-BE49-F238E27FC236}">
                  <a16:creationId xmlns:a16="http://schemas.microsoft.com/office/drawing/2014/main" id="{E31ED9BE-63FF-BB18-818B-3448970D1D93}"/>
                </a:ext>
              </a:extLst>
            </p:cNvPr>
            <p:cNvPicPr preferRelativeResize="0"/>
            <p:nvPr/>
          </p:nvPicPr>
          <p:blipFill rotWithShape="1">
            <a:blip r:embed="rId15">
              <a:alphaModFix/>
            </a:blip>
            <a:srcRect/>
            <a:stretch/>
          </p:blipFill>
          <p:spPr>
            <a:xfrm>
              <a:off x="1780900" y="1861950"/>
              <a:ext cx="560750" cy="148948"/>
            </a:xfrm>
            <a:prstGeom prst="rect">
              <a:avLst/>
            </a:prstGeom>
            <a:noFill/>
            <a:ln>
              <a:noFill/>
            </a:ln>
          </p:spPr>
        </p:pic>
        <p:pic>
          <p:nvPicPr>
            <p:cNvPr id="98" name="Google Shape;1825;p157">
              <a:extLst>
                <a:ext uri="{FF2B5EF4-FFF2-40B4-BE49-F238E27FC236}">
                  <a16:creationId xmlns:a16="http://schemas.microsoft.com/office/drawing/2014/main" id="{1D598CA5-DA5F-8798-39E5-5A8698899C81}"/>
                </a:ext>
              </a:extLst>
            </p:cNvPr>
            <p:cNvPicPr preferRelativeResize="0"/>
            <p:nvPr/>
          </p:nvPicPr>
          <p:blipFill rotWithShape="1">
            <a:blip r:embed="rId16">
              <a:alphaModFix/>
            </a:blip>
            <a:srcRect/>
            <a:stretch/>
          </p:blipFill>
          <p:spPr>
            <a:xfrm>
              <a:off x="1848512" y="1290121"/>
              <a:ext cx="359700" cy="137881"/>
            </a:xfrm>
            <a:prstGeom prst="rect">
              <a:avLst/>
            </a:prstGeom>
            <a:noFill/>
            <a:ln>
              <a:noFill/>
            </a:ln>
          </p:spPr>
        </p:pic>
        <p:pic>
          <p:nvPicPr>
            <p:cNvPr id="99" name="Google Shape;1826;p157">
              <a:extLst>
                <a:ext uri="{FF2B5EF4-FFF2-40B4-BE49-F238E27FC236}">
                  <a16:creationId xmlns:a16="http://schemas.microsoft.com/office/drawing/2014/main" id="{4A2947DA-CE1F-17F9-8704-EEB030CFF038}"/>
                </a:ext>
              </a:extLst>
            </p:cNvPr>
            <p:cNvPicPr preferRelativeResize="0"/>
            <p:nvPr/>
          </p:nvPicPr>
          <p:blipFill rotWithShape="1">
            <a:blip r:embed="rId17">
              <a:alphaModFix/>
            </a:blip>
            <a:srcRect/>
            <a:stretch/>
          </p:blipFill>
          <p:spPr>
            <a:xfrm>
              <a:off x="721774" y="2419385"/>
              <a:ext cx="651725" cy="254266"/>
            </a:xfrm>
            <a:prstGeom prst="rect">
              <a:avLst/>
            </a:prstGeom>
            <a:noFill/>
            <a:ln>
              <a:noFill/>
            </a:ln>
          </p:spPr>
        </p:pic>
      </p:grpSp>
      <p:sp>
        <p:nvSpPr>
          <p:cNvPr id="100" name="Google Shape;1827;p157">
            <a:extLst>
              <a:ext uri="{FF2B5EF4-FFF2-40B4-BE49-F238E27FC236}">
                <a16:creationId xmlns:a16="http://schemas.microsoft.com/office/drawing/2014/main" id="{D7BE140A-7A6D-34C7-ECE7-7164586F0673}"/>
              </a:ext>
            </a:extLst>
          </p:cNvPr>
          <p:cNvSpPr txBox="1"/>
          <p:nvPr/>
        </p:nvSpPr>
        <p:spPr>
          <a:xfrm>
            <a:off x="7438000" y="1442500"/>
            <a:ext cx="1275900" cy="292500"/>
          </a:xfrm>
          <a:prstGeom prst="rect">
            <a:avLst/>
          </a:prstGeom>
          <a:no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550"/>
              <a:buFont typeface="Arial"/>
              <a:buNone/>
            </a:pPr>
            <a:r>
              <a:rPr lang="en" sz="800" i="0" u="none" strike="noStrike" cap="none">
                <a:solidFill>
                  <a:schemeClr val="lt1"/>
                </a:solidFill>
                <a:latin typeface="Plus Jakarta Sans SemiBold"/>
                <a:ea typeface="Plus Jakarta Sans SemiBold"/>
                <a:cs typeface="Plus Jakarta Sans SemiBold"/>
                <a:sym typeface="Plus Jakarta Sans SemiBold"/>
              </a:rPr>
              <a:t>Data Governance</a:t>
            </a:r>
            <a:endParaRPr sz="800" i="0" u="none" strike="noStrike" cap="none">
              <a:solidFill>
                <a:schemeClr val="lt1"/>
              </a:solidFill>
              <a:latin typeface="Plus Jakarta Sans SemiBold"/>
              <a:ea typeface="Plus Jakarta Sans SemiBold"/>
              <a:cs typeface="Plus Jakarta Sans SemiBold"/>
              <a:sym typeface="Plus Jakarta Sans SemiBold"/>
            </a:endParaRPr>
          </a:p>
        </p:txBody>
      </p:sp>
      <p:sp>
        <p:nvSpPr>
          <p:cNvPr id="101" name="Google Shape;1828;p157">
            <a:extLst>
              <a:ext uri="{FF2B5EF4-FFF2-40B4-BE49-F238E27FC236}">
                <a16:creationId xmlns:a16="http://schemas.microsoft.com/office/drawing/2014/main" id="{0C6A5D56-9188-6860-6F35-397F985D70AB}"/>
              </a:ext>
            </a:extLst>
          </p:cNvPr>
          <p:cNvSpPr txBox="1"/>
          <p:nvPr/>
        </p:nvSpPr>
        <p:spPr>
          <a:xfrm>
            <a:off x="7437977" y="1938955"/>
            <a:ext cx="1275900" cy="297300"/>
          </a:xfrm>
          <a:prstGeom prst="rect">
            <a:avLst/>
          </a:prstGeom>
          <a:no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550"/>
              <a:buFont typeface="Arial"/>
              <a:buNone/>
            </a:pPr>
            <a:r>
              <a:rPr lang="en" sz="800" i="0" u="none" strike="noStrike" cap="none">
                <a:solidFill>
                  <a:schemeClr val="lt1"/>
                </a:solidFill>
                <a:latin typeface="Plus Jakarta Sans SemiBold"/>
                <a:ea typeface="Plus Jakarta Sans SemiBold"/>
                <a:cs typeface="Plus Jakarta Sans SemiBold"/>
                <a:sym typeface="Plus Jakarta Sans SemiBold"/>
              </a:rPr>
              <a:t>Data Quality</a:t>
            </a:r>
            <a:endParaRPr sz="800" i="0" u="none" strike="noStrike" cap="none">
              <a:solidFill>
                <a:schemeClr val="lt1"/>
              </a:solidFill>
              <a:latin typeface="Plus Jakarta Sans SemiBold"/>
              <a:ea typeface="Plus Jakarta Sans SemiBold"/>
              <a:cs typeface="Plus Jakarta Sans SemiBold"/>
              <a:sym typeface="Plus Jakarta Sans SemiBold"/>
            </a:endParaRPr>
          </a:p>
        </p:txBody>
      </p:sp>
      <p:sp>
        <p:nvSpPr>
          <p:cNvPr id="102" name="Google Shape;1829;p157">
            <a:extLst>
              <a:ext uri="{FF2B5EF4-FFF2-40B4-BE49-F238E27FC236}">
                <a16:creationId xmlns:a16="http://schemas.microsoft.com/office/drawing/2014/main" id="{40755AA4-3DEB-0A73-45C3-B3620088677A}"/>
              </a:ext>
            </a:extLst>
          </p:cNvPr>
          <p:cNvSpPr txBox="1"/>
          <p:nvPr/>
        </p:nvSpPr>
        <p:spPr>
          <a:xfrm>
            <a:off x="7437977" y="2459494"/>
            <a:ext cx="1275900" cy="270600"/>
          </a:xfrm>
          <a:prstGeom prst="rect">
            <a:avLst/>
          </a:prstGeom>
          <a:no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550"/>
              <a:buFont typeface="Arial"/>
              <a:buNone/>
            </a:pPr>
            <a:r>
              <a:rPr lang="en" sz="800" i="0" u="none" strike="noStrike" cap="none">
                <a:solidFill>
                  <a:schemeClr val="lt1"/>
                </a:solidFill>
                <a:latin typeface="Plus Jakarta Sans SemiBold"/>
                <a:ea typeface="Plus Jakarta Sans SemiBold"/>
                <a:cs typeface="Plus Jakarta Sans SemiBold"/>
                <a:sym typeface="Plus Jakarta Sans SemiBold"/>
              </a:rPr>
              <a:t>Data Privacy</a:t>
            </a:r>
            <a:endParaRPr sz="800" i="0" u="none" strike="noStrike" cap="none">
              <a:solidFill>
                <a:schemeClr val="lt1"/>
              </a:solidFill>
              <a:latin typeface="Plus Jakarta Sans SemiBold"/>
              <a:ea typeface="Plus Jakarta Sans SemiBold"/>
              <a:cs typeface="Plus Jakarta Sans SemiBold"/>
              <a:sym typeface="Plus Jakarta Sans SemiBold"/>
            </a:endParaRPr>
          </a:p>
        </p:txBody>
      </p:sp>
      <p:sp>
        <p:nvSpPr>
          <p:cNvPr id="103" name="Google Shape;1830;p157">
            <a:extLst>
              <a:ext uri="{FF2B5EF4-FFF2-40B4-BE49-F238E27FC236}">
                <a16:creationId xmlns:a16="http://schemas.microsoft.com/office/drawing/2014/main" id="{CD23F2A6-D6C7-54FF-1935-B7B5DF84DB82}"/>
              </a:ext>
            </a:extLst>
          </p:cNvPr>
          <p:cNvSpPr txBox="1"/>
          <p:nvPr/>
        </p:nvSpPr>
        <p:spPr>
          <a:xfrm>
            <a:off x="7437977" y="2969573"/>
            <a:ext cx="1275900" cy="270600"/>
          </a:xfrm>
          <a:prstGeom prst="rect">
            <a:avLst/>
          </a:prstGeom>
          <a:no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550"/>
              <a:buFont typeface="Arial"/>
              <a:buNone/>
            </a:pPr>
            <a:r>
              <a:rPr lang="en" sz="800" i="0" u="none" strike="noStrike" cap="none">
                <a:solidFill>
                  <a:schemeClr val="lt1"/>
                </a:solidFill>
                <a:latin typeface="Plus Jakarta Sans SemiBold"/>
                <a:ea typeface="Plus Jakarta Sans SemiBold"/>
                <a:cs typeface="Plus Jakarta Sans SemiBold"/>
                <a:sym typeface="Plus Jakarta Sans SemiBold"/>
              </a:rPr>
              <a:t>Data Security</a:t>
            </a:r>
            <a:endParaRPr sz="800" i="0" u="none" strike="noStrike" cap="none">
              <a:solidFill>
                <a:schemeClr val="lt1"/>
              </a:solidFill>
              <a:latin typeface="Plus Jakarta Sans SemiBold"/>
              <a:ea typeface="Plus Jakarta Sans SemiBold"/>
              <a:cs typeface="Plus Jakarta Sans SemiBold"/>
              <a:sym typeface="Plus Jakarta Sans SemiBold"/>
            </a:endParaRPr>
          </a:p>
        </p:txBody>
      </p:sp>
      <p:sp>
        <p:nvSpPr>
          <p:cNvPr id="104" name="Google Shape;1831;p157">
            <a:extLst>
              <a:ext uri="{FF2B5EF4-FFF2-40B4-BE49-F238E27FC236}">
                <a16:creationId xmlns:a16="http://schemas.microsoft.com/office/drawing/2014/main" id="{65240DD7-3192-5106-E937-3DD9F4AA3F5C}"/>
              </a:ext>
            </a:extLst>
          </p:cNvPr>
          <p:cNvSpPr txBox="1"/>
          <p:nvPr/>
        </p:nvSpPr>
        <p:spPr>
          <a:xfrm>
            <a:off x="7437977" y="3470325"/>
            <a:ext cx="1275900" cy="292500"/>
          </a:xfrm>
          <a:prstGeom prst="rect">
            <a:avLst/>
          </a:prstGeom>
          <a:no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550"/>
              <a:buFont typeface="Arial"/>
              <a:buNone/>
            </a:pPr>
            <a:r>
              <a:rPr lang="en" sz="800" i="0" u="none" strike="noStrike" cap="none">
                <a:solidFill>
                  <a:schemeClr val="lt1"/>
                </a:solidFill>
                <a:latin typeface="Plus Jakarta Sans SemiBold"/>
                <a:ea typeface="Plus Jakarta Sans SemiBold"/>
                <a:cs typeface="Plus Jakarta Sans SemiBold"/>
                <a:sym typeface="Plus Jakarta Sans SemiBold"/>
              </a:rPr>
              <a:t>Data Compliance </a:t>
            </a:r>
            <a:endParaRPr sz="800" i="0" u="none" strike="noStrike" cap="none">
              <a:solidFill>
                <a:schemeClr val="lt1"/>
              </a:solidFill>
              <a:latin typeface="Plus Jakarta Sans SemiBold"/>
              <a:ea typeface="Plus Jakarta Sans SemiBold"/>
              <a:cs typeface="Plus Jakarta Sans SemiBold"/>
              <a:sym typeface="Plus Jakarta Sans SemiBold"/>
            </a:endParaRPr>
          </a:p>
        </p:txBody>
      </p:sp>
      <p:sp>
        <p:nvSpPr>
          <p:cNvPr id="105" name="Google Shape;1832;p157">
            <a:extLst>
              <a:ext uri="{FF2B5EF4-FFF2-40B4-BE49-F238E27FC236}">
                <a16:creationId xmlns:a16="http://schemas.microsoft.com/office/drawing/2014/main" id="{8E57E62E-39F2-1682-D770-D8A6FBCE1F18}"/>
              </a:ext>
            </a:extLst>
          </p:cNvPr>
          <p:cNvSpPr txBox="1"/>
          <p:nvPr/>
        </p:nvSpPr>
        <p:spPr>
          <a:xfrm>
            <a:off x="7437978" y="3978850"/>
            <a:ext cx="1275900" cy="297300"/>
          </a:xfrm>
          <a:prstGeom prst="rect">
            <a:avLst/>
          </a:prstGeom>
          <a:no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550"/>
              <a:buFont typeface="Arial"/>
              <a:buNone/>
            </a:pPr>
            <a:r>
              <a:rPr lang="en" sz="800" i="0" u="none" strike="noStrike" cap="none">
                <a:solidFill>
                  <a:schemeClr val="lt1"/>
                </a:solidFill>
                <a:latin typeface="Plus Jakarta Sans SemiBold"/>
                <a:ea typeface="Plus Jakarta Sans SemiBold"/>
                <a:cs typeface="Plus Jakarta Sans SemiBold"/>
                <a:sym typeface="Plus Jakarta Sans SemiBold"/>
              </a:rPr>
              <a:t>Data Transformation</a:t>
            </a:r>
            <a:endParaRPr sz="800" i="0" u="none" strike="noStrike" cap="none">
              <a:solidFill>
                <a:schemeClr val="lt1"/>
              </a:solidFill>
              <a:latin typeface="Plus Jakarta Sans SemiBold"/>
              <a:ea typeface="Plus Jakarta Sans SemiBold"/>
              <a:cs typeface="Plus Jakarta Sans SemiBold"/>
              <a:sym typeface="Plus Jakarta Sans SemiBold"/>
            </a:endParaRPr>
          </a:p>
        </p:txBody>
      </p:sp>
      <p:sp>
        <p:nvSpPr>
          <p:cNvPr id="106" name="Google Shape;1833;p157">
            <a:extLst>
              <a:ext uri="{FF2B5EF4-FFF2-40B4-BE49-F238E27FC236}">
                <a16:creationId xmlns:a16="http://schemas.microsoft.com/office/drawing/2014/main" id="{AC6C3255-B458-EF38-FDE0-CBF895B21033}"/>
              </a:ext>
            </a:extLst>
          </p:cNvPr>
          <p:cNvSpPr txBox="1"/>
          <p:nvPr/>
        </p:nvSpPr>
        <p:spPr>
          <a:xfrm>
            <a:off x="6612786" y="2669528"/>
            <a:ext cx="649500" cy="263400"/>
          </a:xfrm>
          <a:prstGeom prst="rect">
            <a:avLst/>
          </a:prstGeom>
          <a:noFill/>
          <a:ln>
            <a:noFill/>
          </a:ln>
        </p:spPr>
        <p:txBody>
          <a:bodyPr spcFirstLastPara="1" wrap="square" lIns="68575" tIns="68575" rIns="68575" bIns="68575" anchor="t" anchorCtr="0">
            <a:noAutofit/>
          </a:bodyPr>
          <a:lstStyle/>
          <a:p>
            <a:pPr marL="0" marR="0" lvl="0" indent="0" algn="ctr" rtl="0">
              <a:lnSpc>
                <a:spcPct val="100000"/>
              </a:lnSpc>
              <a:spcBef>
                <a:spcPts val="0"/>
              </a:spcBef>
              <a:spcAft>
                <a:spcPts val="0"/>
              </a:spcAft>
              <a:buClr>
                <a:srgbClr val="000000"/>
              </a:buClr>
              <a:buSzPts val="500"/>
              <a:buFont typeface="Arial"/>
              <a:buNone/>
            </a:pPr>
            <a:r>
              <a:rPr lang="en" sz="600" i="0" u="none" strike="noStrike" cap="none">
                <a:latin typeface="Plus Jakarta Sans Medium"/>
                <a:ea typeface="Plus Jakarta Sans Medium"/>
                <a:cs typeface="Plus Jakarta Sans Medium"/>
                <a:sym typeface="Plus Jakarta Sans Medium"/>
              </a:rPr>
              <a:t>Enriched Operational Metadata</a:t>
            </a:r>
            <a:endParaRPr sz="600" i="0" u="none" strike="noStrike" cap="none">
              <a:latin typeface="Plus Jakarta Sans Medium"/>
              <a:ea typeface="Plus Jakarta Sans Medium"/>
              <a:cs typeface="Plus Jakarta Sans Medium"/>
              <a:sym typeface="Plus Jakarta Sans Medium"/>
            </a:endParaRPr>
          </a:p>
        </p:txBody>
      </p:sp>
      <p:pic>
        <p:nvPicPr>
          <p:cNvPr id="107" name="Google Shape;1834;p157">
            <a:extLst>
              <a:ext uri="{FF2B5EF4-FFF2-40B4-BE49-F238E27FC236}">
                <a16:creationId xmlns:a16="http://schemas.microsoft.com/office/drawing/2014/main" id="{864D8F25-0C5C-B10A-8510-0385F4400D4B}"/>
              </a:ext>
            </a:extLst>
          </p:cNvPr>
          <p:cNvPicPr preferRelativeResize="0"/>
          <p:nvPr/>
        </p:nvPicPr>
        <p:blipFill rotWithShape="1">
          <a:blip r:embed="rId18">
            <a:alphaModFix/>
          </a:blip>
          <a:srcRect/>
          <a:stretch/>
        </p:blipFill>
        <p:spPr>
          <a:xfrm>
            <a:off x="2765862" y="2291403"/>
            <a:ext cx="513812" cy="507989"/>
          </a:xfrm>
          <a:prstGeom prst="rect">
            <a:avLst/>
          </a:prstGeom>
          <a:noFill/>
          <a:ln>
            <a:noFill/>
          </a:ln>
        </p:spPr>
      </p:pic>
      <p:sp>
        <p:nvSpPr>
          <p:cNvPr id="108" name="Google Shape;1835;p157">
            <a:extLst>
              <a:ext uri="{FF2B5EF4-FFF2-40B4-BE49-F238E27FC236}">
                <a16:creationId xmlns:a16="http://schemas.microsoft.com/office/drawing/2014/main" id="{C5191C84-6EB9-7779-CDFE-FE5E40AF911A}"/>
              </a:ext>
            </a:extLst>
          </p:cNvPr>
          <p:cNvSpPr txBox="1"/>
          <p:nvPr/>
        </p:nvSpPr>
        <p:spPr>
          <a:xfrm>
            <a:off x="2555767" y="2774382"/>
            <a:ext cx="934200" cy="263400"/>
          </a:xfrm>
          <a:prstGeom prst="rect">
            <a:avLst/>
          </a:prstGeom>
          <a:noFill/>
          <a:ln>
            <a:noFill/>
          </a:ln>
        </p:spPr>
        <p:txBody>
          <a:bodyPr spcFirstLastPara="1" wrap="square" lIns="68575" tIns="68575" rIns="68575" bIns="68575" anchor="t" anchorCtr="0">
            <a:noAutofit/>
          </a:bodyPr>
          <a:lstStyle/>
          <a:p>
            <a:pPr marL="0" marR="0" lvl="0" indent="0" algn="ctr" rtl="0">
              <a:lnSpc>
                <a:spcPct val="100000"/>
              </a:lnSpc>
              <a:spcBef>
                <a:spcPts val="0"/>
              </a:spcBef>
              <a:spcAft>
                <a:spcPts val="0"/>
              </a:spcAft>
              <a:buClr>
                <a:srgbClr val="000000"/>
              </a:buClr>
              <a:buSzPts val="500"/>
              <a:buFont typeface="Arial"/>
              <a:buNone/>
            </a:pPr>
            <a:r>
              <a:rPr lang="en" sz="600" i="0" u="none" strike="noStrike" cap="none">
                <a:latin typeface="Plus Jakarta Sans Medium"/>
                <a:ea typeface="Plus Jakarta Sans Medium"/>
                <a:cs typeface="Plus Jakarta Sans Medium"/>
                <a:sym typeface="Plus Jakarta Sans Medium"/>
              </a:rPr>
              <a:t>Automated Raw</a:t>
            </a:r>
            <a:endParaRPr sz="600" i="0" u="none" strike="noStrike" cap="none">
              <a:latin typeface="Plus Jakarta Sans Medium"/>
              <a:ea typeface="Plus Jakarta Sans Medium"/>
              <a:cs typeface="Plus Jakarta Sans Medium"/>
              <a:sym typeface="Plus Jakarta Sans Medium"/>
            </a:endParaRPr>
          </a:p>
          <a:p>
            <a:pPr marL="0" marR="0" lvl="0" indent="0" algn="ctr" rtl="0">
              <a:lnSpc>
                <a:spcPct val="100000"/>
              </a:lnSpc>
              <a:spcBef>
                <a:spcPts val="0"/>
              </a:spcBef>
              <a:spcAft>
                <a:spcPts val="0"/>
              </a:spcAft>
              <a:buClr>
                <a:srgbClr val="000000"/>
              </a:buClr>
              <a:buSzPts val="500"/>
              <a:buFont typeface="Arial"/>
              <a:buNone/>
            </a:pPr>
            <a:r>
              <a:rPr lang="en" sz="600" i="0" u="none" strike="noStrike" cap="none">
                <a:latin typeface="Plus Jakarta Sans Medium"/>
                <a:ea typeface="Plus Jakarta Sans Medium"/>
                <a:cs typeface="Plus Jakarta Sans Medium"/>
                <a:sym typeface="Plus Jakarta Sans Medium"/>
              </a:rPr>
              <a:t>Metadata Extraction</a:t>
            </a:r>
            <a:endParaRPr sz="600" i="0" u="none" strike="noStrike" cap="none">
              <a:latin typeface="Plus Jakarta Sans Medium"/>
              <a:ea typeface="Plus Jakarta Sans Medium"/>
              <a:cs typeface="Plus Jakarta Sans Medium"/>
              <a:sym typeface="Plus Jakarta Sans Medium"/>
            </a:endParaRPr>
          </a:p>
        </p:txBody>
      </p:sp>
      <p:sp>
        <p:nvSpPr>
          <p:cNvPr id="109" name="Google Shape;1836;p157">
            <a:extLst>
              <a:ext uri="{FF2B5EF4-FFF2-40B4-BE49-F238E27FC236}">
                <a16:creationId xmlns:a16="http://schemas.microsoft.com/office/drawing/2014/main" id="{FECC597A-1BCB-476F-8A18-B3A6C6855B3F}"/>
              </a:ext>
            </a:extLst>
          </p:cNvPr>
          <p:cNvSpPr txBox="1"/>
          <p:nvPr/>
        </p:nvSpPr>
        <p:spPr>
          <a:xfrm>
            <a:off x="7437977" y="1007788"/>
            <a:ext cx="1275900" cy="349200"/>
          </a:xfrm>
          <a:prstGeom prst="rect">
            <a:avLst/>
          </a:prstGeom>
          <a:noFill/>
          <a:ln>
            <a:noFill/>
          </a:ln>
        </p:spPr>
        <p:txBody>
          <a:bodyPr spcFirstLastPara="1" wrap="square" lIns="68575" tIns="68575" rIns="68575" bIns="68575"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en" sz="900" i="0" u="none" strike="noStrike" cap="none">
                <a:latin typeface="Plus Jakarta Sans SemiBold"/>
                <a:ea typeface="Plus Jakarta Sans SemiBold"/>
                <a:cs typeface="Plus Jakarta Sans SemiBold"/>
                <a:sym typeface="Plus Jakarta Sans SemiBold"/>
              </a:rPr>
              <a:t>Data</a:t>
            </a:r>
            <a:r>
              <a:rPr lang="en" sz="900">
                <a:latin typeface="Plus Jakarta Sans SemiBold"/>
                <a:ea typeface="Plus Jakarta Sans SemiBold"/>
                <a:cs typeface="Plus Jakarta Sans SemiBold"/>
                <a:sym typeface="Plus Jakarta Sans SemiBold"/>
              </a:rPr>
              <a:t> </a:t>
            </a:r>
            <a:r>
              <a:rPr lang="en" sz="900" i="0" u="none" strike="noStrike" cap="none">
                <a:latin typeface="Plus Jakarta Sans SemiBold"/>
                <a:ea typeface="Plus Jakarta Sans SemiBold"/>
                <a:cs typeface="Plus Jakarta Sans SemiBold"/>
                <a:sym typeface="Plus Jakarta Sans SemiBold"/>
              </a:rPr>
              <a:t>Initiatives</a:t>
            </a:r>
            <a:endParaRPr sz="900" i="0" u="none" strike="noStrike" cap="none">
              <a:latin typeface="Plus Jakarta Sans SemiBold"/>
              <a:ea typeface="Plus Jakarta Sans SemiBold"/>
              <a:cs typeface="Plus Jakarta Sans SemiBold"/>
              <a:sym typeface="Plus Jakarta Sans SemiBold"/>
            </a:endParaRPr>
          </a:p>
        </p:txBody>
      </p:sp>
      <p:sp>
        <p:nvSpPr>
          <p:cNvPr id="110" name="Google Shape;1837;p157">
            <a:extLst>
              <a:ext uri="{FF2B5EF4-FFF2-40B4-BE49-F238E27FC236}">
                <a16:creationId xmlns:a16="http://schemas.microsoft.com/office/drawing/2014/main" id="{B9792206-B4D6-7AA8-34FD-F267F1FE585D}"/>
              </a:ext>
            </a:extLst>
          </p:cNvPr>
          <p:cNvSpPr txBox="1"/>
          <p:nvPr/>
        </p:nvSpPr>
        <p:spPr>
          <a:xfrm>
            <a:off x="1156054" y="1007788"/>
            <a:ext cx="1365600" cy="349200"/>
          </a:xfrm>
          <a:prstGeom prst="rect">
            <a:avLst/>
          </a:prstGeom>
          <a:noFill/>
          <a:ln>
            <a:noFill/>
          </a:ln>
        </p:spPr>
        <p:txBody>
          <a:bodyPr spcFirstLastPara="1" wrap="square" lIns="68575" tIns="68575" rIns="68575" bIns="68575"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en" sz="900" i="0" u="none" strike="noStrike" cap="none">
                <a:latin typeface="Plus Jakarta Sans SemiBold"/>
                <a:ea typeface="Plus Jakarta Sans SemiBold"/>
                <a:cs typeface="Plus Jakarta Sans SemiBold"/>
                <a:sym typeface="Plus Jakarta Sans SemiBold"/>
              </a:rPr>
              <a:t>Scattered Data</a:t>
            </a:r>
            <a:br>
              <a:rPr lang="en" sz="900" i="0" u="none" strike="noStrike" cap="none">
                <a:latin typeface="Plus Jakarta Sans SemiBold"/>
                <a:ea typeface="Plus Jakarta Sans SemiBold"/>
                <a:cs typeface="Plus Jakarta Sans SemiBold"/>
                <a:sym typeface="Plus Jakarta Sans SemiBold"/>
              </a:rPr>
            </a:br>
            <a:r>
              <a:rPr lang="en" sz="900" i="0" u="none" strike="noStrike" cap="none">
                <a:latin typeface="Plus Jakarta Sans SemiBold"/>
                <a:ea typeface="Plus Jakarta Sans SemiBold"/>
                <a:cs typeface="Plus Jakarta Sans SemiBold"/>
                <a:sym typeface="Plus Jakarta Sans SemiBold"/>
              </a:rPr>
              <a:t>Landscape</a:t>
            </a:r>
            <a:endParaRPr sz="900" i="0" u="none" strike="noStrike" cap="none">
              <a:latin typeface="Plus Jakarta Sans SemiBold"/>
              <a:ea typeface="Plus Jakarta Sans SemiBold"/>
              <a:cs typeface="Plus Jakarta Sans SemiBold"/>
              <a:sym typeface="Plus Jakarta Sans SemiBold"/>
            </a:endParaRPr>
          </a:p>
        </p:txBody>
      </p:sp>
      <p:sp>
        <p:nvSpPr>
          <p:cNvPr id="111" name="Google Shape;1838;p157">
            <a:extLst>
              <a:ext uri="{FF2B5EF4-FFF2-40B4-BE49-F238E27FC236}">
                <a16:creationId xmlns:a16="http://schemas.microsoft.com/office/drawing/2014/main" id="{C2DC7044-2523-75DA-AAEB-9BBEA0903D99}"/>
              </a:ext>
            </a:extLst>
          </p:cNvPr>
          <p:cNvSpPr txBox="1"/>
          <p:nvPr/>
        </p:nvSpPr>
        <p:spPr>
          <a:xfrm>
            <a:off x="5986828" y="4018767"/>
            <a:ext cx="637436" cy="263237"/>
          </a:xfrm>
          <a:prstGeom prst="rect">
            <a:avLst/>
          </a:prstGeom>
          <a:noFill/>
          <a:ln>
            <a:noFill/>
          </a:ln>
        </p:spPr>
        <p:txBody>
          <a:bodyPr spcFirstLastPara="1" wrap="square" lIns="68575" tIns="68575" rIns="68575" bIns="68575"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en" sz="700" b="1" i="0" u="none" strike="noStrike" cap="none">
                <a:latin typeface="Plus Jakarta Sans"/>
                <a:ea typeface="Plus Jakarta Sans"/>
                <a:cs typeface="Plus Jakarta Sans"/>
                <a:sym typeface="Plus Jakarta Sans"/>
              </a:rPr>
              <a:t>Octopai AI</a:t>
            </a:r>
            <a:endParaRPr sz="700" b="1" i="0" u="none" strike="noStrike" cap="none">
              <a:latin typeface="Plus Jakarta Sans"/>
              <a:ea typeface="Plus Jakarta Sans"/>
              <a:cs typeface="Plus Jakarta Sans"/>
              <a:sym typeface="Plus Jakarta Sans"/>
            </a:endParaRPr>
          </a:p>
        </p:txBody>
      </p:sp>
      <p:pic>
        <p:nvPicPr>
          <p:cNvPr id="112" name="Google Shape;1839;p157">
            <a:extLst>
              <a:ext uri="{FF2B5EF4-FFF2-40B4-BE49-F238E27FC236}">
                <a16:creationId xmlns:a16="http://schemas.microsoft.com/office/drawing/2014/main" id="{31E16633-5D7B-CE98-4097-018F95991E63}"/>
              </a:ext>
            </a:extLst>
          </p:cNvPr>
          <p:cNvPicPr preferRelativeResize="0"/>
          <p:nvPr/>
        </p:nvPicPr>
        <p:blipFill rotWithShape="1">
          <a:blip r:embed="rId19">
            <a:alphaModFix/>
          </a:blip>
          <a:srcRect/>
          <a:stretch/>
        </p:blipFill>
        <p:spPr>
          <a:xfrm>
            <a:off x="6180921" y="3859500"/>
            <a:ext cx="249232" cy="233496"/>
          </a:xfrm>
          <a:prstGeom prst="rect">
            <a:avLst/>
          </a:prstGeom>
          <a:noFill/>
          <a:ln>
            <a:noFill/>
          </a:ln>
        </p:spPr>
      </p:pic>
      <p:sp>
        <p:nvSpPr>
          <p:cNvPr id="113" name="Google Shape;1840;p157">
            <a:extLst>
              <a:ext uri="{FF2B5EF4-FFF2-40B4-BE49-F238E27FC236}">
                <a16:creationId xmlns:a16="http://schemas.microsoft.com/office/drawing/2014/main" id="{F40DC151-095B-B8CB-2F61-62C463B63DBB}"/>
              </a:ext>
            </a:extLst>
          </p:cNvPr>
          <p:cNvSpPr txBox="1"/>
          <p:nvPr/>
        </p:nvSpPr>
        <p:spPr>
          <a:xfrm>
            <a:off x="5103987" y="4018775"/>
            <a:ext cx="882937" cy="263237"/>
          </a:xfrm>
          <a:prstGeom prst="rect">
            <a:avLst/>
          </a:prstGeom>
          <a:noFill/>
          <a:ln>
            <a:noFill/>
          </a:ln>
        </p:spPr>
        <p:txBody>
          <a:bodyPr spcFirstLastPara="1" wrap="square" lIns="68575" tIns="68575" rIns="68575" bIns="68575"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en" sz="700" b="1" i="0" u="none" strike="noStrike" cap="none">
                <a:latin typeface="Plus Jakarta Sans"/>
                <a:ea typeface="Plus Jakarta Sans"/>
                <a:cs typeface="Plus Jakarta Sans"/>
                <a:sym typeface="Plus Jakarta Sans"/>
              </a:rPr>
              <a:t>Data</a:t>
            </a:r>
            <a:br>
              <a:rPr lang="en" sz="700" b="1">
                <a:latin typeface="Plus Jakarta Sans"/>
                <a:ea typeface="Plus Jakarta Sans"/>
                <a:cs typeface="Plus Jakarta Sans"/>
                <a:sym typeface="Plus Jakarta Sans"/>
              </a:rPr>
            </a:br>
            <a:r>
              <a:rPr lang="en" sz="700" b="1">
                <a:latin typeface="Plus Jakarta Sans"/>
                <a:ea typeface="Plus Jakarta Sans"/>
                <a:cs typeface="Plus Jakarta Sans"/>
                <a:sym typeface="Plus Jakarta Sans"/>
              </a:rPr>
              <a:t>Knowledge Hub</a:t>
            </a:r>
            <a:endParaRPr sz="700" b="1" i="0" u="none" strike="noStrike" cap="none">
              <a:latin typeface="Plus Jakarta Sans"/>
              <a:ea typeface="Plus Jakarta Sans"/>
              <a:cs typeface="Plus Jakarta Sans"/>
              <a:sym typeface="Plus Jakarta Sans"/>
            </a:endParaRPr>
          </a:p>
        </p:txBody>
      </p:sp>
      <p:sp>
        <p:nvSpPr>
          <p:cNvPr id="114" name="Google Shape;1841;p157">
            <a:extLst>
              <a:ext uri="{FF2B5EF4-FFF2-40B4-BE49-F238E27FC236}">
                <a16:creationId xmlns:a16="http://schemas.microsoft.com/office/drawing/2014/main" id="{C9DED703-8032-BAB3-DB40-94F78F66475B}"/>
              </a:ext>
            </a:extLst>
          </p:cNvPr>
          <p:cNvSpPr txBox="1"/>
          <p:nvPr/>
        </p:nvSpPr>
        <p:spPr>
          <a:xfrm>
            <a:off x="4154955" y="4018767"/>
            <a:ext cx="796633" cy="263237"/>
          </a:xfrm>
          <a:prstGeom prst="rect">
            <a:avLst/>
          </a:prstGeom>
          <a:noFill/>
          <a:ln>
            <a:noFill/>
          </a:ln>
        </p:spPr>
        <p:txBody>
          <a:bodyPr spcFirstLastPara="1" wrap="square" lIns="68575" tIns="68575" rIns="68575" bIns="68575"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en" sz="700" b="1" i="0" u="none" strike="noStrike" cap="none">
                <a:latin typeface="Plus Jakarta Sans"/>
                <a:ea typeface="Plus Jakarta Sans"/>
                <a:cs typeface="Plus Jakarta Sans"/>
                <a:sym typeface="Plus Jakarta Sans"/>
              </a:rPr>
              <a:t>Data Lineage</a:t>
            </a:r>
            <a:endParaRPr sz="700" b="1" i="0" u="none" strike="noStrike" cap="none">
              <a:latin typeface="Plus Jakarta Sans"/>
              <a:ea typeface="Plus Jakarta Sans"/>
              <a:cs typeface="Plus Jakarta Sans"/>
              <a:sym typeface="Plus Jakarta Sans"/>
            </a:endParaRPr>
          </a:p>
        </p:txBody>
      </p:sp>
      <p:sp>
        <p:nvSpPr>
          <p:cNvPr id="115" name="Google Shape;1842;p157">
            <a:extLst>
              <a:ext uri="{FF2B5EF4-FFF2-40B4-BE49-F238E27FC236}">
                <a16:creationId xmlns:a16="http://schemas.microsoft.com/office/drawing/2014/main" id="{F35F5B6C-524D-9ED4-72CB-354A21A00647}"/>
              </a:ext>
            </a:extLst>
          </p:cNvPr>
          <p:cNvSpPr txBox="1"/>
          <p:nvPr/>
        </p:nvSpPr>
        <p:spPr>
          <a:xfrm>
            <a:off x="3358323" y="4020803"/>
            <a:ext cx="796633" cy="263237"/>
          </a:xfrm>
          <a:prstGeom prst="rect">
            <a:avLst/>
          </a:prstGeom>
          <a:noFill/>
          <a:ln>
            <a:noFill/>
          </a:ln>
        </p:spPr>
        <p:txBody>
          <a:bodyPr spcFirstLastPara="1" wrap="square" lIns="68575" tIns="68575" rIns="68575" bIns="68575"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en" sz="700" b="1" i="0" u="none" strike="noStrike" cap="none">
                <a:latin typeface="Plus Jakarta Sans"/>
                <a:ea typeface="Plus Jakarta Sans"/>
                <a:cs typeface="Plus Jakarta Sans"/>
                <a:sym typeface="Plus Jakarta Sans"/>
              </a:rPr>
              <a:t>Data Discovery</a:t>
            </a:r>
            <a:endParaRPr sz="700" b="1" i="0" u="none" strike="noStrike" cap="none">
              <a:latin typeface="Plus Jakarta Sans"/>
              <a:ea typeface="Plus Jakarta Sans"/>
              <a:cs typeface="Plus Jakarta Sans"/>
              <a:sym typeface="Plus Jakarta Sans"/>
            </a:endParaRPr>
          </a:p>
        </p:txBody>
      </p:sp>
      <p:grpSp>
        <p:nvGrpSpPr>
          <p:cNvPr id="116" name="Google Shape;1843;p157">
            <a:extLst>
              <a:ext uri="{FF2B5EF4-FFF2-40B4-BE49-F238E27FC236}">
                <a16:creationId xmlns:a16="http://schemas.microsoft.com/office/drawing/2014/main" id="{43DCB637-745B-FDA0-2C5E-9183ED9518C5}"/>
              </a:ext>
            </a:extLst>
          </p:cNvPr>
          <p:cNvGrpSpPr/>
          <p:nvPr/>
        </p:nvGrpSpPr>
        <p:grpSpPr>
          <a:xfrm>
            <a:off x="1298102" y="2831597"/>
            <a:ext cx="1223601" cy="1216867"/>
            <a:chOff x="671562" y="3187062"/>
            <a:chExt cx="1697089" cy="1687749"/>
          </a:xfrm>
        </p:grpSpPr>
        <p:pic>
          <p:nvPicPr>
            <p:cNvPr id="117" name="Google Shape;1844;p157">
              <a:extLst>
                <a:ext uri="{FF2B5EF4-FFF2-40B4-BE49-F238E27FC236}">
                  <a16:creationId xmlns:a16="http://schemas.microsoft.com/office/drawing/2014/main" id="{4E662D91-2062-A3D8-ECE4-9790326487A1}"/>
                </a:ext>
              </a:extLst>
            </p:cNvPr>
            <p:cNvPicPr preferRelativeResize="0"/>
            <p:nvPr/>
          </p:nvPicPr>
          <p:blipFill rotWithShape="1">
            <a:blip r:embed="rId20">
              <a:alphaModFix/>
            </a:blip>
            <a:srcRect/>
            <a:stretch/>
          </p:blipFill>
          <p:spPr>
            <a:xfrm>
              <a:off x="671562" y="3187062"/>
              <a:ext cx="651725" cy="181256"/>
            </a:xfrm>
            <a:prstGeom prst="rect">
              <a:avLst/>
            </a:prstGeom>
            <a:noFill/>
            <a:ln>
              <a:noFill/>
            </a:ln>
          </p:spPr>
        </p:pic>
        <p:pic>
          <p:nvPicPr>
            <p:cNvPr id="118" name="Google Shape;1845;p157">
              <a:extLst>
                <a:ext uri="{FF2B5EF4-FFF2-40B4-BE49-F238E27FC236}">
                  <a16:creationId xmlns:a16="http://schemas.microsoft.com/office/drawing/2014/main" id="{DF1D8EAE-2FA7-2CC8-E697-9943C98AC608}"/>
                </a:ext>
              </a:extLst>
            </p:cNvPr>
            <p:cNvPicPr preferRelativeResize="0"/>
            <p:nvPr/>
          </p:nvPicPr>
          <p:blipFill rotWithShape="1">
            <a:blip r:embed="rId21">
              <a:alphaModFix/>
            </a:blip>
            <a:srcRect/>
            <a:stretch/>
          </p:blipFill>
          <p:spPr>
            <a:xfrm>
              <a:off x="1448075" y="3222179"/>
              <a:ext cx="543900" cy="102237"/>
            </a:xfrm>
            <a:prstGeom prst="rect">
              <a:avLst/>
            </a:prstGeom>
            <a:noFill/>
            <a:ln>
              <a:noFill/>
            </a:ln>
          </p:spPr>
        </p:pic>
        <p:pic>
          <p:nvPicPr>
            <p:cNvPr id="119" name="Google Shape;1846;p157">
              <a:extLst>
                <a:ext uri="{FF2B5EF4-FFF2-40B4-BE49-F238E27FC236}">
                  <a16:creationId xmlns:a16="http://schemas.microsoft.com/office/drawing/2014/main" id="{1027A1E6-30A3-F7DE-7E6B-AFDD2D1C07B5}"/>
                </a:ext>
              </a:extLst>
            </p:cNvPr>
            <p:cNvPicPr preferRelativeResize="0"/>
            <p:nvPr/>
          </p:nvPicPr>
          <p:blipFill rotWithShape="1">
            <a:blip r:embed="rId22">
              <a:alphaModFix/>
            </a:blip>
            <a:srcRect/>
            <a:stretch/>
          </p:blipFill>
          <p:spPr>
            <a:xfrm>
              <a:off x="870675" y="3431175"/>
              <a:ext cx="651725" cy="107986"/>
            </a:xfrm>
            <a:prstGeom prst="rect">
              <a:avLst/>
            </a:prstGeom>
            <a:noFill/>
            <a:ln>
              <a:noFill/>
            </a:ln>
          </p:spPr>
        </p:pic>
        <p:pic>
          <p:nvPicPr>
            <p:cNvPr id="120" name="Google Shape;1847;p157">
              <a:extLst>
                <a:ext uri="{FF2B5EF4-FFF2-40B4-BE49-F238E27FC236}">
                  <a16:creationId xmlns:a16="http://schemas.microsoft.com/office/drawing/2014/main" id="{127C1511-8F65-0033-A1A5-2E5C5E1A248D}"/>
                </a:ext>
              </a:extLst>
            </p:cNvPr>
            <p:cNvPicPr preferRelativeResize="0"/>
            <p:nvPr/>
          </p:nvPicPr>
          <p:blipFill rotWithShape="1">
            <a:blip r:embed="rId23">
              <a:alphaModFix/>
            </a:blip>
            <a:srcRect/>
            <a:stretch/>
          </p:blipFill>
          <p:spPr>
            <a:xfrm>
              <a:off x="1812650" y="3428275"/>
              <a:ext cx="411600" cy="116464"/>
            </a:xfrm>
            <a:prstGeom prst="rect">
              <a:avLst/>
            </a:prstGeom>
            <a:noFill/>
            <a:ln>
              <a:noFill/>
            </a:ln>
          </p:spPr>
        </p:pic>
        <p:pic>
          <p:nvPicPr>
            <p:cNvPr id="121" name="Google Shape;1848;p157">
              <a:extLst>
                <a:ext uri="{FF2B5EF4-FFF2-40B4-BE49-F238E27FC236}">
                  <a16:creationId xmlns:a16="http://schemas.microsoft.com/office/drawing/2014/main" id="{CA43D8AF-A734-DBB6-FE5E-B3648991524A}"/>
                </a:ext>
              </a:extLst>
            </p:cNvPr>
            <p:cNvPicPr preferRelativeResize="0"/>
            <p:nvPr/>
          </p:nvPicPr>
          <p:blipFill rotWithShape="1">
            <a:blip r:embed="rId24">
              <a:alphaModFix/>
            </a:blip>
            <a:srcRect/>
            <a:stretch/>
          </p:blipFill>
          <p:spPr>
            <a:xfrm>
              <a:off x="907037" y="3492962"/>
              <a:ext cx="578997" cy="365100"/>
            </a:xfrm>
            <a:prstGeom prst="rect">
              <a:avLst/>
            </a:prstGeom>
            <a:noFill/>
            <a:ln>
              <a:noFill/>
            </a:ln>
          </p:spPr>
        </p:pic>
        <p:pic>
          <p:nvPicPr>
            <p:cNvPr id="122" name="Google Shape;1849;p157">
              <a:extLst>
                <a:ext uri="{FF2B5EF4-FFF2-40B4-BE49-F238E27FC236}">
                  <a16:creationId xmlns:a16="http://schemas.microsoft.com/office/drawing/2014/main" id="{0A30BDCE-B3D4-7675-DBD2-66326A17BF4C}"/>
                </a:ext>
              </a:extLst>
            </p:cNvPr>
            <p:cNvPicPr preferRelativeResize="0"/>
            <p:nvPr/>
          </p:nvPicPr>
          <p:blipFill rotWithShape="1">
            <a:blip r:embed="rId25">
              <a:alphaModFix/>
            </a:blip>
            <a:srcRect/>
            <a:stretch/>
          </p:blipFill>
          <p:spPr>
            <a:xfrm>
              <a:off x="956675" y="3813550"/>
              <a:ext cx="479715" cy="189575"/>
            </a:xfrm>
            <a:prstGeom prst="rect">
              <a:avLst/>
            </a:prstGeom>
            <a:noFill/>
            <a:ln>
              <a:noFill/>
            </a:ln>
          </p:spPr>
        </p:pic>
        <p:pic>
          <p:nvPicPr>
            <p:cNvPr id="123" name="Google Shape;1850;p157">
              <a:extLst>
                <a:ext uri="{FF2B5EF4-FFF2-40B4-BE49-F238E27FC236}">
                  <a16:creationId xmlns:a16="http://schemas.microsoft.com/office/drawing/2014/main" id="{F7FDED79-BAD7-F0A3-F676-FE3D67057A55}"/>
                </a:ext>
              </a:extLst>
            </p:cNvPr>
            <p:cNvPicPr preferRelativeResize="0"/>
            <p:nvPr/>
          </p:nvPicPr>
          <p:blipFill rotWithShape="1">
            <a:blip r:embed="rId26">
              <a:alphaModFix/>
            </a:blip>
            <a:srcRect/>
            <a:stretch/>
          </p:blipFill>
          <p:spPr>
            <a:xfrm>
              <a:off x="1838600" y="3635800"/>
              <a:ext cx="359700" cy="359700"/>
            </a:xfrm>
            <a:prstGeom prst="rect">
              <a:avLst/>
            </a:prstGeom>
            <a:noFill/>
            <a:ln>
              <a:noFill/>
            </a:ln>
          </p:spPr>
        </p:pic>
        <p:pic>
          <p:nvPicPr>
            <p:cNvPr id="124" name="Google Shape;1851;p157">
              <a:extLst>
                <a:ext uri="{FF2B5EF4-FFF2-40B4-BE49-F238E27FC236}">
                  <a16:creationId xmlns:a16="http://schemas.microsoft.com/office/drawing/2014/main" id="{2DB545F7-8AF4-D23F-9953-4163E5F95B9B}"/>
                </a:ext>
              </a:extLst>
            </p:cNvPr>
            <p:cNvPicPr preferRelativeResize="0"/>
            <p:nvPr/>
          </p:nvPicPr>
          <p:blipFill rotWithShape="1">
            <a:blip r:embed="rId27">
              <a:alphaModFix/>
            </a:blip>
            <a:srcRect/>
            <a:stretch/>
          </p:blipFill>
          <p:spPr>
            <a:xfrm>
              <a:off x="870675" y="4050399"/>
              <a:ext cx="747900" cy="268226"/>
            </a:xfrm>
            <a:prstGeom prst="rect">
              <a:avLst/>
            </a:prstGeom>
            <a:noFill/>
            <a:ln>
              <a:noFill/>
            </a:ln>
          </p:spPr>
        </p:pic>
        <p:pic>
          <p:nvPicPr>
            <p:cNvPr id="125" name="Google Shape;1852;p157">
              <a:extLst>
                <a:ext uri="{FF2B5EF4-FFF2-40B4-BE49-F238E27FC236}">
                  <a16:creationId xmlns:a16="http://schemas.microsoft.com/office/drawing/2014/main" id="{9C620ACE-CA71-B555-AF2B-A4C58346A292}"/>
                </a:ext>
              </a:extLst>
            </p:cNvPr>
            <p:cNvPicPr preferRelativeResize="0"/>
            <p:nvPr/>
          </p:nvPicPr>
          <p:blipFill rotWithShape="1">
            <a:blip r:embed="rId28">
              <a:alphaModFix/>
            </a:blip>
            <a:srcRect/>
            <a:stretch/>
          </p:blipFill>
          <p:spPr>
            <a:xfrm>
              <a:off x="1723825" y="4106762"/>
              <a:ext cx="589250" cy="137512"/>
            </a:xfrm>
            <a:prstGeom prst="rect">
              <a:avLst/>
            </a:prstGeom>
            <a:noFill/>
            <a:ln>
              <a:noFill/>
            </a:ln>
          </p:spPr>
        </p:pic>
        <p:pic>
          <p:nvPicPr>
            <p:cNvPr id="126" name="Google Shape;1853;p157">
              <a:extLst>
                <a:ext uri="{FF2B5EF4-FFF2-40B4-BE49-F238E27FC236}">
                  <a16:creationId xmlns:a16="http://schemas.microsoft.com/office/drawing/2014/main" id="{1C9C744D-1797-9B29-7DA1-96A344CBE4C4}"/>
                </a:ext>
              </a:extLst>
            </p:cNvPr>
            <p:cNvPicPr preferRelativeResize="0"/>
            <p:nvPr/>
          </p:nvPicPr>
          <p:blipFill rotWithShape="1">
            <a:blip r:embed="rId29">
              <a:alphaModFix/>
            </a:blip>
            <a:srcRect/>
            <a:stretch/>
          </p:blipFill>
          <p:spPr>
            <a:xfrm>
              <a:off x="917725" y="4277526"/>
              <a:ext cx="589250" cy="208821"/>
            </a:xfrm>
            <a:prstGeom prst="rect">
              <a:avLst/>
            </a:prstGeom>
            <a:noFill/>
            <a:ln>
              <a:noFill/>
            </a:ln>
          </p:spPr>
        </p:pic>
        <p:pic>
          <p:nvPicPr>
            <p:cNvPr id="127" name="Google Shape;1854;p157">
              <a:extLst>
                <a:ext uri="{FF2B5EF4-FFF2-40B4-BE49-F238E27FC236}">
                  <a16:creationId xmlns:a16="http://schemas.microsoft.com/office/drawing/2014/main" id="{ED42ABF6-A5B9-94ED-E5FF-09B25C462F33}"/>
                </a:ext>
              </a:extLst>
            </p:cNvPr>
            <p:cNvPicPr preferRelativeResize="0"/>
            <p:nvPr/>
          </p:nvPicPr>
          <p:blipFill rotWithShape="1">
            <a:blip r:embed="rId30">
              <a:alphaModFix/>
            </a:blip>
            <a:srcRect/>
            <a:stretch/>
          </p:blipFill>
          <p:spPr>
            <a:xfrm>
              <a:off x="1830788" y="4400300"/>
              <a:ext cx="375325" cy="99576"/>
            </a:xfrm>
            <a:prstGeom prst="rect">
              <a:avLst/>
            </a:prstGeom>
            <a:noFill/>
            <a:ln>
              <a:noFill/>
            </a:ln>
          </p:spPr>
        </p:pic>
        <p:pic>
          <p:nvPicPr>
            <p:cNvPr id="128" name="Google Shape;1855;p157">
              <a:extLst>
                <a:ext uri="{FF2B5EF4-FFF2-40B4-BE49-F238E27FC236}">
                  <a16:creationId xmlns:a16="http://schemas.microsoft.com/office/drawing/2014/main" id="{EF2F9226-22B2-4039-4ED9-81BF5C931F9C}"/>
                </a:ext>
              </a:extLst>
            </p:cNvPr>
            <p:cNvPicPr preferRelativeResize="0"/>
            <p:nvPr/>
          </p:nvPicPr>
          <p:blipFill rotWithShape="1">
            <a:blip r:embed="rId31">
              <a:alphaModFix/>
            </a:blip>
            <a:srcRect/>
            <a:stretch/>
          </p:blipFill>
          <p:spPr>
            <a:xfrm>
              <a:off x="1668251" y="4666989"/>
              <a:ext cx="700400" cy="196089"/>
            </a:xfrm>
            <a:prstGeom prst="rect">
              <a:avLst/>
            </a:prstGeom>
            <a:noFill/>
            <a:ln>
              <a:noFill/>
            </a:ln>
          </p:spPr>
        </p:pic>
        <p:pic>
          <p:nvPicPr>
            <p:cNvPr id="129" name="Google Shape;1856;p157">
              <a:extLst>
                <a:ext uri="{FF2B5EF4-FFF2-40B4-BE49-F238E27FC236}">
                  <a16:creationId xmlns:a16="http://schemas.microsoft.com/office/drawing/2014/main" id="{F438E6E3-9ADF-040B-F0B8-92CF9409A97A}"/>
                </a:ext>
              </a:extLst>
            </p:cNvPr>
            <p:cNvPicPr preferRelativeResize="0"/>
            <p:nvPr/>
          </p:nvPicPr>
          <p:blipFill rotWithShape="1">
            <a:blip r:embed="rId32">
              <a:alphaModFix/>
            </a:blip>
            <a:srcRect/>
            <a:stretch/>
          </p:blipFill>
          <p:spPr>
            <a:xfrm>
              <a:off x="1032500" y="4510974"/>
              <a:ext cx="359700" cy="363837"/>
            </a:xfrm>
            <a:prstGeom prst="rect">
              <a:avLst/>
            </a:prstGeom>
            <a:noFill/>
            <a:ln>
              <a:noFill/>
            </a:ln>
          </p:spPr>
        </p:pic>
      </p:grpSp>
      <p:pic>
        <p:nvPicPr>
          <p:cNvPr id="130" name="Google Shape;1857;p157">
            <a:extLst>
              <a:ext uri="{FF2B5EF4-FFF2-40B4-BE49-F238E27FC236}">
                <a16:creationId xmlns:a16="http://schemas.microsoft.com/office/drawing/2014/main" id="{0FA57A5F-1B69-46DB-8617-F8E658CE5039}"/>
              </a:ext>
            </a:extLst>
          </p:cNvPr>
          <p:cNvPicPr preferRelativeResize="0"/>
          <p:nvPr/>
        </p:nvPicPr>
        <p:blipFill rotWithShape="1">
          <a:blip r:embed="rId33">
            <a:alphaModFix/>
          </a:blip>
          <a:srcRect/>
          <a:stretch/>
        </p:blipFill>
        <p:spPr>
          <a:xfrm>
            <a:off x="2459098" y="2502095"/>
            <a:ext cx="270614" cy="71972"/>
          </a:xfrm>
          <a:prstGeom prst="rect">
            <a:avLst/>
          </a:prstGeom>
          <a:noFill/>
          <a:ln>
            <a:noFill/>
          </a:ln>
        </p:spPr>
      </p:pic>
      <p:pic>
        <p:nvPicPr>
          <p:cNvPr id="131" name="Google Shape;1858;p157">
            <a:extLst>
              <a:ext uri="{FF2B5EF4-FFF2-40B4-BE49-F238E27FC236}">
                <a16:creationId xmlns:a16="http://schemas.microsoft.com/office/drawing/2014/main" id="{1A96D9CE-9C87-0B91-7118-6AC34822C3C6}"/>
              </a:ext>
            </a:extLst>
          </p:cNvPr>
          <p:cNvPicPr preferRelativeResize="0"/>
          <p:nvPr/>
        </p:nvPicPr>
        <p:blipFill rotWithShape="1">
          <a:blip r:embed="rId33">
            <a:alphaModFix/>
          </a:blip>
          <a:srcRect/>
          <a:stretch/>
        </p:blipFill>
        <p:spPr>
          <a:xfrm>
            <a:off x="3315842" y="2502095"/>
            <a:ext cx="270614" cy="71972"/>
          </a:xfrm>
          <a:prstGeom prst="rect">
            <a:avLst/>
          </a:prstGeom>
          <a:noFill/>
          <a:ln>
            <a:noFill/>
          </a:ln>
        </p:spPr>
      </p:pic>
      <p:pic>
        <p:nvPicPr>
          <p:cNvPr id="132" name="Google Shape;1859;p157">
            <a:extLst>
              <a:ext uri="{FF2B5EF4-FFF2-40B4-BE49-F238E27FC236}">
                <a16:creationId xmlns:a16="http://schemas.microsoft.com/office/drawing/2014/main" id="{1A9E02C3-5086-06A1-2774-EDEB38474DC5}"/>
              </a:ext>
            </a:extLst>
          </p:cNvPr>
          <p:cNvPicPr preferRelativeResize="0"/>
          <p:nvPr/>
        </p:nvPicPr>
        <p:blipFill rotWithShape="1">
          <a:blip r:embed="rId34">
            <a:alphaModFix/>
          </a:blip>
          <a:srcRect/>
          <a:stretch/>
        </p:blipFill>
        <p:spPr>
          <a:xfrm>
            <a:off x="6582736" y="2466663"/>
            <a:ext cx="723777" cy="71795"/>
          </a:xfrm>
          <a:prstGeom prst="rect">
            <a:avLst/>
          </a:prstGeom>
          <a:noFill/>
          <a:ln>
            <a:noFill/>
          </a:ln>
        </p:spPr>
      </p:pic>
      <p:pic>
        <p:nvPicPr>
          <p:cNvPr id="133" name="Google Shape;1860;p157">
            <a:extLst>
              <a:ext uri="{FF2B5EF4-FFF2-40B4-BE49-F238E27FC236}">
                <a16:creationId xmlns:a16="http://schemas.microsoft.com/office/drawing/2014/main" id="{9177DE17-9584-189E-08D7-5BE2252BDD06}"/>
              </a:ext>
            </a:extLst>
          </p:cNvPr>
          <p:cNvPicPr preferRelativeResize="0"/>
          <p:nvPr/>
        </p:nvPicPr>
        <p:blipFill rotWithShape="1">
          <a:blip r:embed="rId34">
            <a:alphaModFix/>
          </a:blip>
          <a:srcRect/>
          <a:stretch/>
        </p:blipFill>
        <p:spPr>
          <a:xfrm rot="10800000">
            <a:off x="6582737" y="2616525"/>
            <a:ext cx="723777" cy="71795"/>
          </a:xfrm>
          <a:prstGeom prst="rect">
            <a:avLst/>
          </a:prstGeom>
          <a:noFill/>
          <a:ln>
            <a:noFill/>
          </a:ln>
        </p:spPr>
      </p:pic>
      <p:pic>
        <p:nvPicPr>
          <p:cNvPr id="134" name="Google Shape;1861;p157">
            <a:extLst>
              <a:ext uri="{FF2B5EF4-FFF2-40B4-BE49-F238E27FC236}">
                <a16:creationId xmlns:a16="http://schemas.microsoft.com/office/drawing/2014/main" id="{713E0B9F-54D6-A15C-B64F-03F2164B1C46}"/>
              </a:ext>
            </a:extLst>
          </p:cNvPr>
          <p:cNvPicPr preferRelativeResize="0"/>
          <p:nvPr/>
        </p:nvPicPr>
        <p:blipFill rotWithShape="1">
          <a:blip r:embed="rId35">
            <a:alphaModFix/>
          </a:blip>
          <a:srcRect/>
          <a:stretch/>
        </p:blipFill>
        <p:spPr>
          <a:xfrm>
            <a:off x="3586457" y="1357006"/>
            <a:ext cx="2954788" cy="2210308"/>
          </a:xfrm>
          <a:prstGeom prst="rect">
            <a:avLst/>
          </a:prstGeom>
          <a:noFill/>
          <a:ln>
            <a:noFill/>
          </a:ln>
        </p:spPr>
      </p:pic>
      <p:sp>
        <p:nvSpPr>
          <p:cNvPr id="135" name="Google Shape;1862;p157">
            <a:extLst>
              <a:ext uri="{FF2B5EF4-FFF2-40B4-BE49-F238E27FC236}">
                <a16:creationId xmlns:a16="http://schemas.microsoft.com/office/drawing/2014/main" id="{B1BA8CB3-B7A7-8249-2539-4CED2A55D140}"/>
              </a:ext>
            </a:extLst>
          </p:cNvPr>
          <p:cNvSpPr/>
          <p:nvPr/>
        </p:nvSpPr>
        <p:spPr>
          <a:xfrm rot="10800000" flipH="1">
            <a:off x="370099" y="3993285"/>
            <a:ext cx="297227" cy="297225"/>
          </a:xfrm>
          <a:custGeom>
            <a:avLst/>
            <a:gdLst/>
            <a:ahLst/>
            <a:cxnLst/>
            <a:rect l="l" t="t" r="r" b="b"/>
            <a:pathLst>
              <a:path w="756" h="756" extrusionOk="0">
                <a:moveTo>
                  <a:pt x="378" y="756"/>
                </a:moveTo>
                <a:lnTo>
                  <a:pt x="397" y="756"/>
                </a:lnTo>
                <a:lnTo>
                  <a:pt x="417" y="754"/>
                </a:lnTo>
                <a:lnTo>
                  <a:pt x="435" y="752"/>
                </a:lnTo>
                <a:lnTo>
                  <a:pt x="454" y="749"/>
                </a:lnTo>
                <a:lnTo>
                  <a:pt x="472" y="744"/>
                </a:lnTo>
                <a:lnTo>
                  <a:pt x="490" y="739"/>
                </a:lnTo>
                <a:lnTo>
                  <a:pt x="507" y="734"/>
                </a:lnTo>
                <a:lnTo>
                  <a:pt x="525" y="726"/>
                </a:lnTo>
                <a:lnTo>
                  <a:pt x="542" y="718"/>
                </a:lnTo>
                <a:lnTo>
                  <a:pt x="558" y="711"/>
                </a:lnTo>
                <a:lnTo>
                  <a:pt x="574" y="701"/>
                </a:lnTo>
                <a:lnTo>
                  <a:pt x="589" y="691"/>
                </a:lnTo>
                <a:lnTo>
                  <a:pt x="604" y="681"/>
                </a:lnTo>
                <a:lnTo>
                  <a:pt x="619" y="670"/>
                </a:lnTo>
                <a:lnTo>
                  <a:pt x="632" y="658"/>
                </a:lnTo>
                <a:lnTo>
                  <a:pt x="645" y="645"/>
                </a:lnTo>
                <a:lnTo>
                  <a:pt x="658" y="632"/>
                </a:lnTo>
                <a:lnTo>
                  <a:pt x="669" y="619"/>
                </a:lnTo>
                <a:lnTo>
                  <a:pt x="680" y="604"/>
                </a:lnTo>
                <a:lnTo>
                  <a:pt x="691" y="590"/>
                </a:lnTo>
                <a:lnTo>
                  <a:pt x="701" y="574"/>
                </a:lnTo>
                <a:lnTo>
                  <a:pt x="710" y="559"/>
                </a:lnTo>
                <a:lnTo>
                  <a:pt x="719" y="542"/>
                </a:lnTo>
                <a:lnTo>
                  <a:pt x="727" y="525"/>
                </a:lnTo>
                <a:lnTo>
                  <a:pt x="733" y="508"/>
                </a:lnTo>
                <a:lnTo>
                  <a:pt x="739" y="491"/>
                </a:lnTo>
                <a:lnTo>
                  <a:pt x="744" y="472"/>
                </a:lnTo>
                <a:lnTo>
                  <a:pt x="748" y="455"/>
                </a:lnTo>
                <a:lnTo>
                  <a:pt x="751" y="435"/>
                </a:lnTo>
                <a:lnTo>
                  <a:pt x="754" y="417"/>
                </a:lnTo>
                <a:lnTo>
                  <a:pt x="756" y="398"/>
                </a:lnTo>
                <a:lnTo>
                  <a:pt x="756" y="378"/>
                </a:lnTo>
                <a:lnTo>
                  <a:pt x="756" y="359"/>
                </a:lnTo>
                <a:lnTo>
                  <a:pt x="754" y="339"/>
                </a:lnTo>
                <a:lnTo>
                  <a:pt x="751" y="321"/>
                </a:lnTo>
                <a:lnTo>
                  <a:pt x="748" y="302"/>
                </a:lnTo>
                <a:lnTo>
                  <a:pt x="744" y="284"/>
                </a:lnTo>
                <a:lnTo>
                  <a:pt x="739" y="266"/>
                </a:lnTo>
                <a:lnTo>
                  <a:pt x="733" y="249"/>
                </a:lnTo>
                <a:lnTo>
                  <a:pt x="727" y="231"/>
                </a:lnTo>
                <a:lnTo>
                  <a:pt x="719" y="214"/>
                </a:lnTo>
                <a:lnTo>
                  <a:pt x="710" y="198"/>
                </a:lnTo>
                <a:lnTo>
                  <a:pt x="701" y="183"/>
                </a:lnTo>
                <a:lnTo>
                  <a:pt x="691" y="167"/>
                </a:lnTo>
                <a:lnTo>
                  <a:pt x="680" y="152"/>
                </a:lnTo>
                <a:lnTo>
                  <a:pt x="669" y="137"/>
                </a:lnTo>
                <a:lnTo>
                  <a:pt x="658" y="124"/>
                </a:lnTo>
                <a:lnTo>
                  <a:pt x="645" y="111"/>
                </a:lnTo>
                <a:lnTo>
                  <a:pt x="632" y="98"/>
                </a:lnTo>
                <a:lnTo>
                  <a:pt x="619" y="87"/>
                </a:lnTo>
                <a:lnTo>
                  <a:pt x="604" y="76"/>
                </a:lnTo>
                <a:lnTo>
                  <a:pt x="589" y="65"/>
                </a:lnTo>
                <a:lnTo>
                  <a:pt x="574" y="55"/>
                </a:lnTo>
                <a:lnTo>
                  <a:pt x="558" y="46"/>
                </a:lnTo>
                <a:lnTo>
                  <a:pt x="542" y="38"/>
                </a:lnTo>
                <a:lnTo>
                  <a:pt x="525" y="30"/>
                </a:lnTo>
                <a:lnTo>
                  <a:pt x="507" y="23"/>
                </a:lnTo>
                <a:lnTo>
                  <a:pt x="490" y="17"/>
                </a:lnTo>
                <a:lnTo>
                  <a:pt x="472" y="12"/>
                </a:lnTo>
                <a:lnTo>
                  <a:pt x="454" y="8"/>
                </a:lnTo>
                <a:lnTo>
                  <a:pt x="435" y="5"/>
                </a:lnTo>
                <a:lnTo>
                  <a:pt x="417" y="2"/>
                </a:lnTo>
                <a:lnTo>
                  <a:pt x="397" y="0"/>
                </a:lnTo>
                <a:lnTo>
                  <a:pt x="378" y="0"/>
                </a:lnTo>
                <a:lnTo>
                  <a:pt x="358" y="0"/>
                </a:lnTo>
                <a:lnTo>
                  <a:pt x="339" y="2"/>
                </a:lnTo>
                <a:lnTo>
                  <a:pt x="321" y="5"/>
                </a:lnTo>
                <a:lnTo>
                  <a:pt x="301" y="8"/>
                </a:lnTo>
                <a:lnTo>
                  <a:pt x="284" y="12"/>
                </a:lnTo>
                <a:lnTo>
                  <a:pt x="265" y="17"/>
                </a:lnTo>
                <a:lnTo>
                  <a:pt x="248" y="23"/>
                </a:lnTo>
                <a:lnTo>
                  <a:pt x="231" y="30"/>
                </a:lnTo>
                <a:lnTo>
                  <a:pt x="214" y="38"/>
                </a:lnTo>
                <a:lnTo>
                  <a:pt x="197" y="46"/>
                </a:lnTo>
                <a:lnTo>
                  <a:pt x="182" y="55"/>
                </a:lnTo>
                <a:lnTo>
                  <a:pt x="166" y="65"/>
                </a:lnTo>
                <a:lnTo>
                  <a:pt x="152" y="76"/>
                </a:lnTo>
                <a:lnTo>
                  <a:pt x="137" y="87"/>
                </a:lnTo>
                <a:lnTo>
                  <a:pt x="124" y="98"/>
                </a:lnTo>
                <a:lnTo>
                  <a:pt x="111" y="111"/>
                </a:lnTo>
                <a:lnTo>
                  <a:pt x="98" y="124"/>
                </a:lnTo>
                <a:lnTo>
                  <a:pt x="86" y="137"/>
                </a:lnTo>
                <a:lnTo>
                  <a:pt x="75" y="152"/>
                </a:lnTo>
                <a:lnTo>
                  <a:pt x="65" y="167"/>
                </a:lnTo>
                <a:lnTo>
                  <a:pt x="55" y="183"/>
                </a:lnTo>
                <a:lnTo>
                  <a:pt x="45" y="198"/>
                </a:lnTo>
                <a:lnTo>
                  <a:pt x="38" y="214"/>
                </a:lnTo>
                <a:lnTo>
                  <a:pt x="30" y="231"/>
                </a:lnTo>
                <a:lnTo>
                  <a:pt x="22" y="249"/>
                </a:lnTo>
                <a:lnTo>
                  <a:pt x="17" y="266"/>
                </a:lnTo>
                <a:lnTo>
                  <a:pt x="12" y="284"/>
                </a:lnTo>
                <a:lnTo>
                  <a:pt x="7" y="302"/>
                </a:lnTo>
                <a:lnTo>
                  <a:pt x="4" y="321"/>
                </a:lnTo>
                <a:lnTo>
                  <a:pt x="2" y="339"/>
                </a:lnTo>
                <a:lnTo>
                  <a:pt x="0" y="359"/>
                </a:lnTo>
                <a:lnTo>
                  <a:pt x="0" y="378"/>
                </a:lnTo>
                <a:lnTo>
                  <a:pt x="0" y="398"/>
                </a:lnTo>
                <a:lnTo>
                  <a:pt x="2" y="417"/>
                </a:lnTo>
                <a:lnTo>
                  <a:pt x="4" y="435"/>
                </a:lnTo>
                <a:lnTo>
                  <a:pt x="7" y="455"/>
                </a:lnTo>
                <a:lnTo>
                  <a:pt x="12" y="472"/>
                </a:lnTo>
                <a:lnTo>
                  <a:pt x="17" y="491"/>
                </a:lnTo>
                <a:lnTo>
                  <a:pt x="22" y="508"/>
                </a:lnTo>
                <a:lnTo>
                  <a:pt x="30" y="525"/>
                </a:lnTo>
                <a:lnTo>
                  <a:pt x="38" y="542"/>
                </a:lnTo>
                <a:lnTo>
                  <a:pt x="45" y="559"/>
                </a:lnTo>
                <a:lnTo>
                  <a:pt x="55" y="574"/>
                </a:lnTo>
                <a:lnTo>
                  <a:pt x="65" y="590"/>
                </a:lnTo>
                <a:lnTo>
                  <a:pt x="75" y="604"/>
                </a:lnTo>
                <a:lnTo>
                  <a:pt x="86" y="619"/>
                </a:lnTo>
                <a:lnTo>
                  <a:pt x="98" y="632"/>
                </a:lnTo>
                <a:lnTo>
                  <a:pt x="111" y="645"/>
                </a:lnTo>
                <a:lnTo>
                  <a:pt x="124" y="658"/>
                </a:lnTo>
                <a:lnTo>
                  <a:pt x="137" y="670"/>
                </a:lnTo>
                <a:lnTo>
                  <a:pt x="152" y="681"/>
                </a:lnTo>
                <a:lnTo>
                  <a:pt x="166" y="691"/>
                </a:lnTo>
                <a:lnTo>
                  <a:pt x="182" y="701"/>
                </a:lnTo>
                <a:lnTo>
                  <a:pt x="197" y="711"/>
                </a:lnTo>
                <a:lnTo>
                  <a:pt x="214" y="718"/>
                </a:lnTo>
                <a:lnTo>
                  <a:pt x="231" y="726"/>
                </a:lnTo>
                <a:lnTo>
                  <a:pt x="248" y="734"/>
                </a:lnTo>
                <a:lnTo>
                  <a:pt x="265" y="739"/>
                </a:lnTo>
                <a:lnTo>
                  <a:pt x="284" y="744"/>
                </a:lnTo>
                <a:lnTo>
                  <a:pt x="301" y="749"/>
                </a:lnTo>
                <a:lnTo>
                  <a:pt x="321" y="752"/>
                </a:lnTo>
                <a:lnTo>
                  <a:pt x="339" y="754"/>
                </a:lnTo>
                <a:lnTo>
                  <a:pt x="358" y="756"/>
                </a:lnTo>
                <a:lnTo>
                  <a:pt x="378" y="756"/>
                </a:lnTo>
                <a:close/>
              </a:path>
            </a:pathLst>
          </a:cu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Montserrat"/>
              <a:ea typeface="Montserrat"/>
              <a:cs typeface="Montserrat"/>
              <a:sym typeface="Montserrat"/>
            </a:endParaRPr>
          </a:p>
        </p:txBody>
      </p:sp>
      <p:sp>
        <p:nvSpPr>
          <p:cNvPr id="136" name="Google Shape;1863;p157">
            <a:extLst>
              <a:ext uri="{FF2B5EF4-FFF2-40B4-BE49-F238E27FC236}">
                <a16:creationId xmlns:a16="http://schemas.microsoft.com/office/drawing/2014/main" id="{5E54594B-72B5-77FC-F287-BB0FCB314101}"/>
              </a:ext>
            </a:extLst>
          </p:cNvPr>
          <p:cNvSpPr txBox="1"/>
          <p:nvPr/>
        </p:nvSpPr>
        <p:spPr>
          <a:xfrm>
            <a:off x="325938" y="3992968"/>
            <a:ext cx="2246400" cy="758100"/>
          </a:xfrm>
          <a:prstGeom prst="rect">
            <a:avLst/>
          </a:prstGeom>
          <a:noFill/>
          <a:ln>
            <a:noFill/>
          </a:ln>
        </p:spPr>
        <p:txBody>
          <a:bodyPr spcFirstLastPara="1" wrap="square" lIns="68575" tIns="68575" rIns="68575" bIns="68575"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i="0" u="none" strike="noStrike" cap="none">
                <a:solidFill>
                  <a:srgbClr val="FFFFFF"/>
                </a:solidFill>
                <a:latin typeface="Plus Jakarta Sans SemiBold"/>
                <a:ea typeface="Plus Jakarta Sans SemiBold"/>
                <a:cs typeface="Plus Jakarta Sans SemiBold"/>
                <a:sym typeface="Plus Jakarta Sans SemiBold"/>
              </a:rPr>
              <a:t>+</a:t>
            </a:r>
            <a:r>
              <a:rPr lang="en" sz="900">
                <a:solidFill>
                  <a:srgbClr val="FFFFFF"/>
                </a:solidFill>
                <a:latin typeface="Plus Jakarta Sans SemiBold"/>
                <a:ea typeface="Plus Jakarta Sans SemiBold"/>
                <a:cs typeface="Plus Jakarta Sans SemiBold"/>
                <a:sym typeface="Plus Jakarta Sans SemiBold"/>
              </a:rPr>
              <a:t>6</a:t>
            </a:r>
            <a:r>
              <a:rPr lang="en" sz="900" i="0" u="none" strike="noStrike" cap="none">
                <a:solidFill>
                  <a:srgbClr val="FFFFFF"/>
                </a:solidFill>
                <a:latin typeface="Plus Jakarta Sans SemiBold"/>
                <a:ea typeface="Plus Jakarta Sans SemiBold"/>
                <a:cs typeface="Plus Jakarta Sans SemiBold"/>
                <a:sym typeface="Plus Jakarta Sans SemiBold"/>
              </a:rPr>
              <a:t>0</a:t>
            </a:r>
            <a:r>
              <a:rPr lang="en" sz="800" i="0" u="none" strike="noStrike" cap="none">
                <a:solidFill>
                  <a:srgbClr val="061222"/>
                </a:solidFill>
                <a:latin typeface="Plus Jakarta Sans SemiBold"/>
                <a:ea typeface="Plus Jakarta Sans SemiBold"/>
                <a:cs typeface="Plus Jakarta Sans SemiBold"/>
                <a:sym typeface="Plus Jakarta Sans SemiBold"/>
              </a:rPr>
              <a:t>    </a:t>
            </a:r>
            <a:r>
              <a:rPr lang="en" sz="800" i="0" u="none" strike="noStrike" cap="none">
                <a:latin typeface="Plus Jakarta Sans SemiBold"/>
                <a:ea typeface="Plus Jakarta Sans SemiBold"/>
                <a:cs typeface="Plus Jakarta Sans SemiBold"/>
                <a:sym typeface="Plus Jakarta Sans SemiBold"/>
              </a:rPr>
              <a:t>Systems</a:t>
            </a:r>
            <a:endParaRPr sz="800" i="0" u="none" strike="noStrike" cap="none">
              <a:latin typeface="Plus Jakarta Sans SemiBold"/>
              <a:ea typeface="Plus Jakarta Sans SemiBold"/>
              <a:cs typeface="Plus Jakarta Sans SemiBold"/>
              <a:sym typeface="Plus Jakarta Sans SemiBold"/>
            </a:endParaRPr>
          </a:p>
          <a:p>
            <a:pPr marL="0" marR="0" lvl="0" indent="0" algn="l" rtl="0">
              <a:lnSpc>
                <a:spcPct val="100000"/>
              </a:lnSpc>
              <a:spcBef>
                <a:spcPts val="1000"/>
              </a:spcBef>
              <a:spcAft>
                <a:spcPts val="0"/>
              </a:spcAft>
              <a:buClr>
                <a:srgbClr val="000000"/>
              </a:buClr>
              <a:buSzPts val="800"/>
              <a:buFont typeface="Arial"/>
              <a:buNone/>
            </a:pPr>
            <a:r>
              <a:rPr lang="en" sz="800" i="0" u="none" strike="noStrike" cap="none">
                <a:latin typeface="Plus Jakarta Sans"/>
                <a:ea typeface="Plus Jakarta Sans"/>
                <a:cs typeface="Plus Jakarta Sans"/>
                <a:sym typeface="Plus Jakarta Sans"/>
              </a:rPr>
              <a:t>​​DBs  |  ETLs  |  Code |  </a:t>
            </a:r>
            <a:r>
              <a:rPr lang="en" sz="800">
                <a:latin typeface="Plus Jakarta Sans"/>
                <a:ea typeface="Plus Jakarta Sans"/>
                <a:cs typeface="Plus Jakarta Sans"/>
                <a:sym typeface="Plus Jakarta Sans"/>
              </a:rPr>
              <a:t>Files</a:t>
            </a:r>
            <a:endParaRPr sz="800">
              <a:latin typeface="Plus Jakarta Sans"/>
              <a:ea typeface="Plus Jakarta Sans"/>
              <a:cs typeface="Plus Jakarta Sans"/>
              <a:sym typeface="Plus Jakarta Sans"/>
            </a:endParaRPr>
          </a:p>
          <a:p>
            <a:pPr marL="0" marR="0" lvl="0" indent="0" algn="l" rtl="0">
              <a:lnSpc>
                <a:spcPct val="100000"/>
              </a:lnSpc>
              <a:spcBef>
                <a:spcPts val="0"/>
              </a:spcBef>
              <a:spcAft>
                <a:spcPts val="0"/>
              </a:spcAft>
              <a:buClr>
                <a:srgbClr val="000000"/>
              </a:buClr>
              <a:buSzPts val="800"/>
              <a:buFont typeface="Arial"/>
              <a:buNone/>
            </a:pPr>
            <a:r>
              <a:rPr lang="en" sz="800">
                <a:latin typeface="Plus Jakarta Sans"/>
                <a:ea typeface="Plus Jakarta Sans"/>
                <a:cs typeface="Plus Jakarta Sans"/>
                <a:sym typeface="Plus Jakarta Sans"/>
              </a:rPr>
              <a:t>Dashboards </a:t>
            </a:r>
            <a:r>
              <a:rPr lang="en" sz="800" i="0" u="none" strike="noStrike" cap="none">
                <a:latin typeface="Plus Jakarta Sans"/>
                <a:ea typeface="Plus Jakarta Sans"/>
                <a:cs typeface="Plus Jakarta Sans"/>
                <a:sym typeface="Plus Jakarta Sans"/>
              </a:rPr>
              <a:t> |  Reports</a:t>
            </a:r>
            <a:endParaRPr sz="800" i="0" u="none" strike="noStrike" cap="none">
              <a:latin typeface="Plus Jakarta Sans"/>
              <a:ea typeface="Plus Jakarta Sans"/>
              <a:cs typeface="Plus Jakarta Sans"/>
              <a:sym typeface="Plus Jakarta Sans"/>
            </a:endParaRPr>
          </a:p>
        </p:txBody>
      </p:sp>
      <p:pic>
        <p:nvPicPr>
          <p:cNvPr id="137" name="Google Shape;1864;p157">
            <a:extLst>
              <a:ext uri="{FF2B5EF4-FFF2-40B4-BE49-F238E27FC236}">
                <a16:creationId xmlns:a16="http://schemas.microsoft.com/office/drawing/2014/main" id="{5D181D39-7E8F-FBF4-68E1-5427C59525B3}"/>
              </a:ext>
            </a:extLst>
          </p:cNvPr>
          <p:cNvPicPr preferRelativeResize="0"/>
          <p:nvPr/>
        </p:nvPicPr>
        <p:blipFill rotWithShape="1">
          <a:blip r:embed="rId36">
            <a:alphaModFix/>
          </a:blip>
          <a:srcRect/>
          <a:stretch/>
        </p:blipFill>
        <p:spPr>
          <a:xfrm>
            <a:off x="1069407" y="3832470"/>
            <a:ext cx="270621" cy="139806"/>
          </a:xfrm>
          <a:prstGeom prst="rect">
            <a:avLst/>
          </a:prstGeom>
          <a:noFill/>
          <a:ln>
            <a:noFill/>
          </a:ln>
        </p:spPr>
      </p:pic>
      <p:pic>
        <p:nvPicPr>
          <p:cNvPr id="138" name="Google Shape;1865;p157">
            <a:extLst>
              <a:ext uri="{FF2B5EF4-FFF2-40B4-BE49-F238E27FC236}">
                <a16:creationId xmlns:a16="http://schemas.microsoft.com/office/drawing/2014/main" id="{359A4D23-4689-29ED-4EDF-71ED7080EC83}"/>
              </a:ext>
            </a:extLst>
          </p:cNvPr>
          <p:cNvPicPr preferRelativeResize="0"/>
          <p:nvPr/>
        </p:nvPicPr>
        <p:blipFill rotWithShape="1">
          <a:blip r:embed="rId37">
            <a:alphaModFix/>
          </a:blip>
          <a:srcRect/>
          <a:stretch/>
        </p:blipFill>
        <p:spPr>
          <a:xfrm>
            <a:off x="1069410" y="3288612"/>
            <a:ext cx="270620" cy="270620"/>
          </a:xfrm>
          <a:prstGeom prst="rect">
            <a:avLst/>
          </a:prstGeom>
          <a:noFill/>
          <a:ln>
            <a:noFill/>
          </a:ln>
        </p:spPr>
      </p:pic>
      <p:pic>
        <p:nvPicPr>
          <p:cNvPr id="139" name="Google Shape;1866;p157">
            <a:extLst>
              <a:ext uri="{FF2B5EF4-FFF2-40B4-BE49-F238E27FC236}">
                <a16:creationId xmlns:a16="http://schemas.microsoft.com/office/drawing/2014/main" id="{441071BE-50A7-B581-E4FC-BB467BF20E21}"/>
              </a:ext>
            </a:extLst>
          </p:cNvPr>
          <p:cNvPicPr preferRelativeResize="0"/>
          <p:nvPr/>
        </p:nvPicPr>
        <p:blipFill rotWithShape="1">
          <a:blip r:embed="rId38">
            <a:alphaModFix/>
          </a:blip>
          <a:srcRect/>
          <a:stretch/>
        </p:blipFill>
        <p:spPr>
          <a:xfrm>
            <a:off x="1019970" y="3632520"/>
            <a:ext cx="369496" cy="126668"/>
          </a:xfrm>
          <a:prstGeom prst="rect">
            <a:avLst/>
          </a:prstGeom>
          <a:noFill/>
          <a:ln>
            <a:noFill/>
          </a:ln>
        </p:spPr>
      </p:pic>
      <p:sp>
        <p:nvSpPr>
          <p:cNvPr id="140" name="Google Shape;1867;p157">
            <a:extLst>
              <a:ext uri="{FF2B5EF4-FFF2-40B4-BE49-F238E27FC236}">
                <a16:creationId xmlns:a16="http://schemas.microsoft.com/office/drawing/2014/main" id="{9527B6A3-2DE2-F7A5-5103-5CEFC23CCA46}"/>
              </a:ext>
            </a:extLst>
          </p:cNvPr>
          <p:cNvSpPr txBox="1"/>
          <p:nvPr/>
        </p:nvSpPr>
        <p:spPr>
          <a:xfrm>
            <a:off x="2947588" y="719987"/>
            <a:ext cx="4221000" cy="549600"/>
          </a:xfrm>
          <a:prstGeom prst="rect">
            <a:avLst/>
          </a:prstGeom>
          <a:noFill/>
          <a:ln>
            <a:noFill/>
          </a:ln>
        </p:spPr>
        <p:txBody>
          <a:bodyPr spcFirstLastPara="1" wrap="square" lIns="91425" tIns="45700" rIns="91425" bIns="45700" anchor="t" anchorCtr="0">
            <a:spAutoFit/>
          </a:bodyPr>
          <a:lstStyle/>
          <a:p>
            <a:pPr marL="0" marR="0" lvl="0" indent="0" algn="ctr" rtl="0">
              <a:lnSpc>
                <a:spcPct val="115000"/>
              </a:lnSpc>
              <a:spcBef>
                <a:spcPts val="0"/>
              </a:spcBef>
              <a:spcAft>
                <a:spcPts val="0"/>
              </a:spcAft>
              <a:buClr>
                <a:srgbClr val="000000"/>
              </a:buClr>
              <a:buSzPts val="800"/>
              <a:buFont typeface="Arial"/>
              <a:buNone/>
            </a:pPr>
            <a:r>
              <a:rPr lang="en" sz="900" i="0" u="none" strike="noStrike" cap="none" dirty="0">
                <a:latin typeface="Plus Jakarta Sans"/>
                <a:ea typeface="Plus Jakarta Sans"/>
                <a:cs typeface="Plus Jakarta Sans"/>
                <a:sym typeface="Plus Jakarta Sans"/>
              </a:rPr>
              <a:t>Octopai extracts metadata from all major data systems and maps the data flow automatically. Users can then explore and gain insights from the metadata graphs through a web application or partner vendors.</a:t>
            </a:r>
            <a:endParaRPr sz="900" i="0" u="none" strike="noStrike" cap="none" dirty="0">
              <a:latin typeface="Plus Jakarta Sans"/>
              <a:ea typeface="Plus Jakarta Sans"/>
              <a:cs typeface="Plus Jakarta Sans"/>
              <a:sym typeface="Plus Jakarta Sans"/>
            </a:endParaRPr>
          </a:p>
        </p:txBody>
      </p:sp>
      <p:pic>
        <p:nvPicPr>
          <p:cNvPr id="141" name="Google Shape;1868;p157">
            <a:extLst>
              <a:ext uri="{FF2B5EF4-FFF2-40B4-BE49-F238E27FC236}">
                <a16:creationId xmlns:a16="http://schemas.microsoft.com/office/drawing/2014/main" id="{EA894CD9-7B8A-34DC-E7F0-546D34D07DCC}"/>
              </a:ext>
            </a:extLst>
          </p:cNvPr>
          <p:cNvPicPr preferRelativeResize="0"/>
          <p:nvPr/>
        </p:nvPicPr>
        <p:blipFill>
          <a:blip r:embed="rId39">
            <a:alphaModFix/>
          </a:blip>
          <a:stretch>
            <a:fillRect/>
          </a:stretch>
        </p:blipFill>
        <p:spPr>
          <a:xfrm>
            <a:off x="1221913" y="1362618"/>
            <a:ext cx="308700" cy="160379"/>
          </a:xfrm>
          <a:prstGeom prst="rect">
            <a:avLst/>
          </a:prstGeom>
          <a:noFill/>
          <a:ln>
            <a:noFill/>
          </a:ln>
        </p:spPr>
      </p:pic>
      <p:pic>
        <p:nvPicPr>
          <p:cNvPr id="142" name="Google Shape;1869;p157">
            <a:extLst>
              <a:ext uri="{FF2B5EF4-FFF2-40B4-BE49-F238E27FC236}">
                <a16:creationId xmlns:a16="http://schemas.microsoft.com/office/drawing/2014/main" id="{D6E13DC9-7A16-FAC7-FDD2-12503B5B17A1}"/>
              </a:ext>
            </a:extLst>
          </p:cNvPr>
          <p:cNvPicPr preferRelativeResize="0"/>
          <p:nvPr/>
        </p:nvPicPr>
        <p:blipFill>
          <a:blip r:embed="rId40">
            <a:alphaModFix/>
          </a:blip>
          <a:stretch>
            <a:fillRect/>
          </a:stretch>
        </p:blipFill>
        <p:spPr>
          <a:xfrm>
            <a:off x="491811" y="2578365"/>
            <a:ext cx="211950" cy="211950"/>
          </a:xfrm>
          <a:prstGeom prst="rect">
            <a:avLst/>
          </a:prstGeom>
          <a:noFill/>
          <a:ln>
            <a:noFill/>
          </a:ln>
        </p:spPr>
      </p:pic>
      <p:pic>
        <p:nvPicPr>
          <p:cNvPr id="143" name="Google Shape;1870;p157">
            <a:extLst>
              <a:ext uri="{FF2B5EF4-FFF2-40B4-BE49-F238E27FC236}">
                <a16:creationId xmlns:a16="http://schemas.microsoft.com/office/drawing/2014/main" id="{A7DF44D7-ED2E-994D-32C9-569FB6492A2C}"/>
              </a:ext>
            </a:extLst>
          </p:cNvPr>
          <p:cNvPicPr preferRelativeResize="0"/>
          <p:nvPr/>
        </p:nvPicPr>
        <p:blipFill>
          <a:blip r:embed="rId41">
            <a:alphaModFix/>
          </a:blip>
          <a:stretch>
            <a:fillRect/>
          </a:stretch>
        </p:blipFill>
        <p:spPr>
          <a:xfrm>
            <a:off x="469988" y="3083218"/>
            <a:ext cx="513802" cy="133651"/>
          </a:xfrm>
          <a:prstGeom prst="rect">
            <a:avLst/>
          </a:prstGeom>
          <a:noFill/>
          <a:ln>
            <a:noFill/>
          </a:ln>
        </p:spPr>
      </p:pic>
      <p:pic>
        <p:nvPicPr>
          <p:cNvPr id="144" name="Google Shape;1871;p157">
            <a:extLst>
              <a:ext uri="{FF2B5EF4-FFF2-40B4-BE49-F238E27FC236}">
                <a16:creationId xmlns:a16="http://schemas.microsoft.com/office/drawing/2014/main" id="{F3949EB6-6542-F378-12F8-BD6E9DBCC779}"/>
              </a:ext>
            </a:extLst>
          </p:cNvPr>
          <p:cNvPicPr preferRelativeResize="0"/>
          <p:nvPr/>
        </p:nvPicPr>
        <p:blipFill>
          <a:blip r:embed="rId42">
            <a:alphaModFix/>
          </a:blip>
          <a:stretch>
            <a:fillRect/>
          </a:stretch>
        </p:blipFill>
        <p:spPr>
          <a:xfrm>
            <a:off x="672310" y="2878323"/>
            <a:ext cx="186600" cy="167940"/>
          </a:xfrm>
          <a:prstGeom prst="rect">
            <a:avLst/>
          </a:prstGeom>
          <a:noFill/>
          <a:ln>
            <a:noFill/>
          </a:ln>
        </p:spPr>
      </p:pic>
      <p:pic>
        <p:nvPicPr>
          <p:cNvPr id="145" name="Google Shape;1872;p157">
            <a:extLst>
              <a:ext uri="{FF2B5EF4-FFF2-40B4-BE49-F238E27FC236}">
                <a16:creationId xmlns:a16="http://schemas.microsoft.com/office/drawing/2014/main" id="{17977E46-91DB-FE0F-6727-4996BE390AEB}"/>
              </a:ext>
            </a:extLst>
          </p:cNvPr>
          <p:cNvPicPr preferRelativeResize="0"/>
          <p:nvPr/>
        </p:nvPicPr>
        <p:blipFill>
          <a:blip r:embed="rId43">
            <a:alphaModFix/>
          </a:blip>
          <a:stretch>
            <a:fillRect/>
          </a:stretch>
        </p:blipFill>
        <p:spPr>
          <a:xfrm>
            <a:off x="796310" y="2551345"/>
            <a:ext cx="131099" cy="314030"/>
          </a:xfrm>
          <a:prstGeom prst="rect">
            <a:avLst/>
          </a:prstGeom>
          <a:noFill/>
          <a:ln>
            <a:noFill/>
          </a:ln>
        </p:spPr>
      </p:pic>
      <p:pic>
        <p:nvPicPr>
          <p:cNvPr id="146" name="Google Shape;1873;p157">
            <a:extLst>
              <a:ext uri="{FF2B5EF4-FFF2-40B4-BE49-F238E27FC236}">
                <a16:creationId xmlns:a16="http://schemas.microsoft.com/office/drawing/2014/main" id="{8FBA71CF-8031-94A3-D931-53C3738F6BD8}"/>
              </a:ext>
            </a:extLst>
          </p:cNvPr>
          <p:cNvPicPr preferRelativeResize="0"/>
          <p:nvPr/>
        </p:nvPicPr>
        <p:blipFill>
          <a:blip r:embed="rId44">
            <a:alphaModFix/>
          </a:blip>
          <a:stretch>
            <a:fillRect/>
          </a:stretch>
        </p:blipFill>
        <p:spPr>
          <a:xfrm>
            <a:off x="968435" y="2807577"/>
            <a:ext cx="131100" cy="184249"/>
          </a:xfrm>
          <a:prstGeom prst="rect">
            <a:avLst/>
          </a:prstGeom>
          <a:noFill/>
          <a:ln>
            <a:noFill/>
          </a:ln>
        </p:spPr>
      </p:pic>
      <p:pic>
        <p:nvPicPr>
          <p:cNvPr id="147" name="Google Shape;1874;p157">
            <a:extLst>
              <a:ext uri="{FF2B5EF4-FFF2-40B4-BE49-F238E27FC236}">
                <a16:creationId xmlns:a16="http://schemas.microsoft.com/office/drawing/2014/main" id="{07BF81C3-D97B-2D30-16E0-BD4A373320A9}"/>
              </a:ext>
            </a:extLst>
          </p:cNvPr>
          <p:cNvPicPr preferRelativeResize="0"/>
          <p:nvPr/>
        </p:nvPicPr>
        <p:blipFill rotWithShape="1">
          <a:blip r:embed="rId45">
            <a:alphaModFix/>
          </a:blip>
          <a:srcRect r="69747"/>
          <a:stretch/>
        </p:blipFill>
        <p:spPr>
          <a:xfrm>
            <a:off x="1019963" y="2555410"/>
            <a:ext cx="131098" cy="197862"/>
          </a:xfrm>
          <a:prstGeom prst="rect">
            <a:avLst/>
          </a:prstGeom>
          <a:noFill/>
          <a:ln>
            <a:noFill/>
          </a:ln>
        </p:spPr>
      </p:pic>
      <p:pic>
        <p:nvPicPr>
          <p:cNvPr id="148" name="Google Shape;1875;p157">
            <a:extLst>
              <a:ext uri="{FF2B5EF4-FFF2-40B4-BE49-F238E27FC236}">
                <a16:creationId xmlns:a16="http://schemas.microsoft.com/office/drawing/2014/main" id="{7C6EEAE1-72F6-7B82-6DC3-BECCB8DBC0E3}"/>
              </a:ext>
            </a:extLst>
          </p:cNvPr>
          <p:cNvPicPr preferRelativeResize="0"/>
          <p:nvPr/>
        </p:nvPicPr>
        <p:blipFill>
          <a:blip r:embed="rId46">
            <a:alphaModFix/>
          </a:blip>
          <a:stretch>
            <a:fillRect/>
          </a:stretch>
        </p:blipFill>
        <p:spPr>
          <a:xfrm>
            <a:off x="325938" y="2830333"/>
            <a:ext cx="270625" cy="212891"/>
          </a:xfrm>
          <a:prstGeom prst="rect">
            <a:avLst/>
          </a:prstGeom>
          <a:noFill/>
          <a:ln>
            <a:noFill/>
          </a:ln>
        </p:spPr>
      </p:pic>
      <p:sp>
        <p:nvSpPr>
          <p:cNvPr id="149" name="Google Shape;1876;p157">
            <a:extLst>
              <a:ext uri="{FF2B5EF4-FFF2-40B4-BE49-F238E27FC236}">
                <a16:creationId xmlns:a16="http://schemas.microsoft.com/office/drawing/2014/main" id="{94FF9DEB-1FBF-621C-D78C-819BC3FE1634}"/>
              </a:ext>
            </a:extLst>
          </p:cNvPr>
          <p:cNvSpPr txBox="1"/>
          <p:nvPr/>
        </p:nvSpPr>
        <p:spPr>
          <a:xfrm>
            <a:off x="402138" y="2316775"/>
            <a:ext cx="649500" cy="2616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1000"/>
              </a:spcBef>
              <a:spcAft>
                <a:spcPts val="0"/>
              </a:spcAft>
              <a:buNone/>
            </a:pPr>
            <a:r>
              <a:rPr lang="en" sz="500">
                <a:solidFill>
                  <a:srgbClr val="061222"/>
                </a:solidFill>
                <a:latin typeface="Roboto"/>
                <a:ea typeface="Roboto"/>
                <a:cs typeface="Roboto"/>
                <a:sym typeface="Roboto"/>
              </a:rPr>
              <a:t>Coming soon:</a:t>
            </a:r>
            <a:endParaRPr sz="1100">
              <a:latin typeface="Roboto"/>
              <a:ea typeface="Roboto"/>
              <a:cs typeface="Roboto"/>
              <a:sym typeface="Roboto"/>
            </a:endParaRPr>
          </a:p>
        </p:txBody>
      </p:sp>
      <p:sp>
        <p:nvSpPr>
          <p:cNvPr id="150" name="Google Shape;1877;p157">
            <a:extLst>
              <a:ext uri="{FF2B5EF4-FFF2-40B4-BE49-F238E27FC236}">
                <a16:creationId xmlns:a16="http://schemas.microsoft.com/office/drawing/2014/main" id="{A4739CEE-2D2F-C1BB-9195-5F6061DA73E3}"/>
              </a:ext>
            </a:extLst>
          </p:cNvPr>
          <p:cNvSpPr txBox="1"/>
          <p:nvPr/>
        </p:nvSpPr>
        <p:spPr>
          <a:xfrm>
            <a:off x="4418211" y="4506455"/>
            <a:ext cx="1146000" cy="349200"/>
          </a:xfrm>
          <a:prstGeom prst="rect">
            <a:avLst/>
          </a:prstGeom>
          <a:noFill/>
          <a:ln>
            <a:noFill/>
          </a:ln>
        </p:spPr>
        <p:txBody>
          <a:bodyPr spcFirstLastPara="1" wrap="square" lIns="68575" tIns="68575" rIns="68575" bIns="68575"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en" sz="700">
                <a:latin typeface="Plus Jakarta Sans Medium"/>
                <a:ea typeface="Plus Jakarta Sans Medium"/>
                <a:cs typeface="Plus Jakarta Sans Medium"/>
                <a:sym typeface="Plus Jakarta Sans Medium"/>
              </a:rPr>
              <a:t>Tech and Business</a:t>
            </a:r>
            <a:br>
              <a:rPr lang="en" sz="700">
                <a:latin typeface="Plus Jakarta Sans Medium"/>
                <a:ea typeface="Plus Jakarta Sans Medium"/>
                <a:cs typeface="Plus Jakarta Sans Medium"/>
                <a:sym typeface="Plus Jakarta Sans Medium"/>
              </a:rPr>
            </a:br>
            <a:r>
              <a:rPr lang="en" sz="700">
                <a:latin typeface="Plus Jakarta Sans Medium"/>
                <a:ea typeface="Plus Jakarta Sans Medium"/>
                <a:cs typeface="Plus Jakarta Sans Medium"/>
                <a:sym typeface="Plus Jakarta Sans Medium"/>
              </a:rPr>
              <a:t>Data Users</a:t>
            </a:r>
            <a:endParaRPr sz="700" i="0" u="none" strike="noStrike" cap="none">
              <a:latin typeface="Plus Jakarta Sans Medium"/>
              <a:ea typeface="Plus Jakarta Sans Medium"/>
              <a:cs typeface="Plus Jakarta Sans Medium"/>
              <a:sym typeface="Plus Jakarta Sans Medium"/>
            </a:endParaRPr>
          </a:p>
        </p:txBody>
      </p:sp>
      <p:sp>
        <p:nvSpPr>
          <p:cNvPr id="151" name="Google Shape;1878;p157">
            <a:extLst>
              <a:ext uri="{FF2B5EF4-FFF2-40B4-BE49-F238E27FC236}">
                <a16:creationId xmlns:a16="http://schemas.microsoft.com/office/drawing/2014/main" id="{66D842F3-A777-3BC8-1D4C-B370EEF6200E}"/>
              </a:ext>
            </a:extLst>
          </p:cNvPr>
          <p:cNvSpPr txBox="1"/>
          <p:nvPr/>
        </p:nvSpPr>
        <p:spPr>
          <a:xfrm>
            <a:off x="5965721" y="3180050"/>
            <a:ext cx="649500" cy="92400"/>
          </a:xfrm>
          <a:prstGeom prst="rect">
            <a:avLst/>
          </a:prstGeom>
          <a:noFill/>
          <a:ln>
            <a:noFill/>
          </a:ln>
        </p:spPr>
        <p:txBody>
          <a:bodyPr spcFirstLastPara="1" wrap="square" lIns="0" tIns="0" rIns="0" bIns="0" anchor="t" anchorCtr="0">
            <a:spAutoFit/>
          </a:bodyPr>
          <a:lstStyle/>
          <a:p>
            <a:pPr marL="0" lvl="0" indent="0" algn="ctr" rtl="0">
              <a:lnSpc>
                <a:spcPct val="150000"/>
              </a:lnSpc>
              <a:spcBef>
                <a:spcPts val="0"/>
              </a:spcBef>
              <a:spcAft>
                <a:spcPts val="0"/>
              </a:spcAft>
              <a:buNone/>
            </a:pPr>
            <a:r>
              <a:rPr lang="en" sz="600">
                <a:latin typeface="Plus Jakarta Sans Medium"/>
                <a:ea typeface="Plus Jakarta Sans Medium"/>
                <a:cs typeface="Plus Jakarta Sans Medium"/>
                <a:sym typeface="Plus Jakarta Sans Medium"/>
              </a:rPr>
              <a:t>Octopai SaaS</a:t>
            </a:r>
            <a:endParaRPr>
              <a:latin typeface="Plus Jakarta Sans Medium"/>
              <a:ea typeface="Plus Jakarta Sans Medium"/>
              <a:cs typeface="Plus Jakarta Sans Medium"/>
              <a:sym typeface="Plus Jakarta Sans Medium"/>
            </a:endParaRPr>
          </a:p>
        </p:txBody>
      </p:sp>
      <p:pic>
        <p:nvPicPr>
          <p:cNvPr id="152" name="Google Shape;1879;p157">
            <a:extLst>
              <a:ext uri="{FF2B5EF4-FFF2-40B4-BE49-F238E27FC236}">
                <a16:creationId xmlns:a16="http://schemas.microsoft.com/office/drawing/2014/main" id="{145D72FE-7B4F-56FB-01AD-1F08202D2BD0}"/>
              </a:ext>
            </a:extLst>
          </p:cNvPr>
          <p:cNvPicPr preferRelativeResize="0"/>
          <p:nvPr/>
        </p:nvPicPr>
        <p:blipFill rotWithShape="1">
          <a:blip r:embed="rId47">
            <a:alphaModFix/>
          </a:blip>
          <a:srcRect t="30066" b="31724"/>
          <a:stretch/>
        </p:blipFill>
        <p:spPr>
          <a:xfrm>
            <a:off x="6091563" y="3328635"/>
            <a:ext cx="369474" cy="141172"/>
          </a:xfrm>
          <a:prstGeom prst="rect">
            <a:avLst/>
          </a:prstGeom>
          <a:noFill/>
          <a:ln>
            <a:noFill/>
          </a:ln>
        </p:spPr>
      </p:pic>
      <p:sp>
        <p:nvSpPr>
          <p:cNvPr id="153" name="Google Shape;1880;p157">
            <a:extLst>
              <a:ext uri="{FF2B5EF4-FFF2-40B4-BE49-F238E27FC236}">
                <a16:creationId xmlns:a16="http://schemas.microsoft.com/office/drawing/2014/main" id="{A15764EB-8A1C-8A56-DFE1-0EB62EEB1DA7}"/>
              </a:ext>
            </a:extLst>
          </p:cNvPr>
          <p:cNvSpPr txBox="1">
            <a:spLocks noGrp="1"/>
          </p:cNvSpPr>
          <p:nvPr>
            <p:ph type="title"/>
          </p:nvPr>
        </p:nvSpPr>
        <p:spPr>
          <a:xfrm>
            <a:off x="495300" y="208050"/>
            <a:ext cx="8309700" cy="424500"/>
          </a:xfrm>
          <a:prstGeom prst="rect">
            <a:avLst/>
          </a:prstGeom>
          <a:noFill/>
          <a:ln>
            <a:noFill/>
          </a:ln>
        </p:spPr>
        <p:txBody>
          <a:bodyPr spcFirstLastPara="1" wrap="square" lIns="91425" tIns="0" rIns="91425" bIns="45700" anchor="t" anchorCtr="0">
            <a:noAutofit/>
          </a:bodyPr>
          <a:lstStyle/>
          <a:p>
            <a:pPr marL="0" lvl="0" indent="0" algn="l" rtl="0">
              <a:spcBef>
                <a:spcPts val="0"/>
              </a:spcBef>
              <a:spcAft>
                <a:spcPts val="0"/>
              </a:spcAft>
              <a:buNone/>
            </a:pPr>
            <a:r>
              <a:rPr lang="en" b="1" dirty="0">
                <a:solidFill>
                  <a:schemeClr val="dk1"/>
                </a:solidFill>
              </a:rPr>
              <a:t>Octopai as a Single Source of Truth for your Metadata</a:t>
            </a:r>
            <a:endParaRPr b="1" dirty="0">
              <a:solidFill>
                <a:schemeClr val="dk1"/>
              </a:solidFill>
            </a:endParaRPr>
          </a:p>
        </p:txBody>
      </p:sp>
      <p:pic>
        <p:nvPicPr>
          <p:cNvPr id="154" name="Google Shape;1881;p157">
            <a:extLst>
              <a:ext uri="{FF2B5EF4-FFF2-40B4-BE49-F238E27FC236}">
                <a16:creationId xmlns:a16="http://schemas.microsoft.com/office/drawing/2014/main" id="{0AD526C6-A190-9043-5EB6-EC131C3F2EDB}"/>
              </a:ext>
            </a:extLst>
          </p:cNvPr>
          <p:cNvPicPr preferRelativeResize="0"/>
          <p:nvPr/>
        </p:nvPicPr>
        <p:blipFill rotWithShape="1">
          <a:blip r:embed="rId48">
            <a:alphaModFix/>
          </a:blip>
          <a:srcRect/>
          <a:stretch/>
        </p:blipFill>
        <p:spPr>
          <a:xfrm>
            <a:off x="5420839" y="3835599"/>
            <a:ext cx="249225" cy="249225"/>
          </a:xfrm>
          <a:prstGeom prst="rect">
            <a:avLst/>
          </a:prstGeom>
          <a:noFill/>
          <a:ln>
            <a:noFill/>
          </a:ln>
        </p:spPr>
      </p:pic>
      <p:pic>
        <p:nvPicPr>
          <p:cNvPr id="155" name="Google Shape;1882;p157">
            <a:extLst>
              <a:ext uri="{FF2B5EF4-FFF2-40B4-BE49-F238E27FC236}">
                <a16:creationId xmlns:a16="http://schemas.microsoft.com/office/drawing/2014/main" id="{4580DA95-9B63-6124-0F24-0BE38C86444C}"/>
              </a:ext>
            </a:extLst>
          </p:cNvPr>
          <p:cNvPicPr preferRelativeResize="0"/>
          <p:nvPr/>
        </p:nvPicPr>
        <p:blipFill rotWithShape="1">
          <a:blip r:embed="rId49">
            <a:alphaModFix/>
          </a:blip>
          <a:srcRect/>
          <a:stretch/>
        </p:blipFill>
        <p:spPr>
          <a:xfrm>
            <a:off x="3635867" y="3835599"/>
            <a:ext cx="249225" cy="249225"/>
          </a:xfrm>
          <a:prstGeom prst="rect">
            <a:avLst/>
          </a:prstGeom>
          <a:noFill/>
          <a:ln>
            <a:noFill/>
          </a:ln>
        </p:spPr>
      </p:pic>
      <p:pic>
        <p:nvPicPr>
          <p:cNvPr id="156" name="Google Shape;1883;p157">
            <a:extLst>
              <a:ext uri="{FF2B5EF4-FFF2-40B4-BE49-F238E27FC236}">
                <a16:creationId xmlns:a16="http://schemas.microsoft.com/office/drawing/2014/main" id="{17975836-CEEE-7FC5-A802-604F5D8D7FF5}"/>
              </a:ext>
            </a:extLst>
          </p:cNvPr>
          <p:cNvPicPr preferRelativeResize="0"/>
          <p:nvPr/>
        </p:nvPicPr>
        <p:blipFill rotWithShape="1">
          <a:blip r:embed="rId50">
            <a:alphaModFix/>
          </a:blip>
          <a:srcRect/>
          <a:stretch/>
        </p:blipFill>
        <p:spPr>
          <a:xfrm>
            <a:off x="4854751" y="4291776"/>
            <a:ext cx="249225" cy="249225"/>
          </a:xfrm>
          <a:prstGeom prst="rect">
            <a:avLst/>
          </a:prstGeom>
          <a:noFill/>
          <a:ln>
            <a:noFill/>
          </a:ln>
        </p:spPr>
      </p:pic>
      <p:pic>
        <p:nvPicPr>
          <p:cNvPr id="157" name="Google Shape;1884;p157">
            <a:extLst>
              <a:ext uri="{FF2B5EF4-FFF2-40B4-BE49-F238E27FC236}">
                <a16:creationId xmlns:a16="http://schemas.microsoft.com/office/drawing/2014/main" id="{5E39C452-F133-6264-2B3C-FB0C7AAEE866}"/>
              </a:ext>
            </a:extLst>
          </p:cNvPr>
          <p:cNvPicPr preferRelativeResize="0"/>
          <p:nvPr/>
        </p:nvPicPr>
        <p:blipFill rotWithShape="1">
          <a:blip r:embed="rId51">
            <a:alphaModFix/>
          </a:blip>
          <a:srcRect/>
          <a:stretch/>
        </p:blipFill>
        <p:spPr>
          <a:xfrm>
            <a:off x="4428652" y="3835602"/>
            <a:ext cx="249225" cy="249225"/>
          </a:xfrm>
          <a:prstGeom prst="rect">
            <a:avLst/>
          </a:prstGeom>
          <a:noFill/>
          <a:ln>
            <a:noFill/>
          </a:ln>
        </p:spPr>
      </p:pic>
    </p:spTree>
    <p:extLst>
      <p:ext uri="{BB962C8B-B14F-4D97-AF65-F5344CB8AC3E}">
        <p14:creationId xmlns:p14="http://schemas.microsoft.com/office/powerpoint/2010/main" val="2447910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01">
          <a:extLst>
            <a:ext uri="{FF2B5EF4-FFF2-40B4-BE49-F238E27FC236}">
              <a16:creationId xmlns:a16="http://schemas.microsoft.com/office/drawing/2014/main" id="{1177927E-7C64-24FF-857D-F16CF537DD84}"/>
            </a:ext>
          </a:extLst>
        </p:cNvPr>
        <p:cNvGrpSpPr/>
        <p:nvPr/>
      </p:nvGrpSpPr>
      <p:grpSpPr>
        <a:xfrm>
          <a:off x="0" y="0"/>
          <a:ext cx="0" cy="0"/>
          <a:chOff x="0" y="0"/>
          <a:chExt cx="0" cy="0"/>
        </a:xfrm>
      </p:grpSpPr>
      <p:sp>
        <p:nvSpPr>
          <p:cNvPr id="67" name="Google Shape;3069;p422">
            <a:extLst>
              <a:ext uri="{FF2B5EF4-FFF2-40B4-BE49-F238E27FC236}">
                <a16:creationId xmlns:a16="http://schemas.microsoft.com/office/drawing/2014/main" id="{FFD3E956-D583-003D-9230-5239AD51AA80}"/>
              </a:ext>
            </a:extLst>
          </p:cNvPr>
          <p:cNvSpPr txBox="1"/>
          <p:nvPr/>
        </p:nvSpPr>
        <p:spPr>
          <a:xfrm>
            <a:off x="398121" y="656204"/>
            <a:ext cx="2950200" cy="1209522"/>
          </a:xfrm>
          <a:prstGeom prst="rect">
            <a:avLst/>
          </a:prstGeom>
          <a:noFill/>
          <a:ln>
            <a:noFill/>
          </a:ln>
        </p:spPr>
        <p:txBody>
          <a:bodyPr spcFirstLastPara="1" wrap="square" lIns="91425" tIns="45700" rIns="91425" bIns="45700" anchor="t" anchorCtr="0">
            <a:spAutoFit/>
          </a:bodyPr>
          <a:lstStyle/>
          <a:p>
            <a:pPr marL="0" marR="0" lvl="0" indent="0" algn="l" rtl="0">
              <a:lnSpc>
                <a:spcPct val="110000"/>
              </a:lnSpc>
              <a:spcBef>
                <a:spcPts val="0"/>
              </a:spcBef>
              <a:spcAft>
                <a:spcPts val="0"/>
              </a:spcAft>
              <a:buClr>
                <a:srgbClr val="000000"/>
              </a:buClr>
              <a:buSzPts val="2200"/>
              <a:buFont typeface="Arial"/>
              <a:buNone/>
            </a:pPr>
            <a:r>
              <a:rPr lang="en" sz="2200" b="1" i="0" u="none" strike="noStrike" cap="none" dirty="0">
                <a:solidFill>
                  <a:schemeClr val="dk1"/>
                </a:solidFill>
                <a:latin typeface="Plus Jakarta Sans Medium" panose="020B0604020202020204" charset="0"/>
                <a:ea typeface="Poppins"/>
                <a:cs typeface="Plus Jakarta Sans Medium" panose="020B0604020202020204" charset="0"/>
                <a:sym typeface="Poppins"/>
              </a:rPr>
              <a:t>The Best-in-Class </a:t>
            </a:r>
            <a:endParaRPr sz="2200" b="1" i="0" u="none" strike="noStrike" cap="none" dirty="0">
              <a:solidFill>
                <a:schemeClr val="dk1"/>
              </a:solidFill>
              <a:latin typeface="Plus Jakarta Sans Medium" panose="020B0604020202020204" charset="0"/>
              <a:ea typeface="Poppins"/>
              <a:cs typeface="Plus Jakarta Sans Medium" panose="020B0604020202020204" charset="0"/>
              <a:sym typeface="Poppins"/>
            </a:endParaRPr>
          </a:p>
          <a:p>
            <a:pPr marL="0" marR="0" lvl="0" indent="0" algn="l" rtl="0">
              <a:lnSpc>
                <a:spcPct val="110000"/>
              </a:lnSpc>
              <a:spcBef>
                <a:spcPts val="0"/>
              </a:spcBef>
              <a:spcAft>
                <a:spcPts val="0"/>
              </a:spcAft>
              <a:buClr>
                <a:srgbClr val="000000"/>
              </a:buClr>
              <a:buSzPts val="2200"/>
              <a:buFont typeface="Arial"/>
              <a:buNone/>
            </a:pPr>
            <a:r>
              <a:rPr lang="en" sz="2200" b="1" i="0" u="none" strike="noStrike" cap="none" dirty="0">
                <a:solidFill>
                  <a:srgbClr val="D93464"/>
                </a:solidFill>
                <a:latin typeface="Plus Jakarta Sans Medium" panose="020B0604020202020204" charset="0"/>
                <a:ea typeface="Poppins"/>
                <a:cs typeface="Plus Jakarta Sans Medium" panose="020B0604020202020204" charset="0"/>
                <a:sym typeface="Poppins"/>
              </a:rPr>
              <a:t>Multi-Dimensional </a:t>
            </a:r>
            <a:r>
              <a:rPr lang="en" sz="2200" b="1" i="0" u="none" strike="noStrike" cap="none" dirty="0">
                <a:solidFill>
                  <a:schemeClr val="dk1"/>
                </a:solidFill>
                <a:latin typeface="Plus Jakarta Sans Medium" panose="020B0604020202020204" charset="0"/>
                <a:ea typeface="Poppins"/>
                <a:cs typeface="Plus Jakarta Sans Medium" panose="020B0604020202020204" charset="0"/>
                <a:sym typeface="Poppins"/>
              </a:rPr>
              <a:t>Lineage Platform</a:t>
            </a:r>
            <a:endParaRPr sz="2200" b="1" i="0" u="none" strike="noStrike" cap="none" dirty="0">
              <a:solidFill>
                <a:schemeClr val="dk1"/>
              </a:solidFill>
              <a:latin typeface="Plus Jakarta Sans Medium" panose="020B0604020202020204" charset="0"/>
              <a:ea typeface="Poppins"/>
              <a:cs typeface="Plus Jakarta Sans Medium" panose="020B0604020202020204" charset="0"/>
              <a:sym typeface="Poppins"/>
            </a:endParaRPr>
          </a:p>
        </p:txBody>
      </p:sp>
      <p:pic>
        <p:nvPicPr>
          <p:cNvPr id="68" name="Google Shape;3070;p422">
            <a:extLst>
              <a:ext uri="{FF2B5EF4-FFF2-40B4-BE49-F238E27FC236}">
                <a16:creationId xmlns:a16="http://schemas.microsoft.com/office/drawing/2014/main" id="{5AACAFDD-9B48-8F79-264D-29944FE9027B}"/>
              </a:ext>
            </a:extLst>
          </p:cNvPr>
          <p:cNvPicPr preferRelativeResize="0"/>
          <p:nvPr/>
        </p:nvPicPr>
        <p:blipFill rotWithShape="1">
          <a:blip r:embed="rId3">
            <a:alphaModFix/>
          </a:blip>
          <a:srcRect/>
          <a:stretch/>
        </p:blipFill>
        <p:spPr>
          <a:xfrm>
            <a:off x="444520" y="2166190"/>
            <a:ext cx="476079" cy="375371"/>
          </a:xfrm>
          <a:prstGeom prst="rect">
            <a:avLst/>
          </a:prstGeom>
          <a:solidFill>
            <a:schemeClr val="lt1"/>
          </a:solidFill>
          <a:ln>
            <a:noFill/>
          </a:ln>
        </p:spPr>
      </p:pic>
      <p:sp>
        <p:nvSpPr>
          <p:cNvPr id="69" name="Google Shape;3071;p422">
            <a:extLst>
              <a:ext uri="{FF2B5EF4-FFF2-40B4-BE49-F238E27FC236}">
                <a16:creationId xmlns:a16="http://schemas.microsoft.com/office/drawing/2014/main" id="{F69C3251-4E32-3ED8-48A4-D1EAA7BFE8E7}"/>
              </a:ext>
            </a:extLst>
          </p:cNvPr>
          <p:cNvSpPr txBox="1"/>
          <p:nvPr/>
        </p:nvSpPr>
        <p:spPr>
          <a:xfrm>
            <a:off x="638013" y="2572523"/>
            <a:ext cx="2470200" cy="1115660"/>
          </a:xfrm>
          <a:prstGeom prst="rect">
            <a:avLst/>
          </a:prstGeom>
          <a:noFill/>
          <a:ln>
            <a:noFill/>
          </a:ln>
        </p:spPr>
        <p:txBody>
          <a:bodyPr spcFirstLastPara="1" wrap="square" lIns="91425" tIns="91425" rIns="91425" bIns="91425" anchor="t" anchorCtr="0">
            <a:spAutoFit/>
          </a:bodyPr>
          <a:lstStyle/>
          <a:p>
            <a:pPr marL="0" marR="0" lvl="0" indent="0" algn="l" rtl="0">
              <a:lnSpc>
                <a:spcPct val="110000"/>
              </a:lnSpc>
              <a:spcBef>
                <a:spcPts val="0"/>
              </a:spcBef>
              <a:spcAft>
                <a:spcPts val="0"/>
              </a:spcAft>
              <a:buClr>
                <a:schemeClr val="lt1"/>
              </a:buClr>
              <a:buSzPts val="1100"/>
              <a:buFont typeface="Arial"/>
              <a:buNone/>
            </a:pPr>
            <a:r>
              <a:rPr lang="en" sz="1100" b="0" i="1" u="none" strike="noStrike" cap="none" dirty="0">
                <a:solidFill>
                  <a:srgbClr val="222B3C"/>
                </a:solidFill>
                <a:latin typeface="Plus Jakarta Sans Medium" panose="020B0604020202020204" charset="0"/>
                <a:ea typeface="Montserrat"/>
                <a:cs typeface="Plus Jakarta Sans Medium" panose="020B0604020202020204" charset="0"/>
                <a:sym typeface="Montserrat"/>
              </a:rPr>
              <a:t>“4 months of manual mapping completed in 1 Day! As  a new employee I was able to easily locate assets and plan the migration process”</a:t>
            </a:r>
            <a:endParaRPr sz="1100" b="0" i="1" u="none" strike="noStrike" cap="none" dirty="0">
              <a:solidFill>
                <a:srgbClr val="222B3C"/>
              </a:solidFill>
              <a:latin typeface="Plus Jakarta Sans Medium" panose="020B0604020202020204" charset="0"/>
              <a:ea typeface="Montserrat"/>
              <a:cs typeface="Plus Jakarta Sans Medium" panose="020B0604020202020204" charset="0"/>
              <a:sym typeface="Montserrat"/>
            </a:endParaRPr>
          </a:p>
        </p:txBody>
      </p:sp>
      <p:sp>
        <p:nvSpPr>
          <p:cNvPr id="70" name="Google Shape;3072;p422">
            <a:extLst>
              <a:ext uri="{FF2B5EF4-FFF2-40B4-BE49-F238E27FC236}">
                <a16:creationId xmlns:a16="http://schemas.microsoft.com/office/drawing/2014/main" id="{6DF40814-C077-1CCE-07DA-00257F7CD0EF}"/>
              </a:ext>
            </a:extLst>
          </p:cNvPr>
          <p:cNvSpPr txBox="1"/>
          <p:nvPr/>
        </p:nvSpPr>
        <p:spPr>
          <a:xfrm>
            <a:off x="638013" y="3570062"/>
            <a:ext cx="2695200" cy="489334"/>
          </a:xfrm>
          <a:prstGeom prst="rect">
            <a:avLst/>
          </a:prstGeom>
          <a:noFill/>
          <a:ln>
            <a:noFill/>
          </a:ln>
        </p:spPr>
        <p:txBody>
          <a:bodyPr spcFirstLastPara="1" wrap="square" lIns="91425" tIns="91425" rIns="91425" bIns="91425" anchor="t" anchorCtr="0">
            <a:spAutoFit/>
          </a:bodyPr>
          <a:lstStyle/>
          <a:p>
            <a:pPr marL="0" marR="0" lvl="0" indent="0" algn="l" rtl="0">
              <a:lnSpc>
                <a:spcPct val="110000"/>
              </a:lnSpc>
              <a:spcBef>
                <a:spcPts val="0"/>
              </a:spcBef>
              <a:spcAft>
                <a:spcPts val="0"/>
              </a:spcAft>
              <a:buClr>
                <a:schemeClr val="lt1"/>
              </a:buClr>
              <a:buSzPts val="1100"/>
              <a:buFont typeface="Arial"/>
              <a:buNone/>
            </a:pPr>
            <a:r>
              <a:rPr lang="en" sz="900" b="1" i="0" u="none" strike="noStrike" cap="none">
                <a:solidFill>
                  <a:schemeClr val="dk1"/>
                </a:solidFill>
                <a:latin typeface="Plus Jakarta Sans Medium" panose="020B0604020202020204" charset="0"/>
                <a:ea typeface="Montserrat"/>
                <a:cs typeface="Plus Jakarta Sans Medium" panose="020B0604020202020204" charset="0"/>
                <a:sym typeface="Montserrat"/>
              </a:rPr>
              <a:t>Lead Financial Systems Analyst</a:t>
            </a:r>
            <a:endParaRPr sz="900" b="1" i="0" u="none" strike="noStrike" cap="none">
              <a:solidFill>
                <a:schemeClr val="dk1"/>
              </a:solidFill>
              <a:latin typeface="Plus Jakarta Sans Medium" panose="020B0604020202020204" charset="0"/>
              <a:ea typeface="Montserrat"/>
              <a:cs typeface="Plus Jakarta Sans Medium" panose="020B0604020202020204" charset="0"/>
              <a:sym typeface="Montserrat"/>
            </a:endParaRPr>
          </a:p>
          <a:p>
            <a:pPr marL="0" marR="0" lvl="0" indent="0" algn="l" rtl="0">
              <a:lnSpc>
                <a:spcPct val="110000"/>
              </a:lnSpc>
              <a:spcBef>
                <a:spcPts val="0"/>
              </a:spcBef>
              <a:spcAft>
                <a:spcPts val="0"/>
              </a:spcAft>
              <a:buClr>
                <a:schemeClr val="lt1"/>
              </a:buClr>
              <a:buSzPts val="1100"/>
              <a:buFont typeface="Arial"/>
              <a:buNone/>
            </a:pPr>
            <a:r>
              <a:rPr lang="en" sz="900" b="0" i="0" u="none" strike="noStrike" cap="none">
                <a:solidFill>
                  <a:schemeClr val="dk1"/>
                </a:solidFill>
                <a:latin typeface="Plus Jakarta Sans Medium" panose="020B0604020202020204" charset="0"/>
                <a:ea typeface="Montserrat"/>
                <a:cs typeface="Plus Jakarta Sans Medium" panose="020B0604020202020204" charset="0"/>
                <a:sym typeface="Montserrat"/>
              </a:rPr>
              <a:t>Kelly Jenkins, FCSA</a:t>
            </a:r>
            <a:endParaRPr sz="900" b="0" i="0" u="none" strike="noStrike" cap="none">
              <a:solidFill>
                <a:schemeClr val="dk1"/>
              </a:solidFill>
              <a:latin typeface="Plus Jakarta Sans Medium" panose="020B0604020202020204" charset="0"/>
              <a:ea typeface="Montserrat"/>
              <a:cs typeface="Plus Jakarta Sans Medium" panose="020B0604020202020204" charset="0"/>
              <a:sym typeface="Montserrat"/>
            </a:endParaRPr>
          </a:p>
        </p:txBody>
      </p:sp>
      <p:grpSp>
        <p:nvGrpSpPr>
          <p:cNvPr id="71" name="Google Shape;3073;p422">
            <a:extLst>
              <a:ext uri="{FF2B5EF4-FFF2-40B4-BE49-F238E27FC236}">
                <a16:creationId xmlns:a16="http://schemas.microsoft.com/office/drawing/2014/main" id="{F50BBE49-30B5-4EC4-C6ED-FCADB480037D}"/>
              </a:ext>
            </a:extLst>
          </p:cNvPr>
          <p:cNvGrpSpPr/>
          <p:nvPr/>
        </p:nvGrpSpPr>
        <p:grpSpPr>
          <a:xfrm>
            <a:off x="3728368" y="402619"/>
            <a:ext cx="5152265" cy="4338256"/>
            <a:chOff x="652593" y="464457"/>
            <a:chExt cx="5152265" cy="4338256"/>
          </a:xfrm>
        </p:grpSpPr>
        <p:sp>
          <p:nvSpPr>
            <p:cNvPr id="72" name="Google Shape;3074;p422">
              <a:extLst>
                <a:ext uri="{FF2B5EF4-FFF2-40B4-BE49-F238E27FC236}">
                  <a16:creationId xmlns:a16="http://schemas.microsoft.com/office/drawing/2014/main" id="{8F3D7171-6503-B6D8-CE7B-8BBD42539F9B}"/>
                </a:ext>
              </a:extLst>
            </p:cNvPr>
            <p:cNvSpPr/>
            <p:nvPr/>
          </p:nvSpPr>
          <p:spPr>
            <a:xfrm flipH="1">
              <a:off x="2587058" y="579312"/>
              <a:ext cx="3217800" cy="1099800"/>
            </a:xfrm>
            <a:prstGeom prst="roundRect">
              <a:avLst>
                <a:gd name="adj" fmla="val 11170"/>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Plus Jakarta Sans Medium" panose="020B0604020202020204" charset="0"/>
                <a:cs typeface="Plus Jakarta Sans Medium" panose="020B0604020202020204" charset="0"/>
                <a:sym typeface="Arial"/>
              </a:endParaRPr>
            </a:p>
          </p:txBody>
        </p:sp>
        <p:grpSp>
          <p:nvGrpSpPr>
            <p:cNvPr id="73" name="Google Shape;3075;p422">
              <a:extLst>
                <a:ext uri="{FF2B5EF4-FFF2-40B4-BE49-F238E27FC236}">
                  <a16:creationId xmlns:a16="http://schemas.microsoft.com/office/drawing/2014/main" id="{B217938C-777D-5CA2-7F41-52086651DEB2}"/>
                </a:ext>
              </a:extLst>
            </p:cNvPr>
            <p:cNvGrpSpPr/>
            <p:nvPr/>
          </p:nvGrpSpPr>
          <p:grpSpPr>
            <a:xfrm>
              <a:off x="3104607" y="718030"/>
              <a:ext cx="2531159" cy="821065"/>
              <a:chOff x="4000727" y="3417919"/>
              <a:chExt cx="2951101" cy="957287"/>
            </a:xfrm>
          </p:grpSpPr>
          <p:sp>
            <p:nvSpPr>
              <p:cNvPr id="162" name="Google Shape;3076;p422">
                <a:extLst>
                  <a:ext uri="{FF2B5EF4-FFF2-40B4-BE49-F238E27FC236}">
                    <a16:creationId xmlns:a16="http://schemas.microsoft.com/office/drawing/2014/main" id="{1DBE745C-3AD1-C71A-66AA-2DF93CA440EA}"/>
                  </a:ext>
                </a:extLst>
              </p:cNvPr>
              <p:cNvSpPr txBox="1"/>
              <p:nvPr/>
            </p:nvSpPr>
            <p:spPr>
              <a:xfrm>
                <a:off x="4000728" y="3686269"/>
                <a:ext cx="2951100" cy="688937"/>
              </a:xfrm>
              <a:prstGeom prst="rect">
                <a:avLst/>
              </a:prstGeom>
              <a:noFill/>
              <a:ln>
                <a:noFill/>
              </a:ln>
            </p:spPr>
            <p:txBody>
              <a:bodyPr spcFirstLastPara="1" wrap="square" lIns="91425" tIns="91425" rIns="91425" bIns="91425" anchor="t" anchorCtr="0">
                <a:spAutoFit/>
              </a:bodyPr>
              <a:lstStyle/>
              <a:p>
                <a:pPr marL="0" marR="0" lvl="0" indent="0" algn="just" rtl="0">
                  <a:lnSpc>
                    <a:spcPct val="110000"/>
                  </a:lnSpc>
                  <a:spcBef>
                    <a:spcPts val="0"/>
                  </a:spcBef>
                  <a:spcAft>
                    <a:spcPts val="0"/>
                  </a:spcAft>
                  <a:buClr>
                    <a:schemeClr val="lt1"/>
                  </a:buClr>
                  <a:buSzPts val="1100"/>
                  <a:buFont typeface="Arial"/>
                  <a:buNone/>
                </a:pPr>
                <a:r>
                  <a:rPr lang="en" sz="800" b="0" i="0" u="none" strike="noStrike" cap="none" dirty="0">
                    <a:solidFill>
                      <a:srgbClr val="10315C"/>
                    </a:solidFill>
                    <a:latin typeface="Plus Jakarta Sans Medium" panose="020B0604020202020204" charset="0"/>
                    <a:ea typeface="Poppins"/>
                    <a:cs typeface="Plus Jakarta Sans Medium" panose="020B0604020202020204" charset="0"/>
                    <a:sym typeface="Poppins"/>
                  </a:rPr>
                  <a:t>Provides end-to-end lineage at the system level from the entry point, all the way to reporting, analytics and any data consumer</a:t>
                </a:r>
                <a:endParaRPr sz="1400" b="0" i="0" u="none" strike="noStrike" cap="none" dirty="0">
                  <a:solidFill>
                    <a:srgbClr val="10315C"/>
                  </a:solidFill>
                  <a:latin typeface="Plus Jakarta Sans Medium" panose="020B0604020202020204" charset="0"/>
                  <a:ea typeface="Poppins"/>
                  <a:cs typeface="Plus Jakarta Sans Medium" panose="020B0604020202020204" charset="0"/>
                  <a:sym typeface="Poppins"/>
                </a:endParaRPr>
              </a:p>
            </p:txBody>
          </p:sp>
          <p:sp>
            <p:nvSpPr>
              <p:cNvPr id="163" name="Google Shape;3077;p422">
                <a:extLst>
                  <a:ext uri="{FF2B5EF4-FFF2-40B4-BE49-F238E27FC236}">
                    <a16:creationId xmlns:a16="http://schemas.microsoft.com/office/drawing/2014/main" id="{E5212039-7A49-C89A-A669-0112ADB3FACB}"/>
                  </a:ext>
                </a:extLst>
              </p:cNvPr>
              <p:cNvSpPr txBox="1"/>
              <p:nvPr/>
            </p:nvSpPr>
            <p:spPr>
              <a:xfrm>
                <a:off x="4000727" y="3417919"/>
                <a:ext cx="2951100" cy="340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 sz="1300" b="1" i="0" u="none" strike="noStrike" cap="none" dirty="0">
                    <a:solidFill>
                      <a:srgbClr val="10315C"/>
                    </a:solidFill>
                    <a:latin typeface="Plus Jakarta Sans Medium" panose="020B0604020202020204" charset="0"/>
                    <a:ea typeface="Poppins"/>
                    <a:cs typeface="Plus Jakarta Sans Medium" panose="020B0604020202020204" charset="0"/>
                    <a:sym typeface="Poppins"/>
                  </a:rPr>
                  <a:t>#1  Cross-System Lineage</a:t>
                </a:r>
                <a:endParaRPr sz="1300" b="0" i="0" u="none" strike="noStrike" cap="none" dirty="0">
                  <a:solidFill>
                    <a:srgbClr val="10315C"/>
                  </a:solidFill>
                  <a:latin typeface="Plus Jakarta Sans Medium" panose="020B0604020202020204" charset="0"/>
                  <a:ea typeface="Poppins"/>
                  <a:cs typeface="Plus Jakarta Sans Medium" panose="020B0604020202020204" charset="0"/>
                  <a:sym typeface="Poppins"/>
                </a:endParaRPr>
              </a:p>
            </p:txBody>
          </p:sp>
        </p:grpSp>
        <p:sp>
          <p:nvSpPr>
            <p:cNvPr id="74" name="Google Shape;3078;p422">
              <a:extLst>
                <a:ext uri="{FF2B5EF4-FFF2-40B4-BE49-F238E27FC236}">
                  <a16:creationId xmlns:a16="http://schemas.microsoft.com/office/drawing/2014/main" id="{5D027FA2-6A9C-A1E6-575A-E49ED37CA16B}"/>
                </a:ext>
              </a:extLst>
            </p:cNvPr>
            <p:cNvSpPr/>
            <p:nvPr/>
          </p:nvSpPr>
          <p:spPr>
            <a:xfrm>
              <a:off x="652593" y="464457"/>
              <a:ext cx="2231700" cy="1329300"/>
            </a:xfrm>
            <a:prstGeom prst="rect">
              <a:avLst/>
            </a:prstGeom>
            <a:solidFill>
              <a:schemeClr val="lt1"/>
            </a:solidFill>
            <a:ln>
              <a:noFill/>
            </a:ln>
            <a:effectLst>
              <a:outerShdw blurRad="1270000" dist="825500" dir="5400000" sx="90000" sy="90000" algn="t" rotWithShape="0">
                <a:srgbClr val="7F7F7F">
                  <a:alpha val="1607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00"/>
                <a:buFont typeface="Arial"/>
                <a:buNone/>
              </a:pPr>
              <a:endParaRPr sz="600" b="0" i="0" u="none" strike="noStrike" cap="none">
                <a:solidFill>
                  <a:schemeClr val="lt1"/>
                </a:solidFill>
                <a:latin typeface="Plus Jakarta Sans Medium" panose="020B0604020202020204" charset="0"/>
                <a:cs typeface="Plus Jakarta Sans Medium" panose="020B0604020202020204" charset="0"/>
                <a:sym typeface="Arial"/>
              </a:endParaRPr>
            </a:p>
          </p:txBody>
        </p:sp>
        <p:pic>
          <p:nvPicPr>
            <p:cNvPr id="75" name="Google Shape;3079;p422">
              <a:extLst>
                <a:ext uri="{FF2B5EF4-FFF2-40B4-BE49-F238E27FC236}">
                  <a16:creationId xmlns:a16="http://schemas.microsoft.com/office/drawing/2014/main" id="{3639FD2C-A1C1-E7E1-9EA8-ECC4BEA4CB5A}"/>
                </a:ext>
              </a:extLst>
            </p:cNvPr>
            <p:cNvPicPr preferRelativeResize="0"/>
            <p:nvPr/>
          </p:nvPicPr>
          <p:blipFill rotWithShape="1">
            <a:blip r:embed="rId4">
              <a:alphaModFix amt="91000"/>
            </a:blip>
            <a:srcRect/>
            <a:stretch/>
          </p:blipFill>
          <p:spPr>
            <a:xfrm>
              <a:off x="702983" y="510096"/>
              <a:ext cx="2130892" cy="1238151"/>
            </a:xfrm>
            <a:prstGeom prst="rect">
              <a:avLst/>
            </a:prstGeom>
            <a:noFill/>
            <a:ln>
              <a:noFill/>
            </a:ln>
          </p:spPr>
        </p:pic>
        <p:sp>
          <p:nvSpPr>
            <p:cNvPr id="76" name="Google Shape;3080;p422">
              <a:extLst>
                <a:ext uri="{FF2B5EF4-FFF2-40B4-BE49-F238E27FC236}">
                  <a16:creationId xmlns:a16="http://schemas.microsoft.com/office/drawing/2014/main" id="{6AEF4D04-85FC-65BD-1908-992CC605B8CC}"/>
                </a:ext>
              </a:extLst>
            </p:cNvPr>
            <p:cNvSpPr/>
            <p:nvPr/>
          </p:nvSpPr>
          <p:spPr>
            <a:xfrm flipH="1">
              <a:off x="2587058" y="2078329"/>
              <a:ext cx="3217800" cy="1099800"/>
            </a:xfrm>
            <a:prstGeom prst="roundRect">
              <a:avLst>
                <a:gd name="adj" fmla="val 11170"/>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0315C"/>
                </a:solidFill>
                <a:latin typeface="Plus Jakarta Sans Medium" panose="020B0604020202020204" charset="0"/>
                <a:ea typeface="Poppins"/>
                <a:cs typeface="Plus Jakarta Sans Medium" panose="020B0604020202020204" charset="0"/>
                <a:sym typeface="Poppins"/>
              </a:endParaRPr>
            </a:p>
          </p:txBody>
        </p:sp>
        <p:sp>
          <p:nvSpPr>
            <p:cNvPr id="77" name="Google Shape;3081;p422">
              <a:extLst>
                <a:ext uri="{FF2B5EF4-FFF2-40B4-BE49-F238E27FC236}">
                  <a16:creationId xmlns:a16="http://schemas.microsoft.com/office/drawing/2014/main" id="{A898ECC1-F273-AF3F-7ABF-E60CEE60F699}"/>
                </a:ext>
              </a:extLst>
            </p:cNvPr>
            <p:cNvSpPr txBox="1"/>
            <p:nvPr/>
          </p:nvSpPr>
          <p:spPr>
            <a:xfrm>
              <a:off x="3104568" y="2523374"/>
              <a:ext cx="2531100" cy="455479"/>
            </a:xfrm>
            <a:prstGeom prst="rect">
              <a:avLst/>
            </a:prstGeom>
            <a:noFill/>
            <a:ln>
              <a:noFill/>
            </a:ln>
          </p:spPr>
          <p:txBody>
            <a:bodyPr spcFirstLastPara="1" wrap="square" lIns="91425" tIns="91425" rIns="91425" bIns="91425" anchor="t" anchorCtr="0">
              <a:spAutoFit/>
            </a:bodyPr>
            <a:lstStyle/>
            <a:p>
              <a:pPr marL="0" marR="0" lvl="0" indent="0" algn="just" rtl="0">
                <a:lnSpc>
                  <a:spcPct val="110000"/>
                </a:lnSpc>
                <a:spcBef>
                  <a:spcPts val="0"/>
                </a:spcBef>
                <a:spcAft>
                  <a:spcPts val="0"/>
                </a:spcAft>
                <a:buClr>
                  <a:schemeClr val="lt1"/>
                </a:buClr>
                <a:buSzPts val="1100"/>
                <a:buFont typeface="Arial"/>
                <a:buNone/>
              </a:pPr>
              <a:r>
                <a:rPr lang="en" sz="800" b="0" i="0" u="none" strike="noStrike" cap="none">
                  <a:solidFill>
                    <a:srgbClr val="10315C"/>
                  </a:solidFill>
                  <a:latin typeface="Plus Jakarta Sans Medium" panose="020B0604020202020204" charset="0"/>
                  <a:ea typeface="Poppins"/>
                  <a:cs typeface="Plus Jakarta Sans Medium" panose="020B0604020202020204" charset="0"/>
                  <a:sym typeface="Poppins"/>
                </a:rPr>
                <a:t>Details the column-level lineage within an ETL process, report, or database object.</a:t>
              </a:r>
              <a:endParaRPr sz="1400" b="0" i="0" u="none" strike="noStrike" cap="none">
                <a:solidFill>
                  <a:srgbClr val="10315C"/>
                </a:solidFill>
                <a:latin typeface="Plus Jakarta Sans Medium" panose="020B0604020202020204" charset="0"/>
                <a:ea typeface="Poppins"/>
                <a:cs typeface="Plus Jakarta Sans Medium" panose="020B0604020202020204" charset="0"/>
                <a:sym typeface="Poppins"/>
              </a:endParaRPr>
            </a:p>
          </p:txBody>
        </p:sp>
        <p:sp>
          <p:nvSpPr>
            <p:cNvPr id="78" name="Google Shape;3082;p422">
              <a:extLst>
                <a:ext uri="{FF2B5EF4-FFF2-40B4-BE49-F238E27FC236}">
                  <a16:creationId xmlns:a16="http://schemas.microsoft.com/office/drawing/2014/main" id="{4FC06F4D-F250-FFE3-B005-B592FA2DC8C5}"/>
                </a:ext>
              </a:extLst>
            </p:cNvPr>
            <p:cNvSpPr txBox="1"/>
            <p:nvPr/>
          </p:nvSpPr>
          <p:spPr>
            <a:xfrm>
              <a:off x="3104567" y="2243524"/>
              <a:ext cx="2531100" cy="292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300" b="1" i="0" u="none" strike="noStrike" cap="none">
                  <a:solidFill>
                    <a:srgbClr val="10315C"/>
                  </a:solidFill>
                  <a:latin typeface="Plus Jakarta Sans Medium" panose="020B0604020202020204" charset="0"/>
                  <a:ea typeface="Poppins"/>
                  <a:cs typeface="Plus Jakarta Sans Medium" panose="020B0604020202020204" charset="0"/>
                  <a:sym typeface="Poppins"/>
                </a:rPr>
                <a:t>#2  Inner-System Lineage</a:t>
              </a:r>
              <a:endParaRPr sz="1300" b="0" i="0" u="none" strike="noStrike" cap="none">
                <a:solidFill>
                  <a:srgbClr val="10315C"/>
                </a:solidFill>
                <a:latin typeface="Plus Jakarta Sans Medium" panose="020B0604020202020204" charset="0"/>
                <a:ea typeface="Poppins"/>
                <a:cs typeface="Plus Jakarta Sans Medium" panose="020B0604020202020204" charset="0"/>
                <a:sym typeface="Poppins"/>
              </a:endParaRPr>
            </a:p>
          </p:txBody>
        </p:sp>
        <p:sp>
          <p:nvSpPr>
            <p:cNvPr id="79" name="Google Shape;3083;p422">
              <a:extLst>
                <a:ext uri="{FF2B5EF4-FFF2-40B4-BE49-F238E27FC236}">
                  <a16:creationId xmlns:a16="http://schemas.microsoft.com/office/drawing/2014/main" id="{6F60342C-B041-65BA-BB64-06794343013B}"/>
                </a:ext>
              </a:extLst>
            </p:cNvPr>
            <p:cNvSpPr/>
            <p:nvPr/>
          </p:nvSpPr>
          <p:spPr>
            <a:xfrm>
              <a:off x="652593" y="1963474"/>
              <a:ext cx="2231700" cy="1329300"/>
            </a:xfrm>
            <a:prstGeom prst="rect">
              <a:avLst/>
            </a:prstGeom>
            <a:solidFill>
              <a:schemeClr val="lt1"/>
            </a:solidFill>
            <a:ln>
              <a:noFill/>
            </a:ln>
            <a:effectLst>
              <a:outerShdw blurRad="1270000" dist="825500" dir="5400000" sx="90000" sy="90000" algn="t" rotWithShape="0">
                <a:srgbClr val="7F7F7F">
                  <a:alpha val="1607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00"/>
                <a:buFont typeface="Arial"/>
                <a:buNone/>
              </a:pPr>
              <a:endParaRPr sz="600" b="0" i="0" u="none" strike="noStrike" cap="none">
                <a:solidFill>
                  <a:schemeClr val="lt1"/>
                </a:solidFill>
                <a:latin typeface="Plus Jakarta Sans Medium" panose="020B0604020202020204" charset="0"/>
                <a:cs typeface="Plus Jakarta Sans Medium" panose="020B0604020202020204" charset="0"/>
                <a:sym typeface="Arial"/>
              </a:endParaRPr>
            </a:p>
          </p:txBody>
        </p:sp>
        <p:sp>
          <p:nvSpPr>
            <p:cNvPr id="80" name="Google Shape;3084;p422">
              <a:extLst>
                <a:ext uri="{FF2B5EF4-FFF2-40B4-BE49-F238E27FC236}">
                  <a16:creationId xmlns:a16="http://schemas.microsoft.com/office/drawing/2014/main" id="{D225CAF8-41F5-AEBB-1A80-4E17CC6814D5}"/>
                </a:ext>
              </a:extLst>
            </p:cNvPr>
            <p:cNvSpPr/>
            <p:nvPr/>
          </p:nvSpPr>
          <p:spPr>
            <a:xfrm flipH="1">
              <a:off x="2587058" y="3588268"/>
              <a:ext cx="3217800" cy="1099800"/>
            </a:xfrm>
            <a:prstGeom prst="roundRect">
              <a:avLst>
                <a:gd name="adj" fmla="val 11170"/>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Plus Jakarta Sans Medium" panose="020B0604020202020204" charset="0"/>
                <a:cs typeface="Plus Jakarta Sans Medium" panose="020B0604020202020204" charset="0"/>
                <a:sym typeface="Arial"/>
              </a:endParaRPr>
            </a:p>
          </p:txBody>
        </p:sp>
        <p:sp>
          <p:nvSpPr>
            <p:cNvPr id="81" name="Google Shape;3085;p422">
              <a:extLst>
                <a:ext uri="{FF2B5EF4-FFF2-40B4-BE49-F238E27FC236}">
                  <a16:creationId xmlns:a16="http://schemas.microsoft.com/office/drawing/2014/main" id="{A7359AC5-CCF5-F9A1-B504-CFDD84BA6685}"/>
                </a:ext>
              </a:extLst>
            </p:cNvPr>
            <p:cNvSpPr txBox="1"/>
            <p:nvPr/>
          </p:nvSpPr>
          <p:spPr>
            <a:xfrm>
              <a:off x="3104568" y="3957113"/>
              <a:ext cx="2531100" cy="578700"/>
            </a:xfrm>
            <a:prstGeom prst="rect">
              <a:avLst/>
            </a:prstGeom>
            <a:noFill/>
            <a:ln>
              <a:noFill/>
            </a:ln>
          </p:spPr>
          <p:txBody>
            <a:bodyPr spcFirstLastPara="1" wrap="square" lIns="91425" tIns="91425" rIns="91425" bIns="91425" anchor="t" anchorCtr="0">
              <a:noAutofit/>
            </a:bodyPr>
            <a:lstStyle/>
            <a:p>
              <a:pPr marL="0" marR="0" lvl="0" indent="0" algn="l" rtl="0">
                <a:lnSpc>
                  <a:spcPct val="110000"/>
                </a:lnSpc>
                <a:spcBef>
                  <a:spcPts val="0"/>
                </a:spcBef>
                <a:spcAft>
                  <a:spcPts val="0"/>
                </a:spcAft>
                <a:buClr>
                  <a:schemeClr val="lt1"/>
                </a:buClr>
                <a:buSzPts val="1100"/>
                <a:buFont typeface="Arial"/>
                <a:buNone/>
              </a:pPr>
              <a:r>
                <a:rPr lang="en" sz="800" b="0" i="0" u="none" strike="noStrike" cap="none">
                  <a:solidFill>
                    <a:srgbClr val="10315C"/>
                  </a:solidFill>
                  <a:latin typeface="Plus Jakarta Sans Medium" panose="020B0604020202020204" charset="0"/>
                  <a:ea typeface="Poppins"/>
                  <a:cs typeface="Plus Jakarta Sans Medium" panose="020B0604020202020204" charset="0"/>
                  <a:sym typeface="Poppins"/>
                </a:rPr>
                <a:t>End-to-end asset level lineage between systems from the source system into the end consumer.</a:t>
              </a:r>
              <a:endParaRPr sz="1400" b="0" i="0" u="none" strike="noStrike" cap="none">
                <a:solidFill>
                  <a:srgbClr val="10315C"/>
                </a:solidFill>
                <a:latin typeface="Plus Jakarta Sans Medium" panose="020B0604020202020204" charset="0"/>
                <a:ea typeface="Poppins"/>
                <a:cs typeface="Plus Jakarta Sans Medium" panose="020B0604020202020204" charset="0"/>
                <a:sym typeface="Poppins"/>
              </a:endParaRPr>
            </a:p>
          </p:txBody>
        </p:sp>
        <p:sp>
          <p:nvSpPr>
            <p:cNvPr id="158" name="Google Shape;3086;p422">
              <a:extLst>
                <a:ext uri="{FF2B5EF4-FFF2-40B4-BE49-F238E27FC236}">
                  <a16:creationId xmlns:a16="http://schemas.microsoft.com/office/drawing/2014/main" id="{19D77276-F081-981A-3D5B-097B55D7634A}"/>
                </a:ext>
              </a:extLst>
            </p:cNvPr>
            <p:cNvSpPr txBox="1"/>
            <p:nvPr/>
          </p:nvSpPr>
          <p:spPr>
            <a:xfrm>
              <a:off x="3104576" y="3692588"/>
              <a:ext cx="2337300" cy="292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 sz="1300" b="1" i="0" u="none" strike="noStrike" cap="none">
                  <a:solidFill>
                    <a:srgbClr val="10315C"/>
                  </a:solidFill>
                  <a:latin typeface="Plus Jakarta Sans Medium" panose="020B0604020202020204" charset="0"/>
                  <a:ea typeface="Poppins"/>
                  <a:cs typeface="Plus Jakarta Sans Medium" panose="020B0604020202020204" charset="0"/>
                  <a:sym typeface="Poppins"/>
                </a:rPr>
                <a:t>#3  End to End Lineage</a:t>
              </a:r>
              <a:endParaRPr sz="1300" b="0" i="0" u="none" strike="noStrike" cap="none">
                <a:solidFill>
                  <a:srgbClr val="10315C"/>
                </a:solidFill>
                <a:latin typeface="Plus Jakarta Sans Medium" panose="020B0604020202020204" charset="0"/>
                <a:ea typeface="Poppins"/>
                <a:cs typeface="Plus Jakarta Sans Medium" panose="020B0604020202020204" charset="0"/>
                <a:sym typeface="Poppins"/>
              </a:endParaRPr>
            </a:p>
          </p:txBody>
        </p:sp>
        <p:sp>
          <p:nvSpPr>
            <p:cNvPr id="159" name="Google Shape;3087;p422">
              <a:extLst>
                <a:ext uri="{FF2B5EF4-FFF2-40B4-BE49-F238E27FC236}">
                  <a16:creationId xmlns:a16="http://schemas.microsoft.com/office/drawing/2014/main" id="{DD2F4327-BC22-44F1-332C-2AB1859B0405}"/>
                </a:ext>
              </a:extLst>
            </p:cNvPr>
            <p:cNvSpPr/>
            <p:nvPr/>
          </p:nvSpPr>
          <p:spPr>
            <a:xfrm>
              <a:off x="652593" y="3473413"/>
              <a:ext cx="2231700" cy="1329300"/>
            </a:xfrm>
            <a:prstGeom prst="rect">
              <a:avLst/>
            </a:prstGeom>
            <a:solidFill>
              <a:schemeClr val="lt1"/>
            </a:solidFill>
            <a:ln>
              <a:noFill/>
            </a:ln>
            <a:effectLst>
              <a:outerShdw blurRad="1270000" dist="825500" dir="5400000" sx="90000" sy="90000" algn="t" rotWithShape="0">
                <a:srgbClr val="7F7F7F">
                  <a:alpha val="1607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00"/>
                <a:buFont typeface="Arial"/>
                <a:buNone/>
              </a:pPr>
              <a:endParaRPr sz="600" b="0" i="0" u="none" strike="noStrike" cap="none">
                <a:solidFill>
                  <a:schemeClr val="lt1"/>
                </a:solidFill>
                <a:latin typeface="Plus Jakarta Sans Medium" panose="020B0604020202020204" charset="0"/>
                <a:cs typeface="Plus Jakarta Sans Medium" panose="020B0604020202020204" charset="0"/>
                <a:sym typeface="Arial"/>
              </a:endParaRPr>
            </a:p>
          </p:txBody>
        </p:sp>
        <p:pic>
          <p:nvPicPr>
            <p:cNvPr id="160" name="Google Shape;3088;p422">
              <a:extLst>
                <a:ext uri="{FF2B5EF4-FFF2-40B4-BE49-F238E27FC236}">
                  <a16:creationId xmlns:a16="http://schemas.microsoft.com/office/drawing/2014/main" id="{F2EF50DF-35B3-ACDF-4FB1-FE1830800D39}"/>
                </a:ext>
              </a:extLst>
            </p:cNvPr>
            <p:cNvPicPr preferRelativeResize="0"/>
            <p:nvPr/>
          </p:nvPicPr>
          <p:blipFill rotWithShape="1">
            <a:blip r:embed="rId5">
              <a:alphaModFix amt="91000"/>
            </a:blip>
            <a:srcRect/>
            <a:stretch/>
          </p:blipFill>
          <p:spPr>
            <a:xfrm>
              <a:off x="702983" y="2009294"/>
              <a:ext cx="2130891" cy="1250097"/>
            </a:xfrm>
            <a:prstGeom prst="rect">
              <a:avLst/>
            </a:prstGeom>
            <a:noFill/>
            <a:ln>
              <a:noFill/>
            </a:ln>
          </p:spPr>
        </p:pic>
        <p:pic>
          <p:nvPicPr>
            <p:cNvPr id="161" name="Google Shape;3089;p422">
              <a:extLst>
                <a:ext uri="{FF2B5EF4-FFF2-40B4-BE49-F238E27FC236}">
                  <a16:creationId xmlns:a16="http://schemas.microsoft.com/office/drawing/2014/main" id="{C372F13B-4967-8231-93DD-033E01CB739A}"/>
                </a:ext>
              </a:extLst>
            </p:cNvPr>
            <p:cNvPicPr preferRelativeResize="0"/>
            <p:nvPr/>
          </p:nvPicPr>
          <p:blipFill rotWithShape="1">
            <a:blip r:embed="rId6">
              <a:alphaModFix amt="91000"/>
            </a:blip>
            <a:srcRect l="5722" t="14544"/>
            <a:stretch/>
          </p:blipFill>
          <p:spPr>
            <a:xfrm>
              <a:off x="693046" y="3526554"/>
              <a:ext cx="2140828" cy="1230651"/>
            </a:xfrm>
            <a:prstGeom prst="rect">
              <a:avLst/>
            </a:prstGeom>
            <a:noFill/>
            <a:ln>
              <a:noFill/>
            </a:ln>
          </p:spPr>
        </p:pic>
      </p:grpSp>
    </p:spTree>
    <p:extLst>
      <p:ext uri="{BB962C8B-B14F-4D97-AF65-F5344CB8AC3E}">
        <p14:creationId xmlns:p14="http://schemas.microsoft.com/office/powerpoint/2010/main" val="1301987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01">
          <a:extLst>
            <a:ext uri="{FF2B5EF4-FFF2-40B4-BE49-F238E27FC236}">
              <a16:creationId xmlns:a16="http://schemas.microsoft.com/office/drawing/2014/main" id="{C5A2606F-E14D-7DB7-DD35-43B8F8B34350}"/>
            </a:ext>
          </a:extLst>
        </p:cNvPr>
        <p:cNvGrpSpPr/>
        <p:nvPr/>
      </p:nvGrpSpPr>
      <p:grpSpPr>
        <a:xfrm>
          <a:off x="0" y="0"/>
          <a:ext cx="0" cy="0"/>
          <a:chOff x="0" y="0"/>
          <a:chExt cx="0" cy="0"/>
        </a:xfrm>
      </p:grpSpPr>
      <p:sp>
        <p:nvSpPr>
          <p:cNvPr id="2" name="Google Shape;3095;p423">
            <a:extLst>
              <a:ext uri="{FF2B5EF4-FFF2-40B4-BE49-F238E27FC236}">
                <a16:creationId xmlns:a16="http://schemas.microsoft.com/office/drawing/2014/main" id="{8B7945CB-D1A0-16F3-3EE6-B8524A1F8354}"/>
              </a:ext>
            </a:extLst>
          </p:cNvPr>
          <p:cNvSpPr/>
          <p:nvPr/>
        </p:nvSpPr>
        <p:spPr>
          <a:xfrm>
            <a:off x="5079274" y="936353"/>
            <a:ext cx="3645900" cy="3704109"/>
          </a:xfrm>
          <a:custGeom>
            <a:avLst/>
            <a:gdLst/>
            <a:ahLst/>
            <a:cxnLst/>
            <a:rect l="l" t="t" r="r" b="b"/>
            <a:pathLst>
              <a:path w="3645900" h="3631479" extrusionOk="0">
                <a:moveTo>
                  <a:pt x="0" y="0"/>
                </a:moveTo>
                <a:lnTo>
                  <a:pt x="3645900" y="0"/>
                </a:lnTo>
                <a:lnTo>
                  <a:pt x="3645900" y="3631479"/>
                </a:lnTo>
                <a:lnTo>
                  <a:pt x="0" y="3631479"/>
                </a:lnTo>
                <a:close/>
              </a:path>
            </a:pathLst>
          </a:custGeom>
          <a:solidFill>
            <a:schemeClr val="lt1"/>
          </a:solidFill>
          <a:ln>
            <a:noFill/>
          </a:ln>
          <a:effectLst>
            <a:outerShdw blurRad="457200" dist="19050" dir="5400000" algn="bl" rotWithShape="0">
              <a:srgbClr val="000000">
                <a:alpha val="1294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lus Jakarta Sans Medium" panose="020B0604020202020204" charset="0"/>
              <a:cs typeface="Plus Jakarta Sans Medium" panose="020B0604020202020204" charset="0"/>
              <a:sym typeface="Arial"/>
            </a:endParaRPr>
          </a:p>
        </p:txBody>
      </p:sp>
      <p:sp>
        <p:nvSpPr>
          <p:cNvPr id="3" name="Google Shape;3096;p423">
            <a:extLst>
              <a:ext uri="{FF2B5EF4-FFF2-40B4-BE49-F238E27FC236}">
                <a16:creationId xmlns:a16="http://schemas.microsoft.com/office/drawing/2014/main" id="{50AAEE49-F4F4-5B1D-E95A-97E425F136CA}"/>
              </a:ext>
            </a:extLst>
          </p:cNvPr>
          <p:cNvSpPr/>
          <p:nvPr/>
        </p:nvSpPr>
        <p:spPr>
          <a:xfrm>
            <a:off x="643125" y="936169"/>
            <a:ext cx="3645900" cy="3704109"/>
          </a:xfrm>
          <a:custGeom>
            <a:avLst/>
            <a:gdLst/>
            <a:ahLst/>
            <a:cxnLst/>
            <a:rect l="l" t="t" r="r" b="b"/>
            <a:pathLst>
              <a:path w="3645900" h="3631479" extrusionOk="0">
                <a:moveTo>
                  <a:pt x="0" y="0"/>
                </a:moveTo>
                <a:lnTo>
                  <a:pt x="3645900" y="0"/>
                </a:lnTo>
                <a:lnTo>
                  <a:pt x="3645900" y="3631479"/>
                </a:lnTo>
                <a:lnTo>
                  <a:pt x="0" y="3631479"/>
                </a:lnTo>
                <a:close/>
              </a:path>
            </a:pathLst>
          </a:custGeom>
          <a:solidFill>
            <a:schemeClr val="lt1"/>
          </a:solidFill>
          <a:ln>
            <a:noFill/>
          </a:ln>
          <a:effectLst>
            <a:outerShdw blurRad="457200" dist="19050" dir="5400000" algn="bl" rotWithShape="0">
              <a:srgbClr val="000000">
                <a:alpha val="1294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lus Jakarta Sans Medium" panose="020B0604020202020204" charset="0"/>
              <a:cs typeface="Plus Jakarta Sans Medium" panose="020B0604020202020204" charset="0"/>
              <a:sym typeface="Arial"/>
            </a:endParaRPr>
          </a:p>
        </p:txBody>
      </p:sp>
      <p:sp>
        <p:nvSpPr>
          <p:cNvPr id="4" name="Google Shape;3097;p423">
            <a:extLst>
              <a:ext uri="{FF2B5EF4-FFF2-40B4-BE49-F238E27FC236}">
                <a16:creationId xmlns:a16="http://schemas.microsoft.com/office/drawing/2014/main" id="{E4BD6523-3F04-0EFA-C37A-1D18BEA3FEED}"/>
              </a:ext>
            </a:extLst>
          </p:cNvPr>
          <p:cNvSpPr/>
          <p:nvPr/>
        </p:nvSpPr>
        <p:spPr>
          <a:xfrm>
            <a:off x="347775" y="308100"/>
            <a:ext cx="8485800" cy="831000"/>
          </a:xfrm>
          <a:prstGeom prst="rect">
            <a:avLst/>
          </a:prstGeom>
          <a:noFill/>
          <a:ln>
            <a:noFill/>
          </a:ln>
        </p:spPr>
        <p:txBody>
          <a:bodyPr spcFirstLastPara="1" wrap="square" lIns="91425" tIns="45700" rIns="91425" bIns="45700" anchor="t" anchorCtr="0">
            <a:noAutofit/>
          </a:bodyPr>
          <a:lstStyle/>
          <a:p>
            <a:pPr marL="0" marR="0" lvl="0" indent="0" algn="ctr" rtl="1">
              <a:lnSpc>
                <a:spcPct val="100000"/>
              </a:lnSpc>
              <a:spcBef>
                <a:spcPts val="0"/>
              </a:spcBef>
              <a:spcAft>
                <a:spcPts val="0"/>
              </a:spcAft>
              <a:buClr>
                <a:srgbClr val="000000"/>
              </a:buClr>
              <a:buSzPts val="2400"/>
              <a:buFont typeface="Arial"/>
              <a:buNone/>
            </a:pPr>
            <a:r>
              <a:rPr lang="en" sz="2100" b="1" i="0" u="none" strike="noStrike" cap="none">
                <a:solidFill>
                  <a:schemeClr val="dk1"/>
                </a:solidFill>
                <a:latin typeface="Plus Jakarta Sans Medium" panose="020B0604020202020204" charset="0"/>
                <a:ea typeface="Poppins"/>
                <a:cs typeface="Plus Jakarta Sans Medium" panose="020B0604020202020204" charset="0"/>
                <a:sym typeface="Poppins"/>
              </a:rPr>
              <a:t>The Ultimate 360° Metadata </a:t>
            </a:r>
            <a:r>
              <a:rPr lang="en" sz="2100" b="1" i="0" u="none" strike="noStrike" cap="none">
                <a:solidFill>
                  <a:srgbClr val="D93464"/>
                </a:solidFill>
                <a:latin typeface="Plus Jakarta Sans Medium" panose="020B0604020202020204" charset="0"/>
                <a:ea typeface="Poppins"/>
                <a:cs typeface="Plus Jakarta Sans Medium" panose="020B0604020202020204" charset="0"/>
                <a:sym typeface="Poppins"/>
              </a:rPr>
              <a:t>Management Platform</a:t>
            </a:r>
            <a:endParaRPr sz="2100" b="0" i="0" u="none" strike="noStrike" cap="none">
              <a:solidFill>
                <a:srgbClr val="000000"/>
              </a:solidFill>
              <a:latin typeface="Plus Jakarta Sans Medium" panose="020B0604020202020204" charset="0"/>
              <a:cs typeface="Plus Jakarta Sans Medium" panose="020B0604020202020204" charset="0"/>
              <a:sym typeface="Arial"/>
            </a:endParaRPr>
          </a:p>
        </p:txBody>
      </p:sp>
      <p:sp>
        <p:nvSpPr>
          <p:cNvPr id="5" name="Google Shape;3098;p423">
            <a:extLst>
              <a:ext uri="{FF2B5EF4-FFF2-40B4-BE49-F238E27FC236}">
                <a16:creationId xmlns:a16="http://schemas.microsoft.com/office/drawing/2014/main" id="{C2718B20-0EE9-B908-A72C-09E914F674A2}"/>
              </a:ext>
            </a:extLst>
          </p:cNvPr>
          <p:cNvSpPr/>
          <p:nvPr/>
        </p:nvSpPr>
        <p:spPr>
          <a:xfrm>
            <a:off x="641539" y="1045056"/>
            <a:ext cx="3656400" cy="447300"/>
          </a:xfrm>
          <a:prstGeom prst="roundRect">
            <a:avLst>
              <a:gd name="adj" fmla="val 16667"/>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700" b="0" i="0" u="none" strike="noStrike" cap="none">
                <a:solidFill>
                  <a:schemeClr val="dk1"/>
                </a:solidFill>
                <a:latin typeface="Plus Jakarta Sans Medium" panose="020B0604020202020204" charset="0"/>
                <a:ea typeface="Poppins"/>
                <a:cs typeface="Plus Jakarta Sans Medium" panose="020B0604020202020204" charset="0"/>
                <a:sym typeface="Poppins"/>
              </a:rPr>
              <a:t>Data</a:t>
            </a:r>
            <a:r>
              <a:rPr lang="en" sz="1700" b="1" i="0" u="none" strike="noStrike" cap="none">
                <a:solidFill>
                  <a:schemeClr val="dk1"/>
                </a:solidFill>
                <a:latin typeface="Plus Jakarta Sans Medium" panose="020B0604020202020204" charset="0"/>
                <a:ea typeface="Poppins"/>
                <a:cs typeface="Plus Jakarta Sans Medium" panose="020B0604020202020204" charset="0"/>
                <a:sym typeface="Poppins"/>
              </a:rPr>
              <a:t> Discovery</a:t>
            </a:r>
            <a:endParaRPr sz="1700" b="1" i="0" u="none" strike="noStrike" cap="none">
              <a:solidFill>
                <a:schemeClr val="dk1"/>
              </a:solidFill>
              <a:latin typeface="Plus Jakarta Sans Medium" panose="020B0604020202020204" charset="0"/>
              <a:ea typeface="Poppins"/>
              <a:cs typeface="Plus Jakarta Sans Medium" panose="020B0604020202020204" charset="0"/>
              <a:sym typeface="Poppins"/>
            </a:endParaRPr>
          </a:p>
        </p:txBody>
      </p:sp>
      <p:pic>
        <p:nvPicPr>
          <p:cNvPr id="6" name="Google Shape;3099;p423">
            <a:extLst>
              <a:ext uri="{FF2B5EF4-FFF2-40B4-BE49-F238E27FC236}">
                <a16:creationId xmlns:a16="http://schemas.microsoft.com/office/drawing/2014/main" id="{8FDF39BA-3212-146E-34B0-CE00E39CF315}"/>
              </a:ext>
            </a:extLst>
          </p:cNvPr>
          <p:cNvPicPr preferRelativeResize="0"/>
          <p:nvPr/>
        </p:nvPicPr>
        <p:blipFill rotWithShape="1">
          <a:blip r:embed="rId3">
            <a:alphaModFix/>
          </a:blip>
          <a:srcRect/>
          <a:stretch/>
        </p:blipFill>
        <p:spPr>
          <a:xfrm>
            <a:off x="7022959" y="3218700"/>
            <a:ext cx="1504464" cy="926925"/>
          </a:xfrm>
          <a:prstGeom prst="rect">
            <a:avLst/>
          </a:prstGeom>
          <a:noFill/>
          <a:ln>
            <a:noFill/>
          </a:ln>
          <a:effectLst>
            <a:outerShdw blurRad="187342" dist="50800" dir="5400000" algn="ctr" rotWithShape="0">
              <a:srgbClr val="000000">
                <a:alpha val="5490"/>
              </a:srgbClr>
            </a:outerShdw>
          </a:effectLst>
        </p:spPr>
      </p:pic>
      <p:sp>
        <p:nvSpPr>
          <p:cNvPr id="7" name="Google Shape;3100;p423">
            <a:extLst>
              <a:ext uri="{FF2B5EF4-FFF2-40B4-BE49-F238E27FC236}">
                <a16:creationId xmlns:a16="http://schemas.microsoft.com/office/drawing/2014/main" id="{A32E9DEE-D65C-09A5-34A4-ECAF7134E1BD}"/>
              </a:ext>
            </a:extLst>
          </p:cNvPr>
          <p:cNvSpPr/>
          <p:nvPr/>
        </p:nvSpPr>
        <p:spPr>
          <a:xfrm>
            <a:off x="5075500" y="1012380"/>
            <a:ext cx="3649500" cy="447300"/>
          </a:xfrm>
          <a:prstGeom prst="roundRect">
            <a:avLst>
              <a:gd name="adj" fmla="val 16667"/>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700">
                <a:solidFill>
                  <a:schemeClr val="dk1"/>
                </a:solidFill>
                <a:latin typeface="Plus Jakarta Sans Medium" panose="020B0604020202020204" charset="0"/>
                <a:ea typeface="Poppins"/>
                <a:cs typeface="Plus Jakarta Sans Medium" panose="020B0604020202020204" charset="0"/>
                <a:sym typeface="Poppins"/>
              </a:rPr>
              <a:t>Knowledge </a:t>
            </a:r>
            <a:r>
              <a:rPr lang="en" sz="1700" b="1">
                <a:solidFill>
                  <a:schemeClr val="dk1"/>
                </a:solidFill>
                <a:latin typeface="Plus Jakarta Sans Medium" panose="020B0604020202020204" charset="0"/>
                <a:ea typeface="Poppins"/>
                <a:cs typeface="Plus Jakarta Sans Medium" panose="020B0604020202020204" charset="0"/>
                <a:sym typeface="Poppins"/>
              </a:rPr>
              <a:t>Hub</a:t>
            </a:r>
            <a:endParaRPr sz="1700" b="1" i="0" u="none" strike="noStrike" cap="none">
              <a:solidFill>
                <a:schemeClr val="dk1"/>
              </a:solidFill>
              <a:latin typeface="Plus Jakarta Sans Medium" panose="020B0604020202020204" charset="0"/>
              <a:ea typeface="Poppins"/>
              <a:cs typeface="Plus Jakarta Sans Medium" panose="020B0604020202020204" charset="0"/>
              <a:sym typeface="Poppins"/>
            </a:endParaRPr>
          </a:p>
        </p:txBody>
      </p:sp>
      <p:sp>
        <p:nvSpPr>
          <p:cNvPr id="8" name="Google Shape;3101;p423">
            <a:extLst>
              <a:ext uri="{FF2B5EF4-FFF2-40B4-BE49-F238E27FC236}">
                <a16:creationId xmlns:a16="http://schemas.microsoft.com/office/drawing/2014/main" id="{14A6F08E-EF84-4203-1E42-3F0E9184FF80}"/>
              </a:ext>
            </a:extLst>
          </p:cNvPr>
          <p:cNvSpPr txBox="1"/>
          <p:nvPr/>
        </p:nvSpPr>
        <p:spPr>
          <a:xfrm>
            <a:off x="5208300" y="2196000"/>
            <a:ext cx="3029400" cy="1079700"/>
          </a:xfrm>
          <a:prstGeom prst="rect">
            <a:avLst/>
          </a:prstGeom>
          <a:noFill/>
          <a:ln>
            <a:noFill/>
          </a:ln>
        </p:spPr>
        <p:txBody>
          <a:bodyPr spcFirstLastPara="1" wrap="square" lIns="91425" tIns="45700" rIns="91425" bIns="45700" anchor="t" anchorCtr="0">
            <a:noAutofit/>
          </a:bodyPr>
          <a:lstStyle/>
          <a:p>
            <a:pPr marL="342900" marR="0" lvl="0" indent="-228600" algn="l" rtl="0">
              <a:lnSpc>
                <a:spcPct val="100000"/>
              </a:lnSpc>
              <a:spcBef>
                <a:spcPts val="0"/>
              </a:spcBef>
              <a:spcAft>
                <a:spcPts val="0"/>
              </a:spcAft>
              <a:buClr>
                <a:srgbClr val="061222"/>
              </a:buClr>
              <a:buSzPts val="1000"/>
              <a:buFont typeface="Montserrat"/>
              <a:buChar char="●"/>
            </a:pPr>
            <a:r>
              <a:rPr lang="en" sz="1000" b="1" i="0" u="none" strike="noStrike" cap="none">
                <a:solidFill>
                  <a:srgbClr val="061222"/>
                </a:solidFill>
                <a:latin typeface="Plus Jakarta Sans Medium" panose="020B0604020202020204" charset="0"/>
                <a:ea typeface="Montserrat"/>
                <a:cs typeface="Plus Jakarta Sans Medium" panose="020B0604020202020204" charset="0"/>
                <a:sym typeface="Montserrat"/>
              </a:rPr>
              <a:t>Self-creating </a:t>
            </a:r>
            <a:r>
              <a:rPr lang="en" sz="1000" b="0" i="0" u="none" strike="noStrike" cap="none">
                <a:solidFill>
                  <a:srgbClr val="061222"/>
                </a:solidFill>
                <a:latin typeface="Plus Jakarta Sans Medium" panose="020B0604020202020204" charset="0"/>
                <a:ea typeface="Montserrat"/>
                <a:cs typeface="Plus Jakarta Sans Medium" panose="020B0604020202020204" charset="0"/>
                <a:sym typeface="Montserrat"/>
              </a:rPr>
              <a:t>and</a:t>
            </a:r>
            <a:r>
              <a:rPr lang="en" sz="1000" b="1" i="0" u="none" strike="noStrike" cap="none">
                <a:solidFill>
                  <a:srgbClr val="061222"/>
                </a:solidFill>
                <a:latin typeface="Plus Jakarta Sans Medium" panose="020B0604020202020204" charset="0"/>
                <a:ea typeface="Montserrat"/>
                <a:cs typeface="Plus Jakarta Sans Medium" panose="020B0604020202020204" charset="0"/>
                <a:sym typeface="Montserrat"/>
              </a:rPr>
              <a:t> self-updating </a:t>
            </a:r>
            <a:r>
              <a:rPr lang="en" sz="1000" b="1">
                <a:solidFill>
                  <a:srgbClr val="061222"/>
                </a:solidFill>
                <a:latin typeface="Plus Jakarta Sans Medium" panose="020B0604020202020204" charset="0"/>
                <a:ea typeface="Montserrat"/>
                <a:cs typeface="Plus Jakarta Sans Medium" panose="020B0604020202020204" charset="0"/>
                <a:sym typeface="Montserrat"/>
              </a:rPr>
              <a:t>documentation</a:t>
            </a:r>
            <a:endParaRPr sz="1000" b="1" i="0" u="none" strike="noStrike" cap="none">
              <a:solidFill>
                <a:srgbClr val="061222"/>
              </a:solidFill>
              <a:latin typeface="Plus Jakarta Sans Medium" panose="020B0604020202020204" charset="0"/>
              <a:ea typeface="Montserrat"/>
              <a:cs typeface="Plus Jakarta Sans Medium" panose="020B0604020202020204" charset="0"/>
              <a:sym typeface="Montserrat"/>
            </a:endParaRPr>
          </a:p>
          <a:p>
            <a:pPr marL="342900" marR="0" lvl="0" indent="-228600" algn="l" rtl="0">
              <a:lnSpc>
                <a:spcPct val="100000"/>
              </a:lnSpc>
              <a:spcBef>
                <a:spcPts val="0"/>
              </a:spcBef>
              <a:spcAft>
                <a:spcPts val="0"/>
              </a:spcAft>
              <a:buClr>
                <a:srgbClr val="061222"/>
              </a:buClr>
              <a:buSzPts val="1000"/>
              <a:buFont typeface="Montserrat"/>
              <a:buChar char="●"/>
            </a:pPr>
            <a:r>
              <a:rPr lang="en" sz="1000" b="1" i="0" u="none" strike="noStrike" cap="none">
                <a:solidFill>
                  <a:srgbClr val="061222"/>
                </a:solidFill>
                <a:latin typeface="Plus Jakarta Sans Medium" panose="020B0604020202020204" charset="0"/>
                <a:ea typeface="Montserrat"/>
                <a:cs typeface="Plus Jakarta Sans Medium" panose="020B0604020202020204" charset="0"/>
                <a:sym typeface="Montserrat"/>
              </a:rPr>
              <a:t>Built-in data lineage featured </a:t>
            </a:r>
            <a:r>
              <a:rPr lang="en" sz="1000" b="0" i="0" u="none" strike="noStrike" cap="none">
                <a:solidFill>
                  <a:srgbClr val="061222"/>
                </a:solidFill>
                <a:latin typeface="Plus Jakarta Sans Medium" panose="020B0604020202020204" charset="0"/>
                <a:ea typeface="Montserrat"/>
                <a:cs typeface="Plus Jakarta Sans Medium" panose="020B0604020202020204" charset="0"/>
                <a:sym typeface="Montserrat"/>
              </a:rPr>
              <a:t>and</a:t>
            </a:r>
            <a:r>
              <a:rPr lang="en" sz="1000" b="1" i="0" u="none" strike="noStrike" cap="none">
                <a:solidFill>
                  <a:srgbClr val="061222"/>
                </a:solidFill>
                <a:latin typeface="Plus Jakarta Sans Medium" panose="020B0604020202020204" charset="0"/>
                <a:ea typeface="Montserrat"/>
                <a:cs typeface="Plus Jakarta Sans Medium" panose="020B0604020202020204" charset="0"/>
                <a:sym typeface="Montserrat"/>
              </a:rPr>
              <a:t> collaboration</a:t>
            </a:r>
            <a:endParaRPr sz="1000" b="1" i="0" u="none" strike="noStrike" cap="none">
              <a:solidFill>
                <a:srgbClr val="061222"/>
              </a:solidFill>
              <a:latin typeface="Plus Jakarta Sans Medium" panose="020B0604020202020204" charset="0"/>
              <a:ea typeface="Montserrat"/>
              <a:cs typeface="Plus Jakarta Sans Medium" panose="020B0604020202020204" charset="0"/>
              <a:sym typeface="Montserrat"/>
            </a:endParaRPr>
          </a:p>
        </p:txBody>
      </p:sp>
      <p:sp>
        <p:nvSpPr>
          <p:cNvPr id="9" name="Google Shape;3102;p423">
            <a:extLst>
              <a:ext uri="{FF2B5EF4-FFF2-40B4-BE49-F238E27FC236}">
                <a16:creationId xmlns:a16="http://schemas.microsoft.com/office/drawing/2014/main" id="{2A6DB0B1-DF5D-B24B-E690-269FCFEF661C}"/>
              </a:ext>
            </a:extLst>
          </p:cNvPr>
          <p:cNvSpPr txBox="1"/>
          <p:nvPr/>
        </p:nvSpPr>
        <p:spPr>
          <a:xfrm>
            <a:off x="829594" y="2195996"/>
            <a:ext cx="3257700" cy="794100"/>
          </a:xfrm>
          <a:prstGeom prst="rect">
            <a:avLst/>
          </a:prstGeom>
          <a:noFill/>
          <a:ln>
            <a:noFill/>
          </a:ln>
        </p:spPr>
        <p:txBody>
          <a:bodyPr spcFirstLastPara="1" wrap="square" lIns="91425" tIns="45700" rIns="91425" bIns="45700" anchor="t" anchorCtr="0">
            <a:noAutofit/>
          </a:bodyPr>
          <a:lstStyle/>
          <a:p>
            <a:pPr marL="342900" marR="0" lvl="0" indent="-228600" algn="l" rtl="0">
              <a:lnSpc>
                <a:spcPct val="100000"/>
              </a:lnSpc>
              <a:spcBef>
                <a:spcPts val="0"/>
              </a:spcBef>
              <a:spcAft>
                <a:spcPts val="0"/>
              </a:spcAft>
              <a:buClr>
                <a:srgbClr val="061222"/>
              </a:buClr>
              <a:buSzPts val="1000"/>
              <a:buFont typeface="Montserrat"/>
              <a:buChar char="●"/>
            </a:pPr>
            <a:r>
              <a:rPr lang="en" sz="1000" b="1" i="0" u="none" strike="noStrike" cap="none">
                <a:solidFill>
                  <a:srgbClr val="061222"/>
                </a:solidFill>
                <a:latin typeface="Plus Jakarta Sans Medium" panose="020B0604020202020204" charset="0"/>
                <a:ea typeface="Montserrat"/>
                <a:cs typeface="Plus Jakarta Sans Medium" panose="020B0604020202020204" charset="0"/>
                <a:sym typeface="Montserrat"/>
              </a:rPr>
              <a:t>Automated</a:t>
            </a:r>
            <a:r>
              <a:rPr lang="en" sz="1000" b="0" i="0" u="none" strike="noStrike" cap="none">
                <a:solidFill>
                  <a:srgbClr val="061222"/>
                </a:solidFill>
                <a:latin typeface="Plus Jakarta Sans Medium" panose="020B0604020202020204" charset="0"/>
                <a:ea typeface="Montserrat"/>
                <a:cs typeface="Plus Jakarta Sans Medium" panose="020B0604020202020204" charset="0"/>
                <a:sym typeface="Montserrat"/>
              </a:rPr>
              <a:t> data </a:t>
            </a:r>
            <a:r>
              <a:rPr lang="en" sz="1000" b="1" i="0" u="none" strike="noStrike" cap="none">
                <a:solidFill>
                  <a:srgbClr val="061222"/>
                </a:solidFill>
                <a:latin typeface="Plus Jakarta Sans Medium" panose="020B0604020202020204" charset="0"/>
                <a:ea typeface="Montserrat"/>
                <a:cs typeface="Plus Jakarta Sans Medium" panose="020B0604020202020204" charset="0"/>
                <a:sym typeface="Montserrat"/>
              </a:rPr>
              <a:t>discovery to search in seconds and make informed data-driven decisions</a:t>
            </a:r>
            <a:endParaRPr sz="1400" b="0" i="0" u="none" strike="noStrike" cap="none">
              <a:solidFill>
                <a:srgbClr val="000000"/>
              </a:solidFill>
              <a:latin typeface="Plus Jakarta Sans Medium" panose="020B0604020202020204" charset="0"/>
              <a:cs typeface="Plus Jakarta Sans Medium" panose="020B0604020202020204" charset="0"/>
              <a:sym typeface="Arial"/>
            </a:endParaRPr>
          </a:p>
          <a:p>
            <a:pPr marL="342900" marR="0" lvl="0" indent="-228600" algn="l" rtl="0">
              <a:lnSpc>
                <a:spcPct val="100000"/>
              </a:lnSpc>
              <a:spcBef>
                <a:spcPts val="0"/>
              </a:spcBef>
              <a:spcAft>
                <a:spcPts val="0"/>
              </a:spcAft>
              <a:buClr>
                <a:srgbClr val="061222"/>
              </a:buClr>
              <a:buSzPts val="1000"/>
              <a:buFont typeface="Montserrat"/>
              <a:buChar char="●"/>
            </a:pPr>
            <a:r>
              <a:rPr lang="en" sz="1000" b="0" i="0" u="none" strike="noStrike" cap="none">
                <a:solidFill>
                  <a:srgbClr val="061222"/>
                </a:solidFill>
                <a:latin typeface="Plus Jakarta Sans Medium" panose="020B0604020202020204" charset="0"/>
                <a:ea typeface="Montserrat"/>
                <a:cs typeface="Plus Jakarta Sans Medium" panose="020B0604020202020204" charset="0"/>
                <a:sym typeface="Montserrat"/>
              </a:rPr>
              <a:t>Outstanding solution to </a:t>
            </a:r>
            <a:r>
              <a:rPr lang="en" sz="1000" b="1" i="0" u="none" strike="noStrike" cap="none">
                <a:solidFill>
                  <a:srgbClr val="061222"/>
                </a:solidFill>
                <a:latin typeface="Plus Jakarta Sans Medium" panose="020B0604020202020204" charset="0"/>
                <a:ea typeface="Montserrat"/>
                <a:cs typeface="Plus Jakarta Sans Medium" panose="020B0604020202020204" charset="0"/>
                <a:sym typeface="Montserrat"/>
              </a:rPr>
              <a:t>increase BI teams' productivity</a:t>
            </a:r>
            <a:endParaRPr sz="1400" b="0" i="0" u="none" strike="noStrike" cap="none">
              <a:solidFill>
                <a:srgbClr val="000000"/>
              </a:solidFill>
              <a:latin typeface="Plus Jakarta Sans Medium" panose="020B0604020202020204" charset="0"/>
              <a:cs typeface="Plus Jakarta Sans Medium" panose="020B0604020202020204" charset="0"/>
              <a:sym typeface="Arial"/>
            </a:endParaRPr>
          </a:p>
        </p:txBody>
      </p:sp>
      <p:sp>
        <p:nvSpPr>
          <p:cNvPr id="10" name="Google Shape;3103;p423">
            <a:extLst>
              <a:ext uri="{FF2B5EF4-FFF2-40B4-BE49-F238E27FC236}">
                <a16:creationId xmlns:a16="http://schemas.microsoft.com/office/drawing/2014/main" id="{2654F679-9D87-3FA6-3283-064F49B0BDD5}"/>
              </a:ext>
            </a:extLst>
          </p:cNvPr>
          <p:cNvSpPr txBox="1"/>
          <p:nvPr/>
        </p:nvSpPr>
        <p:spPr>
          <a:xfrm>
            <a:off x="829631" y="1540313"/>
            <a:ext cx="3342600" cy="523190"/>
          </a:xfrm>
          <a:prstGeom prst="rect">
            <a:avLst/>
          </a:prstGeom>
          <a:noFill/>
          <a:ln>
            <a:noFill/>
          </a:ln>
        </p:spPr>
        <p:txBody>
          <a:bodyPr spcFirstLastPara="1" wrap="square" lIns="91425" tIns="91425" rIns="91425" bIns="91425" anchor="t" anchorCtr="0">
            <a:spAutoFit/>
          </a:bodyPr>
          <a:lstStyle/>
          <a:p>
            <a:pPr marL="0" marR="0" lvl="0" indent="0" algn="l" rtl="0">
              <a:lnSpc>
                <a:spcPct val="110000"/>
              </a:lnSpc>
              <a:spcBef>
                <a:spcPts val="0"/>
              </a:spcBef>
              <a:spcAft>
                <a:spcPts val="0"/>
              </a:spcAft>
              <a:buClr>
                <a:schemeClr val="lt1"/>
              </a:buClr>
              <a:buSzPts val="1100"/>
              <a:buFont typeface="Arial"/>
              <a:buNone/>
            </a:pPr>
            <a:r>
              <a:rPr lang="en" sz="1000" b="1" i="0" u="none" strike="noStrike" cap="none">
                <a:solidFill>
                  <a:srgbClr val="222222"/>
                </a:solidFill>
                <a:latin typeface="Plus Jakarta Sans Medium" panose="020B0604020202020204" charset="0"/>
                <a:ea typeface="Poppins"/>
                <a:cs typeface="Plus Jakarta Sans Medium" panose="020B0604020202020204" charset="0"/>
                <a:sym typeface="Poppins"/>
              </a:rPr>
              <a:t>Locates relevant information for business use, analysis and insights across multiple data systems </a:t>
            </a:r>
            <a:endParaRPr sz="1400" b="1" i="0" u="none" strike="noStrike" cap="none">
              <a:solidFill>
                <a:srgbClr val="222222"/>
              </a:solidFill>
              <a:latin typeface="Plus Jakarta Sans Medium" panose="020B0604020202020204" charset="0"/>
              <a:ea typeface="Poppins"/>
              <a:cs typeface="Plus Jakarta Sans Medium" panose="020B0604020202020204" charset="0"/>
              <a:sym typeface="Poppins"/>
            </a:endParaRPr>
          </a:p>
        </p:txBody>
      </p:sp>
      <p:grpSp>
        <p:nvGrpSpPr>
          <p:cNvPr id="11" name="Google Shape;3104;p423">
            <a:extLst>
              <a:ext uri="{FF2B5EF4-FFF2-40B4-BE49-F238E27FC236}">
                <a16:creationId xmlns:a16="http://schemas.microsoft.com/office/drawing/2014/main" id="{2133A34A-8C0C-E8EF-6F00-A41A50260E89}"/>
              </a:ext>
            </a:extLst>
          </p:cNvPr>
          <p:cNvGrpSpPr/>
          <p:nvPr/>
        </p:nvGrpSpPr>
        <p:grpSpPr>
          <a:xfrm>
            <a:off x="829569" y="3164847"/>
            <a:ext cx="1757693" cy="1261726"/>
            <a:chOff x="829618" y="3579839"/>
            <a:chExt cx="2052900" cy="1261726"/>
          </a:xfrm>
        </p:grpSpPr>
        <p:sp>
          <p:nvSpPr>
            <p:cNvPr id="12" name="Google Shape;3105;p423">
              <a:extLst>
                <a:ext uri="{FF2B5EF4-FFF2-40B4-BE49-F238E27FC236}">
                  <a16:creationId xmlns:a16="http://schemas.microsoft.com/office/drawing/2014/main" id="{6697C079-B1F8-8F2F-9277-B2B9CD0E3AE9}"/>
                </a:ext>
              </a:extLst>
            </p:cNvPr>
            <p:cNvSpPr txBox="1"/>
            <p:nvPr/>
          </p:nvSpPr>
          <p:spPr>
            <a:xfrm>
              <a:off x="829618" y="3826065"/>
              <a:ext cx="2052900" cy="1015500"/>
            </a:xfrm>
            <a:prstGeom prst="rect">
              <a:avLst/>
            </a:prstGeom>
            <a:noFill/>
            <a:ln>
              <a:noFill/>
            </a:ln>
          </p:spPr>
          <p:txBody>
            <a:bodyPr spcFirstLastPara="1" wrap="square" lIns="91425" tIns="45700" rIns="91425" bIns="45700" anchor="t" anchorCtr="0">
              <a:noAutofit/>
            </a:bodyPr>
            <a:lstStyle/>
            <a:p>
              <a:pPr marL="342900" marR="0" lvl="0" indent="-228600" algn="l" rtl="0">
                <a:lnSpc>
                  <a:spcPct val="100000"/>
                </a:lnSpc>
                <a:spcBef>
                  <a:spcPts val="0"/>
                </a:spcBef>
                <a:spcAft>
                  <a:spcPts val="0"/>
                </a:spcAft>
                <a:buClr>
                  <a:srgbClr val="061222"/>
                </a:buClr>
                <a:buSzPts val="1000"/>
                <a:buFont typeface="Montserrat"/>
                <a:buChar char="●"/>
              </a:pPr>
              <a:r>
                <a:rPr lang="en" sz="1000" b="1" i="0" u="none" strike="noStrike" cap="none">
                  <a:solidFill>
                    <a:srgbClr val="061222"/>
                  </a:solidFill>
                  <a:latin typeface="Plus Jakarta Sans Medium" panose="020B0604020202020204" charset="0"/>
                  <a:ea typeface="Montserrat"/>
                  <a:cs typeface="Plus Jakarta Sans Medium" panose="020B0604020202020204" charset="0"/>
                  <a:sym typeface="Montserrat"/>
                </a:rPr>
                <a:t>Changes implementation  </a:t>
              </a:r>
              <a:endParaRPr sz="1000" b="1" i="0" u="none" strike="noStrike" cap="none">
                <a:solidFill>
                  <a:srgbClr val="061222"/>
                </a:solidFill>
                <a:latin typeface="Plus Jakarta Sans Medium" panose="020B0604020202020204" charset="0"/>
                <a:ea typeface="Montserrat"/>
                <a:cs typeface="Plus Jakarta Sans Medium" panose="020B0604020202020204" charset="0"/>
                <a:sym typeface="Montserrat"/>
              </a:endParaRPr>
            </a:p>
            <a:p>
              <a:pPr marL="342900" marR="0" lvl="0" indent="-228600" algn="l" rtl="0">
                <a:lnSpc>
                  <a:spcPct val="100000"/>
                </a:lnSpc>
                <a:spcBef>
                  <a:spcPts val="0"/>
                </a:spcBef>
                <a:spcAft>
                  <a:spcPts val="0"/>
                </a:spcAft>
                <a:buClr>
                  <a:srgbClr val="061222"/>
                </a:buClr>
                <a:buSzPts val="1000"/>
                <a:buFont typeface="Montserrat"/>
                <a:buChar char="●"/>
              </a:pPr>
              <a:r>
                <a:rPr lang="en" sz="1000" b="1" i="0" u="none" strike="noStrike" cap="none">
                  <a:solidFill>
                    <a:srgbClr val="061222"/>
                  </a:solidFill>
                  <a:latin typeface="Plus Jakarta Sans Medium" panose="020B0604020202020204" charset="0"/>
                  <a:ea typeface="Montserrat"/>
                  <a:cs typeface="Plus Jakarta Sans Medium" panose="020B0604020202020204" charset="0"/>
                  <a:sym typeface="Montserrat"/>
                </a:rPr>
                <a:t>Compliance </a:t>
              </a:r>
              <a:r>
                <a:rPr lang="en" sz="1000" b="0" i="0" u="none" strike="noStrike" cap="none">
                  <a:solidFill>
                    <a:srgbClr val="061222"/>
                  </a:solidFill>
                  <a:latin typeface="Plus Jakarta Sans Medium" panose="020B0604020202020204" charset="0"/>
                  <a:ea typeface="Montserrat"/>
                  <a:cs typeface="Plus Jakarta Sans Medium" panose="020B0604020202020204" charset="0"/>
                  <a:sym typeface="Montserrat"/>
                </a:rPr>
                <a:t>with GDPR, CCPA, etc.</a:t>
              </a:r>
              <a:endParaRPr sz="1000" b="0" i="0" u="none" strike="noStrike" cap="none">
                <a:solidFill>
                  <a:srgbClr val="061222"/>
                </a:solidFill>
                <a:latin typeface="Plus Jakarta Sans Medium" panose="020B0604020202020204" charset="0"/>
                <a:ea typeface="Montserrat"/>
                <a:cs typeface="Plus Jakarta Sans Medium" panose="020B0604020202020204" charset="0"/>
                <a:sym typeface="Montserrat"/>
              </a:endParaRPr>
            </a:p>
            <a:p>
              <a:pPr marL="342900" marR="0" lvl="0" indent="-228600" algn="l" rtl="0">
                <a:lnSpc>
                  <a:spcPct val="100000"/>
                </a:lnSpc>
                <a:spcBef>
                  <a:spcPts val="0"/>
                </a:spcBef>
                <a:spcAft>
                  <a:spcPts val="0"/>
                </a:spcAft>
                <a:buClr>
                  <a:srgbClr val="061222"/>
                </a:buClr>
                <a:buSzPts val="1000"/>
                <a:buFont typeface="Montserrat"/>
                <a:buChar char="●"/>
              </a:pPr>
              <a:r>
                <a:rPr lang="en" sz="1000" b="0" i="0" u="none" strike="noStrike" cap="none">
                  <a:solidFill>
                    <a:srgbClr val="061222"/>
                  </a:solidFill>
                  <a:latin typeface="Plus Jakarta Sans Medium" panose="020B0604020202020204" charset="0"/>
                  <a:ea typeface="Montserrat"/>
                  <a:cs typeface="Plus Jakarta Sans Medium" panose="020B0604020202020204" charset="0"/>
                  <a:sym typeface="Montserrat"/>
                </a:rPr>
                <a:t>Fast, accurate </a:t>
              </a:r>
              <a:r>
                <a:rPr lang="en" sz="1000" b="1" i="0" u="none" strike="noStrike" cap="none">
                  <a:solidFill>
                    <a:srgbClr val="061222"/>
                  </a:solidFill>
                  <a:latin typeface="Plus Jakarta Sans Medium" panose="020B0604020202020204" charset="0"/>
                  <a:ea typeface="Montserrat"/>
                  <a:cs typeface="Plus Jakarta Sans Medium" panose="020B0604020202020204" charset="0"/>
                  <a:sym typeface="Montserrat"/>
                </a:rPr>
                <a:t>business decisions</a:t>
              </a:r>
              <a:endParaRPr sz="1000" b="1" i="0" u="none" strike="noStrike" cap="none">
                <a:solidFill>
                  <a:srgbClr val="061222"/>
                </a:solidFill>
                <a:latin typeface="Plus Jakarta Sans Medium" panose="020B0604020202020204" charset="0"/>
                <a:ea typeface="Montserrat"/>
                <a:cs typeface="Plus Jakarta Sans Medium" panose="020B0604020202020204" charset="0"/>
                <a:sym typeface="Montserrat"/>
              </a:endParaRPr>
            </a:p>
          </p:txBody>
        </p:sp>
        <p:sp>
          <p:nvSpPr>
            <p:cNvPr id="13" name="Google Shape;3106;p423">
              <a:extLst>
                <a:ext uri="{FF2B5EF4-FFF2-40B4-BE49-F238E27FC236}">
                  <a16:creationId xmlns:a16="http://schemas.microsoft.com/office/drawing/2014/main" id="{AC92F096-88FF-9EF3-9B15-C1AE98A886FB}"/>
                </a:ext>
              </a:extLst>
            </p:cNvPr>
            <p:cNvSpPr txBox="1"/>
            <p:nvPr/>
          </p:nvSpPr>
          <p:spPr>
            <a:xfrm>
              <a:off x="829626" y="3579839"/>
              <a:ext cx="1421100" cy="246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39608E"/>
                  </a:solidFill>
                  <a:latin typeface="Plus Jakarta Sans Medium" panose="020B0604020202020204" charset="0"/>
                  <a:ea typeface="Poppins"/>
                  <a:cs typeface="Plus Jakarta Sans Medium" panose="020B0604020202020204" charset="0"/>
                  <a:sym typeface="Poppins"/>
                </a:rPr>
                <a:t>TOP USE CASES</a:t>
              </a:r>
              <a:endParaRPr sz="1400" b="0" i="0" u="none" strike="noStrike" cap="none">
                <a:solidFill>
                  <a:srgbClr val="39608E"/>
                </a:solidFill>
                <a:latin typeface="Plus Jakarta Sans Medium" panose="020B0604020202020204" charset="0"/>
                <a:cs typeface="Plus Jakarta Sans Medium" panose="020B0604020202020204" charset="0"/>
                <a:sym typeface="Arial"/>
              </a:endParaRPr>
            </a:p>
          </p:txBody>
        </p:sp>
      </p:grpSp>
      <p:sp>
        <p:nvSpPr>
          <p:cNvPr id="14" name="Google Shape;3107;p423">
            <a:extLst>
              <a:ext uri="{FF2B5EF4-FFF2-40B4-BE49-F238E27FC236}">
                <a16:creationId xmlns:a16="http://schemas.microsoft.com/office/drawing/2014/main" id="{C85685E6-2B79-ECE8-0A8A-BC86D174DBF4}"/>
              </a:ext>
            </a:extLst>
          </p:cNvPr>
          <p:cNvSpPr txBox="1"/>
          <p:nvPr/>
        </p:nvSpPr>
        <p:spPr>
          <a:xfrm>
            <a:off x="5247701" y="1518638"/>
            <a:ext cx="3342600" cy="523190"/>
          </a:xfrm>
          <a:prstGeom prst="rect">
            <a:avLst/>
          </a:prstGeom>
          <a:noFill/>
          <a:ln>
            <a:noFill/>
          </a:ln>
        </p:spPr>
        <p:txBody>
          <a:bodyPr spcFirstLastPara="1" wrap="square" lIns="91425" tIns="91425" rIns="91425" bIns="91425" anchor="t" anchorCtr="0">
            <a:spAutoFit/>
          </a:bodyPr>
          <a:lstStyle/>
          <a:p>
            <a:pPr marL="0" marR="0" lvl="0" indent="0" algn="l" rtl="0">
              <a:lnSpc>
                <a:spcPct val="110000"/>
              </a:lnSpc>
              <a:spcBef>
                <a:spcPts val="0"/>
              </a:spcBef>
              <a:spcAft>
                <a:spcPts val="0"/>
              </a:spcAft>
              <a:buClr>
                <a:schemeClr val="lt1"/>
              </a:buClr>
              <a:buSzPts val="1100"/>
              <a:buFont typeface="Arial"/>
              <a:buNone/>
            </a:pPr>
            <a:r>
              <a:rPr lang="en" sz="1000" b="1" i="0" u="none" strike="noStrike" cap="none">
                <a:solidFill>
                  <a:srgbClr val="222222"/>
                </a:solidFill>
                <a:latin typeface="Plus Jakarta Sans Medium" panose="020B0604020202020204" charset="0"/>
                <a:ea typeface="Poppins"/>
                <a:cs typeface="Plus Jakarta Sans Medium" panose="020B0604020202020204" charset="0"/>
                <a:sym typeface="Poppins"/>
              </a:rPr>
              <a:t>Provides data teams with information about the various data assets available within a company</a:t>
            </a:r>
            <a:endParaRPr sz="1000" b="1" i="0" u="none" strike="noStrike" cap="none">
              <a:solidFill>
                <a:srgbClr val="222222"/>
              </a:solidFill>
              <a:latin typeface="Plus Jakarta Sans Medium" panose="020B0604020202020204" charset="0"/>
              <a:ea typeface="Poppins"/>
              <a:cs typeface="Plus Jakarta Sans Medium" panose="020B0604020202020204" charset="0"/>
              <a:sym typeface="Poppins"/>
            </a:endParaRPr>
          </a:p>
        </p:txBody>
      </p:sp>
      <p:grpSp>
        <p:nvGrpSpPr>
          <p:cNvPr id="15" name="Google Shape;3108;p423">
            <a:extLst>
              <a:ext uri="{FF2B5EF4-FFF2-40B4-BE49-F238E27FC236}">
                <a16:creationId xmlns:a16="http://schemas.microsoft.com/office/drawing/2014/main" id="{C4BC2E07-5A5D-D9E3-8771-C3CB3974AC4A}"/>
              </a:ext>
            </a:extLst>
          </p:cNvPr>
          <p:cNvGrpSpPr/>
          <p:nvPr/>
        </p:nvGrpSpPr>
        <p:grpSpPr>
          <a:xfrm>
            <a:off x="5247716" y="3164843"/>
            <a:ext cx="1674900" cy="492527"/>
            <a:chOff x="873401" y="3260627"/>
            <a:chExt cx="1674900" cy="492527"/>
          </a:xfrm>
        </p:grpSpPr>
        <p:sp>
          <p:nvSpPr>
            <p:cNvPr id="16" name="Google Shape;3109;p423">
              <a:extLst>
                <a:ext uri="{FF2B5EF4-FFF2-40B4-BE49-F238E27FC236}">
                  <a16:creationId xmlns:a16="http://schemas.microsoft.com/office/drawing/2014/main" id="{9CE6BFB2-CFFE-A67E-F227-D8AEC9A67A18}"/>
                </a:ext>
              </a:extLst>
            </p:cNvPr>
            <p:cNvSpPr txBox="1"/>
            <p:nvPr/>
          </p:nvSpPr>
          <p:spPr>
            <a:xfrm>
              <a:off x="873401" y="3506854"/>
              <a:ext cx="1674900" cy="246300"/>
            </a:xfrm>
            <a:prstGeom prst="rect">
              <a:avLst/>
            </a:prstGeom>
            <a:noFill/>
            <a:ln>
              <a:noFill/>
            </a:ln>
          </p:spPr>
          <p:txBody>
            <a:bodyPr spcFirstLastPara="1" wrap="square" lIns="91425" tIns="45700" rIns="91425" bIns="45700" anchor="t" anchorCtr="0">
              <a:noAutofit/>
            </a:bodyPr>
            <a:lstStyle/>
            <a:p>
              <a:pPr marL="177800" marR="0" lvl="0" indent="-177800" algn="l" rtl="0">
                <a:lnSpc>
                  <a:spcPct val="100000"/>
                </a:lnSpc>
                <a:spcBef>
                  <a:spcPts val="0"/>
                </a:spcBef>
                <a:spcAft>
                  <a:spcPts val="0"/>
                </a:spcAft>
                <a:buClr>
                  <a:srgbClr val="000000"/>
                </a:buClr>
                <a:buSzPts val="1400"/>
                <a:buFont typeface="Arial"/>
                <a:buChar char="•"/>
              </a:pPr>
              <a:r>
                <a:rPr lang="en" sz="1000" b="1" i="0" u="none" strike="noStrike" cap="none">
                  <a:solidFill>
                    <a:srgbClr val="061222"/>
                  </a:solidFill>
                  <a:latin typeface="Plus Jakarta Sans Medium" panose="020B0604020202020204" charset="0"/>
                  <a:ea typeface="Montserrat"/>
                  <a:cs typeface="Plus Jakarta Sans Medium" panose="020B0604020202020204" charset="0"/>
                  <a:sym typeface="Montserrat"/>
                </a:rPr>
                <a:t>Real-time data inventory </a:t>
              </a:r>
              <a:endParaRPr sz="1400" b="0" i="0" u="none" strike="noStrike" cap="none">
                <a:solidFill>
                  <a:srgbClr val="000000"/>
                </a:solidFill>
                <a:latin typeface="Plus Jakarta Sans Medium" panose="020B0604020202020204" charset="0"/>
                <a:cs typeface="Plus Jakarta Sans Medium" panose="020B0604020202020204" charset="0"/>
                <a:sym typeface="Arial"/>
              </a:endParaRPr>
            </a:p>
          </p:txBody>
        </p:sp>
        <p:sp>
          <p:nvSpPr>
            <p:cNvPr id="17" name="Google Shape;3110;p423">
              <a:extLst>
                <a:ext uri="{FF2B5EF4-FFF2-40B4-BE49-F238E27FC236}">
                  <a16:creationId xmlns:a16="http://schemas.microsoft.com/office/drawing/2014/main" id="{AA7CB5ED-C3EB-0352-26D8-E17CE99DD0E5}"/>
                </a:ext>
              </a:extLst>
            </p:cNvPr>
            <p:cNvSpPr txBox="1"/>
            <p:nvPr/>
          </p:nvSpPr>
          <p:spPr>
            <a:xfrm>
              <a:off x="873402" y="3260627"/>
              <a:ext cx="1300800" cy="246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466892"/>
                  </a:solidFill>
                  <a:latin typeface="Plus Jakarta Sans Medium" panose="020B0604020202020204" charset="0"/>
                  <a:ea typeface="Poppins"/>
                  <a:cs typeface="Plus Jakarta Sans Medium" panose="020B0604020202020204" charset="0"/>
                  <a:sym typeface="Poppins"/>
                </a:rPr>
                <a:t>TOP USE CASE</a:t>
              </a:r>
              <a:endParaRPr sz="1400" b="0" i="0" u="none" strike="noStrike" cap="none">
                <a:solidFill>
                  <a:srgbClr val="466892"/>
                </a:solidFill>
                <a:latin typeface="Plus Jakarta Sans Medium" panose="020B0604020202020204" charset="0"/>
                <a:cs typeface="Plus Jakarta Sans Medium" panose="020B0604020202020204" charset="0"/>
                <a:sym typeface="Arial"/>
              </a:endParaRPr>
            </a:p>
          </p:txBody>
        </p:sp>
      </p:grpSp>
      <p:grpSp>
        <p:nvGrpSpPr>
          <p:cNvPr id="18" name="Google Shape;3111;p423">
            <a:extLst>
              <a:ext uri="{FF2B5EF4-FFF2-40B4-BE49-F238E27FC236}">
                <a16:creationId xmlns:a16="http://schemas.microsoft.com/office/drawing/2014/main" id="{9BBDD977-7126-9FC5-6F86-AA8AF8BE120D}"/>
              </a:ext>
            </a:extLst>
          </p:cNvPr>
          <p:cNvGrpSpPr/>
          <p:nvPr/>
        </p:nvGrpSpPr>
        <p:grpSpPr>
          <a:xfrm>
            <a:off x="2446331" y="3218442"/>
            <a:ext cx="1674760" cy="815791"/>
            <a:chOff x="0" y="5210625"/>
            <a:chExt cx="2088751" cy="1017450"/>
          </a:xfrm>
        </p:grpSpPr>
        <p:pic>
          <p:nvPicPr>
            <p:cNvPr id="19" name="Google Shape;3112;p423">
              <a:extLst>
                <a:ext uri="{FF2B5EF4-FFF2-40B4-BE49-F238E27FC236}">
                  <a16:creationId xmlns:a16="http://schemas.microsoft.com/office/drawing/2014/main" id="{82235F3E-FD00-A583-6C3A-94A0645CA052}"/>
                </a:ext>
              </a:extLst>
            </p:cNvPr>
            <p:cNvPicPr preferRelativeResize="0"/>
            <p:nvPr/>
          </p:nvPicPr>
          <p:blipFill rotWithShape="1">
            <a:blip r:embed="rId4">
              <a:alphaModFix/>
            </a:blip>
            <a:srcRect/>
            <a:stretch/>
          </p:blipFill>
          <p:spPr>
            <a:xfrm>
              <a:off x="0" y="5210625"/>
              <a:ext cx="2088751" cy="1005774"/>
            </a:xfrm>
            <a:prstGeom prst="rect">
              <a:avLst/>
            </a:prstGeom>
            <a:noFill/>
            <a:ln>
              <a:noFill/>
            </a:ln>
          </p:spPr>
        </p:pic>
        <p:pic>
          <p:nvPicPr>
            <p:cNvPr id="20" name="Google Shape;3113;p423">
              <a:extLst>
                <a:ext uri="{FF2B5EF4-FFF2-40B4-BE49-F238E27FC236}">
                  <a16:creationId xmlns:a16="http://schemas.microsoft.com/office/drawing/2014/main" id="{38EAADDB-62BE-279E-D851-0EB2FB1FA420}"/>
                </a:ext>
              </a:extLst>
            </p:cNvPr>
            <p:cNvPicPr preferRelativeResize="0"/>
            <p:nvPr/>
          </p:nvPicPr>
          <p:blipFill rotWithShape="1">
            <a:blip r:embed="rId5">
              <a:alphaModFix/>
            </a:blip>
            <a:srcRect/>
            <a:stretch/>
          </p:blipFill>
          <p:spPr>
            <a:xfrm>
              <a:off x="0" y="5228779"/>
              <a:ext cx="2088751" cy="999296"/>
            </a:xfrm>
            <a:prstGeom prst="rect">
              <a:avLst/>
            </a:prstGeom>
            <a:noFill/>
            <a:ln>
              <a:noFill/>
            </a:ln>
          </p:spPr>
        </p:pic>
      </p:grpSp>
      <p:pic>
        <p:nvPicPr>
          <p:cNvPr id="21" name="Google Shape;3114;p423">
            <a:extLst>
              <a:ext uri="{FF2B5EF4-FFF2-40B4-BE49-F238E27FC236}">
                <a16:creationId xmlns:a16="http://schemas.microsoft.com/office/drawing/2014/main" id="{4AE2C640-646B-742C-3C1A-AB716D0A72A2}"/>
              </a:ext>
            </a:extLst>
          </p:cNvPr>
          <p:cNvPicPr preferRelativeResize="0"/>
          <p:nvPr/>
        </p:nvPicPr>
        <p:blipFill rotWithShape="1">
          <a:blip r:embed="rId6">
            <a:alphaModFix/>
          </a:blip>
          <a:srcRect/>
          <a:stretch/>
        </p:blipFill>
        <p:spPr>
          <a:xfrm>
            <a:off x="5412319" y="1045051"/>
            <a:ext cx="513226" cy="416606"/>
          </a:xfrm>
          <a:prstGeom prst="rect">
            <a:avLst/>
          </a:prstGeom>
          <a:noFill/>
          <a:ln>
            <a:noFill/>
          </a:ln>
        </p:spPr>
      </p:pic>
      <p:pic>
        <p:nvPicPr>
          <p:cNvPr id="22" name="Google Shape;3115;p423">
            <a:extLst>
              <a:ext uri="{FF2B5EF4-FFF2-40B4-BE49-F238E27FC236}">
                <a16:creationId xmlns:a16="http://schemas.microsoft.com/office/drawing/2014/main" id="{C877AB36-E920-7399-6741-FA173937637E}"/>
              </a:ext>
            </a:extLst>
          </p:cNvPr>
          <p:cNvPicPr preferRelativeResize="0"/>
          <p:nvPr/>
        </p:nvPicPr>
        <p:blipFill rotWithShape="1">
          <a:blip r:embed="rId7">
            <a:alphaModFix/>
          </a:blip>
          <a:srcRect/>
          <a:stretch/>
        </p:blipFill>
        <p:spPr>
          <a:xfrm>
            <a:off x="945014" y="1017708"/>
            <a:ext cx="579063" cy="447300"/>
          </a:xfrm>
          <a:prstGeom prst="rect">
            <a:avLst/>
          </a:prstGeom>
          <a:noFill/>
          <a:ln>
            <a:noFill/>
          </a:ln>
        </p:spPr>
      </p:pic>
      <p:cxnSp>
        <p:nvCxnSpPr>
          <p:cNvPr id="23" name="Google Shape;3116;p423">
            <a:extLst>
              <a:ext uri="{FF2B5EF4-FFF2-40B4-BE49-F238E27FC236}">
                <a16:creationId xmlns:a16="http://schemas.microsoft.com/office/drawing/2014/main" id="{7ACAABAA-446B-C40F-2027-5FF1935ED96D}"/>
              </a:ext>
            </a:extLst>
          </p:cNvPr>
          <p:cNvCxnSpPr/>
          <p:nvPr/>
        </p:nvCxnSpPr>
        <p:spPr>
          <a:xfrm>
            <a:off x="649125" y="942413"/>
            <a:ext cx="3630000" cy="0"/>
          </a:xfrm>
          <a:prstGeom prst="straightConnector1">
            <a:avLst/>
          </a:prstGeom>
          <a:noFill/>
          <a:ln w="38100" cap="flat" cmpd="sng">
            <a:solidFill>
              <a:srgbClr val="CF2051"/>
            </a:solidFill>
            <a:prstDash val="solid"/>
            <a:round/>
            <a:headEnd type="none" w="sm" len="sm"/>
            <a:tailEnd type="none" w="sm" len="sm"/>
          </a:ln>
        </p:spPr>
      </p:cxnSp>
      <p:cxnSp>
        <p:nvCxnSpPr>
          <p:cNvPr id="24" name="Google Shape;3117;p423">
            <a:extLst>
              <a:ext uri="{FF2B5EF4-FFF2-40B4-BE49-F238E27FC236}">
                <a16:creationId xmlns:a16="http://schemas.microsoft.com/office/drawing/2014/main" id="{A19ED541-E53F-43A5-1D5A-D12A61EBE6FA}"/>
              </a:ext>
            </a:extLst>
          </p:cNvPr>
          <p:cNvCxnSpPr/>
          <p:nvPr/>
        </p:nvCxnSpPr>
        <p:spPr>
          <a:xfrm>
            <a:off x="5085281" y="923944"/>
            <a:ext cx="3630000" cy="0"/>
          </a:xfrm>
          <a:prstGeom prst="straightConnector1">
            <a:avLst/>
          </a:prstGeom>
          <a:noFill/>
          <a:ln w="38100" cap="flat" cmpd="sng">
            <a:solidFill>
              <a:srgbClr val="CF2051"/>
            </a:solidFill>
            <a:prstDash val="solid"/>
            <a:round/>
            <a:headEnd type="none" w="sm" len="sm"/>
            <a:tailEnd type="none" w="sm" len="sm"/>
          </a:ln>
        </p:spPr>
      </p:cxnSp>
    </p:spTree>
    <p:extLst>
      <p:ext uri="{BB962C8B-B14F-4D97-AF65-F5344CB8AC3E}">
        <p14:creationId xmlns:p14="http://schemas.microsoft.com/office/powerpoint/2010/main" val="874542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271"/>
        <p:cNvGrpSpPr/>
        <p:nvPr/>
      </p:nvGrpSpPr>
      <p:grpSpPr>
        <a:xfrm>
          <a:off x="0" y="0"/>
          <a:ext cx="0" cy="0"/>
          <a:chOff x="0" y="0"/>
          <a:chExt cx="0" cy="0"/>
        </a:xfrm>
      </p:grpSpPr>
      <p:sp>
        <p:nvSpPr>
          <p:cNvPr id="2272" name="Google Shape;2272;p179"/>
          <p:cNvSpPr txBox="1"/>
          <p:nvPr/>
        </p:nvSpPr>
        <p:spPr>
          <a:xfrm>
            <a:off x="812500" y="2215225"/>
            <a:ext cx="7518900" cy="612900"/>
          </a:xfrm>
          <a:prstGeom prst="rect">
            <a:avLst/>
          </a:prstGeom>
          <a:noFill/>
          <a:ln>
            <a:noFill/>
          </a:ln>
        </p:spPr>
        <p:txBody>
          <a:bodyPr spcFirstLastPara="1" wrap="square" lIns="91425" tIns="0" rIns="91425" bIns="45700" anchor="t" anchorCtr="0">
            <a:noAutofit/>
          </a:bodyPr>
          <a:lstStyle/>
          <a:p>
            <a:pPr marL="0" lvl="0" indent="0" algn="ctr" rtl="0">
              <a:spcBef>
                <a:spcPts val="0"/>
              </a:spcBef>
              <a:spcAft>
                <a:spcPts val="0"/>
              </a:spcAft>
              <a:buNone/>
            </a:pPr>
            <a:r>
              <a:rPr lang="en" sz="4100" b="1">
                <a:solidFill>
                  <a:srgbClr val="FFFFFF"/>
                </a:solidFill>
                <a:latin typeface="Plus Jakarta Sans"/>
                <a:ea typeface="Plus Jakarta Sans"/>
                <a:cs typeface="Plus Jakarta Sans"/>
                <a:sym typeface="Plus Jakarta Sans"/>
              </a:rPr>
              <a:t>Thank You!</a:t>
            </a:r>
            <a:endParaRPr sz="4100" b="1">
              <a:solidFill>
                <a:srgbClr val="FFFFFF"/>
              </a:solidFill>
              <a:latin typeface="Plus Jakarta Sans"/>
              <a:ea typeface="Plus Jakarta Sans"/>
              <a:cs typeface="Plus Jakarta Sans"/>
              <a:sym typeface="Plus Jakarta Sans"/>
            </a:endParaRPr>
          </a:p>
        </p:txBody>
      </p:sp>
    </p:spTree>
  </p:cSld>
  <p:clrMapOvr>
    <a:masterClrMapping/>
  </p:clrMapOvr>
</p:sld>
</file>

<file path=ppt/theme/theme1.xml><?xml version="1.0" encoding="utf-8"?>
<a:theme xmlns:a="http://schemas.openxmlformats.org/drawingml/2006/main" name="Cloudera Brand Theme">
  <a:themeElements>
    <a:clrScheme name="Cloudera Brand Template ">
      <a:dk1>
        <a:srgbClr val="100045"/>
      </a:dk1>
      <a:lt1>
        <a:srgbClr val="FFFFFF"/>
      </a:lt1>
      <a:dk2>
        <a:srgbClr val="A8AFB9"/>
      </a:dk2>
      <a:lt2>
        <a:srgbClr val="FFFFFF"/>
      </a:lt2>
      <a:accent1>
        <a:srgbClr val="FF550C"/>
      </a:accent1>
      <a:accent2>
        <a:srgbClr val="5555F9"/>
      </a:accent2>
      <a:accent3>
        <a:srgbClr val="110046"/>
      </a:accent3>
      <a:accent4>
        <a:srgbClr val="5555F9"/>
      </a:accent4>
      <a:accent5>
        <a:srgbClr val="FE773C"/>
      </a:accent5>
      <a:accent6>
        <a:srgbClr val="FE8756"/>
      </a:accent6>
      <a:hlink>
        <a:srgbClr val="8789FB"/>
      </a:hlink>
      <a:folHlink>
        <a:srgbClr val="26177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21546</TotalTime>
  <Words>2659</Words>
  <Application>Microsoft Macintosh PowerPoint</Application>
  <PresentationFormat>On-screen Show (16:9)</PresentationFormat>
  <Paragraphs>484</Paragraphs>
  <Slides>38</Slides>
  <Notes>38</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38</vt:i4>
      </vt:variant>
    </vt:vector>
  </HeadingPairs>
  <TitlesOfParts>
    <vt:vector size="48" baseType="lpstr">
      <vt:lpstr>Arial</vt:lpstr>
      <vt:lpstr>Montserrat</vt:lpstr>
      <vt:lpstr>Lato</vt:lpstr>
      <vt:lpstr>Plus Jakarta Sans SemiBold</vt:lpstr>
      <vt:lpstr>Calibri</vt:lpstr>
      <vt:lpstr>Plus Jakarta Sans</vt:lpstr>
      <vt:lpstr>Plus Jakarta Sans Medium</vt:lpstr>
      <vt:lpstr>Plus Jakarta Sans Light</vt:lpstr>
      <vt:lpstr>Roboto</vt:lpstr>
      <vt:lpstr>Cloudera Brand Theme</vt:lpstr>
      <vt:lpstr>CLOUDERA DATA PLATFORM</vt:lpstr>
      <vt:lpstr>THE ENTERPRISE DATA CLOUD COMPANY </vt:lpstr>
      <vt:lpstr>Cloudera Named Gartner Peer Insights (GPI) Customers’ Choice </vt:lpstr>
      <vt:lpstr>CLOUDERA DATA PLATFORM</vt:lpstr>
      <vt:lpstr>CLOUDERA DATA PLATFORM</vt:lpstr>
      <vt:lpstr>A HYBRID DATA PLATFORM AND  AN INTEGRATED SUITE OF SECURE ANALYTIC APPS</vt:lpstr>
      <vt:lpstr>Cloudera on Premises – PRIVATE CLOUD</vt:lpstr>
      <vt:lpstr>Cloudera on Cloud – PUBLIC CLOUD</vt:lpstr>
      <vt:lpstr>ONE PLATFORM – TWO FORM FACTOR</vt:lpstr>
      <vt:lpstr>High Level Enterprise BIG Data Architecture</vt:lpstr>
      <vt:lpstr>CLOUDERA | HL Enterprise BIG Data Architecture</vt:lpstr>
      <vt:lpstr>High Level Enterprise Data Architecture</vt:lpstr>
      <vt:lpstr>COMPETITIVE DIFFERENTIATION</vt:lpstr>
      <vt:lpstr>DISTRIBUTED DATA MANAGEMENT COMPONENTS </vt:lpstr>
      <vt:lpstr>CLOUDERA’S HYBRID DATA PLATFORM </vt:lpstr>
      <vt:lpstr>CLOUDERA’S HYBRID DATA PLATFORM ENABLING MODERN DATA ARCHITECTURES </vt:lpstr>
      <vt:lpstr>PowerPoint Presentation</vt:lpstr>
      <vt:lpstr>PowerPoint Presentation</vt:lpstr>
      <vt:lpstr>INNOVATION | HYBRID</vt:lpstr>
      <vt:lpstr>Our View of Hybrid</vt:lpstr>
      <vt:lpstr>Hybrid Data Services</vt:lpstr>
      <vt:lpstr>INNOVATION |  OPEN DATA LAKEHOUSE</vt:lpstr>
      <vt:lpstr>PowerPoint Presentation</vt:lpstr>
      <vt:lpstr>Data lake flexibility &amp; data warehouse performance in a single platform.</vt:lpstr>
      <vt:lpstr>Cloudera delivers the world's only open data lakehouse providing the following benefits:</vt:lpstr>
      <vt:lpstr>APACHE ICEBERG</vt:lpstr>
      <vt:lpstr>INNOVATION | DATA IN MOTION</vt:lpstr>
      <vt:lpstr>Why Do We Need a Data in Motion Architecture?</vt:lpstr>
      <vt:lpstr>Streaming Data Pipelines with Cloudera</vt:lpstr>
      <vt:lpstr>INNOVATION | ENTERPRISE AI</vt:lpstr>
      <vt:lpstr>Cloudera AI Ecosystem</vt:lpstr>
      <vt:lpstr>Generative AI Value for Different Use Case Categories</vt:lpstr>
      <vt:lpstr>Cloudera AI Inference Service </vt:lpstr>
      <vt:lpstr>INNOVATION | OCTOPAI</vt:lpstr>
      <vt:lpstr>Octopai as a Single Source of Truth for your Metadata</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TRUE HYBRID DATA PLATFORM</dc:title>
  <cp:lastModifiedBy>Prapoj (Lim) Lappayavijit</cp:lastModifiedBy>
  <cp:revision>224</cp:revision>
  <dcterms:modified xsi:type="dcterms:W3CDTF">2026-01-23T04:24:48Z</dcterms:modified>
</cp:coreProperties>
</file>